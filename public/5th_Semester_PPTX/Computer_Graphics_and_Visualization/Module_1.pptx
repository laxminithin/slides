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25fb8168a4f29" /><Relationship Type="http://schemas.openxmlformats.org/officeDocument/2006/relationships/extended-properties" Target="/docProps/app.xml" Id="R3eadd2c3d0964c95" /><Relationship Type="http://schemas.openxmlformats.org/officeDocument/2006/relationships/officeDocument" Target="/ppt/presentation.xml" Id="R04dc199bb7c7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6caf5b27074074"/>
  </p:sldMasterIdLst>
  <p:notesMasterIdLst>
    <p:notesMasterId xmlns:r="http://schemas.openxmlformats.org/officeDocument/2006/relationships" r:id="Re2261fb7d5ed4595"/>
  </p:notesMasterIdLst>
  <p:sldIdLst>
    <p:sldId xmlns:r="http://schemas.openxmlformats.org/officeDocument/2006/relationships" id="256" r:id="Rdf5ec5f2b7824086"/>
    <p:sldId xmlns:r="http://schemas.openxmlformats.org/officeDocument/2006/relationships" id="257" r:id="R266f37110de24051"/>
    <p:sldId xmlns:r="http://schemas.openxmlformats.org/officeDocument/2006/relationships" id="258" r:id="R995a9d387c2d4e27"/>
    <p:sldId xmlns:r="http://schemas.openxmlformats.org/officeDocument/2006/relationships" id="259" r:id="Rce1c6fd359114dac"/>
    <p:sldId xmlns:r="http://schemas.openxmlformats.org/officeDocument/2006/relationships" id="260" r:id="Reb2aa4470a4a49ed"/>
    <p:sldId xmlns:r="http://schemas.openxmlformats.org/officeDocument/2006/relationships" id="261" r:id="R78b2fb8282c04ba6"/>
    <p:sldId xmlns:r="http://schemas.openxmlformats.org/officeDocument/2006/relationships" id="262" r:id="R91049e75d1664822"/>
    <p:sldId xmlns:r="http://schemas.openxmlformats.org/officeDocument/2006/relationships" id="263" r:id="R5d20edade80e4e7e"/>
    <p:sldId xmlns:r="http://schemas.openxmlformats.org/officeDocument/2006/relationships" id="264" r:id="R3266e8e14e984dd4"/>
    <p:sldId xmlns:r="http://schemas.openxmlformats.org/officeDocument/2006/relationships" id="265" r:id="R96fe2c6468af43ec"/>
    <p:sldId xmlns:r="http://schemas.openxmlformats.org/officeDocument/2006/relationships" id="266" r:id="Ra338d5d4a63a4fee"/>
    <p:sldId xmlns:r="http://schemas.openxmlformats.org/officeDocument/2006/relationships" id="267" r:id="R7fcfce2c5ac142cb"/>
    <p:sldId xmlns:r="http://schemas.openxmlformats.org/officeDocument/2006/relationships" id="268" r:id="Rc3f4643758334735"/>
    <p:sldId xmlns:r="http://schemas.openxmlformats.org/officeDocument/2006/relationships" id="269" r:id="R92c1fbe9bfec4a1e"/>
    <p:sldId xmlns:r="http://schemas.openxmlformats.org/officeDocument/2006/relationships" id="270" r:id="Rbf548df8831b44b0"/>
    <p:sldId xmlns:r="http://schemas.openxmlformats.org/officeDocument/2006/relationships" id="271" r:id="R2ed21effc2db4bcc"/>
    <p:sldId xmlns:r="http://schemas.openxmlformats.org/officeDocument/2006/relationships" id="272" r:id="Rb45759e9a41c406e"/>
    <p:sldId xmlns:r="http://schemas.openxmlformats.org/officeDocument/2006/relationships" id="273" r:id="Rf5d34f7875834a03"/>
    <p:sldId xmlns:r="http://schemas.openxmlformats.org/officeDocument/2006/relationships" id="274" r:id="Rb928b65e3d114bad"/>
    <p:sldId xmlns:r="http://schemas.openxmlformats.org/officeDocument/2006/relationships" id="275" r:id="R49e525600cc04b39"/>
    <p:sldId xmlns:r="http://schemas.openxmlformats.org/officeDocument/2006/relationships" id="276" r:id="R93028e6f21f14ab0"/>
    <p:sldId xmlns:r="http://schemas.openxmlformats.org/officeDocument/2006/relationships" id="277" r:id="R325beb8e645b45ac"/>
    <p:sldId xmlns:r="http://schemas.openxmlformats.org/officeDocument/2006/relationships" id="278" r:id="R22397fdf8ea24581"/>
    <p:sldId xmlns:r="http://schemas.openxmlformats.org/officeDocument/2006/relationships" id="279" r:id="R9b4a8e11699e4ac3"/>
    <p:sldId xmlns:r="http://schemas.openxmlformats.org/officeDocument/2006/relationships" id="280" r:id="Rbf8f7f6af5b74283"/>
    <p:sldId xmlns:r="http://schemas.openxmlformats.org/officeDocument/2006/relationships" id="281" r:id="R8d86e5abda3e4372"/>
    <p:sldId xmlns:r="http://schemas.openxmlformats.org/officeDocument/2006/relationships" id="282" r:id="R4be311d899f442c0"/>
    <p:sldId xmlns:r="http://schemas.openxmlformats.org/officeDocument/2006/relationships" id="283" r:id="R5917505f6d1544fd"/>
    <p:sldId xmlns:r="http://schemas.openxmlformats.org/officeDocument/2006/relationships" id="284" r:id="Rc658e05686c74b75"/>
    <p:sldId xmlns:r="http://schemas.openxmlformats.org/officeDocument/2006/relationships" id="285" r:id="R33a78cd1ca05481e"/>
    <p:sldId xmlns:r="http://schemas.openxmlformats.org/officeDocument/2006/relationships" id="286" r:id="R8fec7558287443f8"/>
    <p:sldId xmlns:r="http://schemas.openxmlformats.org/officeDocument/2006/relationships" id="287" r:id="Rcfdd1be6b4084cdd"/>
    <p:sldId xmlns:r="http://schemas.openxmlformats.org/officeDocument/2006/relationships" id="288" r:id="R55b012000f444cf5"/>
    <p:sldId xmlns:r="http://schemas.openxmlformats.org/officeDocument/2006/relationships" id="289" r:id="Re00a323cd1cd486a"/>
    <p:sldId xmlns:r="http://schemas.openxmlformats.org/officeDocument/2006/relationships" id="290" r:id="R34b2bc5c64d84d1d"/>
    <p:sldId xmlns:r="http://schemas.openxmlformats.org/officeDocument/2006/relationships" id="291" r:id="R7798c8509cf544ad"/>
    <p:sldId xmlns:r="http://schemas.openxmlformats.org/officeDocument/2006/relationships" id="292" r:id="R87ceb6719db142ee"/>
    <p:sldId xmlns:r="http://schemas.openxmlformats.org/officeDocument/2006/relationships" id="293" r:id="R8335b4b48c714cbc"/>
    <p:sldId xmlns:r="http://schemas.openxmlformats.org/officeDocument/2006/relationships" id="294" r:id="R7d1aad08f68842c2"/>
    <p:sldId xmlns:r="http://schemas.openxmlformats.org/officeDocument/2006/relationships" id="295" r:id="R5d5fa55a7a2347c0"/>
    <p:sldId xmlns:r="http://schemas.openxmlformats.org/officeDocument/2006/relationships" id="296" r:id="Re6d402c0f7dc41c9"/>
    <p:sldId xmlns:r="http://schemas.openxmlformats.org/officeDocument/2006/relationships" id="297" r:id="R912ffc66931645a0"/>
    <p:sldId xmlns:r="http://schemas.openxmlformats.org/officeDocument/2006/relationships" id="298" r:id="R7f1eac399a0c409b"/>
    <p:sldId xmlns:r="http://schemas.openxmlformats.org/officeDocument/2006/relationships" id="299" r:id="R8d96d5c5f6c24ad2"/>
    <p:sldId xmlns:r="http://schemas.openxmlformats.org/officeDocument/2006/relationships" id="300" r:id="R468e034e15764825"/>
    <p:sldId xmlns:r="http://schemas.openxmlformats.org/officeDocument/2006/relationships" id="301" r:id="R4de657cacabc4968"/>
    <p:sldId xmlns:r="http://schemas.openxmlformats.org/officeDocument/2006/relationships" id="302" r:id="R7d6ea3a04ce24408"/>
    <p:sldId xmlns:r="http://schemas.openxmlformats.org/officeDocument/2006/relationships" id="303" r:id="R5475e6ad16714eae"/>
    <p:sldId xmlns:r="http://schemas.openxmlformats.org/officeDocument/2006/relationships" id="304" r:id="R58bae147da8b41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f9fe021b9849bd" /><Relationship Type="http://schemas.openxmlformats.org/officeDocument/2006/relationships/slideMaster" Target="/ppt/slideMasters/slideMaster1.xml" Id="R526caf5b27074074" /><Relationship Type="http://schemas.openxmlformats.org/officeDocument/2006/relationships/notesMaster" Target="/ppt/notesMasters/notesMaster1.xml" Id="Re2261fb7d5ed4595" /><Relationship Type="http://schemas.openxmlformats.org/officeDocument/2006/relationships/presProps" Target="/ppt/presProps.xml" Id="Rfa306ee834a54296" /><Relationship Type="http://schemas.openxmlformats.org/officeDocument/2006/relationships/tableStyles" Target="/ppt/tableStyles.xml" Id="R1f175a21524a4b05" /><Relationship Type="http://schemas.openxmlformats.org/officeDocument/2006/relationships/slide" Target="/ppt/slides/slide1.xml" Id="Rdf5ec5f2b7824086" /><Relationship Type="http://schemas.openxmlformats.org/officeDocument/2006/relationships/slide" Target="/ppt/slides/slide2.xml" Id="R266f37110de24051" /><Relationship Type="http://schemas.openxmlformats.org/officeDocument/2006/relationships/slide" Target="/ppt/slides/slide3.xml" Id="R995a9d387c2d4e27" /><Relationship Type="http://schemas.openxmlformats.org/officeDocument/2006/relationships/slide" Target="/ppt/slides/slide4.xml" Id="Rce1c6fd359114dac" /><Relationship Type="http://schemas.openxmlformats.org/officeDocument/2006/relationships/slide" Target="/ppt/slides/slide5.xml" Id="Reb2aa4470a4a49ed" /><Relationship Type="http://schemas.openxmlformats.org/officeDocument/2006/relationships/slide" Target="/ppt/slides/slide6.xml" Id="R78b2fb8282c04ba6" /><Relationship Type="http://schemas.openxmlformats.org/officeDocument/2006/relationships/slide" Target="/ppt/slides/slide7.xml" Id="R91049e75d1664822" /><Relationship Type="http://schemas.openxmlformats.org/officeDocument/2006/relationships/slide" Target="/ppt/slides/slide8.xml" Id="R5d20edade80e4e7e" /><Relationship Type="http://schemas.openxmlformats.org/officeDocument/2006/relationships/slide" Target="/ppt/slides/slide9.xml" Id="R3266e8e14e984dd4" /><Relationship Type="http://schemas.openxmlformats.org/officeDocument/2006/relationships/slide" Target="/ppt/slides/slide10.xml" Id="R96fe2c6468af43ec" /><Relationship Type="http://schemas.openxmlformats.org/officeDocument/2006/relationships/slide" Target="/ppt/slides/slide11.xml" Id="Ra338d5d4a63a4fee" /><Relationship Type="http://schemas.openxmlformats.org/officeDocument/2006/relationships/slide" Target="/ppt/slides/slide12.xml" Id="R7fcfce2c5ac142cb" /><Relationship Type="http://schemas.openxmlformats.org/officeDocument/2006/relationships/slide" Target="/ppt/slides/slide13.xml" Id="Rc3f4643758334735" /><Relationship Type="http://schemas.openxmlformats.org/officeDocument/2006/relationships/slide" Target="/ppt/slides/slide14.xml" Id="R92c1fbe9bfec4a1e" /><Relationship Type="http://schemas.openxmlformats.org/officeDocument/2006/relationships/slide" Target="/ppt/slides/slide15.xml" Id="Rbf548df8831b44b0" /><Relationship Type="http://schemas.openxmlformats.org/officeDocument/2006/relationships/slide" Target="/ppt/slides/slide16.xml" Id="R2ed21effc2db4bcc" /><Relationship Type="http://schemas.openxmlformats.org/officeDocument/2006/relationships/slide" Target="/ppt/slides/slide17.xml" Id="Rb45759e9a41c406e" /><Relationship Type="http://schemas.openxmlformats.org/officeDocument/2006/relationships/slide" Target="/ppt/slides/slide18.xml" Id="Rf5d34f7875834a03" /><Relationship Type="http://schemas.openxmlformats.org/officeDocument/2006/relationships/slide" Target="/ppt/slides/slide19.xml" Id="Rb928b65e3d114bad" /><Relationship Type="http://schemas.openxmlformats.org/officeDocument/2006/relationships/slide" Target="/ppt/slides/slide20.xml" Id="R49e525600cc04b39" /><Relationship Type="http://schemas.openxmlformats.org/officeDocument/2006/relationships/slide" Target="/ppt/slides/slide21.xml" Id="R93028e6f21f14ab0" /><Relationship Type="http://schemas.openxmlformats.org/officeDocument/2006/relationships/slide" Target="/ppt/slides/slide22.xml" Id="R325beb8e645b45ac" /><Relationship Type="http://schemas.openxmlformats.org/officeDocument/2006/relationships/slide" Target="/ppt/slides/slide23.xml" Id="R22397fdf8ea24581" /><Relationship Type="http://schemas.openxmlformats.org/officeDocument/2006/relationships/slide" Target="/ppt/slides/slide24.xml" Id="R9b4a8e11699e4ac3" /><Relationship Type="http://schemas.openxmlformats.org/officeDocument/2006/relationships/slide" Target="/ppt/slides/slide25.xml" Id="Rbf8f7f6af5b74283" /><Relationship Type="http://schemas.openxmlformats.org/officeDocument/2006/relationships/slide" Target="/ppt/slides/slide26.xml" Id="R8d86e5abda3e4372" /><Relationship Type="http://schemas.openxmlformats.org/officeDocument/2006/relationships/slide" Target="/ppt/slides/slide27.xml" Id="R4be311d899f442c0" /><Relationship Type="http://schemas.openxmlformats.org/officeDocument/2006/relationships/slide" Target="/ppt/slides/slide28.xml" Id="R5917505f6d1544fd" /><Relationship Type="http://schemas.openxmlformats.org/officeDocument/2006/relationships/slide" Target="/ppt/slides/slide29.xml" Id="Rc658e05686c74b75" /><Relationship Type="http://schemas.openxmlformats.org/officeDocument/2006/relationships/slide" Target="/ppt/slides/slide30.xml" Id="R33a78cd1ca05481e" /><Relationship Type="http://schemas.openxmlformats.org/officeDocument/2006/relationships/slide" Target="/ppt/slides/slide31.xml" Id="R8fec7558287443f8" /><Relationship Type="http://schemas.openxmlformats.org/officeDocument/2006/relationships/slide" Target="/ppt/slides/slide32.xml" Id="Rcfdd1be6b4084cdd" /><Relationship Type="http://schemas.openxmlformats.org/officeDocument/2006/relationships/slide" Target="/ppt/slides/slide33.xml" Id="R55b012000f444cf5" /><Relationship Type="http://schemas.openxmlformats.org/officeDocument/2006/relationships/slide" Target="/ppt/slides/slide34.xml" Id="Re00a323cd1cd486a" /><Relationship Type="http://schemas.openxmlformats.org/officeDocument/2006/relationships/slide" Target="/ppt/slides/slide35.xml" Id="R34b2bc5c64d84d1d" /><Relationship Type="http://schemas.openxmlformats.org/officeDocument/2006/relationships/slide" Target="/ppt/slides/slide36.xml" Id="R7798c8509cf544ad" /><Relationship Type="http://schemas.openxmlformats.org/officeDocument/2006/relationships/slide" Target="/ppt/slides/slide37.xml" Id="R87ceb6719db142ee" /><Relationship Type="http://schemas.openxmlformats.org/officeDocument/2006/relationships/slide" Target="/ppt/slides/slide38.xml" Id="R8335b4b48c714cbc" /><Relationship Type="http://schemas.openxmlformats.org/officeDocument/2006/relationships/slide" Target="/ppt/slides/slide39.xml" Id="R7d1aad08f68842c2" /><Relationship Type="http://schemas.openxmlformats.org/officeDocument/2006/relationships/slide" Target="/ppt/slides/slide40.xml" Id="R5d5fa55a7a2347c0" /><Relationship Type="http://schemas.openxmlformats.org/officeDocument/2006/relationships/slide" Target="/ppt/slides/slide41.xml" Id="Re6d402c0f7dc41c9" /><Relationship Type="http://schemas.openxmlformats.org/officeDocument/2006/relationships/slide" Target="/ppt/slides/slide42.xml" Id="R912ffc66931645a0" /><Relationship Type="http://schemas.openxmlformats.org/officeDocument/2006/relationships/slide" Target="/ppt/slides/slide43.xml" Id="R7f1eac399a0c409b" /><Relationship Type="http://schemas.openxmlformats.org/officeDocument/2006/relationships/slide" Target="/ppt/slides/slide44.xml" Id="R8d96d5c5f6c24ad2" /><Relationship Type="http://schemas.openxmlformats.org/officeDocument/2006/relationships/slide" Target="/ppt/slides/slide45.xml" Id="R468e034e15764825" /><Relationship Type="http://schemas.openxmlformats.org/officeDocument/2006/relationships/slide" Target="/ppt/slides/slide46.xml" Id="R4de657cacabc4968" /><Relationship Type="http://schemas.openxmlformats.org/officeDocument/2006/relationships/slide" Target="/ppt/slides/slide47.xml" Id="R7d6ea3a04ce24408" /><Relationship Type="http://schemas.openxmlformats.org/officeDocument/2006/relationships/slide" Target="/ppt/slides/slide48.xml" Id="R5475e6ad16714eae" /><Relationship Type="http://schemas.openxmlformats.org/officeDocument/2006/relationships/slide" Target="/ppt/slides/slide49.xml" Id="R58bae147da8b41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f3945daa934d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e8c592bdba4723" /><Relationship Type="http://schemas.openxmlformats.org/officeDocument/2006/relationships/notesMaster" Target="/ppt/notesMasters/notesMaster1.xml" Id="R29dab50358e445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230bc9b954412c" /><Relationship Type="http://schemas.openxmlformats.org/officeDocument/2006/relationships/notesMaster" Target="/ppt/notesMasters/notesMaster1.xml" Id="R29edb7084f6c41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43bcd318fb4fba" /><Relationship Type="http://schemas.openxmlformats.org/officeDocument/2006/relationships/notesMaster" Target="/ppt/notesMasters/notesMaster1.xml" Id="R5321e0676d8946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a0cb2d87cd4b6f" /><Relationship Type="http://schemas.openxmlformats.org/officeDocument/2006/relationships/notesMaster" Target="/ppt/notesMasters/notesMaster1.xml" Id="R1f5fdc16e8ea4b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5ed67434af4839" /><Relationship Type="http://schemas.openxmlformats.org/officeDocument/2006/relationships/notesMaster" Target="/ppt/notesMasters/notesMaster1.xml" Id="Rce0667614c3c44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3c0c384dec481e" /><Relationship Type="http://schemas.openxmlformats.org/officeDocument/2006/relationships/notesMaster" Target="/ppt/notesMasters/notesMaster1.xml" Id="R39580a8bc94847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b77b1426d14ff2" /><Relationship Type="http://schemas.openxmlformats.org/officeDocument/2006/relationships/notesMaster" Target="/ppt/notesMasters/notesMaster1.xml" Id="R8b41a5977ec44d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b0f6239a184eba" /><Relationship Type="http://schemas.openxmlformats.org/officeDocument/2006/relationships/notesMaster" Target="/ppt/notesMasters/notesMaster1.xml" Id="R302a0644123e42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af06880e284748" /><Relationship Type="http://schemas.openxmlformats.org/officeDocument/2006/relationships/notesMaster" Target="/ppt/notesMasters/notesMaster1.xml" Id="Re813799f762141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85c22310744390" /><Relationship Type="http://schemas.openxmlformats.org/officeDocument/2006/relationships/notesMaster" Target="/ppt/notesMasters/notesMaster1.xml" Id="Rb6f83d777f0344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5fb11b3bcc44d7" /><Relationship Type="http://schemas.openxmlformats.org/officeDocument/2006/relationships/notesMaster" Target="/ppt/notesMasters/notesMaster1.xml" Id="Ra4c6208251ba42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a4dc49927648e6" /><Relationship Type="http://schemas.openxmlformats.org/officeDocument/2006/relationships/notesMaster" Target="/ppt/notesMasters/notesMaster1.xml" Id="R1d15b69c7c524f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589c6cc92343c5" /><Relationship Type="http://schemas.openxmlformats.org/officeDocument/2006/relationships/notesMaster" Target="/ppt/notesMasters/notesMaster1.xml" Id="R5b9441ae119144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a9a81d564743e8" /><Relationship Type="http://schemas.openxmlformats.org/officeDocument/2006/relationships/notesMaster" Target="/ppt/notesMasters/notesMaster1.xml" Id="R1c21915f16af42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668f7b4d6543fd" /><Relationship Type="http://schemas.openxmlformats.org/officeDocument/2006/relationships/notesMaster" Target="/ppt/notesMasters/notesMaster1.xml" Id="R5dcc0573b1f048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57a239b39c44df" /><Relationship Type="http://schemas.openxmlformats.org/officeDocument/2006/relationships/notesMaster" Target="/ppt/notesMasters/notesMaster1.xml" Id="R19b3ded0335544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16eb2e209441b5" /><Relationship Type="http://schemas.openxmlformats.org/officeDocument/2006/relationships/notesMaster" Target="/ppt/notesMasters/notesMaster1.xml" Id="R76b13abf7e8b4f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91f2137db3a4faa" /><Relationship Type="http://schemas.openxmlformats.org/officeDocument/2006/relationships/notesMaster" Target="/ppt/notesMasters/notesMaster1.xml" Id="Rb8d4ca08d1184d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5873d1727144cf" /><Relationship Type="http://schemas.openxmlformats.org/officeDocument/2006/relationships/notesMaster" Target="/ppt/notesMasters/notesMaster1.xml" Id="Re1ca537d081949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544dc5ac4c4000" /><Relationship Type="http://schemas.openxmlformats.org/officeDocument/2006/relationships/notesMaster" Target="/ppt/notesMasters/notesMaster1.xml" Id="R774754c8b27148b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91767339a648e3" /><Relationship Type="http://schemas.openxmlformats.org/officeDocument/2006/relationships/notesMaster" Target="/ppt/notesMasters/notesMaster1.xml" Id="R3168859829084c1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1683635c784725" /><Relationship Type="http://schemas.openxmlformats.org/officeDocument/2006/relationships/notesMaster" Target="/ppt/notesMasters/notesMaster1.xml" Id="R3df84947fb5e47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b2cf12e277432c" /><Relationship Type="http://schemas.openxmlformats.org/officeDocument/2006/relationships/notesMaster" Target="/ppt/notesMasters/notesMaster1.xml" Id="Ra5387381fe5c4b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86a49e3d5134001" /><Relationship Type="http://schemas.openxmlformats.org/officeDocument/2006/relationships/notesMaster" Target="/ppt/notesMasters/notesMaster1.xml" Id="R2ac49f9e6367424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0f51965cba74573" /><Relationship Type="http://schemas.openxmlformats.org/officeDocument/2006/relationships/notesMaster" Target="/ppt/notesMasters/notesMaster1.xml" Id="R76ee729337014d1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6d4919e44964702" /><Relationship Type="http://schemas.openxmlformats.org/officeDocument/2006/relationships/notesMaster" Target="/ppt/notesMasters/notesMaster1.xml" Id="R1d973a1f3b294b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4792065e2094f1b" /><Relationship Type="http://schemas.openxmlformats.org/officeDocument/2006/relationships/notesMaster" Target="/ppt/notesMasters/notesMaster1.xml" Id="Rf12df9f6c13a40e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95f450a92f4317" /><Relationship Type="http://schemas.openxmlformats.org/officeDocument/2006/relationships/notesMaster" Target="/ppt/notesMasters/notesMaster1.xml" Id="R544c5aefb689400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70d534848714e3f" /><Relationship Type="http://schemas.openxmlformats.org/officeDocument/2006/relationships/notesMaster" Target="/ppt/notesMasters/notesMaster1.xml" Id="R2f7a201fcb0641c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2b20262404245b0" /><Relationship Type="http://schemas.openxmlformats.org/officeDocument/2006/relationships/notesMaster" Target="/ppt/notesMasters/notesMaster1.xml" Id="Re828c3ab7354449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d6e0ed7b2824cac" /><Relationship Type="http://schemas.openxmlformats.org/officeDocument/2006/relationships/notesMaster" Target="/ppt/notesMasters/notesMaster1.xml" Id="Ra715340f6ee3413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811a9d6156a4d19" /><Relationship Type="http://schemas.openxmlformats.org/officeDocument/2006/relationships/notesMaster" Target="/ppt/notesMasters/notesMaster1.xml" Id="Rf50fd428f1494a5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ffd0fec4770437e" /><Relationship Type="http://schemas.openxmlformats.org/officeDocument/2006/relationships/notesMaster" Target="/ppt/notesMasters/notesMaster1.xml" Id="Rea0c89d5b6c74f8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29ee2d04f774c48" /><Relationship Type="http://schemas.openxmlformats.org/officeDocument/2006/relationships/notesMaster" Target="/ppt/notesMasters/notesMaster1.xml" Id="Rcfce9e01624b49c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8c3f68c67804a32" /><Relationship Type="http://schemas.openxmlformats.org/officeDocument/2006/relationships/notesMaster" Target="/ppt/notesMasters/notesMaster1.xml" Id="Re3990c80a01f41a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fe0a80ab2c745a1" /><Relationship Type="http://schemas.openxmlformats.org/officeDocument/2006/relationships/notesMaster" Target="/ppt/notesMasters/notesMaster1.xml" Id="R819d67cfcaf04cd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72d9cd88210482c" /><Relationship Type="http://schemas.openxmlformats.org/officeDocument/2006/relationships/notesMaster" Target="/ppt/notesMasters/notesMaster1.xml" Id="R8e440a4d2e524bf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71fceecbb3c41cc" /><Relationship Type="http://schemas.openxmlformats.org/officeDocument/2006/relationships/notesMaster" Target="/ppt/notesMasters/notesMaster1.xml" Id="Ra8b4e51c0ded448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d409d76167747c9" /><Relationship Type="http://schemas.openxmlformats.org/officeDocument/2006/relationships/notesMaster" Target="/ppt/notesMasters/notesMaster1.xml" Id="Rf51994383a0b40a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496d7e63de74900" /><Relationship Type="http://schemas.openxmlformats.org/officeDocument/2006/relationships/notesMaster" Target="/ppt/notesMasters/notesMaster1.xml" Id="R38b07fce1208449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7d1b23d98884983" /><Relationship Type="http://schemas.openxmlformats.org/officeDocument/2006/relationships/notesMaster" Target="/ppt/notesMasters/notesMaster1.xml" Id="R2e322412aa0c427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62c70783085414e" /><Relationship Type="http://schemas.openxmlformats.org/officeDocument/2006/relationships/notesMaster" Target="/ppt/notesMasters/notesMaster1.xml" Id="R3899ff748bd847d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38b4f6fc2e24798" /><Relationship Type="http://schemas.openxmlformats.org/officeDocument/2006/relationships/notesMaster" Target="/ppt/notesMasters/notesMaster1.xml" Id="R29cfa260567a418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78c869ba2c84222" /><Relationship Type="http://schemas.openxmlformats.org/officeDocument/2006/relationships/notesMaster" Target="/ppt/notesMasters/notesMaster1.xml" Id="R56b0be27a20c469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95fb4a77acc41d4" /><Relationship Type="http://schemas.openxmlformats.org/officeDocument/2006/relationships/notesMaster" Target="/ppt/notesMasters/notesMaster1.xml" Id="Rc69ede8a5aa1448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0df4056efb8454e" /><Relationship Type="http://schemas.openxmlformats.org/officeDocument/2006/relationships/notesMaster" Target="/ppt/notesMasters/notesMaster1.xml" Id="Rd0b842fb60704aa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1e39c2a3e6d4a3e" /><Relationship Type="http://schemas.openxmlformats.org/officeDocument/2006/relationships/notesMaster" Target="/ppt/notesMasters/notesMaster1.xml" Id="Rc629829ef812429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fc85ca7b5af44ec" /><Relationship Type="http://schemas.openxmlformats.org/officeDocument/2006/relationships/notesMaster" Target="/ppt/notesMasters/notesMaster1.xml" Id="R027b41db135a4cb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3b7844b8b3f49e5" /><Relationship Type="http://schemas.openxmlformats.org/officeDocument/2006/relationships/notesMaster" Target="/ppt/notesMasters/notesMaster1.xml" Id="R4d022872499943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6406d47bb43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fd1702fcab41b9" /><Relationship Type="http://schemas.openxmlformats.org/officeDocument/2006/relationships/slideLayout" Target="/ppt/slideLayouts/slideLayout1.xml" Id="R8c9b6a544ef34a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b6a544ef3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1e08e0c2c452a" /><Relationship Type="http://schemas.openxmlformats.org/officeDocument/2006/relationships/notesSlide" Target="/ppt/notesSlides/notesSlide1.xml" Id="R3c376ab136ff48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a4322ac2c40fd" /><Relationship Type="http://schemas.openxmlformats.org/officeDocument/2006/relationships/notesSlide" Target="/ppt/notesSlides/notesSlide2.xml" Id="R7b12bd0f701b47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21918e1dd4a29" /><Relationship Type="http://schemas.openxmlformats.org/officeDocument/2006/relationships/notesSlide" Target="/ppt/notesSlides/notesSlide3.xml" Id="R2d56ff9a1fe344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6003c4d6047a1" /><Relationship Type="http://schemas.openxmlformats.org/officeDocument/2006/relationships/notesSlide" Target="/ppt/notesSlides/notesSlide4.xml" Id="R37af00008f8c44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76fe4a4ad444f" /><Relationship Type="http://schemas.openxmlformats.org/officeDocument/2006/relationships/notesSlide" Target="/ppt/notesSlides/notesSlide5.xml" Id="Ra6a6b6064e1c47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bba186fb94fb8" /><Relationship Type="http://schemas.openxmlformats.org/officeDocument/2006/relationships/notesSlide" Target="/ppt/notesSlides/notesSlide6.xml" Id="Re623c22e0aad44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a863618284877" /><Relationship Type="http://schemas.openxmlformats.org/officeDocument/2006/relationships/notesSlide" Target="/ppt/notesSlides/notesSlide7.xml" Id="R3d0094a198e449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900000df94946" /><Relationship Type="http://schemas.openxmlformats.org/officeDocument/2006/relationships/notesSlide" Target="/ppt/notesSlides/notesSlide8.xml" Id="R2f7795bbed7d4d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5b5a70e644b22" /><Relationship Type="http://schemas.openxmlformats.org/officeDocument/2006/relationships/notesSlide" Target="/ppt/notesSlides/notesSlide9.xml" Id="Ree340ab1637b4b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37ccdfe5940ee" /><Relationship Type="http://schemas.openxmlformats.org/officeDocument/2006/relationships/notesSlide" Target="/ppt/notesSlides/notesSlide10.xml" Id="Rba537656574f42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ffabeb5bd4eae" /><Relationship Type="http://schemas.openxmlformats.org/officeDocument/2006/relationships/notesSlide" Target="/ppt/notesSlides/notesSlide11.xml" Id="R287e32032a6f47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5b351f9514ad1" /><Relationship Type="http://schemas.openxmlformats.org/officeDocument/2006/relationships/notesSlide" Target="/ppt/notesSlides/notesSlide12.xml" Id="R6ee0836fac3e4c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276845f894a0c" /><Relationship Type="http://schemas.openxmlformats.org/officeDocument/2006/relationships/notesSlide" Target="/ppt/notesSlides/notesSlide13.xml" Id="R43f748322a4043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64cd0808748c3" /><Relationship Type="http://schemas.openxmlformats.org/officeDocument/2006/relationships/notesSlide" Target="/ppt/notesSlides/notesSlide14.xml" Id="Rff5e22c9deb84b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5328c9f1c4264" /><Relationship Type="http://schemas.openxmlformats.org/officeDocument/2006/relationships/notesSlide" Target="/ppt/notesSlides/notesSlide15.xml" Id="R1ab7a15f497943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8b2c25ba843d8" /><Relationship Type="http://schemas.openxmlformats.org/officeDocument/2006/relationships/notesSlide" Target="/ppt/notesSlides/notesSlide16.xml" Id="R7fcdaf0a81f241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8ba5444d942c5" /><Relationship Type="http://schemas.openxmlformats.org/officeDocument/2006/relationships/notesSlide" Target="/ppt/notesSlides/notesSlide17.xml" Id="R8b876624dd5243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133601c994403" /><Relationship Type="http://schemas.openxmlformats.org/officeDocument/2006/relationships/notesSlide" Target="/ppt/notesSlides/notesSlide18.xml" Id="R864b1e3b8c2048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79d857b434cba" /><Relationship Type="http://schemas.openxmlformats.org/officeDocument/2006/relationships/notesSlide" Target="/ppt/notesSlides/notesSlide19.xml" Id="R6179794f90234f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5b3977f34443f" /><Relationship Type="http://schemas.openxmlformats.org/officeDocument/2006/relationships/notesSlide" Target="/ppt/notesSlides/notesSlide20.xml" Id="Rb97aba79ea7342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6f05573f14af7" /><Relationship Type="http://schemas.openxmlformats.org/officeDocument/2006/relationships/notesSlide" Target="/ppt/notesSlides/notesSlide21.xml" Id="Rd74fa70768bc49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eeda9df154689" /><Relationship Type="http://schemas.openxmlformats.org/officeDocument/2006/relationships/notesSlide" Target="/ppt/notesSlides/notesSlide22.xml" Id="Rf0e37b237b4643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950d0a8a94618" /><Relationship Type="http://schemas.openxmlformats.org/officeDocument/2006/relationships/notesSlide" Target="/ppt/notesSlides/notesSlide23.xml" Id="Ra3205a8b2bad4b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c3e22dc1447d5" /><Relationship Type="http://schemas.openxmlformats.org/officeDocument/2006/relationships/notesSlide" Target="/ppt/notesSlides/notesSlide24.xml" Id="R4d282d5de5d143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1b867e0ba4567" /><Relationship Type="http://schemas.openxmlformats.org/officeDocument/2006/relationships/notesSlide" Target="/ppt/notesSlides/notesSlide25.xml" Id="R458d22549afa46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b47356c0948db" /><Relationship Type="http://schemas.openxmlformats.org/officeDocument/2006/relationships/notesSlide" Target="/ppt/notesSlides/notesSlide26.xml" Id="Rfd800e9b1fea425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f1e2602ac4373" /><Relationship Type="http://schemas.openxmlformats.org/officeDocument/2006/relationships/notesSlide" Target="/ppt/notesSlides/notesSlide27.xml" Id="Rca4773943f0f4bb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0f5179fc14985" /><Relationship Type="http://schemas.openxmlformats.org/officeDocument/2006/relationships/notesSlide" Target="/ppt/notesSlides/notesSlide28.xml" Id="R25a32bb1c8f248f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0952495f543d5" /><Relationship Type="http://schemas.openxmlformats.org/officeDocument/2006/relationships/notesSlide" Target="/ppt/notesSlides/notesSlide29.xml" Id="R7bab35ab5b544db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6ffb230144dec" /><Relationship Type="http://schemas.openxmlformats.org/officeDocument/2006/relationships/notesSlide" Target="/ppt/notesSlides/notesSlide30.xml" Id="R70009be3958e47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acca511994cdd" /><Relationship Type="http://schemas.openxmlformats.org/officeDocument/2006/relationships/notesSlide" Target="/ppt/notesSlides/notesSlide31.xml" Id="R8d800ab93b0c4dc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1a244502040fa" /><Relationship Type="http://schemas.openxmlformats.org/officeDocument/2006/relationships/notesSlide" Target="/ppt/notesSlides/notesSlide32.xml" Id="Ra89d344f984a405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f9f6d798b4d58" /><Relationship Type="http://schemas.openxmlformats.org/officeDocument/2006/relationships/notesSlide" Target="/ppt/notesSlides/notesSlide33.xml" Id="Ra12c429e1c5b488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674581e0940d6" /><Relationship Type="http://schemas.openxmlformats.org/officeDocument/2006/relationships/notesSlide" Target="/ppt/notesSlides/notesSlide34.xml" Id="R68c0e1acae9f409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caa9e393e48e4" /><Relationship Type="http://schemas.openxmlformats.org/officeDocument/2006/relationships/notesSlide" Target="/ppt/notesSlides/notesSlide35.xml" Id="R535167a409b0420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67ec1687f4992" /><Relationship Type="http://schemas.openxmlformats.org/officeDocument/2006/relationships/notesSlide" Target="/ppt/notesSlides/notesSlide36.xml" Id="R994e048da70d4e3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e6b5cda614fdd" /><Relationship Type="http://schemas.openxmlformats.org/officeDocument/2006/relationships/notesSlide" Target="/ppt/notesSlides/notesSlide37.xml" Id="R395df28f28d64eb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0d7320d50466d" /><Relationship Type="http://schemas.openxmlformats.org/officeDocument/2006/relationships/notesSlide" Target="/ppt/notesSlides/notesSlide38.xml" Id="Rebb96925fd6b467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4cf773c584173" /><Relationship Type="http://schemas.openxmlformats.org/officeDocument/2006/relationships/notesSlide" Target="/ppt/notesSlides/notesSlide39.xml" Id="Rabee0056c93d4f2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fc01c7f974cd7" /><Relationship Type="http://schemas.openxmlformats.org/officeDocument/2006/relationships/notesSlide" Target="/ppt/notesSlides/notesSlide40.xml" Id="Rd4f2ba5a4a564a1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b405f72ec4d9e" /><Relationship Type="http://schemas.openxmlformats.org/officeDocument/2006/relationships/notesSlide" Target="/ppt/notesSlides/notesSlide41.xml" Id="Rccb1c20f90d24a1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e8ab445064da0" /><Relationship Type="http://schemas.openxmlformats.org/officeDocument/2006/relationships/notesSlide" Target="/ppt/notesSlides/notesSlide42.xml" Id="Rfe02f1f55a1446f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9a38303f54648" /><Relationship Type="http://schemas.openxmlformats.org/officeDocument/2006/relationships/notesSlide" Target="/ppt/notesSlides/notesSlide43.xml" Id="R6edae2e77c584d2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1d250dd3843cb" /><Relationship Type="http://schemas.openxmlformats.org/officeDocument/2006/relationships/notesSlide" Target="/ppt/notesSlides/notesSlide44.xml" Id="R066bafe7b16d44e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0037990dc4ed2" /><Relationship Type="http://schemas.openxmlformats.org/officeDocument/2006/relationships/notesSlide" Target="/ppt/notesSlides/notesSlide45.xml" Id="R9ab59927f2e245c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ec6c0f8a14b86" /><Relationship Type="http://schemas.openxmlformats.org/officeDocument/2006/relationships/notesSlide" Target="/ppt/notesSlides/notesSlide46.xml" Id="Rd257686cdbdf46f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8c0bf637e46cd" /><Relationship Type="http://schemas.openxmlformats.org/officeDocument/2006/relationships/notesSlide" Target="/ppt/notesSlides/notesSlide47.xml" Id="Rc46b74a3153a439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04a39b4634c4f" /><Relationship Type="http://schemas.openxmlformats.org/officeDocument/2006/relationships/notesSlide" Target="/ppt/notesSlides/notesSlide48.xml" Id="R51a8484bf979420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6a588aeb64057" /><Relationship Type="http://schemas.openxmlformats.org/officeDocument/2006/relationships/notesSlide" Target="/ppt/notesSlides/notesSlide49.xml" Id="Rb066f821920446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EBB55-4352-477A-92A3-9FD857A9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C67AB-58A9-4CD8-ACF2-B192CA01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34575-707F-411C-945A-AC160A7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54041-A3F3-42E3-BEBF-9B2ACA2A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85B97-2DCE-4873-8E8B-442958CC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Graphics Systems and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9B9B1-271E-462F-A4ED-D71D1958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Computer Graphics and Visualization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92FFB-ABA6-4A5C-ABBA-E2BA618C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solidFill>
              <a:srgbClr val="933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99BAA-DA37-44F5-A94F-5EAD4CFE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32637-3CEE-4991-9952-9F23B4F9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5F1A6-7CA6-43C0-8037-B9C5E82F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1353D-3A09-4458-9735-7847D79F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6B89E-353D-406A-874C-87DE2B2C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48325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73CD6-5C1B-414E-B850-F5F4BF71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D5C6B-D80F-4EAB-8B9F-DEF8010C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7F6D8-EFA0-4A9E-8D9E-5517202D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16F61-A4BA-488C-BECA-259F8294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3FFDF-1408-428D-8897-5F57676A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CDDD5-EE99-4FF2-8BA1-3D467162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5C5F1-C6D5-462E-84E8-A4D56B71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9B8DE-45BD-4BD1-B066-993F3CA0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F3631-2F8D-4D8B-B0BA-02F3E7BF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D05EC-BDC0-49F8-A393-7E6A146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5268F-AFEE-43DA-A41E-AE593B31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2295D-3CB7-460D-9FDA-9D19D397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9E1B5-74FC-40F7-B3B9-8FA11905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754230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AFA6D-E35C-4A70-A5F3-DDD95358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8939A-E38E-48CB-9C6E-62D8B790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FBA2F-AF80-4DAB-9EFA-3C6A14CA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F5DF7-06C7-4373-9EE0-176D0E8E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93E89-9B2E-4D92-B1B7-BD02AB6A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EEE69-E985-4710-8868-76451F08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22503-7E9B-4E72-9DD5-2193A404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Applications of computer graphics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4A33A-54EA-42FA-A2E3-A3558B27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50606-25A5-4CB0-BEDE-C20A9428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Graphics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0C95B-3931-4E21-9AD6-BA20324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111BF-F096-4B65-830A-04886E1B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Physical and synthetic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42FEC-E159-425F-9888-2F705BC1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71191-23CF-4B1D-A26D-2D877C97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Imaging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EB6D4-49EF-4EF7-B2B8-34001536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31ACB-78EB-4571-9973-D364C9AB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Synthetic-camera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11C72-AC41-4081-92B8-A234D12F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80051-A699-4C78-A72B-4FEECAAF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Programmer's interface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49FAB-1302-4EB6-98CD-691050F9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46F9F-5E1C-449F-A09E-C19A1388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Graphics architectures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6AC55-0514-487F-B433-6C623B9E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6F032-F24E-4B80-B346-3E2A9205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Programmable pipelines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5A0DC-1D26-410C-9E3F-C90E22C2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5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81FD7-8635-4863-A043-14BEDB47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91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Performance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2112043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4275C-F708-4B25-915F-7E0BFEE9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67007-4523-4D1E-AB94-2BF8B825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EECE9-749E-4AAA-B8DA-5DF4C4D9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EFAC6-745D-4C45-84F8-9257F763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2954B-6C21-408F-BC94-5627C9DB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Applications of computer graphics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DB987-477C-4DB7-A0C8-FF4C3ACE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49C8F-2AC5-4851-9BBF-4F5DEB33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Applications of computer graphics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C8722-5968-4C2B-9E7C-D9D294A9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F183E-79BD-4BFC-8879-F7946043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F1C9F-1D69-47A6-8E37-2CCD129B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05EC5-1A85-42AF-9DA0-BFE2AF41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78B5F-54DE-46E9-A7A3-71D45725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A2CBE-E80C-43C8-9758-9FD45200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0E1C8-A1C5-47BB-9AE8-8EE3EC3E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98070-CA7A-4E53-888F-EC789206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1FE15-397A-45D6-A12F-C59CBB8C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6AFFF-B265-48FD-9BA2-D934391F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6A3B1-576D-4D21-85D4-13667D51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applications of computer graphics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82998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FB6D60-043E-4348-AB05-978AD1A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E3A5A-0C78-4448-9C4A-158C7479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B992F-39FF-44F7-818B-E87732B7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C7C24-5E0D-400F-81A6-1143A033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048AD-FC0F-45B6-8F6D-984A978F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Applications of computer graphics: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90A44-7139-4FE4-887D-A4FC5353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EF52F-5BC8-47FC-A8E3-A07AD28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431AD-EE95-4904-B045-A8E617EA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53146-571D-4DDB-AE66-E7C67E90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DCE2F-C5DC-446D-966D-CF6FFAB1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FA138-B340-4041-B36D-2182AD6C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962E6-A0B9-40FD-B6B5-8D2753A0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9FD1D-0634-43F7-B061-5F9208CC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CD6AC-0139-414E-8812-4FC50103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A5824-0410-420C-8400-A36638AF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5FCA7-D857-4C65-A084-95218ED4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8C4AC-57D3-46C2-832A-40CAEA5E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963D0-DAA2-4C06-9813-EE54DCAD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A521D-CAD4-47C4-B23C-8FEC08DF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7FB4B-88EA-492C-88C3-F53730F0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83EFD-DF52-4264-B583-A24C6BB1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56AF8-E264-4EFC-A0BD-0F05EAFB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8C7D0-07E8-448C-8151-C4283F77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A48FBC-6626-4D6C-B258-BA931F04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FCF82-CDCA-4F4A-AB3E-69624CD7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7C478-A9BD-4233-A4CB-FE8E8C4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F1D1A-1DBD-4FF8-BCA8-70219DBF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818C22-3071-429E-83AD-18F30776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68316-E9F4-41E2-9F34-D793E2F2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7307662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12E5C-375C-4956-94F0-F9A6DCE1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2F0CA-94A1-4A8E-82F4-CA08DD0B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85BDC-8A23-4121-9E08-2012A803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4E8FC-3846-4DD6-84FE-DE34B99B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2B3A2-5F46-4917-9A1D-975CF834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Applications of computer graphics: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BEB33-B95C-4E06-A14B-924CB8E7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65296-E7F9-4D6B-832B-DC114EAD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426B0-0AAE-4A33-99FF-EA030A7D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A740C-98AB-4D39-B375-4A7205D8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DD725-8C71-4F6A-BB9D-BEA582B5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7F9AB-0386-4682-9531-F313C235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6F670-80AA-4446-8620-49EB6AC9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93006-71FE-411F-98FA-F9A5B5B3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35B83-9280-4105-866C-CA0C88AD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4116E-3171-46D0-854A-984BE2B6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6BF31-D65C-4E0D-90B2-FA546484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68A5F-4A5F-4D5A-B91C-F6B4AE32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4A11F-4DAF-46C2-8F49-EF13F855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47C10-A16F-43FB-8E4C-4A4B03EC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1790D-91BC-47E8-9B1A-BE5D885B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4293F-0ECC-4B86-B16C-5E548548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0935A-A63C-4B4A-978C-1A0C03E9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A87F6-38D0-4202-9E77-E7DABFD7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E8D7A9-76C3-4D8C-B85E-A0FFC478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370D9-52D9-4496-A813-8209C9EC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52846-A009-4DDE-9EB7-8563A283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67333A-4DC5-46BC-B363-32DDAA69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111F8D-CB17-4608-8CF2-D59CE7D3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7F3C34-E798-433F-A8F5-53F975F1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2DA808-BD02-42B4-AB4E-BDF4DD02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72ED02-2FDF-4C1B-9DA6-50694351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applications of computer graphics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95480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8A08C-888B-4D3C-A755-9418EE34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14BFC-8B3A-4C8C-A30C-BC9C938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5C26A-F241-43AA-B645-75CD2AD5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62A07-387C-4B0F-8BC9-48CDD9D4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DFD87-90E4-4225-9D28-E0DF1DE5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Graphics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46A07-E602-4D0A-ADE9-179D5DC0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BC72A-651B-4297-8ACA-41C25D83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Graphics system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AC48D-166E-4020-8E8D-EACAA39C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0CC6E-07BA-4D8E-AD53-4D982F96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B077C-01B3-409F-B133-D25ED348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FCCD4-DF81-4AD0-950C-929607CD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A9F24-5CEA-4695-BD47-73D05281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DD7BF-0289-4BF5-BBAD-733AD645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DE676-C71A-42EB-92E0-B101BE47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912BB-C15A-4ED6-A6C7-B4295B5F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F459B-ECB6-445D-BE78-891B8D29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A9DBF-8F58-415A-8190-21C0E66C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BA3FD-BB10-4341-B9FB-1CF6E355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graphics system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271908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2C5A1-00F9-4A85-99AF-0FB3C374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3057B-BD82-40F5-8108-40532BF8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DEF4B-CFE7-4ED0-8A55-55FBEF67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46985-4C74-4D38-A9DE-E2ADFE46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84FD4-B6DB-47B0-961C-D144CE55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Graphics system: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A1D87-AC89-47DC-AA2F-774849BF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4D969-E17D-4446-83E6-747ED915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B9B1D-F0D2-427E-8396-676C804A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C8347-68FC-4F1C-8499-8F43C688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7BCCD-7A58-4CA4-A9BC-076CCED4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BD2EC-D4EE-42B8-9E82-911F4CE0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FEFDA-351F-4507-9804-65D662A5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93BE3-4E5B-4E4C-A33B-AD24DAA7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EAAB4-398C-406D-9455-44542B81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DB22F-A0EF-4023-90C1-668D451F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81557-D019-4FA1-8549-69995EEC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8F714-B38C-4766-A4A6-008441B3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2FB0D-5523-42F3-BDA2-D11F25BD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45E3F-D385-4E13-B464-7792F5EF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899BD-DF9F-45BD-BFDD-ECD6816D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DC474-CB24-4C6F-A4B4-72E25B1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A0880-95F3-4338-94C6-E4CAF527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50731-CBFC-4EAF-BDD3-19FB22C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0B0B9D-71AE-4A30-A32C-F79D5772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1BA6C-99E4-48BB-AF03-12563C29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EF5DB-8BD4-4B94-96CC-D7F5ED3D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D0C30B-2C67-4A6C-B4B7-F9BBDE20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E673BD-25EE-4C7F-8B56-F6614929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EE305-A2F5-47BA-90AE-6AD206E1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89835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9288F3-CC36-44FF-B649-8722E100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9C2BE-56A6-4FB2-B94E-5B1AB51F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5161E-38AA-49FC-95F0-08298C5A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DF8A1-7036-43F5-AAF3-FF97720F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3D02D-92E6-44A9-A58E-1BBBC2A1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Graphics system: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D42A1-47F9-4BA6-B931-9B9E4028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AC790-4889-4D03-B63D-2E966B9C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9D3D1-6A64-4CB5-857F-0D68D218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C15AC-A686-4E7C-915F-C93CD3CE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2F86B-179D-45BA-B63E-5BD92550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0AC2A-839E-459F-B8EA-BC7A90D1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1E65D-D978-44A4-9536-43BA20A0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6683A-8ABE-43C6-9A29-33477CAC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5085A-C8C2-471A-A196-98323B10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03AB7-E456-4720-A6A4-72631AFA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2B0A8-3A9C-4693-9F29-B67AEF25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787DF-B755-40AC-AEB9-6B51DEEB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5ADC5-83F3-4991-925E-C1E62589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6935CA-2D10-4C45-9E4D-B4AC9AF1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E30CF-708D-47F9-A278-F13EDEDB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72A27-442D-4049-BAF0-62E760D0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8B9D6-DA16-4187-9DD1-ACB8FFCB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9FF9A-EF5F-45C0-BAF5-28678090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1EE1B3-EA85-4E12-840C-31CDD701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286BD-E86B-4730-9513-BB147C69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F860B2-F550-4D55-9D00-249040EE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89AB9B-FBA5-45A2-B1F1-A2038877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AC10E4-7769-4DC2-879C-A250DAFB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29FAF-603C-4733-82CD-E7C49F6E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AB6FEF-027B-4989-8777-C525059D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9F1570-ECBB-4869-B160-723C13FC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graphics system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11853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2E00E-E61D-48D7-9F4C-E02F7102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01A7E-FAFD-4018-9C21-2083DB7D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2FD0B-EF04-4705-AB59-18E1CA53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9DE54-E46B-4C34-B1B6-7A07A296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D18B8-2D55-48BA-A3D1-1C80E9C7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Graphics system: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F71BC-87BF-4F18-A8BE-8D4C678B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B39A8-98DE-43AD-A556-166092AF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3745E-F243-4460-AC47-8573C360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18AF5-9EDB-4E11-A4E6-1F4E951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84B29-9CF3-4807-BDEE-0D18DC3D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7AB57-4693-42B3-91A0-28975A8B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Graphics system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8D1AB-6D23-433B-AC8F-D94EE8C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8E925-2403-41A8-BC1F-C49A0763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63E68-5266-4C69-B3A1-52248371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9DC5E-7423-47DA-B1F5-D46F2B72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40AEB-2A88-4417-B0D0-A4446616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A2C39-AB9C-4DE6-8F39-6B37B60C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9B017-B984-469F-860F-C0CD8800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94BD6-CA8B-4D7E-84A4-49FEAE0D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70D75-3776-46B4-8450-134BB01B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9BC63-104C-4448-9A3B-1EF3DFE6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19427564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51202-B355-49EA-8D5A-796A6908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7F01D-0E6B-426D-BE99-141F48B6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4A852-1C94-407B-A760-6BE6BC58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5331B-38AF-475E-8A39-F029EDC1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CC916-3B79-4A91-BDDE-46C5255C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Physical and synthetic images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5B752-4240-4DA6-9ABF-CE1EE024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9B0A9-B458-4206-BF8B-791D63A0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Physical and synthetic images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6295D-A35C-452D-B900-A9C1CE8E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C0C93-C097-4F8D-AD6F-34049041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E4817-6BDB-4020-B962-A25AE0C3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EBFC8-A60D-4005-B5C7-7F87202E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33076-9CDB-4460-8D38-5981DFAE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417F5-6AC2-4D94-9903-62F8A320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1264D-5FF7-4980-9581-51032820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2D98E-1B0A-4568-9EDF-4E021DB5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FCB2C-3037-407D-A02C-FABB87AE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027E0-9765-4294-8192-6DDF1B88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69582-03AF-425E-B7C4-763C34D0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physical and synthetic images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484872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19AA16-6864-49FC-AB84-DA36B555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BDE07-5D7F-4E6C-BBAE-D58C6F61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77E1A-0CD4-4533-8E77-AC2D992A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A42FA-7BB0-43C9-BF38-BD8149DB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CF473-FCB3-4C1D-B6F0-B7142D2A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Physical and synthetic images: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53763-DF2E-4FF5-937A-96D719BE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C5905-8321-427C-91D5-207C18DE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2BCA6-4794-445C-9536-74BFFB10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B902D-BC6F-4AA5-A807-F566887F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14F53-CE99-407F-8792-1505EB6B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C63C7-DBE8-42EE-9EF1-3A1A997B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F0BF2-7EF6-4A6F-A084-BE267FD8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326D0-FC33-48C9-BF75-FEEF3DA3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E5140-8AC5-41C1-B4B9-CAC3C4F0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EB26B-E656-4AD8-86F9-8B7BF3A8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88272-B8F4-423E-93A7-A3EE5C5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175C5-417D-452B-A225-1CB679D0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38726-5560-489B-B04C-77475010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0EB7C-3044-4FBE-8CD3-82EBE1A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415D98-3E5D-42A2-B4A0-34B6F483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5BAF7-6E49-4FBE-8B58-58EBBA5F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50083-F9E4-44AB-9D0A-CD1B9A56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94A6C-872C-481A-98F0-1CA4940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B809A-E752-47EE-970D-CE5BCE9A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D1B812-A16E-4A73-9ACE-EFD253E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82784-E69C-437C-973C-67F5AEA8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0140C-8819-439B-9C7E-51B2A169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C201B1-CCAA-4D32-B101-BF4B1C4B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E00A2-986F-4A66-B9C7-EA77E78B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0296986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3A302A-CB96-4A9F-AEA3-A836B44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75C66-B60E-4653-B0B0-DF21163E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60B3C-044D-4DD8-802A-280747D9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083D2-FE5D-48C4-B161-B764359A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4C103-CF65-47DE-A96F-E4798DDB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Physical and synthetic images: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5F71C-6011-4593-9502-6853E7D4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6C6D6-C9C2-4F95-A028-8FCA1574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6235F-1B2E-4E08-9C8C-91FEEBBB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8256F-1102-4F59-AF31-48C75D38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E4DB7-7087-4CD1-929A-3394579D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00F9D-DAD5-42E9-A0AA-28AD5E22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0B665-EC24-45B2-85D2-FE7F8921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D4A70-B15B-40D2-A85A-AF7FFEE7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45261-81EE-4120-8E13-68102553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731E7-85EA-446E-AC67-A360FC44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8CF61-C53E-4E94-A79B-0C9D55B9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F787A-7965-4A20-9B4F-0E30DD93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1E510-F7E2-4929-BAC0-16ADB3A1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80B0F-BAD1-48CD-9FC3-C5FF3F84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7F54F-EBB6-4673-9A42-C36F1D73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C83E0-B2F5-4AA0-90B0-341EBAD5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3C458-D550-4DC9-BF00-50666BE5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9627C-DB13-4940-869A-CD7F321A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149008-08E6-4411-B418-1A761895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BBF53-9718-473D-A422-C3B7BD9B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81D6BF-FBBA-4A1C-AB0F-6C3553A1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51702-F9A9-4E54-943F-FF1855DF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980D38-4836-4562-8078-D5C1246F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016E7-80B0-4D8E-948C-AD5B805E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BD2F0-F425-4A75-9322-2EECAAA8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02C724-033E-4DA3-BB0E-49E75B17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physical and synthetic images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75983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62662-D2FC-4A43-B2CF-1A90D91C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45BA1-1A8F-4B0A-AB93-DB77D1D1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42BE4-B7EE-4EBD-BCD9-4A15415B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1CE64-2E3B-411F-ACD7-CF143048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74D8D-E010-4741-BD1C-D9083723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Imaging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70904-1431-4441-9E2C-0793B68B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6ACA8-BB00-4C27-A6B1-13E57242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Imaging systems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DD618-8B22-4946-A7F0-CF22CEF0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3C98B-F0FE-49D0-A2AA-FA4F55D5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1D852-DCBB-4F8F-AACE-3837E9F9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267A2-C177-4C74-9DB0-9BBBCE23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0E504-9AB5-4775-AEA5-7CCB1E9A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3BF5F-8A72-4797-95C4-AFCDBFE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3ABF8-6FF7-4836-859D-523165C8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338F6-A0B0-4387-B50D-2AE4AB22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63949-DACB-49A2-8FA6-8ACDA3BE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7C558-875C-4BB5-9950-E9C4CD09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5A224-FBF9-4250-A310-32ACF35F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imaging systems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785668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6BAF3-78AE-458E-8221-B3FF414A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757A5-A71C-47A7-996D-6312AE07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19A0C-7FB8-46A9-A374-C0121648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66A53-8700-490A-800E-733503C7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E7486-25EA-4D08-87D8-18A33DB1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Imaging systems: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33572-469C-4DC7-A8A4-26267AEC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6BDFF-64DE-44EE-87E4-126C3525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730F1-BD69-4F9E-B9CF-F0A53186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5BA47-BD6C-45B3-945D-4C1CCCE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D6014-B25F-48D5-B49C-19C1950C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9D7EF-E13E-4B75-81D7-78DD68D5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8A204-CEBC-4F08-8E04-44489A94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16359-9A9B-4FE0-A9CD-9BA7884E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EF9EA-A1AB-40B8-BCE7-043F895D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AD65D-5203-44EE-86DF-30AE9A52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C79E7-01D5-4A63-8DA7-B7BD106C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3FBBD-2576-434F-BB53-DF061146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E5B9A-9582-44E1-817F-0050E840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4840A-035A-4D44-909A-B4E0093C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C5D2E-7371-4410-B673-5D740EDD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635D0-96B2-4813-9FD2-2DC7D071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FC070-D4B6-4736-8A5B-B9BDF90B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C97B1-C7B5-4EE0-B5A9-B9A78214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725BD-6C34-4096-AE4D-07C43926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46CA9D-F3C1-4C8F-A531-47F472E4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24A4F-918E-409A-AB37-09B76CDC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B0DFB-27A2-4AC5-8D73-BE293AFA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D9B1CB-3D8E-4C46-90E6-7EEABE82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9E6C02-2DD1-4CD5-8C95-34AA11BD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7425014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15638-BB57-4534-8EE8-3E87A1BD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73125-0633-412F-BFAF-CCB518BC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0DF89-EC8F-4B33-909C-A0ED2DF2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0B8CF-82F1-443F-8E19-B715BC42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B2576-3E59-4338-990D-D613258C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Imaging systems: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126FB-A71C-4FDA-B4AC-35530F5A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06889-0A8D-46E7-85B2-AA29966F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144FA-4DCF-4444-B9B5-1E5075F5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3C3F7-159A-458E-AA6A-8DBAA56F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7ED6E-7B82-4E35-AB32-9A728B0D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A303C-DC87-4802-9E48-8EADCCB1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E445B-4184-4643-851E-835620D2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8AD17-2189-4B95-A9BE-B6459A6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553F2-04CC-46BB-9B2E-B1959F4B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210C2-C563-4BC9-92AA-5256FAFB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B1471-F588-40E6-98A2-3141FDD7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A2241-5614-4930-A212-001FF948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996B4-261C-4E61-98F5-C9BD03F6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55104-995D-4FB0-AC4A-2A1FB4DD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9D5E2-670D-4265-A601-FB59F0AC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ED727-DA21-4B1D-A3A0-CE15D36C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FB0A1-1F87-4C29-8BCF-69BE9F3D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520E3-8689-4F42-B4F7-EB88BE4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EA6D4-7FC9-4373-9162-0603B86A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EF62B-D172-4F22-BCC8-0E247B25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D7F73-E603-4FC7-B9AC-14A681E1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B0A722-B53A-4715-8C56-D5762B31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53995-D110-4B1A-A9BE-46FFBBF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BFE275-2698-4804-A449-82E94CC7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3CE07C-0BFC-4FFA-A39B-58DA9B6E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45669D-A49C-4D01-9AB9-7BC36FDB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imaging systems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149527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65365-D26E-4DAB-8B33-C689DF06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DBA88-5E10-440D-9D24-14E8DB07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55E06-8386-473B-83D2-56E3B39B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5A730-CE25-46F9-BACF-7A59B2B3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C1CD1-CD0C-4088-BFC7-2DEADC02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Synthetic-camera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6823C-9CC2-4466-9BC6-B3E75B32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F296F-883F-4082-9119-216A5E6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Synthetic-camera model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DCC24-0068-4642-A5F7-DD7139E8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0569C-B2E6-4665-9463-E5968D26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F10C8-A7A4-48CF-9452-A6FE9A4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1BB1E-2379-4F82-B142-3226A85D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7E31F-CA47-4282-BF31-D30B5B64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6308B-0557-420D-8125-64C517AA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9F2A2-2F3D-4944-A9CE-C39FEF2D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4E2CA-06A0-4CDB-A70A-E33124E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DFCA5-525B-4A86-A480-F2757B17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3F849-2E80-49A7-8106-AA9D723A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53FA9-2142-4AED-8EEB-222B3703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synthetic-camera model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883417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1347F-DD70-43B6-B1A7-1DEFD1C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7D384-C962-42AE-813F-57FE8770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D379A-AB38-40C0-A88E-CFF117FF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D743F-A7C3-4346-8C34-ACDD62CA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D2C40-F635-4CC6-AE29-9B6B4A71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Synthetic-camera model: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94329-0B6D-4E39-99AC-8A4F27E7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F9272-F0FF-449C-A2F8-226C5EE5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CF410-C73B-43E3-9271-5F57D272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EA1D1-E147-40FE-B334-8B130662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321A5-8601-49E7-AA26-62E3082F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EC031-247E-49EA-A352-60388E6C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D9EB6-0C5D-4BC2-862D-1CC0F925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4FA08-E78B-4F82-9927-6284D945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661FB-7457-4836-8F33-A693AA22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A5958-BC06-4B9D-83E4-66F60CDD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D8429-CFC8-4E82-9B70-92F1424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A4026-299D-4C32-B890-854E34E1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65F9D-FE4A-4CC9-BA55-EF8E3BE0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31009-8E3D-49E5-A599-37FF41E3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3298A-F4D6-4B8E-8B3A-35DB3FF8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4E2F2-B16C-4641-879F-CAC2B463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0F570-E492-466E-89C4-6EFEE3A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4881C-212E-4513-BC07-450EA715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2C93D-5F9C-4558-B76B-E293B7C7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B73E8-AFB9-426F-BE8E-A6D71D6A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23FF7-93AD-4B28-92D6-666551B2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84387-C247-4373-A494-1A5E936C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B3934B-CAD6-430D-9D1E-FD79D656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FE6418-89DC-4F8F-9801-CA549D35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2466180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443148-8F4A-4FFA-AB7B-7CF25D60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ADCE6-A235-4FE9-9450-094E90B2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FF962-86A4-4675-BA96-947AE3A1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879D0-B94E-474C-9B42-CC3866AE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446C4-A029-4078-9984-B4DD398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Synthetic-camera model: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8475A-5E43-4936-A983-3D6F0FF0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B5FBD-2B6E-4274-98E5-C00CD42D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29F9C-5327-4034-977C-B5ED4558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351B7-243E-4C84-B282-D7F38177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161D5-F46E-44E8-B431-846510B7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A9DF3-B9AB-4140-8693-A4C2F837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B9C73-349C-49AB-BDFE-A8A6BA50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F1E80-E6BA-4F2A-B85B-1AD3C085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941E7-802B-4E2B-979A-79249AB6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B6C1D-991F-4016-8CF9-F93C12FA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9DC84-72D5-4EF5-83D5-394F7F5E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9C7DB-B596-4ABC-8892-41D234CD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D80D8-5A6F-413E-ADEC-2A0BF89D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EBA38-2EB8-4F37-84BD-48743D78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8398E-A4AE-4A5E-B82D-A930E9EA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E2515-F374-4AA3-9B4F-EC091701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74C0D-936A-4025-9D48-D43FC4AA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46EE6-BBC9-42B7-AA44-EBADE83F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9CF220-3F2A-461E-A754-C95C1238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D0EDA-995F-40F7-B78F-FC9BB873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65273-723F-444D-B9A4-1B981495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685DD7-A0E6-4B39-A078-D047CDFC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ADFB69-7D4B-48CC-8731-4A479582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DEF9A-9C12-468B-8572-3962EC1F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E5CE65-53F3-4139-A271-FA7B78C5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EDFE3F-5959-4C12-ABEF-0CDACACC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synthetic-camera model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020557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F0D05-761C-4B91-9FFD-A9FD16EB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F2F7E-07ED-4B63-B2DF-0977FA4E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F20C1-E3C7-4487-BA53-1A0F937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72A27-44C0-44B5-A33F-0841919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D874F-7DB4-4978-8DB0-9082FAB7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Synthetic-camera model: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04F0B-2882-4A8A-9A42-E1B7F2C3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60322-A3D9-4E12-9334-2E6E07E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9AE23-EE67-48BF-ACC7-CE7A8932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852F8-3FFB-4C78-9BB2-1D6E357A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BB1E0-A506-4D32-BD78-FFA48E7E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49844-3225-48E2-957B-DC1818B0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Synthetic-camera model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2F0B8-4717-458D-A58C-703BBCD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4A0B8-5903-4101-A93D-A21203C9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E909B-5112-48C3-AA92-588940A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02965-F748-4A09-954D-9860C3B1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A9054D-1EA5-46D3-8155-F92140CC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CABDB-EBF8-47C3-8522-085E6C44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00773-A546-44DA-8604-18CF326A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6447E-AEC8-4B2D-9D25-20EA62D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BFFC6-67D0-4D73-A378-4630C8E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3F8FC-86E2-4D61-8872-20FA0FB9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9210651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C78FE-C978-42C1-8A3D-89F6AF62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79393-40BA-456C-BC2E-4C75ED82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3ECDC-61A5-4CF0-AD6E-916826ED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9BF6C-0A25-4FEA-AE21-D3C9AB40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EE6A2-A705-4737-BA5B-151FE379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Programmer's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05DB7-67B7-4F6D-BDF3-3372397B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A2460-1556-45D3-A123-128D5000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Programmer's interface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4BB28-11A4-46F5-A9CA-CAB8E7A9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F4131-5E20-4662-9CD2-0713D2D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B52E5-714C-4E4E-BD3E-F476CE2D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14DB1-9B42-4888-B130-C2FBA217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A7802-500A-42B8-98CC-39DF7478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A5A80-C66E-4503-A436-A5671B12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22452-77E7-480E-8C33-3AB7AA5C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2692D-2D41-492F-BEE1-5B417DB4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354E9-BE0D-4102-8E53-EB33A813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2FAD1-717D-4D94-BE25-D95061F2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B4BF2-73A3-4B6E-B26A-1360F99B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programmer's interface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06721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A498A2-C580-4764-835E-6BF1EC09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155B4-9CC2-466A-B805-54C2C949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CEADD-6643-42FB-B479-E27D8C3E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9BAF3-2087-4D8D-B101-B3766418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90DD7-B972-4A99-926E-86F23D68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Programmer's interface: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08B56-AA0C-4600-93B6-769CF810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717F9-10BB-41B8-9D33-40ED46AE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B6556-4837-47EF-91A5-16B9E837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3BFA2-F0CB-4B5E-A27C-575FBEF1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9507A-D2CA-4D02-B16B-7B447050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704AE-5B03-4066-A205-0ABDF4EE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A5EE8-1D25-4CC5-9941-5A3FDB41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E7816-CA93-4B49-BBD5-1F2D8C1E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68ABD-87EC-41A9-8AB8-92386514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4E6AF-6F0B-4E55-BB16-A6BB326F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2A0C3-32A6-4446-A1CF-A807E74D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A1164-C30D-4CAF-BB58-A6F7C41A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37BF4-29FF-4543-B184-AFC7E03E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7A1A6-E8F6-4BD9-B9E2-953C8A06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ED6D3-5E63-4C8A-9570-B88E47F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18604-1DC9-40CA-A576-9E92C370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B7FF0-D1F5-4146-B75A-9050759E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351F9-EB90-45B9-8B86-86C96E2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46C24-1B83-474A-AB99-201EF374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E60E7-16AF-43FB-A269-74AED21A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A4B98-A49D-4675-A702-015FF754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73B60-E672-4AD2-A079-3604E84B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CDF12-DA69-45E8-A52D-828FC2C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F60BE-072D-4A04-801C-131D37E4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1299134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39611D-E4D8-4A9F-A6E0-936542A9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16E00-2B32-42B6-894E-F7320287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DFAC8-70F8-46DE-951C-1F4E3774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04EAE-8C56-4722-9322-421E99E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A2F19-99CC-4F1D-A4EE-096FB0C7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Programmer's interface: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314A1-FBFF-4820-B590-9A150338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5496C-4DB4-4B23-B134-4C4F041B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FE6E3-7DF7-44F8-87E8-66188CD9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249E2-98AA-43D3-B6DC-9760D2C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5CD0B-8BD9-4C3C-B64E-E2BD3A1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9C6CC-CC8D-4BA6-B3E3-A880A1DC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50857-12ED-40B5-8B05-52413161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FFB00-EB2D-425C-B7EB-34C9A802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2C445-DBDA-4132-AF83-41627D39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5CA3A-DE0B-4012-8BBD-1C5C2865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45AB2-1EE4-43D9-BF75-6BED71ED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219B8-C524-4DD2-9416-EC6824F6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A0851-4EC5-474D-B620-AF62FDC5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B9C03-C534-4547-9C18-21711787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C45D3-E2B1-4E19-9362-48F75A0D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C505F-BC68-4A2A-8AD1-7D91C4D5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4677C-2090-4737-BA66-B48339C9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28106-53A2-4096-A295-CA9C5BBD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D3ED4-F22B-4D20-82F7-CD3C25F0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9E767-BC8F-48A3-9403-1BB63D0C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F5CA9-50B3-4BA3-B6F3-C57DB5BC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107EC-8980-4DAF-AA0D-C6D03ED9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2E6C02-37D4-44BC-85BD-800C080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DFB825-D0C4-4D08-B2F5-BEA2AA93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B01940-B36C-495C-850F-C93D64B4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E617B4-4A41-4C83-86DF-E43C5234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programmer's interface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51880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02C0D-246E-436E-9E74-519E7A4B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0E131-06AB-4924-A281-09B8B4C3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3F681-CA0D-45C5-8EB0-6252F9D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C669D-B313-4006-8A17-236B2337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FF9BA-BF56-454A-873C-D329CA1F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Graphics architectures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4DB48-1671-45A4-9A3F-372A6183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282BE-E182-4767-A398-83D45CF6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Graphics architectures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35DC4-500B-43D1-89BF-91F4B4B9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7AF1C-B7B6-44F0-9D00-2B9989CC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13B5C-8D6D-443D-A57D-30BE1D2C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65DAE-0BD7-484C-9B7B-0955EF44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6AA66-2D56-46B2-B7B6-72B70D62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858DE-50F5-4D3B-8C6B-D4D59555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87D7E-10DE-4BD8-8F29-03BEA555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2FD24-FD12-4CC7-950B-22C8002D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4DD88-60D3-4D6D-85BD-10BDD425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0D757-24B8-40F1-9BE4-8416A97C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9F0E8-8056-4343-AE65-884D39F8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graphics architectures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294626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5CF8C-DDEB-48AA-96E7-A719D728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554EE-07C6-4D12-A228-A2469F5F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DDAEF-0758-4BD1-BC2E-FD76BE5D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4E4D6-64BB-4374-A8FF-0CAA974C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510D8-1A29-40B4-8537-0369E03B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Graphics architectures: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247DE-4C73-4718-8129-FDDF65C5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F7F3E-3E33-486A-B3A6-DA6006DA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032AE-3D7C-40E6-8A04-DFD63621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9EA29-81CC-411A-A16D-53F85479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6258F-4A7A-404F-9B9F-967E1B85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DA26B-872F-4944-81BB-8B2FA6DF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8FFBF-B29A-417F-AA04-45159DC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C832D-E85F-4CE1-AFA1-4B6E9AB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A5023-5CCE-4B0D-8E79-6C16C6EB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4350C-BFA9-4BF2-A99A-DCAE5A64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54FA8-F54D-415B-BAE3-6C4C3419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428C4-A26A-457C-8BF2-CCC84E91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A62D0-6788-49C3-BC8F-B9B1BA99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2F566-9472-4196-8B7F-44300E41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F54EF-129E-4B3D-8DDD-1D65D103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3D4FB-5745-4217-AA63-E2171961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51251-755E-4952-B2E7-B54F49CB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EBA76D-ADD7-4A6A-82C4-1007FB7F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4BF7D-3312-4E6E-B48F-C7DFD9A0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AD1B7-928E-4B84-AC7B-54BE2639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2A66F-283B-455A-A289-D03C4085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56C72B-8D12-49DB-9590-67F65BF4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70EC9-0B50-452C-919B-0878A2B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797493-2D60-4E94-86D0-88837E01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9413980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2C51CD-BF83-456E-A447-D04DACBE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ECDEB-BD04-444A-BA12-BA31CED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19968-2A96-4DB7-90D2-9D353AEB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C3AD5-8982-432A-9750-B5EE1755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ACDC9-6566-470F-9266-6AD962A5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Graphics architectures: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DB3CC-F221-40F7-8714-CE18ABC1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2D352-F9BC-41D4-B2AA-7C2BB699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17317-DD84-4BD9-837C-E1EC2EC9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C9560-8890-411A-AAC2-86E3F651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BCC16-BB2A-4277-ABAD-ED6AFA41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A5645-C918-4F8B-A06A-AB7F20AD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13A42-0A76-435D-A121-B71522FE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21DCD-DEE0-4CE4-9ED4-945C27A5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D967A-147A-49C8-A214-66711B70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01455-C82C-45B1-9E79-F698024C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93BF0-CFF3-4FC3-9EEF-CEBA548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3FD2E-B119-4271-AEAB-F5A20960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61378-8CA0-494A-822C-386CF5B4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5632D-9C0C-4350-BECD-DD6BB690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C72B1-2C78-481D-96D1-A149CC17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99697-E2E3-41F4-B1E2-6CBA10B8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93906-7E84-436B-8D36-56EE85DA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0E532-7DA9-42F5-804E-2429A7E0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3D0A7-2E6F-415E-8B16-C06D4E3C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F46CA-DF79-4DAF-A1E8-98F92A94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9A5832-8A5A-49BC-867D-FD1A39A0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E18FFA-6C0B-45E6-AF0A-587AB30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4AF22D-94F4-4AF0-A790-C72A5ED4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C1EB7-B3D9-47C8-97AD-B19A598C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2AA933-ABAD-41BC-B701-11590361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22C3E-5B5F-434F-B48F-1B919E67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graphics architectures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175492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EC5D8-3D53-49B3-8719-35A6FEE3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3A75B-8144-41AB-8523-3799441E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0DBCC-01D4-401A-889F-75772E48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91A72-3541-4413-B1DD-05EDB4AA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8B3DA-6B5E-4DDF-9066-0F61A880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Programmable pipelines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756B0-842B-4CA8-A752-9D06AB29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606CB-1522-40F9-8CBF-75250546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Programmable pipelines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FA007-D2F8-4B8F-951C-8A94C9C5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AD3CE-3652-4948-BC01-1EB4AA2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B85E0-97D9-4708-BCEC-039843CB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06571-2802-435B-9B93-025C0A8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59648-76A7-4EC4-959D-70322949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3736E-F8C2-4BF5-9660-AB432643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4CA0D-2253-4FD0-989A-64C1816A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70530-359F-4A0B-ACFC-029D7AB9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7BC78-8600-4455-B6CF-BDF9ABFF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AAFBC-A637-4D27-BE2D-FDB2D08B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5D13A-3C3A-453C-A829-2694B7A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programmable pipelines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04285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6FA88-FDA8-4F39-9AD6-48B0BD3C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44824-5EC6-4859-ADAA-A46D183A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D1C7F-5F16-4009-A1FA-17BC5167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09AA5-D2F0-40A6-AADD-2116FD13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E3398-3E0C-4912-943B-26E2F7F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Programmable pipelines: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F5390-6EE4-48F1-8568-8CA4EFE6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16302-3051-4732-BEBD-F4B7F97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60174-C2BA-4CD4-9C91-1C13934A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A066F-F68D-436B-BA74-C623C317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384FF-73B8-4A69-A83D-88F930B2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68A31-9BC0-4511-A1DB-B5B1ED5E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CD9AE-9588-43E2-BA1F-A36A0B62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C7337-B5AE-424D-9BFE-928FB9B3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C6055-028F-495C-87E2-396DFE34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737FF-EFBF-4678-811A-D37C35C1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D269D-2958-4E6B-AB5A-6D968FAC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EF113-66C9-411F-8E05-BFE7EFE1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B65E7-C263-409B-8015-EAFCAD02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751A1-9199-4F08-9489-875EF652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D827B-9DCB-42C3-8A8B-52847EB6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957B7-2CA6-4EC9-A5E9-48AC7D04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83D69-AE07-47A0-88CA-DFB14562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02647-6D5A-4276-91B5-2A9080AA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53B4B-E9CA-4811-9A64-E52A086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10FD0-2553-4E1C-A0BF-0C7C179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60487-2B4A-4D06-A6A0-6F6D0781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BDA4C0-60BD-49AC-8F06-51138219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6228DA-D9AB-483D-8DCD-79FE46EA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3087E-0C3E-4E9F-BEAD-C02C1EE2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1784371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5A371A-7588-4341-AE05-B55A476B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CCC4E-E3A5-4136-AEB3-7A3CD1A2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0F506-B814-40F2-BA1F-927662DB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DD92E-2E74-4CFC-95E9-2E1789F9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01FA9-6E4A-4C5F-A124-43CE3691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Programmable pipelines: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B593E-DECD-4F0C-BF4F-3A016942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C1BD2-B159-409D-A63B-763C3C7F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D5B69-C1DB-4F9F-95D4-F49981AF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42267-2446-4D26-B2FE-9324878C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B4220-3A57-42ED-ABE2-6C82D230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E4D04-5BA0-45E9-ACB8-69FFCAC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0EAD4-C804-4C9B-97C8-4BF34055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647CD-78B7-4E9A-9BAF-3D36ABE6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366B9-5FDA-40B4-952F-0C708C41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34C6A-BE4C-4442-8527-6F00BC9C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DC22E-17FF-4C75-9908-9FDC097F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4F069-2DA5-4FE7-A02B-BD42A12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08014-35C3-4434-8095-92384C68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A165D-F405-489C-9175-38EFF525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4771A-F30A-4B5E-B253-B83C36B9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772D6-D7DF-48EE-9601-55A8B5D0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A285B-5474-4FEE-8892-C72546D1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CC8670-E4D7-4ED2-A363-26CFA071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6FC83-8430-42D2-AC76-3126938A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FDFA80-F904-443F-931E-930758BE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89799-839B-4D55-A2FC-04FF3333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E605F4-2ED3-42A8-B60D-317C862B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377885-2BAC-45DF-9D41-D2AF3AAA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752811-0D76-4A2D-A49A-E596BCB7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E6C342-8182-46DF-869A-220CD8BB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642C6E-DDFD-4342-B836-EB24F6AB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programmable pipelines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388873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B84C4-AB3A-46CD-981A-54980F4B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375FD-3A47-456A-A00E-D0229B86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66DED-557D-4BB4-921F-108D41B1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0ED93-AA30-46D9-9D6F-451C6A16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AB8A9-2BFF-42B0-AFDE-527A5050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Programmable pipelines: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8D9DA-4A9D-4689-A4C6-EA848444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655E5-F361-4484-BE2C-2607BB6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C5FF3-085A-416F-A8A5-BF16AD38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0AA59-D50E-46A9-A4D1-955FD35D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9320D-6316-4090-9DF5-B9191A3D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09267-E49D-400C-90CF-BE39375C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Programmable pipelines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FD72F-CD4F-4352-9C5D-F6E9ECCD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F46A7-16D7-422C-A6C6-9B7F4ED0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98194-BA3B-4E0A-9729-31747D90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9B460-266E-4AA4-B14E-919146D5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59FC1-2F5E-43BD-8DC1-B6EE4441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CE135-C6AA-4A0D-970E-F7EB4B1A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D7905-9906-4FA9-9613-41A1E7EF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0C2F4-C888-43F6-A2ED-8BC11AA9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C748C-AE1A-4D4E-89F0-E9D4E4E4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9A016-6D86-4305-9277-785F05B5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12153749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97232-6062-4D40-B698-A64A1550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A3D16-1C86-4DB7-B323-2BAA59E4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A6403-C95C-4AAF-B2A2-3EE380E7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9C257-06B1-4F0C-8E85-A6700884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E8F27-A98E-42DA-970E-A307E6F9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Performance characteristics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D6BC5-8BEC-47C7-8F76-824351E7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34ACA-0D56-4EBE-AD2C-01E29A4D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Performance characteristics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1C7B4-448D-4CF6-AD44-38E61F23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1B66C-5434-4465-A670-31635D57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FC0CE-7AE9-4934-9085-44862731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3F299-DFA6-499B-9E58-D07FCA26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2ACAE-EE06-4C64-89D0-2DF81C8F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34E99-EB5D-4E2C-813B-CD1CBC79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22643-F97E-4243-B6E1-2E579F1F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2D322-A413-4ABE-ABCD-4AABD5DF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05378-F8D3-436C-9A1E-56BFC2E7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F1FAD-F3F3-4E4B-8261-6A943B25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F8139-4814-4068-BFF5-D081878A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performance characteristics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157537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25CA31-D053-4EA4-800B-901AA937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1DF3B-D9D8-4427-9455-4E16376E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5AECA-0258-47A1-A405-4087C60B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BA3C9-FE37-48C1-8D2C-B65A8A9A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BBBCC-9D35-4DC7-A290-5F72F8FB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Performance characteristics: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35549-F33C-4862-A9AC-8CA27356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E2059-3C7A-42DD-B875-8D2817E7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FFC03-8EB2-4973-9744-2F9A47EE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18879-5EBF-43D8-8105-35DF360F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1D98D-3398-4379-8A05-B1FE452E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239CA-B063-416F-B6AD-C5F46496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3E156-F35B-4F4A-9B85-A113648D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830F8-FF0E-4DD3-BFED-8339F74C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D8685-D9C6-4AA7-856F-B72FAEA1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CD122-8C3B-4A6C-93DB-EB31324F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F4A6D-0EB5-454E-849A-38F54F42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9A1E4-3BE2-4B15-BDAF-67C816E8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BAE3F-E68A-48F3-A18F-C0F141DE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408CA-4247-4BD4-BFD0-3726BC0A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E8CB4-416B-4307-9800-CDA4407A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7E379-A18F-4E41-BD91-0F51169C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2A046-B811-4774-B2A5-CC14CCB7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64CAF-8E61-4882-8D23-F107C33B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AD9B0-898A-43DA-8096-B5848919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0E6D4-6E8B-4D7D-B02F-5C4792E3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3E686D-498F-4063-8CA1-15A7C028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86D39-13E3-4F31-8DB2-B5671185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1C00B-5879-48BE-B68B-4E2F072B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9EA603-F540-498B-B212-F24F591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8765242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AFD18A-D356-441E-AE16-EC2A8CBB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7DE50-19A7-45ED-AC3C-0B57AB38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C8FD4-4647-4C79-8592-E2D3A7B9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CC669-CA74-4FBA-A163-36133115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BB851-7884-46F1-AD5D-03B53BE7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Performance characteristics: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81943-8AEF-43FA-A58E-715BEECD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F98AD-9929-450A-8618-E38FA62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5C8C2-AC43-4C64-8989-932A23F4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2E295-0AA7-4E29-BE10-3125B86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80360-E98C-4400-AB3E-B8EF398E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DF6A3-1503-4AF1-930D-3563A2BE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F02E0-E508-4F1B-85D9-683DA691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73772-FF3A-447A-85C1-0551D052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9486F-CDFB-4922-887B-4BCDB097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55AD4-959B-43C0-BA26-1619B580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7AFCF-562F-44D7-B4F4-EDB7DC87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E3630-3C87-411B-BF32-8A130A81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E5EA9-429D-403B-8F3D-53558891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4F3BA-638C-49A1-A2F4-2DEED9F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24FD3-98AF-4C0A-8276-CFF98D21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2097F-8844-47E3-A265-9BDA2ADD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3F1326-BEB5-4F6E-85A7-6A47E9C6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DDC1C-94E5-4FAA-B955-2A3B86E2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10FF4-632C-4022-82C8-988FDB79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7F038-1347-483A-9E52-5CA27149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474F5-4229-403F-B3BF-45F742FA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99B4C-0A2C-4D68-98B7-D63174D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53C9B-7422-4201-B83C-8AB402B1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4924C1-9A59-41BA-80B6-A710973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C1E7C2-D789-483C-A968-640B59D1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F7AEA4-EB1D-47B6-A74C-E430E2AB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performance characteristics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345032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C856D-14C1-4E61-9C09-D155DA20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A3C0C-CD9D-4398-82DD-12141956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1E485-547F-4521-A81D-059652B9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261B0-225E-4722-ACBE-CE3D39A7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3D0A2-32EE-4233-A187-881A74EC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Applications of computer graphics vs Graphics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5D1C5-3414-4EB6-A4E9-6BF08429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1185E-6AD4-47D7-87C5-77B6659E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AB61E-4A75-434F-9F6A-4DCAE17C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Applications of computer graphics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E60F0-D925-4AB2-9C36-5869814C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Graphics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10D13-D409-46D1-BE3A-BA745C50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1B4D7-A4E5-497F-8401-9C3A93FF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BC956-0FF5-4BF9-89BF-6A899F92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80297-C176-423F-9273-5E3689A7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D6018-75A6-4ABD-97C9-ACA4F39E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290DD-C6CA-4448-ADDD-ADA7CB13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07756-A52F-4623-8576-8C230348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A04F6-BF4F-412F-9CB2-826BF37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BE9A6-1652-448D-BFF3-1E7FD8DF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29332-5558-4786-8F87-6D0C8191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A8500-A844-41B7-BD7F-45A6E369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11981-7EA9-4F59-962C-28279B78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57F02-1409-444A-B7ED-9B07ED8C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FF401-7461-47B6-890A-5295BFEF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760B2-0155-42B5-9A90-01987918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72EAE-873E-4F13-A154-E76A3A78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211541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821A3-5832-40F1-8179-880AD8D7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282B2-2ED9-4C83-959A-776CD6C4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20595-9A22-4C3E-8FD3-98009E54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FA775-06A9-4CCC-88CB-14B37CF7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A2325-A9AA-46B2-BBCE-A8ABAA0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Imaging systems vs Synthetic-camera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2EA5B-6214-4A05-9077-8B969AE4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18606-1E44-4F23-98B6-945F7DD6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F8D6C-47ED-465B-B735-106FC592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Imaging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C575A-677B-4835-AC91-ECE0A317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Synthetic-camera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8C721-6262-4896-9D9C-B2B62349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A448A-6EB4-4AD1-939A-947224EC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DD32D-709A-49FD-8F7C-805D19C0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07DCE-D220-481C-A296-61FCBF1A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C3068-0366-4AB2-9527-19CA9030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18423-EC4A-438D-AF66-957B556A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A451B-6A6F-4C69-A7C4-54B57E0D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B700F-0860-45F8-B1EA-E1BE524C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752FF-D0BF-4BEF-BB68-5AE51DC9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647E1-EFDC-49BF-ADCF-E04D36D2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95904-3C63-4ABE-8268-8BF5350B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69074-E6E8-4355-ACA8-DB779D2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6F8D5-6959-4D49-A4B5-454A26D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A163B-4A5B-429C-80BD-297EB66A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F63B7-6AC5-408F-A5EE-B912CD0D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4A721-7746-47BB-8F07-A0AAC7F3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653769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4909D-355C-4A9B-BF66-EC2A95D6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C72A4-984E-42C1-914D-0B690D98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408EA-BE1E-40CF-9BC3-7817BE4C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44B0-F51C-499C-8174-F4D3D668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6E007-E263-45F7-8790-6FD3B5E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Graphics architectures vs Programmable pipelines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2A973-F8F0-4754-AD24-8C90D128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FC16F-4274-4253-B975-F70DA6BB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9D038-8027-4F47-A3DA-2D1B09F4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Graphics architectures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BDEF4-D04E-4F45-9A7B-3F77EAB9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Programmable pipelines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343C0-26E1-49AF-87CE-CBC6CC29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C48B4-D727-44EA-8ABB-5840ADD2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221DD-D137-4314-8E98-1B2090E1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1EFDF-3E5A-4377-8AC7-A302CC05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B23CD-656F-4671-BA4D-F736D654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3831D-ACD1-4E05-8140-4EF31D2B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6040F-7804-4316-964E-B653E31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C06CC-8F4F-413F-BFC4-1A2B75D2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4D3BF-8B36-481B-AB00-FB862888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C4423-27CE-4B2A-8272-7E57CEB4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A5AA1-B303-426B-8ABC-E1D67EE3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18B12-8FEF-436D-A2D9-8D858365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F7426-DE47-4EAA-8392-662579FA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AED30-DCBE-4F19-A45B-54D025AE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18A263-B279-4DD2-AAF3-BAC5FBCF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8E25C-1CB6-439D-A3AB-AD99E957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528298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9BBFB5-E096-451A-9BF9-79DD2054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D3AF0-D3D4-4E6A-8F35-D4E1861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55BD6-CC14-40A9-A693-95BF0582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CC927-1005-4E47-A95A-B988D16D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0BDED-5214-4340-8F44-DA590ED3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4F07A-12B3-4D8A-A97A-090CEC6F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895ED-686E-4C17-851E-B90F9490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0C7D0-71AC-4B24-A956-4B6153D2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C4FE3-7E98-4D9D-B132-051F0F71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7EBE5-B2B3-4ED1-9D3D-D19FA601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BE216-EC96-4B1C-9761-87F3EB7F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4F5F0-5CBC-461B-83BE-6DD445F6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Applications of computer graphics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44598-0447-462D-85AA-D3199D7E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7C57E-F726-41CA-908C-639A4531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Graphics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5CE5A-3A31-4FFA-A7E2-97D198B9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A8838-58BB-4EE4-9BCF-2F9DF696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Physical and synthetic images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40FE3-AA4F-4C73-885B-94DF8FBD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8A7DF-D9C9-4F2F-AAD8-79C5BF60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Imaging systems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978E2-71C2-4E8C-87A8-2B4ED9BD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FFEBA-3200-43F1-A08B-F1714A3C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Synthetic-camera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B33A7-75CA-4BA3-BC1D-D6C0F306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73612-EFEF-49FB-93C2-47A2712D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Programmer's interface</a:t>
            </a:r>
          </a:p>
        </p:txBody>
      </p:sp>
    </p:spTree>
    <p:extLst>
      <p:ext uri="{BB962C8B-B14F-4D97-AF65-F5344CB8AC3E}">
        <p14:creationId xmlns:p14="http://schemas.microsoft.com/office/powerpoint/2010/main" val="119268119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3347A5-C259-4737-90DF-1D3266B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2C694-3D70-49B2-BD70-EF5F6B2E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FAC20-C716-4539-B64D-DC70D9C1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A89C1-27CB-40FD-BEAC-1FEE56FB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344A9-383B-4D09-A8F1-849BB29C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A76AC-CB3E-4D1C-AE76-F45AC63A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1CB30-8F0B-4ECD-BE7D-F67497F0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3D345-B9E2-4F6E-B7D4-EB5607A5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F0050-6A76-4E60-8696-72C11FE9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94B79-6DD1-412B-84B4-72BC9439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DADFC-D3C3-420B-923C-295DEDE6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Applications of computer graphics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0ADF4-4173-43B3-BDCD-86F1E6D2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63308-1382-444C-B4CD-F3B5D9FE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5BE22-BF5D-49C6-9AB2-B6F7DF27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A5A26-942C-4B77-8B19-C60F91EA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Graphics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44B52-1F91-4CB4-AFE3-E60E06D2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A9B8B-5DA0-4549-B714-F6EE26E8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22121-B915-4CE0-A493-9CB226E1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89535-5272-4C84-A106-77D29111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Physical and synthetic images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3075D-B0EB-46AE-95B8-6EC8959C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3832F-F38F-4A78-8AD8-09235099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3FB03-114B-42B9-9CA8-89FBE774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8D34C-C443-4B1C-8ECC-B989BB1D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Imaging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379FB-1489-41C6-B5D6-55167344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377B9-CCA6-4F46-B765-5688E5ED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38353350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39681-D2D7-4733-B793-D4983E37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3BA67-6C96-4E42-B00B-67F4A14D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E17B5-9C9B-40CB-9C5D-E484EAAC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6A78C-07F5-4751-9468-650D2B53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5A664-4767-4BEE-9F5B-0B23FC95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ECBDB-D9FD-4E35-BD65-7C453ED3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A3F5D-43D5-47F5-9787-A7071B00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BD8D7-C65C-4A80-97F3-CC1939F0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007B1-4F9F-4F56-A78C-33D6DD53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49A8B-35D9-4282-80FE-FD247410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F4F49-26E9-49AD-A716-0E928F7C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52006-C1E9-41BE-9266-FC9DB7F6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485EA-F839-44D7-897B-D865D5A2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4113149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D7A6C-9EDD-4896-BAA8-C2AA937B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21F94-7A2B-4591-9EDB-7540D6A0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343BA-F2BE-438E-AFFD-134AACD5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3461C-6FE4-4C2B-B631-C0370A4B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6D6B5-73AC-4AA0-B403-33DB9186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E32EB-0582-4010-B8D5-460EEDA1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1FA60-DEA6-47E7-AD5E-95A27BAD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7DC7E-E6F6-4649-9CF4-BE17AB3A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51ACA-20C5-485C-8B72-C44F3E4E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50941-F56B-4A77-833F-854029CC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94EE5-7B44-45A7-A2F8-864D2826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08F96-34C9-4526-9A4D-D5347BD9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8431C-B16D-4053-87F1-3799F169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F74B4-BBD1-42AB-94BC-2629A1A6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FCF10-6453-466E-BFA0-8734275C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40457579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F151C-4792-4AE8-87B7-9D22759F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7D66E-1DA2-4FF7-B1FE-F8D8322A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1D123-85E6-4655-A048-B6D84ECC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178ED-56CD-4197-8DC1-5D6D0A10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8E9DE-FF72-422C-8A60-7C00B088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81502-C8AB-4362-88C2-9206C4DA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6925A-4100-4091-9FF2-C4B0EEE7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AB19A-4706-41EC-94D6-C7588BE6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8D298-D308-44F2-ACA3-C70E6E79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83208-B5AC-4D44-A056-33FF7F9A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76E95-3D7F-478C-88E1-0BC04482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551CD-1E05-401C-9584-47FA184C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6C74B-BF4F-45D7-A895-920B86B8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B507B-75ED-4F8C-BF76-E7F5D1C3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AD601-E13A-4347-95C1-DFF92426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53B28-A20C-43D5-98FF-D57B59F1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54D60-FC55-408D-863C-8F8A716D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934AC-C034-444D-A051-285430D7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326B7-A7A1-44E6-8EE9-B81F9B6F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0FD8E7-2D73-40A0-8E0B-F5EB953C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1FE7D-B23C-473C-A326-A7060F4A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17F0E-0009-4539-A693-718F9137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45707-8464-435F-919E-7E896F43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11346-E6E0-46A3-8E13-FF24B05F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98F53-C1D3-4C45-9603-A2D59685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87896301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B307F-E016-4A3D-BD1A-8B527309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17A82-A217-4432-9E29-A3E6C01A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C93CF-E087-4361-9C12-248E80B2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C7D3F-1E1C-4056-9D4F-73E1ED4E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B2A8-69D8-4CE3-9D77-66C68041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BC0B6-258B-4B87-81E8-A51270E7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805AB-457C-4B88-88A2-BB179D62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Explain Applications of computer graphics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A802B-846D-4FA9-9957-1ACF76BD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1BE5F-E8CD-4C5C-AC2D-930235FF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Compare two approaches from Graphics Systems and Models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4AA1C-C95A-42F5-B03D-AD1C6A6C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39993-608E-4801-B5C0-83A73D9F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Solve a small worked example involving Physical and synthetic images.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3E779-A88B-48F4-AE5C-62B63A89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FD635-38AD-4626-ADBB-1941C4B3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List common mistakes and how to avoid them in Graphics Systems and Models.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45E46-24CF-4179-BCC2-01E9263A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DB052-A6EA-486D-A559-0D28298E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66406239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5AB088-3E26-4EC3-9097-D3C27FBC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43232-D8A5-463E-ABFE-6AAEEB00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44339-D435-4223-A03C-7BC68736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1B9E6-C96F-4D6D-97C9-98A97A51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74AE5-E577-4709-8DAC-9705C578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Applications of computer graphics vs Graphics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FA6C9-D40A-4F3D-938F-3487672D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81D96-7ACD-44C3-A3C7-AA3C4222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09E30-24C9-439B-8AF4-44F56B57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Applications of computer graphics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A62BA-0359-4A3A-88C3-7A58EBAF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Graphics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7EA85-A3B1-4240-8139-A079BEA7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ABE0F-5DC2-4DC9-9E3D-3BAE2AD3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27CCC-F14A-4346-976C-EA3E4457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80408-7F0F-4735-B927-8287F780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6DDDD-DA3B-4417-A119-583AE1D7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FC2F6-6C2B-4B79-9029-02B35630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90739-2FDD-49B4-B09F-C7719D24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14B44-4DFD-4EFA-BCEE-04BAD126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37AB3-372D-4E08-A409-D2728D97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8B951-7343-4E1C-8A2B-B8B8286B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EEC4A-0DAA-4EA1-A9A4-42AEF5B1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80543-609B-4E49-B9C1-08ACDE35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107AF-6F12-4438-A069-20C94619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5FD3D-B31B-4CC6-9AE8-0C54090D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83F63B-9F0D-4387-85A7-11E56081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D86211-D939-47FC-88E4-5CA12D11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51820701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579BB-C5C7-4F42-97EF-AAE576C6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E3C56-D607-4BE4-ABDA-7E0CB7B7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47D75-37D5-4433-9E92-F36199E7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58A97-E541-4900-A567-184D723C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BB06E-A17A-408B-8A35-0CA7A89B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Graphics system: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AF0AB-42A7-4029-8CDB-17826CB3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197BD-0A0C-4566-83C3-D33D4380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77BD7-FF26-4D9D-B222-CB55B7ED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D843C-25D1-45BF-9367-BA0AA503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E4CE2-A54E-48D2-84E7-DB68A9BE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AD83D-4052-40E6-A45C-19C3EC63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0598F-062C-4C1E-A3F0-0E9396A3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815C1-BB94-4C43-83B1-001B5293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2922D-FA74-4FC8-BD3D-E4A20B3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3FD21-F988-431C-9AF9-306500F7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A0349-5C73-45E0-AABF-4E61F563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1D1A9-400D-4424-9B92-B898C29F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91221-48C1-4DAC-8C49-019F84FB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3BB60-43DD-41AF-983C-8CE1FB21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D91D9-69CC-4623-B1C1-48FA7B7F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87504-DDAE-45FE-B118-B26547B8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446FA-4106-4060-B323-32FA351C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F3577-41DA-43A7-B057-1A280BA2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600A7-01B7-44A1-9556-5F6CFBF9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82A2E-8110-4AD6-8645-2E2263D0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32AAF-7D34-4F29-997A-AA212CDF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7EC89-95BD-498A-B265-4651054F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12313-05BE-47E7-9C14-16FD7474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0F2AD-3F44-42BD-BF5C-93F4CF37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7B957D-BC3D-43C7-97F2-7F861879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865B2E-C6FB-4BDB-BCFE-3CA7491D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graphics system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9967953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040C8-8763-4CA2-97D7-9956926D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01EEA-18D0-495C-8DA1-5F696F24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09197-C34B-465C-BAFB-C632FA31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F6E91-FC12-4A37-9A48-102EB65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1C4D2-BD1B-4637-95C9-8F2F55AD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Physical and synthetic images: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ECD0D-C342-4A69-BD52-3F481FD8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9C8B5-A36F-4DAD-BC98-12F56971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8E437-E55B-4573-908F-8C898ADF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2FDFA-E406-48B1-877C-19135C5C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00033-0C6F-4358-AF6E-A735AD16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6D196-9997-4F74-B389-9D5A960C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Physical and synthetic images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06473-1F10-44D5-9A36-E89207D0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B212F-3BD1-45E3-ACF8-25D0731D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78EBA-7737-4AF2-8321-B6A037F4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5CFB7-E66E-4CFC-AF76-EC381FB0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7C428-9114-485E-869C-EC876CF9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F06AC-DCFC-4009-9C44-458746E9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BC45F-0343-4D14-B297-69965D4C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9B4CB-09F2-4E6A-A8DA-92FE70AC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C080C-FBF8-49AB-8C56-D1A61A6A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3A94E-674B-4A02-A919-CD150CD5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200109032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A820B-8147-41AB-8CA3-01A3E437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66A29-BC24-42C5-B57C-1279FE5F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4164B-D7CA-408A-AB1B-9BB9BC85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99311-376F-4733-B6C1-AFCEBC81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1A3F3-2241-4854-B1DF-485FDD0E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Imaging systems: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2E733-81F2-4B00-88A1-D23E683A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7CC64-A4C4-48DF-AA18-EBEDF1D2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05925-DE7F-448D-9C35-E0F6D580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999DF-C724-45B4-9740-51AF3E76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B0426-1CF2-44E5-B465-103EAA3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31233-1429-4C8E-966A-2BDA9E3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47F00-C54F-4CE2-9649-9C557E87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41C4A-E14B-4311-945C-4AA6211C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9E30B-8EB2-4CEB-8BB5-0D14386F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E9BC3-AE17-42E7-95C0-024F4957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F950D-0C0B-44DF-8D7F-64FBF896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4853F-F8DC-4B87-9795-E6319EB1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657AB-78F2-440B-A08E-8F6C4D64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5E0A7-E9F5-49C5-8C46-5CF53746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A65FB-E63A-4313-BC39-420C8C47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26FFB-3294-4BCB-9F08-D0F7057B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ACD33-7360-40BA-9626-DBA13350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DC5AC-89D1-45C3-A4E6-B7340EBF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5AFD7-B85F-4F8F-B743-8B954FF6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98A68-DB45-483F-98D5-A0C7E26B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168DB2-EEB8-436C-B0D9-DE24CE33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7304E-733D-4CA8-A038-996B2978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D62A3E-3AC2-4E07-A588-63810B37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9830A5-6DFE-444B-BA55-679E24C2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1622738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5D6CB-3D85-4660-8FCD-B6FB24D5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53547-9965-4B2D-B8C5-375A91DB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E954A-FB83-4E89-A357-B69DA5C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1301A-71E4-4D6C-B094-7629B8DB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F3AA8-1CAD-467A-A9C9-83300A8D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Synthetic-camera model vs Programmer's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4B408-904E-47D3-9A2D-2336A9B5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43449-BDF4-423B-99F7-F7774D8E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EEAD9-6BBD-4D18-8FCE-E84E886E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Synthetic-camera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8813F-6A0A-4A82-9B0C-DF6A3ED2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Programmer's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48CD3-E648-48A4-8E66-265C618D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18374-D328-409B-8A9F-ADD3701B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40A83-76EC-46C9-8841-4F52638D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738D4-D9AE-492C-94ED-2DC2F2CC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B0D7B-3E9E-49CA-92F6-B568DDB8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CEFB3-CD28-41DB-95D2-A49F19D7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C5593-7C64-4EF3-A093-BDA250F0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2DAE2-5AD8-41F6-853D-9D064E3B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81446-1F67-42B5-9DA2-9D17E396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7F5D6-D169-4BA4-80A7-B502A31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1AC7EF-E57B-4895-B333-EFC3D02A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D2FC2-AD11-45D4-842A-45EC6B44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16AFD-0AED-4839-B520-8FFC191F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592A37-3C30-4C03-BC0C-E24BAB8F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62E951-CF62-4C0F-BDE2-B27688FC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BFD69-128F-406E-BA95-34233695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92535157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7764BD-FE60-4AC5-B04D-C40F58C5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EE6E1-73B2-439D-BB2C-223F8DF0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E0782-3F93-4BA6-87E0-9521122B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1DDFE-1CA0-43A8-B1FA-61E93032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2BCE6-E886-46D5-9484-26674130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Programmer's interface: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7B424-9421-43D9-8A4C-E22C43DE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04456-235A-4CAF-8DCD-9C3CACFA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540E8-2771-44B3-8890-D7CAB8F8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748AD-F14A-4D48-A6E8-37F6C51F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AE207-B934-447B-B186-C589D8B3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D8F07-83C0-4F3B-8D32-D7F94C6B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7E292-2AC4-4250-80A4-326D3959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C449C-008F-4A6E-9371-2BE987F8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0225E-1E85-4C73-A300-392FD254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71AAC-5DC1-47C5-8E3D-FDEB7513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251E3-5FD7-4C85-B8B4-03EEE97C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C4ACA-4C52-4E3D-AB8C-9DCE9F86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2E261-09BA-4942-892E-D1E7E213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83EFA-FB44-4890-958A-24B5B91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B55A1-EE77-4220-95DF-3CD46734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5BC4E-27E7-421D-ADF1-71D77D3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069BA-D410-47C5-BE54-7BAD33D3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672C4-51D6-4321-BFCB-D2FEF481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CEC48-9E72-46FC-A554-76709E69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92426-9E8C-4A01-98A2-A68EAF02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2D681-5DD6-4F41-943D-013CF107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477C8-EC81-4B7C-9D7E-7401AE6C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88F471-8931-4C8C-9051-81B867D0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61F11A-EF2B-4E40-92C7-D8B3EFF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8980F3-DA53-40D3-93A3-D8EB72CA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D45E6-AB84-4EBD-9F82-2CA3AA97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programmer's interface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2582736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7243C-2044-4A1F-95BA-0B7639CC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AA412-096E-44B5-9DD4-3600CD06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1: Graphics Systems and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13864-1777-46C3-AC49-7DC7F458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CC32E-E919-439B-8B63-0476D761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C5E19-E469-4482-81EB-749223B7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48B86-19D0-4DFB-A71A-85485B40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828"/>
                </a:solidFill>
              </a:defRPr>
            </a:pPr>
            <a:r>
              <a:rPr sz="2025" b="0">
                <a:solidFill>
                  <a:srgbClr val="101828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FC623-E46E-4AAF-B217-A9F2F7AD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24664-2BA2-483F-9AD3-1C2F24DE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9DEF5-9EEF-41BD-B8F0-31854B2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AB591-10A4-4BDF-BF36-587ECBAF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907E1-FA23-481E-BD5B-3AB10CA6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A3AF2-4081-44DA-97AA-E89EAAA9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055793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2026-08-24T06:04:42.6100000Z</dcterms:created>
  <dcterms:modified xsi:type="dcterms:W3CDTF">2026-08-24T06:04:42.6100000Z</dcterms:modified>
</coreProperties>
</file>