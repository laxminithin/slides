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d999a80d3437b" /><Relationship Type="http://schemas.openxmlformats.org/officeDocument/2006/relationships/extended-properties" Target="/docProps/app.xml" Id="Rac03b0a59a6e4829" /><Relationship Type="http://schemas.openxmlformats.org/officeDocument/2006/relationships/officeDocument" Target="/ppt/presentation.xml" Id="Rc28cf7f784634c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f9cfe8317d4927"/>
  </p:sldMasterIdLst>
  <p:notesMasterIdLst>
    <p:notesMasterId xmlns:r="http://schemas.openxmlformats.org/officeDocument/2006/relationships" r:id="R05cb613a38714236"/>
  </p:notesMasterIdLst>
  <p:sldIdLst>
    <p:sldId xmlns:r="http://schemas.openxmlformats.org/officeDocument/2006/relationships" id="256" r:id="R63136bf77ac74009"/>
    <p:sldId xmlns:r="http://schemas.openxmlformats.org/officeDocument/2006/relationships" id="257" r:id="R95ff0413a9504b0e"/>
    <p:sldId xmlns:r="http://schemas.openxmlformats.org/officeDocument/2006/relationships" id="258" r:id="R53e657f3140a42ce"/>
    <p:sldId xmlns:r="http://schemas.openxmlformats.org/officeDocument/2006/relationships" id="259" r:id="R2a6ced9f14de49c4"/>
    <p:sldId xmlns:r="http://schemas.openxmlformats.org/officeDocument/2006/relationships" id="260" r:id="R3332f04a95d14992"/>
    <p:sldId xmlns:r="http://schemas.openxmlformats.org/officeDocument/2006/relationships" id="261" r:id="R4334425572b5463a"/>
    <p:sldId xmlns:r="http://schemas.openxmlformats.org/officeDocument/2006/relationships" id="262" r:id="Rd550deab55a54ed1"/>
    <p:sldId xmlns:r="http://schemas.openxmlformats.org/officeDocument/2006/relationships" id="263" r:id="R401f4efffcc6495b"/>
    <p:sldId xmlns:r="http://schemas.openxmlformats.org/officeDocument/2006/relationships" id="264" r:id="R6ceb89f195a843ab"/>
    <p:sldId xmlns:r="http://schemas.openxmlformats.org/officeDocument/2006/relationships" id="265" r:id="R086ef808a7784082"/>
    <p:sldId xmlns:r="http://schemas.openxmlformats.org/officeDocument/2006/relationships" id="266" r:id="Rad5030c61ca34029"/>
    <p:sldId xmlns:r="http://schemas.openxmlformats.org/officeDocument/2006/relationships" id="267" r:id="R4fefd7cd808a4f4d"/>
    <p:sldId xmlns:r="http://schemas.openxmlformats.org/officeDocument/2006/relationships" id="268" r:id="Rae12a4c3b3d84ab5"/>
    <p:sldId xmlns:r="http://schemas.openxmlformats.org/officeDocument/2006/relationships" id="269" r:id="Rb6c10c9a5ed1413a"/>
    <p:sldId xmlns:r="http://schemas.openxmlformats.org/officeDocument/2006/relationships" id="270" r:id="Rf07b03c271374f8b"/>
    <p:sldId xmlns:r="http://schemas.openxmlformats.org/officeDocument/2006/relationships" id="271" r:id="R4c1d379656684ced"/>
    <p:sldId xmlns:r="http://schemas.openxmlformats.org/officeDocument/2006/relationships" id="272" r:id="Ra3c36a3bd8bc4e17"/>
    <p:sldId xmlns:r="http://schemas.openxmlformats.org/officeDocument/2006/relationships" id="273" r:id="R48c46d12e0084bd8"/>
    <p:sldId xmlns:r="http://schemas.openxmlformats.org/officeDocument/2006/relationships" id="274" r:id="R61193972745b4d1f"/>
    <p:sldId xmlns:r="http://schemas.openxmlformats.org/officeDocument/2006/relationships" id="275" r:id="Rd2f3929bb1d94d2b"/>
    <p:sldId xmlns:r="http://schemas.openxmlformats.org/officeDocument/2006/relationships" id="276" r:id="R2f9eefeff9f8476b"/>
    <p:sldId xmlns:r="http://schemas.openxmlformats.org/officeDocument/2006/relationships" id="277" r:id="R30c8ed1395f64741"/>
    <p:sldId xmlns:r="http://schemas.openxmlformats.org/officeDocument/2006/relationships" id="278" r:id="Rcc0c20567ed643b6"/>
    <p:sldId xmlns:r="http://schemas.openxmlformats.org/officeDocument/2006/relationships" id="279" r:id="R76d6cf0af4084eb3"/>
    <p:sldId xmlns:r="http://schemas.openxmlformats.org/officeDocument/2006/relationships" id="280" r:id="Rb1b7a3a7e1e84e98"/>
    <p:sldId xmlns:r="http://schemas.openxmlformats.org/officeDocument/2006/relationships" id="281" r:id="R784285029f284813"/>
    <p:sldId xmlns:r="http://schemas.openxmlformats.org/officeDocument/2006/relationships" id="282" r:id="R959fad9d01e040e1"/>
    <p:sldId xmlns:r="http://schemas.openxmlformats.org/officeDocument/2006/relationships" id="283" r:id="R71ad1f440e3f4866"/>
    <p:sldId xmlns:r="http://schemas.openxmlformats.org/officeDocument/2006/relationships" id="284" r:id="R24fcfab3b36742fd"/>
    <p:sldId xmlns:r="http://schemas.openxmlformats.org/officeDocument/2006/relationships" id="285" r:id="R9f0e41333a98497f"/>
    <p:sldId xmlns:r="http://schemas.openxmlformats.org/officeDocument/2006/relationships" id="286" r:id="Ree1ef8f7fab04a9d"/>
    <p:sldId xmlns:r="http://schemas.openxmlformats.org/officeDocument/2006/relationships" id="287" r:id="Rb4fb76f907634aef"/>
    <p:sldId xmlns:r="http://schemas.openxmlformats.org/officeDocument/2006/relationships" id="288" r:id="Rb62c52c374054b63"/>
    <p:sldId xmlns:r="http://schemas.openxmlformats.org/officeDocument/2006/relationships" id="289" r:id="R7d06d62dadf04daa"/>
    <p:sldId xmlns:r="http://schemas.openxmlformats.org/officeDocument/2006/relationships" id="290" r:id="R885b7ca1f78d44c5"/>
    <p:sldId xmlns:r="http://schemas.openxmlformats.org/officeDocument/2006/relationships" id="291" r:id="Re8c728519c8b4d57"/>
    <p:sldId xmlns:r="http://schemas.openxmlformats.org/officeDocument/2006/relationships" id="292" r:id="Rc0d4d51cf26c4906"/>
    <p:sldId xmlns:r="http://schemas.openxmlformats.org/officeDocument/2006/relationships" id="293" r:id="R2a52b8f747f04d39"/>
    <p:sldId xmlns:r="http://schemas.openxmlformats.org/officeDocument/2006/relationships" id="294" r:id="Rc827a42523204795"/>
    <p:sldId xmlns:r="http://schemas.openxmlformats.org/officeDocument/2006/relationships" id="295" r:id="R40b44c96ba324836"/>
    <p:sldId xmlns:r="http://schemas.openxmlformats.org/officeDocument/2006/relationships" id="296" r:id="Rc9cbff52a7fc4f69"/>
    <p:sldId xmlns:r="http://schemas.openxmlformats.org/officeDocument/2006/relationships" id="297" r:id="R0201bf3ba31c470a"/>
    <p:sldId xmlns:r="http://schemas.openxmlformats.org/officeDocument/2006/relationships" id="298" r:id="R0e226ba40ad34297"/>
    <p:sldId xmlns:r="http://schemas.openxmlformats.org/officeDocument/2006/relationships" id="299" r:id="R10a45c64187d4a45"/>
    <p:sldId xmlns:r="http://schemas.openxmlformats.org/officeDocument/2006/relationships" id="300" r:id="Rdd15a7405b084c94"/>
    <p:sldId xmlns:r="http://schemas.openxmlformats.org/officeDocument/2006/relationships" id="301" r:id="Rc44c436aa02a4e28"/>
    <p:sldId xmlns:r="http://schemas.openxmlformats.org/officeDocument/2006/relationships" id="302" r:id="R07d22416bd304d1c"/>
    <p:sldId xmlns:r="http://schemas.openxmlformats.org/officeDocument/2006/relationships" id="303" r:id="Rf0ad6c9e13da4c4a"/>
    <p:sldId xmlns:r="http://schemas.openxmlformats.org/officeDocument/2006/relationships" id="304" r:id="R3d7877b0145645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8d2c573ea4e3e" /><Relationship Type="http://schemas.openxmlformats.org/officeDocument/2006/relationships/slideMaster" Target="/ppt/slideMasters/slideMaster1.xml" Id="R23f9cfe8317d4927" /><Relationship Type="http://schemas.openxmlformats.org/officeDocument/2006/relationships/notesMaster" Target="/ppt/notesMasters/notesMaster1.xml" Id="R05cb613a38714236" /><Relationship Type="http://schemas.openxmlformats.org/officeDocument/2006/relationships/presProps" Target="/ppt/presProps.xml" Id="Rccb987c4d1f846da" /><Relationship Type="http://schemas.openxmlformats.org/officeDocument/2006/relationships/tableStyles" Target="/ppt/tableStyles.xml" Id="R0f2d8f6670ee4161" /><Relationship Type="http://schemas.openxmlformats.org/officeDocument/2006/relationships/slide" Target="/ppt/slides/slide1.xml" Id="R63136bf77ac74009" /><Relationship Type="http://schemas.openxmlformats.org/officeDocument/2006/relationships/slide" Target="/ppt/slides/slide2.xml" Id="R95ff0413a9504b0e" /><Relationship Type="http://schemas.openxmlformats.org/officeDocument/2006/relationships/slide" Target="/ppt/slides/slide3.xml" Id="R53e657f3140a42ce" /><Relationship Type="http://schemas.openxmlformats.org/officeDocument/2006/relationships/slide" Target="/ppt/slides/slide4.xml" Id="R2a6ced9f14de49c4" /><Relationship Type="http://schemas.openxmlformats.org/officeDocument/2006/relationships/slide" Target="/ppt/slides/slide5.xml" Id="R3332f04a95d14992" /><Relationship Type="http://schemas.openxmlformats.org/officeDocument/2006/relationships/slide" Target="/ppt/slides/slide6.xml" Id="R4334425572b5463a" /><Relationship Type="http://schemas.openxmlformats.org/officeDocument/2006/relationships/slide" Target="/ppt/slides/slide7.xml" Id="Rd550deab55a54ed1" /><Relationship Type="http://schemas.openxmlformats.org/officeDocument/2006/relationships/slide" Target="/ppt/slides/slide8.xml" Id="R401f4efffcc6495b" /><Relationship Type="http://schemas.openxmlformats.org/officeDocument/2006/relationships/slide" Target="/ppt/slides/slide9.xml" Id="R6ceb89f195a843ab" /><Relationship Type="http://schemas.openxmlformats.org/officeDocument/2006/relationships/slide" Target="/ppt/slides/slide10.xml" Id="R086ef808a7784082" /><Relationship Type="http://schemas.openxmlformats.org/officeDocument/2006/relationships/slide" Target="/ppt/slides/slide11.xml" Id="Rad5030c61ca34029" /><Relationship Type="http://schemas.openxmlformats.org/officeDocument/2006/relationships/slide" Target="/ppt/slides/slide12.xml" Id="R4fefd7cd808a4f4d" /><Relationship Type="http://schemas.openxmlformats.org/officeDocument/2006/relationships/slide" Target="/ppt/slides/slide13.xml" Id="Rae12a4c3b3d84ab5" /><Relationship Type="http://schemas.openxmlformats.org/officeDocument/2006/relationships/slide" Target="/ppt/slides/slide14.xml" Id="Rb6c10c9a5ed1413a" /><Relationship Type="http://schemas.openxmlformats.org/officeDocument/2006/relationships/slide" Target="/ppt/slides/slide15.xml" Id="Rf07b03c271374f8b" /><Relationship Type="http://schemas.openxmlformats.org/officeDocument/2006/relationships/slide" Target="/ppt/slides/slide16.xml" Id="R4c1d379656684ced" /><Relationship Type="http://schemas.openxmlformats.org/officeDocument/2006/relationships/slide" Target="/ppt/slides/slide17.xml" Id="Ra3c36a3bd8bc4e17" /><Relationship Type="http://schemas.openxmlformats.org/officeDocument/2006/relationships/slide" Target="/ppt/slides/slide18.xml" Id="R48c46d12e0084bd8" /><Relationship Type="http://schemas.openxmlformats.org/officeDocument/2006/relationships/slide" Target="/ppt/slides/slide19.xml" Id="R61193972745b4d1f" /><Relationship Type="http://schemas.openxmlformats.org/officeDocument/2006/relationships/slide" Target="/ppt/slides/slide20.xml" Id="Rd2f3929bb1d94d2b" /><Relationship Type="http://schemas.openxmlformats.org/officeDocument/2006/relationships/slide" Target="/ppt/slides/slide21.xml" Id="R2f9eefeff9f8476b" /><Relationship Type="http://schemas.openxmlformats.org/officeDocument/2006/relationships/slide" Target="/ppt/slides/slide22.xml" Id="R30c8ed1395f64741" /><Relationship Type="http://schemas.openxmlformats.org/officeDocument/2006/relationships/slide" Target="/ppt/slides/slide23.xml" Id="Rcc0c20567ed643b6" /><Relationship Type="http://schemas.openxmlformats.org/officeDocument/2006/relationships/slide" Target="/ppt/slides/slide24.xml" Id="R76d6cf0af4084eb3" /><Relationship Type="http://schemas.openxmlformats.org/officeDocument/2006/relationships/slide" Target="/ppt/slides/slide25.xml" Id="Rb1b7a3a7e1e84e98" /><Relationship Type="http://schemas.openxmlformats.org/officeDocument/2006/relationships/slide" Target="/ppt/slides/slide26.xml" Id="R784285029f284813" /><Relationship Type="http://schemas.openxmlformats.org/officeDocument/2006/relationships/slide" Target="/ppt/slides/slide27.xml" Id="R959fad9d01e040e1" /><Relationship Type="http://schemas.openxmlformats.org/officeDocument/2006/relationships/slide" Target="/ppt/slides/slide28.xml" Id="R71ad1f440e3f4866" /><Relationship Type="http://schemas.openxmlformats.org/officeDocument/2006/relationships/slide" Target="/ppt/slides/slide29.xml" Id="R24fcfab3b36742fd" /><Relationship Type="http://schemas.openxmlformats.org/officeDocument/2006/relationships/slide" Target="/ppt/slides/slide30.xml" Id="R9f0e41333a98497f" /><Relationship Type="http://schemas.openxmlformats.org/officeDocument/2006/relationships/slide" Target="/ppt/slides/slide31.xml" Id="Ree1ef8f7fab04a9d" /><Relationship Type="http://schemas.openxmlformats.org/officeDocument/2006/relationships/slide" Target="/ppt/slides/slide32.xml" Id="Rb4fb76f907634aef" /><Relationship Type="http://schemas.openxmlformats.org/officeDocument/2006/relationships/slide" Target="/ppt/slides/slide33.xml" Id="Rb62c52c374054b63" /><Relationship Type="http://schemas.openxmlformats.org/officeDocument/2006/relationships/slide" Target="/ppt/slides/slide34.xml" Id="R7d06d62dadf04daa" /><Relationship Type="http://schemas.openxmlformats.org/officeDocument/2006/relationships/slide" Target="/ppt/slides/slide35.xml" Id="R885b7ca1f78d44c5" /><Relationship Type="http://schemas.openxmlformats.org/officeDocument/2006/relationships/slide" Target="/ppt/slides/slide36.xml" Id="Re8c728519c8b4d57" /><Relationship Type="http://schemas.openxmlformats.org/officeDocument/2006/relationships/slide" Target="/ppt/slides/slide37.xml" Id="Rc0d4d51cf26c4906" /><Relationship Type="http://schemas.openxmlformats.org/officeDocument/2006/relationships/slide" Target="/ppt/slides/slide38.xml" Id="R2a52b8f747f04d39" /><Relationship Type="http://schemas.openxmlformats.org/officeDocument/2006/relationships/slide" Target="/ppt/slides/slide39.xml" Id="Rc827a42523204795" /><Relationship Type="http://schemas.openxmlformats.org/officeDocument/2006/relationships/slide" Target="/ppt/slides/slide40.xml" Id="R40b44c96ba324836" /><Relationship Type="http://schemas.openxmlformats.org/officeDocument/2006/relationships/slide" Target="/ppt/slides/slide41.xml" Id="Rc9cbff52a7fc4f69" /><Relationship Type="http://schemas.openxmlformats.org/officeDocument/2006/relationships/slide" Target="/ppt/slides/slide42.xml" Id="R0201bf3ba31c470a" /><Relationship Type="http://schemas.openxmlformats.org/officeDocument/2006/relationships/slide" Target="/ppt/slides/slide43.xml" Id="R0e226ba40ad34297" /><Relationship Type="http://schemas.openxmlformats.org/officeDocument/2006/relationships/slide" Target="/ppt/slides/slide44.xml" Id="R10a45c64187d4a45" /><Relationship Type="http://schemas.openxmlformats.org/officeDocument/2006/relationships/slide" Target="/ppt/slides/slide45.xml" Id="Rdd15a7405b084c94" /><Relationship Type="http://schemas.openxmlformats.org/officeDocument/2006/relationships/slide" Target="/ppt/slides/slide46.xml" Id="Rc44c436aa02a4e28" /><Relationship Type="http://schemas.openxmlformats.org/officeDocument/2006/relationships/slide" Target="/ppt/slides/slide47.xml" Id="R07d22416bd304d1c" /><Relationship Type="http://schemas.openxmlformats.org/officeDocument/2006/relationships/slide" Target="/ppt/slides/slide48.xml" Id="Rf0ad6c9e13da4c4a" /><Relationship Type="http://schemas.openxmlformats.org/officeDocument/2006/relationships/slide" Target="/ppt/slides/slide49.xml" Id="R3d7877b01456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e544341ae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864e3dd9be4ac5" /><Relationship Type="http://schemas.openxmlformats.org/officeDocument/2006/relationships/notesMaster" Target="/ppt/notesMasters/notesMaster1.xml" Id="R35a47ea395b2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91c1145d549a4" /><Relationship Type="http://schemas.openxmlformats.org/officeDocument/2006/relationships/notesMaster" Target="/ppt/notesMasters/notesMaster1.xml" Id="R68ecb547c5c9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2f754ab6a64e17" /><Relationship Type="http://schemas.openxmlformats.org/officeDocument/2006/relationships/notesMaster" Target="/ppt/notesMasters/notesMaster1.xml" Id="R2f2414ba68e4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8e12dce394f44" /><Relationship Type="http://schemas.openxmlformats.org/officeDocument/2006/relationships/notesMaster" Target="/ppt/notesMasters/notesMaster1.xml" Id="Re0f8615782fb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e2b4b34d594d94" /><Relationship Type="http://schemas.openxmlformats.org/officeDocument/2006/relationships/notesMaster" Target="/ppt/notesMasters/notesMaster1.xml" Id="Rf40ba32e9036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eb94a56b944d20" /><Relationship Type="http://schemas.openxmlformats.org/officeDocument/2006/relationships/notesMaster" Target="/ppt/notesMasters/notesMaster1.xml" Id="R85792fe2b68c4d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86b2b806124013" /><Relationship Type="http://schemas.openxmlformats.org/officeDocument/2006/relationships/notesMaster" Target="/ppt/notesMasters/notesMaster1.xml" Id="R933186006133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3f994b855e48c0" /><Relationship Type="http://schemas.openxmlformats.org/officeDocument/2006/relationships/notesMaster" Target="/ppt/notesMasters/notesMaster1.xml" Id="Re1a5d3e367c449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df721bf1604280" /><Relationship Type="http://schemas.openxmlformats.org/officeDocument/2006/relationships/notesMaster" Target="/ppt/notesMasters/notesMaster1.xml" Id="Rc382f6d6aa41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a278bee3d64880" /><Relationship Type="http://schemas.openxmlformats.org/officeDocument/2006/relationships/notesMaster" Target="/ppt/notesMasters/notesMaster1.xml" Id="R756916693c5942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dbd7d135ce4cb8" /><Relationship Type="http://schemas.openxmlformats.org/officeDocument/2006/relationships/notesMaster" Target="/ppt/notesMasters/notesMaster1.xml" Id="R8295180902fe49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80669617ac4b7d" /><Relationship Type="http://schemas.openxmlformats.org/officeDocument/2006/relationships/notesMaster" Target="/ppt/notesMasters/notesMaster1.xml" Id="R41b2a6f653284d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be93eec0ca4c6d" /><Relationship Type="http://schemas.openxmlformats.org/officeDocument/2006/relationships/notesMaster" Target="/ppt/notesMasters/notesMaster1.xml" Id="R88030f6ee5d040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a4f5fb15064464" /><Relationship Type="http://schemas.openxmlformats.org/officeDocument/2006/relationships/notesMaster" Target="/ppt/notesMasters/notesMaster1.xml" Id="R4d98be7b61394d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e845e75f3f4e50" /><Relationship Type="http://schemas.openxmlformats.org/officeDocument/2006/relationships/notesMaster" Target="/ppt/notesMasters/notesMaster1.xml" Id="R0947ec42c7e34b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6c3de6da164e6b" /><Relationship Type="http://schemas.openxmlformats.org/officeDocument/2006/relationships/notesMaster" Target="/ppt/notesMasters/notesMaster1.xml" Id="R99e8a23a81c04a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840b4be1a34f35" /><Relationship Type="http://schemas.openxmlformats.org/officeDocument/2006/relationships/notesMaster" Target="/ppt/notesMasters/notesMaster1.xml" Id="R7932d8f71abe4d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d5b9b8399a47fb" /><Relationship Type="http://schemas.openxmlformats.org/officeDocument/2006/relationships/notesMaster" Target="/ppt/notesMasters/notesMaster1.xml" Id="Rf6b5859ad786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f96a49ade24cc8" /><Relationship Type="http://schemas.openxmlformats.org/officeDocument/2006/relationships/notesMaster" Target="/ppt/notesMasters/notesMaster1.xml" Id="R96cbe2590e7948d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85cc28bbce42f6" /><Relationship Type="http://schemas.openxmlformats.org/officeDocument/2006/relationships/notesMaster" Target="/ppt/notesMasters/notesMaster1.xml" Id="R7574e9bb6a7949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d36d3e87144dbc" /><Relationship Type="http://schemas.openxmlformats.org/officeDocument/2006/relationships/notesMaster" Target="/ppt/notesMasters/notesMaster1.xml" Id="Rbc043c13365a40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9a7ddc47e614116" /><Relationship Type="http://schemas.openxmlformats.org/officeDocument/2006/relationships/notesMaster" Target="/ppt/notesMasters/notesMaster1.xml" Id="R03564f562bf944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9fcc76f7bdf445b" /><Relationship Type="http://schemas.openxmlformats.org/officeDocument/2006/relationships/notesMaster" Target="/ppt/notesMasters/notesMaster1.xml" Id="Rcf6e90d34bc14f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97972893a6457f" /><Relationship Type="http://schemas.openxmlformats.org/officeDocument/2006/relationships/notesMaster" Target="/ppt/notesMasters/notesMaster1.xml" Id="R4910eeccb5d24f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4c92f7c61495e" /><Relationship Type="http://schemas.openxmlformats.org/officeDocument/2006/relationships/notesMaster" Target="/ppt/notesMasters/notesMaster1.xml" Id="Rcf7ef858f4654b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121e074b7c4cbe" /><Relationship Type="http://schemas.openxmlformats.org/officeDocument/2006/relationships/notesMaster" Target="/ppt/notesMasters/notesMaster1.xml" Id="R0c721b016851491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8987f28ffd4868" /><Relationship Type="http://schemas.openxmlformats.org/officeDocument/2006/relationships/notesMaster" Target="/ppt/notesMasters/notesMaster1.xml" Id="R93930377481449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fbba46187b84deb" /><Relationship Type="http://schemas.openxmlformats.org/officeDocument/2006/relationships/notesMaster" Target="/ppt/notesMasters/notesMaster1.xml" Id="Rbc4491b47ccf4c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56e2a8d97e41d9" /><Relationship Type="http://schemas.openxmlformats.org/officeDocument/2006/relationships/notesMaster" Target="/ppt/notesMasters/notesMaster1.xml" Id="Rf1ec0fb7b41b45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fbcf7e5c6d47fb" /><Relationship Type="http://schemas.openxmlformats.org/officeDocument/2006/relationships/notesMaster" Target="/ppt/notesMasters/notesMaster1.xml" Id="Rfcf3bb5d01ea48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38378345a2d4a58" /><Relationship Type="http://schemas.openxmlformats.org/officeDocument/2006/relationships/notesMaster" Target="/ppt/notesMasters/notesMaster1.xml" Id="R2a1303ea458342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d501df7a574fb2" /><Relationship Type="http://schemas.openxmlformats.org/officeDocument/2006/relationships/notesMaster" Target="/ppt/notesMasters/notesMaster1.xml" Id="Rc6b34f59277842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f3c49f7d7c42bf" /><Relationship Type="http://schemas.openxmlformats.org/officeDocument/2006/relationships/notesMaster" Target="/ppt/notesMasters/notesMaster1.xml" Id="R67054bf407424d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8b893a6a11c419f" /><Relationship Type="http://schemas.openxmlformats.org/officeDocument/2006/relationships/notesMaster" Target="/ppt/notesMasters/notesMaster1.xml" Id="R4e367b27f36247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39045c8a8243aa" /><Relationship Type="http://schemas.openxmlformats.org/officeDocument/2006/relationships/notesMaster" Target="/ppt/notesMasters/notesMaster1.xml" Id="R0a56199d9173484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cba014c9204797" /><Relationship Type="http://schemas.openxmlformats.org/officeDocument/2006/relationships/notesMaster" Target="/ppt/notesMasters/notesMaster1.xml" Id="R032be38e33d049c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be42ba12f304219" /><Relationship Type="http://schemas.openxmlformats.org/officeDocument/2006/relationships/notesMaster" Target="/ppt/notesMasters/notesMaster1.xml" Id="R76a0d0b092d948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724bb6b9704a41" /><Relationship Type="http://schemas.openxmlformats.org/officeDocument/2006/relationships/notesMaster" Target="/ppt/notesMasters/notesMaster1.xml" Id="R4a54e1eebd904c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59dfa04982f4dcd" /><Relationship Type="http://schemas.openxmlformats.org/officeDocument/2006/relationships/notesMaster" Target="/ppt/notesMasters/notesMaster1.xml" Id="Rf861974e6d9b403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e6a4b29c0044c4b" /><Relationship Type="http://schemas.openxmlformats.org/officeDocument/2006/relationships/notesMaster" Target="/ppt/notesMasters/notesMaster1.xml" Id="Rf5231817d8d44b6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c7a3a00ea234674" /><Relationship Type="http://schemas.openxmlformats.org/officeDocument/2006/relationships/notesMaster" Target="/ppt/notesMasters/notesMaster1.xml" Id="Rb4427480408f44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93756fe37d44152" /><Relationship Type="http://schemas.openxmlformats.org/officeDocument/2006/relationships/notesMaster" Target="/ppt/notesMasters/notesMaster1.xml" Id="R087af2207bc94ef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0ce078329b42cc" /><Relationship Type="http://schemas.openxmlformats.org/officeDocument/2006/relationships/notesMaster" Target="/ppt/notesMasters/notesMaster1.xml" Id="R83361a0b25804c7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90fe3174e3f487a" /><Relationship Type="http://schemas.openxmlformats.org/officeDocument/2006/relationships/notesMaster" Target="/ppt/notesMasters/notesMaster1.xml" Id="Rbc8654461771415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c46d8d05e114a62" /><Relationship Type="http://schemas.openxmlformats.org/officeDocument/2006/relationships/notesMaster" Target="/ppt/notesMasters/notesMaster1.xml" Id="Re63bdef99bee40d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8818e4964514259" /><Relationship Type="http://schemas.openxmlformats.org/officeDocument/2006/relationships/notesMaster" Target="/ppt/notesMasters/notesMaster1.xml" Id="R43f44dcb66164bc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90fab0d94d04baf" /><Relationship Type="http://schemas.openxmlformats.org/officeDocument/2006/relationships/notesMaster" Target="/ppt/notesMasters/notesMaster1.xml" Id="Rd1474fb92d3d437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1bcc22ea5fc495f" /><Relationship Type="http://schemas.openxmlformats.org/officeDocument/2006/relationships/notesMaster" Target="/ppt/notesMasters/notesMaster1.xml" Id="R859a836ffa864c9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8f963543ee840c5" /><Relationship Type="http://schemas.openxmlformats.org/officeDocument/2006/relationships/notesMaster" Target="/ppt/notesMasters/notesMaster1.xml" Id="R0f4dde2d3ace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5558b8f0f4a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588549b094602" /><Relationship Type="http://schemas.openxmlformats.org/officeDocument/2006/relationships/slideLayout" Target="/ppt/slideLayouts/slideLayout1.xml" Id="R101662240abc4b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662240abc4b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2e9be0703479e" /><Relationship Type="http://schemas.openxmlformats.org/officeDocument/2006/relationships/notesSlide" Target="/ppt/notesSlides/notesSlide1.xml" Id="Rafe4dee19e07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4ed31fc24326" /><Relationship Type="http://schemas.openxmlformats.org/officeDocument/2006/relationships/notesSlide" Target="/ppt/notesSlides/notesSlide2.xml" Id="R204be96ae807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66302f6e45ef" /><Relationship Type="http://schemas.openxmlformats.org/officeDocument/2006/relationships/notesSlide" Target="/ppt/notesSlides/notesSlide3.xml" Id="R46b5530f011a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ea28e87e943f3" /><Relationship Type="http://schemas.openxmlformats.org/officeDocument/2006/relationships/notesSlide" Target="/ppt/notesSlides/notesSlide4.xml" Id="R2a69af70bba0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267bc569f4dbb" /><Relationship Type="http://schemas.openxmlformats.org/officeDocument/2006/relationships/notesSlide" Target="/ppt/notesSlides/notesSlide5.xml" Id="R8fa3b195e43846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9fa9e8491453f" /><Relationship Type="http://schemas.openxmlformats.org/officeDocument/2006/relationships/notesSlide" Target="/ppt/notesSlides/notesSlide6.xml" Id="Ra1270db62929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28a5a0e86433d" /><Relationship Type="http://schemas.openxmlformats.org/officeDocument/2006/relationships/notesSlide" Target="/ppt/notesSlides/notesSlide7.xml" Id="Rcb533ef4f9d6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a72b6e1ef4111" /><Relationship Type="http://schemas.openxmlformats.org/officeDocument/2006/relationships/notesSlide" Target="/ppt/notesSlides/notesSlide8.xml" Id="R340797a0246440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07530a19c4b67" /><Relationship Type="http://schemas.openxmlformats.org/officeDocument/2006/relationships/notesSlide" Target="/ppt/notesSlides/notesSlide9.xml" Id="R54a64d13a28741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d27f8d0c34709" /><Relationship Type="http://schemas.openxmlformats.org/officeDocument/2006/relationships/notesSlide" Target="/ppt/notesSlides/notesSlide10.xml" Id="R64dd22a107a54e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263ac6c3b4af0" /><Relationship Type="http://schemas.openxmlformats.org/officeDocument/2006/relationships/notesSlide" Target="/ppt/notesSlides/notesSlide11.xml" Id="R41605fa96d1143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c259bbff745e5" /><Relationship Type="http://schemas.openxmlformats.org/officeDocument/2006/relationships/notesSlide" Target="/ppt/notesSlides/notesSlide12.xml" Id="Rd2bf9f7fd3574e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24a002fef431c" /><Relationship Type="http://schemas.openxmlformats.org/officeDocument/2006/relationships/notesSlide" Target="/ppt/notesSlides/notesSlide13.xml" Id="Rb960197173ee44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bab002d994796" /><Relationship Type="http://schemas.openxmlformats.org/officeDocument/2006/relationships/notesSlide" Target="/ppt/notesSlides/notesSlide14.xml" Id="R129d1023153a46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e7211ed3246fa" /><Relationship Type="http://schemas.openxmlformats.org/officeDocument/2006/relationships/notesSlide" Target="/ppt/notesSlides/notesSlide15.xml" Id="R37c2222602fa4f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a94627f1e4a55" /><Relationship Type="http://schemas.openxmlformats.org/officeDocument/2006/relationships/notesSlide" Target="/ppt/notesSlides/notesSlide16.xml" Id="Re56a96cc861244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a179af8414a8c" /><Relationship Type="http://schemas.openxmlformats.org/officeDocument/2006/relationships/notesSlide" Target="/ppt/notesSlides/notesSlide17.xml" Id="R75d48010f5364b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5d687ef4245ec" /><Relationship Type="http://schemas.openxmlformats.org/officeDocument/2006/relationships/notesSlide" Target="/ppt/notesSlides/notesSlide18.xml" Id="R13e9ab458c9b4c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a2b5e2f5146df" /><Relationship Type="http://schemas.openxmlformats.org/officeDocument/2006/relationships/notesSlide" Target="/ppt/notesSlides/notesSlide19.xml" Id="Rc7a59592c8354e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e35a470574cd0" /><Relationship Type="http://schemas.openxmlformats.org/officeDocument/2006/relationships/notesSlide" Target="/ppt/notesSlides/notesSlide20.xml" Id="Rc06e09a6029f47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7a893ff5b47b4" /><Relationship Type="http://schemas.openxmlformats.org/officeDocument/2006/relationships/notesSlide" Target="/ppt/notesSlides/notesSlide21.xml" Id="R0b6f5e4557e84f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c1592296c4138" /><Relationship Type="http://schemas.openxmlformats.org/officeDocument/2006/relationships/notesSlide" Target="/ppt/notesSlides/notesSlide22.xml" Id="R9e397141c5a841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e53b36694077" /><Relationship Type="http://schemas.openxmlformats.org/officeDocument/2006/relationships/notesSlide" Target="/ppt/notesSlides/notesSlide23.xml" Id="R14afac7b76a546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cfa27254d4f16" /><Relationship Type="http://schemas.openxmlformats.org/officeDocument/2006/relationships/notesSlide" Target="/ppt/notesSlides/notesSlide24.xml" Id="Rc5ffa02e2a184d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b41c6bb0249af" /><Relationship Type="http://schemas.openxmlformats.org/officeDocument/2006/relationships/notesSlide" Target="/ppt/notesSlides/notesSlide25.xml" Id="Rd050e9ca8db44d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e15c33fb24857" /><Relationship Type="http://schemas.openxmlformats.org/officeDocument/2006/relationships/notesSlide" Target="/ppt/notesSlides/notesSlide26.xml" Id="R2f7e82d59cb14e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886e52ddb4c82" /><Relationship Type="http://schemas.openxmlformats.org/officeDocument/2006/relationships/notesSlide" Target="/ppt/notesSlides/notesSlide27.xml" Id="Rcc3a5d727f464a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4c2d13cfd4a62" /><Relationship Type="http://schemas.openxmlformats.org/officeDocument/2006/relationships/notesSlide" Target="/ppt/notesSlides/notesSlide28.xml" Id="Rdf2ebc663d9646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843952c91448d" /><Relationship Type="http://schemas.openxmlformats.org/officeDocument/2006/relationships/notesSlide" Target="/ppt/notesSlides/notesSlide29.xml" Id="Rf7ce5a09f1514c7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197be38a7447a" /><Relationship Type="http://schemas.openxmlformats.org/officeDocument/2006/relationships/notesSlide" Target="/ppt/notesSlides/notesSlide30.xml" Id="R34d17dd017ab44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795dccba8441f" /><Relationship Type="http://schemas.openxmlformats.org/officeDocument/2006/relationships/notesSlide" Target="/ppt/notesSlides/notesSlide31.xml" Id="Ra60de660a0c145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b9e2de1904791" /><Relationship Type="http://schemas.openxmlformats.org/officeDocument/2006/relationships/notesSlide" Target="/ppt/notesSlides/notesSlide32.xml" Id="Rebe3d4f92a9c44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c7cf40a734020" /><Relationship Type="http://schemas.openxmlformats.org/officeDocument/2006/relationships/notesSlide" Target="/ppt/notesSlides/notesSlide33.xml" Id="R50e0002b38ad408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80df94cd49d6" /><Relationship Type="http://schemas.openxmlformats.org/officeDocument/2006/relationships/notesSlide" Target="/ppt/notesSlides/notesSlide34.xml" Id="Rdc96a8315fe64d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16ec3f5af4a9b" /><Relationship Type="http://schemas.openxmlformats.org/officeDocument/2006/relationships/notesSlide" Target="/ppt/notesSlides/notesSlide35.xml" Id="R3160787fbeb24cc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e28c09ee8464d" /><Relationship Type="http://schemas.openxmlformats.org/officeDocument/2006/relationships/notesSlide" Target="/ppt/notesSlides/notesSlide36.xml" Id="R9b166c1e555346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01d1a0709430f" /><Relationship Type="http://schemas.openxmlformats.org/officeDocument/2006/relationships/notesSlide" Target="/ppt/notesSlides/notesSlide37.xml" Id="R411d409344444b8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e66b4218d4078" /><Relationship Type="http://schemas.openxmlformats.org/officeDocument/2006/relationships/notesSlide" Target="/ppt/notesSlides/notesSlide38.xml" Id="R1f4bbce8674d4be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99569d5724246" /><Relationship Type="http://schemas.openxmlformats.org/officeDocument/2006/relationships/notesSlide" Target="/ppt/notesSlides/notesSlide39.xml" Id="Re3b7f89843da448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a769c1ed747ad" /><Relationship Type="http://schemas.openxmlformats.org/officeDocument/2006/relationships/notesSlide" Target="/ppt/notesSlides/notesSlide40.xml" Id="R629e6ad187f143e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2119d9a094a87" /><Relationship Type="http://schemas.openxmlformats.org/officeDocument/2006/relationships/notesSlide" Target="/ppt/notesSlides/notesSlide41.xml" Id="R5f6b35a8564f42d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18946121e4838" /><Relationship Type="http://schemas.openxmlformats.org/officeDocument/2006/relationships/notesSlide" Target="/ppt/notesSlides/notesSlide42.xml" Id="R7b5b2c721c3d45f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b51b9176440de" /><Relationship Type="http://schemas.openxmlformats.org/officeDocument/2006/relationships/notesSlide" Target="/ppt/notesSlides/notesSlide43.xml" Id="Ra48e0f2ba226439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ba7075cb2481c" /><Relationship Type="http://schemas.openxmlformats.org/officeDocument/2006/relationships/notesSlide" Target="/ppt/notesSlides/notesSlide44.xml" Id="R3ce4651f9d0f4a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d8965cde4475d" /><Relationship Type="http://schemas.openxmlformats.org/officeDocument/2006/relationships/notesSlide" Target="/ppt/notesSlides/notesSlide45.xml" Id="R284d48229cea42b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7d0526a53491e" /><Relationship Type="http://schemas.openxmlformats.org/officeDocument/2006/relationships/notesSlide" Target="/ppt/notesSlides/notesSlide46.xml" Id="R85afeb83c43248c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dada3b601435c" /><Relationship Type="http://schemas.openxmlformats.org/officeDocument/2006/relationships/notesSlide" Target="/ppt/notesSlides/notesSlide47.xml" Id="Rdf6d9e7c7ee94a2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a235832794d47" /><Relationship Type="http://schemas.openxmlformats.org/officeDocument/2006/relationships/notesSlide" Target="/ppt/notesSlides/notesSlide48.xml" Id="R1f953cf8cb4843c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986a9bc694cbb" /><Relationship Type="http://schemas.openxmlformats.org/officeDocument/2006/relationships/notesSlide" Target="/ppt/notesSlides/notesSlide49.xml" Id="R6c5e848684b64a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518A9-9754-4C58-93ED-4ABAE97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96A2D-C28D-4983-A41D-0CD22042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3AFDB-6D2C-4EBF-BF2A-F56C1FF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B9F08-2ED2-4531-92A9-5AD65C56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2634F-B3A7-4B71-9618-D6550DB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Viewing, Lighting and Shading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2B8F5-A708-4536-8A4E-7C00DBC7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Computer Graphics and Visualization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A09A6-0619-4D38-A928-E6D59A1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D3F9-161E-4FBA-B3AE-0BEDDC3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4E715-7F91-43C5-99D6-CE17965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4EEFC-8251-4DEE-AAEC-80BDD126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FFB1E-1C35-45D0-B8E1-C78EE48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680B3-C747-4F35-82E0-266D4FB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046760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E1A83-C134-452C-97D4-E247D1A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148AA-217A-4C0B-BDF4-A8718355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A59FF-9400-45D0-9455-F2D84D0E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10B98-9179-40C6-8707-2E005E16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080C5-9DCE-4CEC-AD31-4DBB4850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10B2B-B8C8-42ED-8ECD-BC185546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7C67E-C409-4B3B-BE45-FC756FC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DB8DD-CCC1-40E3-AA34-F498940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B91CD-C4EA-4537-B26C-69E82BAD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87C8B-EE3E-436E-93CA-BF4D578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FEB0D-0754-4D7A-8D33-568464C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C2207-A563-4313-B502-081AA910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515C3-7903-4536-84B1-0EBBEE36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11791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AE4C2-0F59-4BEB-9F30-8DBF243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5F1FA-5DC5-4CE3-B140-07346037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359EC-E20F-4789-B2B4-E237E0DA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2CAE5-7B50-4C01-A3A2-480F1C7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6FBD-3D67-42E6-AAE7-AC5A920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8B8C6-C6DE-4518-9A5B-20B516B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752FE-E4CE-4922-B2D3-C858B7F6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Classical and computer viewing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5C980-B0A3-475E-B780-63BA30B9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1E351-B463-4583-90F6-3FDE8131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Viewing with a computer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9CE44-38A2-4938-9797-1C016B73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85D94-8F18-442D-94B7-6EA0A45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Light and matter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E19DF-BC18-47A5-B31E-22B28AE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9BFB6-AE73-40BA-AA8B-BDB16F9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Light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406DE-5674-4CBD-B7EC-E556368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7F9CB-F550-4A8C-8B63-47F63EE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Phong lighting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80F47-7EC8-4034-BE8C-2F48CC7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38594-8866-497E-94E4-F77EC28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Polygonal shading</a:t>
            </a:r>
          </a:p>
        </p:txBody>
      </p:sp>
    </p:spTree>
    <p:extLst>
      <p:ext uri="{BB962C8B-B14F-4D97-AF65-F5344CB8AC3E}">
        <p14:creationId xmlns:p14="http://schemas.microsoft.com/office/powerpoint/2010/main" val="1025694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2405A-EB6F-4719-8093-1CD3F688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30C3F-F734-47FB-8BD2-CC080EC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3DDF2-7D91-4DE6-8DC2-6F45D91C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2F171-83FC-499A-81CD-E265873B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09A18-8959-4019-A82E-138E99D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6929D-A357-4F3A-871A-644F2BE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81413-3D8D-4A76-98BC-948152AB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Classical and computer viewing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18B6F-2564-4293-8EB5-0D3EDD74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3E9BE-6C7D-43DE-9E67-601C15B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FADBE-8E43-44A1-8270-8B8295D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766C4-3FB9-4739-BB91-DAC6B90B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1442C-0C25-44B8-8933-DE38A2A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30214-9E1A-4EAA-A01D-6967CB97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48C6D-E909-46E3-B983-5610ABF6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93F74-1EE2-4B14-A610-D273CC67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5C199-FD33-4A5F-B0ED-D3556605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07881-A6B9-4ABC-918B-A61A0600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CE22D-CB1B-42B7-BBC8-6A2E41AB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classical and computer viewing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76821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410B9-B4D2-4622-AC45-A5BA7BF1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6D1AF-733D-4107-B422-FC64308B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458D4-F7E9-4F9F-B262-996C4744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E131A-739B-43E5-84FA-C75338C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19A35-1F66-444D-A68F-19BF2E32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BD20E-8009-48E2-8E95-0346B435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E55A6-2DC2-4D8D-A436-D06E8B9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75C29-1F39-488F-8631-7DE5D4E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94655-91D8-47FA-9AB7-C9C4A39C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9AFCA-DA77-4545-9610-47B5F81B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03F6A-F4FD-469B-ADDA-364F41A7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488DD-AD75-4383-9329-EA589F91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1D87D-54D2-45ED-BE98-A912B57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4FAAD-8287-4293-A8AB-709225A2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0113B-B8A3-405D-BF96-3A8F995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40E79-7146-4006-9377-BB521B52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26661-05A4-4B6C-8C35-452C4D5C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AD479-DC20-4539-A39C-5801BD10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4BDA3-D628-4527-95A2-5E22186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480C-B65E-467C-9B8F-D845965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A4CE9-6393-4D51-916E-FA8D94C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3A0D6-0A62-44B8-B220-B29D2822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95D31-AB16-4FFF-AF80-48FC8203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30A76-5804-44E2-9AA9-9C7B45C8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050B7C-A089-4A78-A2F2-B297CE0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54CD5-5AD7-4A04-80DF-BF70398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B7993-8367-4DE1-B3B8-667E9C07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43B20-AF18-489A-92D5-27A7BDB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8B2AE-19D7-4213-B81A-C2E18BE2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359433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B7131-8900-415B-AC10-B41E8732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F4EFC-6D21-45F3-909D-6E9530D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B172A-7DA6-4713-A0C9-49A1F67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8E8C-25EA-4398-B77A-1930C062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0D36F-8FF5-40AD-AFC0-C85D2B2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DF46D-8FB1-4F51-8486-EC5790AD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DD514-E39F-431A-82DE-1893B51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D94EF-6A15-4C5B-B981-DD96C1A2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2396F-62E7-4801-9FA7-C4A1779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6624E-4892-418B-A1B2-37ADA56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449DB-6C72-49A9-AE3B-D87A18F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F1642-9B78-4C3E-BC54-0BA738B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89F53-F18E-48AC-8A13-F5E6F9A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AB67A-49D3-4241-852C-DD985EF6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3F6A5-2024-4863-BFFD-F7F01D1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023DE-8CDE-46FA-9349-2B0D9B6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BE29F-50EE-474D-85C6-DDB708C7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87F62-2CE5-4BFF-A8FC-A17B2FC8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6780D-A455-4CEA-8AFE-4A2A47F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ACAB0-CA83-4A22-940B-8D6FF1EA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01EE1-4245-44AF-B5A5-21C5943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E9544-BF47-4538-B7A3-ADCCBD5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F7F43-FF04-432F-8BA2-F59C2F7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63670-E8D3-4156-A4F9-510B022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D5084-651C-49E7-8A83-80B063C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7CC9F-C218-4AA8-9697-174BB112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0EC6C-986B-4782-95A8-4389D0A0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09B30-9D98-4A1D-8F86-95B0616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7DFAE-37EF-47F0-9CC6-404DCE0B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EE56F8-61DF-4D53-BB98-998E1BFE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32C76-2FC0-4F54-A6FF-CFFAAF1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classical and computer viewing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88768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DF2F0-90E6-45D1-88BB-DB739822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5CA4F-950D-437F-8EC1-C26E60DD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E997A-62CB-4054-B7E7-2CFDC57E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646AB-3E6D-4547-B593-4A63144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3AF1D-8032-4825-A55E-5E573EC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0343E-8844-4426-A067-2D2C550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0E46-0203-4DF3-AE7F-C08F146A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Viewing with a computer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A9EA-6B50-4298-9020-FC1B5AAC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16BE-7BE2-4F40-BEF8-EA33F23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72FF7-CE56-4547-9942-445815E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ABC9-22DF-4D73-9860-A05C7F8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586C8-C3B6-4C39-94D2-F656C73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BE520-FE11-4BEB-80B1-C57DE7F8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6923A-B078-42BA-AF3C-F85EF00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FF804-7832-409E-AB21-F8D89CE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07ECE-BE01-4AE3-896E-FD23A6BB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E5A25D-90CF-4DD1-9439-FFAA33E4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42EDA-EBB1-4D0F-B851-F490834C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viewing with a computer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8798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CC8B5-3537-46EB-9090-783D7167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81638-75E5-4B80-8736-3D58872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63E74-529A-4857-8948-84B4832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E566F-564A-43CC-AAFA-4F0B1B7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19D09-38A8-488C-A64C-32FC1E1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AC532-BFC5-4E60-8DB4-5D5C37F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FB43-6C0F-4C5A-9D31-448BDCA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9FB49-CD47-4016-B9F2-31F8738A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8C2B1-063C-45DC-9D08-C653D217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6C7ED-2B37-4468-97E7-E8935E6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9F622-D682-491F-A017-C53DF103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EC7E0-D52F-4918-9C37-C6EE952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7D359-85D3-4A58-9093-5E42233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DCF9C-AABF-4608-8D01-7372B70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50390-71E5-457A-978B-F593EE06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9E55D-6F3B-43B5-B82B-A9BF473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AB8FB-6001-487D-851A-3D9C199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916E8-2DC1-499E-839C-A8279E9B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0D89D-3310-4B7A-94BB-A7791A1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F7215-DBE4-407B-B0AB-53202863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9B71D-052B-47C3-986E-5802B40A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87B2F-3766-4DD2-BDCB-98996C2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83140-C92C-4EF4-AE17-EF8D3958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8F8D9-BB05-49C7-87CC-2F87286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71407-0F18-4E61-9596-428F6CC9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13AEE-479A-4E7C-B939-81506E6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83BDA-E577-4E01-B798-BB9400E7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BEDA26-7AE1-42C8-A91B-D07DEB43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1A2C8-C429-41EB-A88E-C808139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483756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71471-6CAD-4EDD-9053-4A9CF68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1B2BA-833D-4B9C-A4A3-808E1627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023C-7CA7-468B-ABD4-CD1E5AE7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9DDF4-FD7D-47A7-BDFE-B6641000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EA929-7F99-4C86-8093-A8B9789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E7D7-52D0-4AEE-A577-FC50B90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2D60C-6EFB-4D4C-9398-F99BAB2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B7E60-062F-46C5-ABD2-11E7EBA3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FB318-F144-4636-BE8A-0B43418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A58D3-2D13-44EE-B9CE-2112B87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07359-9F84-4723-BBA1-EE9E697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67492-0AB3-4D6A-B7BD-A4049BCE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C61A7-BB06-4B0A-B6E8-4E83A5F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3A2B9-D769-4F62-BE1D-5A52625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B33B5-B502-4D80-B6DB-D38B322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8A3EC-69E5-4CCF-A547-69CA7164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B1663-35BB-4DDB-BD00-03E0F9C4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C177D-1783-48B2-A4A1-F7EE685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343D8-21AC-455F-8FD7-7619A6A3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182F9-7D87-4436-B1E0-F2EEA03C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8FFDF-23CE-460A-ACC1-9478985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D3D6-B95B-4A3F-A678-1265E442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182E2-220D-477B-961C-FD480FF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BBA75-1104-4800-A64D-E7796B6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E2CC8-730E-467E-B2C5-8F3B1CD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58064-0A29-4438-91C4-B61908BB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E8604-9031-4371-838C-9700ADC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B6F53-8DAC-4975-A92E-7E135CA5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3FF15-75F1-4C8F-9FF0-E74760E4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F4391A-F76F-44E4-A96E-B56E4EBF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603FC-7542-428C-9AE6-BA412D8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viewing with a computer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98974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A5DDE-CA1E-4F80-8E53-4D734B3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E39A2-05AA-42F4-8D49-F9BC37BD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1524E-40BA-4E8C-A07A-C182FB8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CC606-0B95-447B-AB23-8AB6F74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D3B4F-71E0-448F-A57C-298DA7F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D0B19-4C9E-4FAF-9AB5-C056366C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D8C29-1D42-4244-9C52-2F34EF8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554B-0485-4B48-BC88-8E55E6D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77F88-F0E2-40F5-A3AC-F276B27E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1736B-442C-4843-B36A-71EE64A8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7C9F9-2C56-48D8-9315-5639240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Viewing with a computer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3448-FCB3-4109-9646-314472F5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AB964-D686-405E-B77A-57B0CFE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7223E-9595-46D5-BD81-1A6CCC2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BBB1B-752E-40A4-8504-265C3C26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DD670-E2C5-4D5B-B99E-6EA3828F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BDF1A-8325-4AF4-AF9D-72A7243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05379-FDC9-4692-92D2-858B8F91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DD43F-1F40-4184-8682-48047CD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B42D2-A1C3-465C-9B9D-A23F897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AADAA-7558-4E14-A99D-1C54E298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52303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6F415-8605-4BFA-8522-F7B813C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CC814-652B-47C2-A46B-F7EE82AD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809D9-5914-47FC-A33B-76099DD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64DCC-F2DD-4BCE-81BA-A036F8C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8B6CE-6442-4569-87E9-A9A63D89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E36A9-35E3-4F43-A2F7-59195FC9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5F3C8-A2F3-4BB1-9FB0-B9C43CF4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Light and matter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02B3C-128D-46E0-902F-9874A30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1617F-6700-49BC-BC6D-DF4E961E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79731-4253-4277-A014-4B11886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E2912-24CA-4EB5-91B2-F0E9EAF8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38502-94E6-4A48-8CDB-C384EB4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6BC6C-5AA3-415A-9ADF-8FFD200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B4DB6-556E-45A2-8CD2-4EDD384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F0F1E-D598-47CA-97A3-62FCA4E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9745F-E1A4-40B5-B724-59DA06A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08C26-564C-40C8-837E-6C73297A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AB2E7-53A2-41B0-9B44-BCB34AF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light and matter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77433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EE18FF-BEFF-412E-9178-BBC376F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B2477-508A-4A1E-9D55-B7B20E6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E0B5D-92B7-46F7-A1AE-52518839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273F4-2781-4ABD-AD62-1A7C24E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624B2-9DB2-47BF-845E-BBCD4C29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2A504-DA00-4B4F-BF52-215E233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0C66-297C-400E-B66C-51663BD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5D045-4351-446C-A0D5-0DCABF8D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9D02B-CFAE-4998-BFEA-5637A56E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DFC0F-321D-4B11-A9B5-0CDEC4C6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D3601-1C09-46A2-B24E-EAE36F1A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A5301-8C83-49C3-A1EB-4EC98F8A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5699F-13A1-472D-9634-9CDCAE55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63985-0B4C-44EC-AC52-0556A71D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8A63F-241E-4079-BF64-145F8D02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D8AA0-3275-4E02-8237-ACF0ECF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F82B9-B012-4E7F-BC74-E5677B6A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36B0C-4DD2-4CEB-AB5B-F4FCA107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C2CBB-ED63-4762-9ED4-B7F870B5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8060A-4B1A-4117-8326-4713DADB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3ECAC-3B25-4E10-A4DE-E46DB664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B0865-D8D8-4066-820F-0582044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F9676-40B3-4638-81B1-C3197F27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F41D0-F5A3-432C-891E-B3467F64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2C270-5B94-4324-BB31-1EF9F529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18C3A-7257-441F-BAA0-D6AC44BB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61308-02E8-4F89-9CF9-7B7D3248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546A8-4B77-49D5-8D0E-AC7EF8DE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8AA9F-8668-439C-BDAF-3C99E390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708091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A2CA4-C43B-479D-92AD-97B94AC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ACB9D-0F5D-4444-8EC8-B2FA3A6C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F64AC-02FB-4172-BFB7-7C55527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EE126-8F9E-481D-8B65-1EE28A8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51A60-8BD4-4FE1-AAC2-974C4E4B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BF594-E7DD-4C55-B121-685998C0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4F526-104C-4704-849F-EC8A6326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C2EDE-552D-4E8F-B36E-637F6A5C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2B0BA-3ABC-4186-B291-120CB683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A9A3D-96F8-46E9-A9B5-EB7B096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F84F8-7EB7-4C13-B155-CA14DDEE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AEC41-C635-4EB4-85EA-D8FF0D70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B0171-FB14-4B9D-9AD7-4900F3B0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6EA70-9D59-4114-B3F3-3991D77A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8E3AC-3CCB-471D-93BB-F0F594E1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A3E7B-EA2D-472F-9563-020FBED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DE6CC-613E-4EC2-9C20-5D8599B4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1D5DA-E44C-4363-9ACB-1697CF6C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1BB6F-3760-4F48-A81A-C4B3C102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C563C-2274-450E-A000-2D068D9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528D1-9D83-4AA5-90FF-7FDDC34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79D3A-106B-4FEC-98E0-A602C5E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7315C-984A-4601-B23D-24066C8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DE875-EA58-40FF-8346-4E38BBC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64845-FE1B-44B8-B483-40C2B94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359D8-D801-4740-B41F-ADC5585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7257D-A361-4AED-A3FC-5DE27744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483D8-9452-48FB-9927-D30155B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BC592-B925-470C-A2C5-5B75460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1AE9D-3FA8-4B87-AADA-0205273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0AF57-7101-41F4-BBDC-912D1F0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light and matter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29966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B00C70-56C9-4BB8-817B-2BBE788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46006-2C79-46D2-A0D7-7ED2290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B3E7D-09A6-45A2-9996-64DA16F0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890F5-F4D7-4E9D-A3F1-CBAC5D40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7BC4E-4C69-4CE2-81C6-6A9A8423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4C407-8003-480E-AA0F-F9531477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AED76-C8A3-4A84-9CCD-83570FBC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Light sources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52DCB-7379-4DF5-9358-4400A718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697D2-BC0E-4150-A304-DCCDB5D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56463-32C8-4651-8DF7-04C9E1E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DC8E9-EFE9-41D7-A277-32CBECD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87E0E-5D7E-4520-8FB6-5C2F988C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89F36-3CA4-4AFD-B85F-C78448A0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963EE-62EC-4B8E-863F-31388F9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12842-6DC3-4366-A88F-E24399C4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3D41D-F423-4FB4-BC13-0AAB46D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5EE60-3DAB-4017-BA2B-5010F55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C13EE-491F-4FEE-98AF-FBF3C2C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light sources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17741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CF04E-AA42-4BF0-974D-029ED105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DF858-1436-425E-8C15-ED1A160C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B9EC9-F1F3-4CC0-8624-B35EC3B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661B7-97E0-4248-B3B0-BB7921F3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EDFA-3D52-4340-9E15-A7B1C88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DB6EA-2FE9-4CE5-8F29-F6B9A4A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1E26F-2132-4609-ADB0-3190CEA3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8D3B5-9512-465E-BE33-97C6B9D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B858A-5DB2-4D48-80AB-180E49AD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1DA38-0380-4D36-A395-B5B11B8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2505D-4CE4-4C7B-8AC7-9CD193F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2274A-C625-4FD3-BEF1-01BBB0BE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4CEF8-7E8D-4C7A-B18C-F610C4A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8F44D-6B80-48F7-991F-672135D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15E3B-65B3-4A03-B42B-7CC194BF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55944-82A7-42F1-B2A5-F03F037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C3F65-942F-4582-A58A-D65ED9BE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A08D9-C6A8-449B-B209-AB1D703D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E3338-004D-47E6-85EA-80361B4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30200-0116-4AA7-B4E7-C900D50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49435-BEE4-4B62-93BF-0B87998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54FA4-C8C9-4C36-9F94-22F91A0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88A07-61D3-460A-87B5-EB548035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C4A3B-1754-4A72-B73C-99149C45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64F04-711D-4D8A-8A59-478699E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4720A-1804-4369-ABEF-87E8E3D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64A4B-4F63-4E83-BE96-E6588702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ED07A-0960-46E2-ACD8-C10BCE25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619C3-0491-4877-8725-C0C3ED5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6293522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902FD-B729-4F34-AF55-F5F04E0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3BD0A-1F87-40EC-87D8-52129707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58181-302D-4263-8FCA-4F387872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56FF2-2A96-49CD-A0EE-45C1D88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D30FB-1AC8-48FE-993C-AFCC934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C6EA3-2A26-4B11-B399-771E679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3FFB3-75DE-4F76-AEA7-B7CE0F44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230D0-8B1D-4344-B8AA-2502DDAD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8165B-EA91-4DD8-9663-6E0DDC2F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FF44-D468-48D6-9FE4-D67711C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A1229-2BAA-44AE-A7F0-9A7E940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1C7E1-A915-413F-933B-80F56D56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B0B7D-4C49-478B-9E57-80D94064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3BDAC-2CF8-43B3-8B36-50848FF7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295A4-0D69-4BD0-A81F-E40A583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24B65-FC7C-4B24-ABCE-AFEF7C95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D23CF-0099-43EB-929E-3771890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D3DE3-8FA9-48CD-9BA5-28BE682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6024D-1859-44D8-8A38-837FAF37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06419-C64B-439D-B42D-BB16C501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F5ED6-D8CA-474A-B6CF-D8484E4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459B6-84A7-46AE-8B5D-890AC68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51EBB-C426-45C2-845D-D245F9F4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5A66D-D69B-458D-A56C-5E63559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5CF78-9E2D-4FA1-A9EC-A1617DB3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DB1E-C5BE-4015-BD35-88DD3CA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33C70-AB96-4A9F-A28D-EBD4AFC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1EAB9-73AF-48AD-9960-580E2B3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91E16-E617-46CC-B4EF-4E488A1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16492-2A7F-42D2-9074-5E69A70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3AF990-C098-48A2-A49A-C75AF434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light sources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400969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1D530-B0B2-41DF-86D9-1E8B438B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4DAF5-E6F2-4A14-A84C-720069E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17573-AEF3-4999-907A-36E9350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112FA-A6F5-4BCE-B0D3-990EC192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DE056-D172-4FD4-8151-BA2CB3B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4E0D-DC17-44A8-BD8C-15A28193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4215C-0543-4233-8216-C850D41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Phong lighting model is best taught as a surface normal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7122A-E66B-45F4-B710-E44CDE33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4BC92-7AE6-4D1C-AF1F-8499F596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light vector with viewer vector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AB004-1550-40D7-BF20-354DD76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D25D9-A5FB-4EE3-8B2C-8D59DF8D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ambient/diffuse/specular and shaded colour.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08D2F-54B7-4F21-8FB3-0FFEC92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surface normal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B50A1-0CC2-4EF4-94C5-2031B10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light 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646F3-08C4-4298-A36D-9A50381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viewer 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953D1-5482-47C5-85C7-F42661EF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ambient/diffuse/specular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72F5F-4C6B-4E91-9975-3F204A7C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shaded colour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33C71-571F-496B-9E97-BE57035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67F61-B2F9-432C-8A6A-FBED3F7A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phong lighting model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844278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5A821-2804-4756-8FD6-1C83208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E66B9-120D-4615-A6B3-B4E8BFD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5930D-79CE-4336-B295-920096D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495DD-9FFD-4407-88D0-8E5C81C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6EAA-BB01-4A90-81BC-D4F008F8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0BBEC-FF02-4714-B0CC-342BDA6D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AD063-E878-46FA-B504-5AB3CEA8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F3C0-2FE1-490A-BB9C-0FF19FF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E6BCE-3493-45E7-8CF2-7654E6CE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FBD8F-1C1A-4EA1-BA37-9031420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032AF-0981-42FB-8784-C044A05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0A07A-B5FA-433B-913E-64460BCB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8B2EB-BB37-4F38-B976-F474F6B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6B0FD-CC6A-4233-8EB0-DA8C1F0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CCA2B-80D0-4268-ABDF-99C93F66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23352-35C6-4CF0-B62F-3AE16DA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1C769-A233-4BC0-B128-E07D7E7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185F9-BA69-4933-98EE-B6A8EAD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01F97-C509-46F3-953D-5B0C9964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3B73B-73E6-4F9C-93B4-A57F7635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24FE1-EF12-406A-9730-5B09D39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7CCF8-24CE-491D-A18D-5A0318C6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34CA2-8C3E-4E0D-8AF6-A7E4D1EE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8B624-0B33-415C-B62E-661AFF4A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17230-3CF5-4707-A1DA-2EF4A2D5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BB69D-8900-48A8-A129-E4B692B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509D9-0082-4B6F-9125-8173EBF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58DF6-8873-4918-9C02-38A84A43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531B0-49C8-4AEC-8613-1FB6B8F0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217049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61C66-4785-454C-938C-65D6393F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DB6FF-E1FA-47D6-92CC-0B071185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2A9E0-998B-452E-A366-1C3AEA0F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A5A64-F32D-4F43-8819-1665151D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FBFE9-490B-49DE-BF55-107A2AD9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543F-2CBA-48A0-A9E2-0C1A8EA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639CD-3474-41E9-8844-1E145196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58706-F33A-4BC3-AC80-725F3FB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79403-E9A5-4BEB-A8B8-513C5C8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9E20F-6BAB-4F8D-89D6-7543C75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D498D-4225-4EB6-8F6E-723D23F1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67982-9D6C-4799-A1EE-3ED0A0BD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8257E-222E-4877-AB11-0F896C1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surface normal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73F61-4DB1-4A43-A425-DB787305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light 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12B40-0930-472C-8EC3-D5779FA7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EDB13-F487-44D4-986B-95511BAB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79EAC-3FF1-4A0A-9256-7F7A406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EEF95-610B-4FD4-A4BC-6E702FD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light 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B7485-9D11-4D9C-985F-9A27E842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viewer 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66542-7B69-42ED-8AC0-E35CDCDA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18D4F-ADE0-47A9-A897-7A2FD6A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3E0B6-E29F-4F1D-A636-1126F94C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D4FBA-9150-4D6E-A515-A9F7896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viewer vector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5399E-EB32-4EDC-A416-482565D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ambient/diffuse/specular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C177D-7C2A-47B4-A054-A176392D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1474D-5A80-4238-A4F1-03DCE9C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BF8BC-1C29-456B-B138-5A7980D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FEFBE-8466-4846-8E5A-F4AE1503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ambient/diffuse/specular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40276-157E-402D-A3FB-9FF0896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shaded colour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550CC-83AA-47C7-B961-8189D2F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5CB15-134F-49AD-8F6A-61F2199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phong lighting model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370750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95AC9-BE3B-4900-819F-AC17284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EECE2-8212-4F7A-A0C9-E94606D3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9B2A5-70A8-4311-9257-CB38113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73A4-A10E-48CA-BAC4-A46310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00D67-ABB6-4596-89C9-F528C4E4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808FD-6D1B-4C30-9AF2-8FCB83C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E2168-4A11-400C-862B-C2E01806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00F1A-93BB-42D7-97FA-01C35F5F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60703-B832-4646-8CCA-2B4C08C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E486D-A154-4448-8487-EFECEB6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D178E-4DBD-43E9-AECE-AF338A6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Phong lighting model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B7B65-EA82-4101-9547-6A86B5BE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03548-DBB6-4321-9BA5-A95AB25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surface normal -&gt; viewer vector -&gt; shaded colour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CF545-BB60-48C9-9CD7-37CD8E6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D2925-4F35-4661-AECA-ED0184BB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46D55-305E-4ED0-B196-EA213741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E8378-BD1C-4DD4-B30F-608B340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0D673-0376-4D36-BF21-C0C4C55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0C3A6-0F49-4D22-84B7-64F8AD2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07E79-A7AD-40D1-B739-9D59634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4FC1C-E3BA-4E9A-A392-4FB7E26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surface normal, light vector, viewer vector</a:t>
            </a:r>
          </a:p>
        </p:txBody>
      </p:sp>
    </p:spTree>
    <p:extLst>
      <p:ext uri="{BB962C8B-B14F-4D97-AF65-F5344CB8AC3E}">
        <p14:creationId xmlns:p14="http://schemas.microsoft.com/office/powerpoint/2010/main" val="13663862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5121A-3185-4234-979F-1D28FE2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B840F-6C65-4B8B-ABFF-32D29A0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89AEE-1B46-4C69-9711-A707DF67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F406A-4135-46D8-BF68-D29A116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F4B8C-7C8E-43FC-87E5-49497C80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Polygonal shading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DDA26-7FA3-4D5F-A8F1-3C194F03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E7A77-9E85-4AAD-968E-C1BEB863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Polygonal shading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A45EB-2D0C-410F-AAE5-79B163B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C226C-B339-45A9-ADA1-90313C5A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A59AD-17D6-4DFB-840A-DBE3869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1D1AE-3926-43F3-A5CD-0CE6A5FC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1485C-A6AC-4F4E-B40E-84F9B56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ECEF5-F355-457C-85AC-E597C8C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CFF2A-FB62-4FDD-82C0-083CBA11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EFB18-1AB3-46DF-BBFB-B9A91FF7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8723E-BD88-4922-8600-E44B566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2AA39-E344-4CA8-A225-E84267B9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1ADE7-B91E-4DFF-8FF5-23D1CF8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polygonal shading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013042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FEFC8-BA84-4A50-99E2-58B0E16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E6107-F8C7-4ED6-9D01-5A52F553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1EC79-D17F-46F1-8628-CCA2C0D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063C4-E7DF-4F28-9823-567EA2F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4D13C-B0D9-4E72-AB4E-AB74127F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Polygonal shading: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2605E-7442-4F02-82B2-70A26C34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0D10F-11E3-4881-9A55-7D467F1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7BBCD-CDC0-4022-911B-D2F020F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3C59B-8DD6-4EA5-8F51-FDB75DBB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C4303-D622-4155-9FBE-0F4AA569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19AAA-CADA-45E5-B4D0-1AE875EE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69F55-FEE6-44D7-9083-6455876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73A22-F757-47F9-BA4F-85AE2EC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C0915-A432-4E75-82EF-9D3178F4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EA541-5ECD-4E31-A0DD-8A0590F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CA3E9-C247-4962-82D3-12DD4B7D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C21AA-AA70-40C8-BAF4-F0A4CCB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B8243-890B-4540-950B-1165DED2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D10F3-02E3-4921-A3BE-267D441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65682-3254-4A03-9F40-180734C0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25C68-1AD4-4FE1-BC5A-CF01BEE1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4BD4F-BC49-4FDC-BF19-C3C6C56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467B7-F982-4384-9C2C-B9D5DDA3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7AAA3-3922-4840-A8BF-FD861A8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1FAB0-F76C-4D3A-8E60-58C2ED2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5E13C-D7F1-4F06-9754-A9E3A010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991D4-B448-47A8-B151-C41764CE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A6BD6-1FBA-4317-A7A8-0BB075FF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EB622-2DD4-4C57-9008-0BDB2CA2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0497841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CFBA8E-35ED-47F0-8C68-1E42FF6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8573-1163-4901-A0AA-0C56207A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A4E46-0564-4C98-B171-E5EF976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F8ED3-63AB-4432-993E-D9752807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6A67-2B31-41E8-8AB9-6104FBDB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Polygonal shading: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DB659-D6B5-45E5-AC9B-D6B98AF9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29339-8D97-41C4-AA6C-FF11758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BC2FB-C73D-45E7-A6F2-A7AAF31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43209-5C90-4E25-80F6-2892B4AF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E6260-3F21-4904-84E0-9E8A7B9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C6B87-0CD9-40D2-88DF-C93A1AEB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874FC-172D-4AA6-BBDB-64884DBA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802E6-EA16-41CE-BCBB-CB919AC6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72AC3-3DDC-4B17-943E-0ADBE904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451FF-9EC6-442A-AD8C-402887A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40582-AE1D-4EA6-8F66-40611B4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0679F-9357-479E-A6A1-972C1DB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C393A-418B-4585-8F1D-DEC1F102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293F4-42AF-4886-ACA7-C4D6B5C8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F7940-F597-486D-8C1B-9122D41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D8783-FB93-4489-A45E-5ECBB42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107E9-C4B3-45FA-A1D5-5295522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F78AC-70D7-4998-8535-CD916E9D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EF034-5655-45E4-BDD0-F6029D29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25FA2-EE4A-476C-AC3D-2458222C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034C4-27C2-42F7-BE42-D33B4529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CD7A58-34AD-47A5-88CC-A920E7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1AEFEF-B77F-49D4-B165-A6872D4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59CA5-70C7-4383-9E8D-8230471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59A46-FAC7-414E-9BD3-1376822D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DDB23-74D1-4AF0-9FC8-628F4653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polygonal shading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765400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C4F13-29B3-4E3C-B8B8-E06B98EB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36F0F-75F2-43F4-B064-AB206992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C758F-862F-45FD-A6CC-CCFFD85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27966-55A5-4748-BDA0-EA0AD8EA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A6EF0-A12C-45BD-84AC-EA23E49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 vs Viewing with a 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80D93-6154-4643-A95A-AF092CE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58F85-631B-4A30-BB7B-5F0D6F7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57CFD-03C3-4E7F-A328-D1BB668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Classical and computer viewing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A2BC5-723C-4A98-8451-FDB63BF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Viewing with a computer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4F0A9-3FED-43C3-80D5-F0526505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3114B-8669-4FDE-8D4E-E4939930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8157D-E8E1-4987-AC43-B411401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A60C3-F0CC-479C-8006-3A4131A5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E9C3E-A385-4D72-BCEC-2981423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9304A-F26A-4ECE-A5D7-C845236C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F6F91-E4D5-4E0B-A626-8996EDE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BBFEB-595A-4505-860B-7D431B7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08235-E383-4CC7-AA5B-086B2EB2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095AE-A7EB-4760-AF0D-623A86B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A0AB3-85D6-4D63-8422-A54ED4B6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79081-E989-48E7-BA2F-F0203B3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C5599-CAA6-4EB5-AB72-37D5C86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F55A4-0C23-4723-9858-7E45FCE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B5B69-197D-4C89-ADE1-B41C3D2D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23C53-6256-4E8E-B09A-921ED30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699467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124C1-4FDE-4AD9-900C-36013E37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46407-0717-4172-93C1-445136C5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0F0C5-110E-4BF9-BF61-967F750D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6B371-29BF-4B95-ADD2-F2924BB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52D8E-C4F9-4ED7-9C82-5D372A0E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 vs Phong lighting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1298A-3C16-447D-892F-7C591B96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572F-DFB8-4555-A380-65BDDAE3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26FFC-6F03-48F8-8DF3-8CAA8A3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Light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93B03-1232-4312-BDEB-2C74BD4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Phong lighting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0042C-1F8B-4746-8B32-98D74B2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9456-8773-4BC7-9D08-F8B14A8E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B9A12-20FE-476A-92E7-E18BC34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ABD3F-A971-41CB-8EC0-238FD6F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surface normal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AB6D5-A97C-414C-A064-A595FD0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B352C-964F-4395-8605-9919CBCF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C18DA-22AE-4BC4-BED7-17B9436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76F94-5F73-43F1-A72C-9975CEC2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viewer vector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E3C51-17B6-4091-A2B7-3A26665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C1AC7-3A7D-4AE8-9EE5-F949AFE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87AAE-24C5-4580-85C1-DFCD30D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4A539-B942-403F-9BE3-EE8978D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58C02-60F5-49DE-AB63-D96989D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69E71-67A2-4A7B-AC54-49473A9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E1776-B3CB-47EA-9C82-EA2DE54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6EE50-4652-46C0-9E82-7F52522E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639681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61F58-4892-4D65-902A-13AAA2AA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3B95C-3682-42B6-8CDF-ED88FE7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74322-3ABE-4856-A3AF-D4CBDAF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E1F3A-3645-4B6B-BDD9-269A406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A164B-6D59-47E8-833C-1F7488B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8513-DE75-481A-A54F-A30A74C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85864-71D8-4A84-8A2D-FE6B30C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65D4C-1EAE-4006-902A-7AAF7B2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9A93C-ED71-4B38-B89A-1D1A751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DEFE1-0BF2-4A0A-BDA4-3FB53448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42FAB-8CA3-49AC-B289-A2338FD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00BAC-5D06-453E-81A4-85E7881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Classical and computer viewing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F1A0C-E964-4E67-B9C2-D95E6890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44666-156B-486F-90E2-CE98E3F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Viewing with a computer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72F65-C4EB-4882-987C-B0E109A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204AF-952B-4753-807B-755D9EE8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Light and matter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F1EB8-4A19-4728-94B0-97CCFD9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73C1F-602C-43F9-B428-D3BA8FE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Light 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9E448-5176-464A-932B-40015FC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357B0-9E7D-44E4-958C-6B9624EF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Phong lighting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BD963-A737-41D3-A430-9EF9F0C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59249-365E-48C4-BD83-158EEBCD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Polygonal shading</a:t>
            </a:r>
          </a:p>
        </p:txBody>
      </p:sp>
    </p:spTree>
    <p:extLst>
      <p:ext uri="{BB962C8B-B14F-4D97-AF65-F5344CB8AC3E}">
        <p14:creationId xmlns:p14="http://schemas.microsoft.com/office/powerpoint/2010/main" val="1503124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F77F6-B0CF-4FE7-8265-4A8061C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8277D-61DA-430D-A17A-95332FEB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9C58F-4792-4D22-97ED-539FD18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ABC08-BEEC-46AF-A93B-F5EC5194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D74D0-681A-4FEB-BA7A-0982391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681D3-9BE9-41B8-B1A9-96253BED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781EE-CE64-49D8-AFDE-D33197B0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1D175-35C3-483E-A64B-5B91745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34AD3-AA6F-4139-BA21-D2A9D02B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348AC-8677-4291-8293-C133C52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EF8DB-7928-472C-AFB1-A6AC4CB5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Classical and computer viewing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F3226-6687-4091-A529-98FEADB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E96DC-49DB-4F1C-AB18-26950A0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D07F4-DA5B-4F11-8E75-758F9690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89087-0857-4674-8FD9-4CDF59F9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Viewing with a computer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8BE30-56B1-4257-8718-48E4C4E1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EA42E-7D0E-4214-A000-3A79C849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B4BD0-7B54-4414-94ED-580734E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2F280-95C6-4773-A099-0B5D708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Light and matter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133AE-3CC6-48D4-BA36-2AB222F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212F1-E54A-4E6E-B07F-99AB0DB7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9DBDA-FF3A-4DCF-8588-3EDDD3E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005AB-8ABA-4ACD-9126-0CF3E13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Light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386DF-BA77-45E2-B21F-C2A988F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6C07C-5F5E-47E4-9FFB-79D5448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3275291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2B29B-D664-4799-9107-2CC0457A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33CDB-4D3B-4C7E-9EC6-CDC32288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D74E-F393-4D5E-BB3C-65540D0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FDFA8-CC8F-409E-8447-A7665CA7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EED42-4B9F-4A2D-8561-3132C02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4DF87-2F32-467C-87D1-6FCA03EF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A75EB-DB08-48C1-A514-43D79E5C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F7946-8E55-4B94-97F1-74C7FA3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7DA9A-7262-41E8-A249-994DE46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DD955-D817-46AB-847C-53C08B0E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25047-7727-47FE-90BA-CA19A830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04A03-7720-4203-9504-E246743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E3D56-0E1A-41E0-A8B1-8B91068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8980465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3502A-3E4C-4B4A-84BA-3519B995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639CA-88AF-4A8E-8EA4-61AB0135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C33B-ECAF-42E4-A1EA-31E2A4B9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07E34-F930-41A6-8401-684E10EF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B1531-F90F-46BD-895E-0549790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7DE0-A616-49E7-ADA7-A1ADA1DF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1B717-B37D-4FC9-9C38-B1B158B4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FD0A5-08BC-47A6-8785-F485A3D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03E88-2715-474D-B9A6-5DFE6EAF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54E34-B4E8-4C6A-8CC9-14133351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92DE0-FD13-4280-950F-197B8FE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6F500-DB34-4304-B345-ACB8911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D2EE5-CE28-4B80-8CA1-A104BC74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58E2C-1CE2-4447-9269-679848F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885D-69DB-4378-AC37-022A8AE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77760299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D5DAA-2917-4AE0-9EE5-8BE2C5E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BB08A-4732-4438-A0DE-138709E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040AA-BCA3-419D-BC8E-34800169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3E564-D1F1-48FA-A103-F26472C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08083-397D-4DC7-92D9-D3C2FECE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4A6CA-B033-465E-A146-59CED2A3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3E7D8-8465-448A-B55C-1779C6E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90F47-E210-4223-9C0E-C758C611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9B6BB-C3D7-4404-B965-DDC4FFD5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ACF64-CF46-46FA-AA5B-692C86B6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AC99A-2773-4ED2-90E4-433A7D7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969F1-275A-4F98-B059-9C0F602A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16E57-982D-4834-8E2A-7F88D6F3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42327-BAE3-4699-BDBA-618BFCFD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60A41-B821-454D-935A-D04EC897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3C221-BACE-49F6-97EA-7CE8055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1272B-1574-4AE6-BB3A-0D67CF36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0DF90-B120-4BE1-9007-9EB4782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BED7A-F4F3-45B1-A6BB-00DB3C26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E0631-5C09-4477-A2C8-E8DABA7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2A4F8-BC37-4408-BBAD-E40B22A0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B62B0-5BCF-4228-A826-A7809C5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2939C-E303-46BE-B71C-B5368509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E63D9-5BC4-4F6D-B956-B268AAC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C1687-86D2-43E8-B35E-874766CC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1779726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6D021-1BC3-428D-8174-490D1A5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DCCF8-AE03-407D-A6A1-902F300B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52B80-998C-42C9-B863-DAB2B705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8D485-7BF9-4CCF-BF58-1704FEA7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7F8BA-CE83-42AF-A854-DA34CA83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EC218-E428-4EF4-9667-E76B20E3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4044-75B8-47F6-AF91-5F9CC79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Explain Classical and computer viewing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6930-0BC4-4C27-83F7-40BE543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C56B8-0860-414E-9C2C-94FF2A7F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Compare two approaches from Viewing, Lighting and Shading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6D2FE-3F5D-4877-8F15-7E7600BA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CB02C-255F-4365-9412-4BB3497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Solve a small worked example involving Light and matter.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D0CDD-59A9-41BA-9096-AD3D529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00367-17F2-4261-AD57-8660CF5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List common mistakes and how to avoid them in Viewing, Lighting and Shading.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E09A4-8226-40E1-BF13-3B0A326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F3607-F98A-4EE6-9FE6-E7ACF228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29991392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24949-A682-4E9E-B5AA-84598AA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16701-0AF2-4071-9D23-BFB7A227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87A29-E010-4EB5-AB8F-7F146D0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6924A-EC8A-4AB4-9A2B-11B2A7DC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AA798-4286-47EE-8ADB-0DBCFAFF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 vs Viewing with a 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CB565-B066-498B-9F3C-300EA63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B645D-27C3-4BB2-8301-47CD9C7F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0B075-CB01-4065-8BED-67AB970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Classical and computer viewing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15DEF-8F94-4A59-9B59-34C517CC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Viewing with a computer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071B5-3362-43D5-A0F5-1F4BBD5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D20ED-8D2C-40A8-A5DF-58CC738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55955-7D6A-45E0-9CB8-ED8F79F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06FAA-1648-46E4-BACB-FEF8F0D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9143-57D7-4F09-A984-C6205726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1F9F2-BA2C-4C41-B654-A6BAEC1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4480F-C740-46C1-97DD-855E6F39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F5DB-8AFF-40F0-AA7E-15523AB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0CA25-B632-4E2A-AF63-EB0E566D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E0F63-1140-4CFB-BFF0-225F13A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23893-73F2-47C4-8CD6-49E04AC4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36343-9ACD-47BD-B874-470D05AE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9011F-FD4D-46FB-8241-9D7C6DEC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71BF0-62B9-441C-99FD-A800D6B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3D216-3CD0-4A06-BB8E-6604547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18B9A-FDC7-482F-8F52-295890CB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357908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6B685-3AC3-4921-BDB7-B4194966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E4F27-DCAD-4C68-86E0-839F9FB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D1451-23B0-42ED-83F6-3BE4175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D016C-0A33-4F26-B9A8-3250779C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C391E-42FF-4ED2-BC6D-F1F807C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CDD68-7B83-43BB-BC87-97297D3F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75263-B55B-4952-8A70-C9CB12E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263B3-9F9F-4C73-8069-41291CF0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863D9-FD4E-447C-949A-CB94D0F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9347C-88FD-4BA4-84C3-06876EE7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5835A-138E-416A-99E7-B7D02E9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2BADD-F39D-4F7E-8140-3599D1E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899D0-3816-4B93-A20D-D7B8DCAC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DDB50-83C6-4E2C-A8C8-1BA302ED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F48B2-C344-4F50-B1DB-CCB35E5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0C9EC-5E2B-41AD-A99C-D3C672A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E1481-FC2F-49DA-BB7A-BBCFAD88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16AED-2753-472D-975A-A246434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37BB5-1BFA-4699-B170-BEC8EC5B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E228A-F084-4CD4-BA03-AC84A06B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C5282-1FD3-42DC-AE53-6620469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FDF75-D571-4DC4-A670-01BB7358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62747-39FE-423E-88E4-9A1CEE5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A87C1-7659-47F5-9E42-D4132847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281CE-57F9-4B7B-9554-5566C5F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7C8B4-A3D8-4F0C-90E0-C3C7AD7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5EAE2-CB35-4AE2-9C07-B739424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2891EB-D836-41E5-85E4-E9CEF11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B1AF9-D4FE-4CAD-A86D-C67F588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B44B7B-C6C9-4A2A-84DE-DDC928EE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610887-508D-4FEC-92ED-7746F888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viewing with a computer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0914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95A2F-BCFA-43C6-B54C-C9091814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5E4BD-C864-4512-8467-A5760027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2C60D-4252-401C-9C12-9B494C4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7C3BB-7F4D-46F6-BE08-B75DB9D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2574-86F6-4482-B743-D5F4B25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1A6D-3BFD-4FEE-8423-0242FFC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01ABA-78EE-4FC5-BB81-9F9C47F0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147D4-E6D5-4BDF-85D7-2F20846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C58FA-C2A8-4FEF-AE92-AA7E102A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462EF-7098-42C9-B061-1657435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D466B-FC50-43F0-B13A-F8B0BBC3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Light and matter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14E73-4852-42C0-AF9A-DDD5C394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E5844-1328-44FC-9B09-E6202B3B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FDA9C-7595-4F13-BC40-21716DB4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8CE2D-CE06-494E-942A-4E770210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74FB4-1B1F-41CF-8FDF-B056842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47DD1-8B4E-4F2E-94BC-9E09B18E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C5928-6196-4E5B-BA63-224D07A5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51E36-2A38-4422-8673-1CDC552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02C21-DA03-46C7-B353-A96881AA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989FC-2ADF-4DD8-B091-FADC887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2927344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E15CE-4DA4-4A89-A3A9-3E6DEA6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A129C-17A5-48F2-9AD3-48EDF5E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B1CD-9A05-4A57-A5F7-93FB1F3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349E3-4218-49B4-B462-41E5370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743D0-63D1-43BB-8E58-28A672A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9522E-2B83-4C5A-9EFD-1B2A1B5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0F31E-EA23-4D32-B6D7-327301B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60608-D5E5-4D34-BCB0-3581CF5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4B38C-7968-49B4-879F-23633502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3DAF8-49C3-4DC6-9E17-B91AF4DB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2361A-83C2-4D19-98C7-24D414F7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1C625-6ED3-4410-A466-C401F14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B511A-1F2C-4522-94CC-E3812DA3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F2B84-21D0-4385-8633-B4DFE738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A1F56-E04D-44CE-B286-A4075CB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DD773-4E8A-4716-808C-F4FFB8A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BB64D-FA7A-4183-91B8-B9E79DA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B79DB-2E79-4C49-9339-FE293782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8AC92-2C3D-4338-96D8-3806AB12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F9D07-2F44-4DD4-9274-75E35D88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8FDBB-AAF5-4F72-BFDE-6CE6C901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694C3-313D-4BB3-AE00-6D9C8DC9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E0251-FE42-4C72-8500-3FAC83D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DD762-5017-4445-86D4-ED396D41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BE01E-E9A2-4B34-8C9D-CBE6648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8D68C-80DB-4F32-9371-1FEE54E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516D7-2D37-492E-B4F8-7825D5D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2231CC-C71A-4413-B75C-F685598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696B4-1C89-4A32-8E7F-DA063C3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61800893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2EAA8-AA84-4BAF-BEF2-5D7FED8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2B80F-9607-4FA1-8C11-5EA80DB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7E675-9243-47A9-9D20-E786424D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EC40-0111-40BB-93AC-2EA9C29E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7C203-F496-49CF-B7A8-C1DAB75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 vs Polygonal shading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40D88-FFCC-423D-9731-78F39F9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D9826-E274-43F2-8182-AEC918AB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BDF7E-0D20-41DD-A5DA-25D45CC2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Phong lighting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F3254-C8D3-4245-A1D8-F89D7B5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Polygonal shading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02C82-CACE-4B97-9062-00E2A4BC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8FA88-7FA1-4C2B-812E-57638FF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F8B9C-90C8-4CD5-B931-956FC0E4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surface normal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9BDAE-E97F-465F-B7E0-065C895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24F73-757C-42C8-9E28-0D7BF1E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D2550-BFFB-4408-A63E-E07D944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C3A0A-FA37-4015-BDC4-95F628FB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viewer 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E3E6E-3080-4F0A-959A-678308F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0AE92-958A-4F86-BB7A-1441FAB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F2BED-2FEB-4EEA-93DC-87A9C668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A1F69-D801-4AAE-841E-CDE6C6F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4A46A-11F1-4DAE-842D-68C8B9BF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C0F63-8409-41C5-B922-D97B3B21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2D404-8764-4689-B924-4B7453F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1A9E2-D24E-4555-9317-9FB881F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3128D-0971-4013-806E-8589C19D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483271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284CA-1455-42BC-AAD0-29635F51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1527E-10B3-4622-826C-642CA128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6D272-B58F-4D64-BA27-A552E36C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FAEA9-2C76-49DB-B4F6-078E4020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1C49-299A-4FD2-9903-BADC162C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Polygonal shading: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DD361-2CCE-46B9-AE03-8D06110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24849-CF42-4718-B2E0-F569951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9F68-A893-4B50-A34D-006EF9E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FB4BF-5D64-4928-82D8-9CFB102E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612A8-2BB7-4FF8-8DC4-36DE70C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6E8D9-6009-4510-A9CC-57178E5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D71D8-6908-4F75-9D23-5D3ACA72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A5E9A-9872-4138-8179-73FC49E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39D28-6374-4A67-99D8-7BDEAB4A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733F0-B467-48DF-9EA4-5463790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A5697-6248-464B-A687-9AEC6E74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1819C-9938-47FD-8AE2-D0F2CD1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653FF-7F6E-4702-93AE-3AA6E631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86660-3D88-45E0-A969-13B3E4F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3BD6E-2838-4DCE-832E-4411577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30E4E-4D2E-4891-8B38-FAD212C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3F375-4EF4-4D0C-8C1F-BEBBA12A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569E5-AC28-4AF5-ADDC-50965D2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A6CA2-0ADD-42F8-A14E-ED84EE4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A3C58-CEE8-4A0C-BAEB-D29F366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9553E-0FEB-47A5-AE19-03A5137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117CF-93C8-4470-88B4-36E3B2BF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C9855-A7FF-4DC9-BD1F-3F117F7E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D2BE1-3586-46AA-A6F7-6DA1FF3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016C37-4503-48B7-A1AB-540243F6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F5459-AEFC-4222-92EB-8C46182C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polygonal shading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491589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5F770-F53B-43C5-B792-AEFBFABA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1D1E8-DAA7-4049-8761-A342DDB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BCC16-1253-499E-9E80-3D659342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BDBBC-1F3F-4AEE-B49F-2884800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85F55-BA13-4B9C-BDDA-CDE82B0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208F0-D46F-417D-8025-541EBE7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3AB37-74A6-4358-BA32-C8CDB8C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D1DBC-4623-405D-A3EE-8F07129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3A265-A883-424C-A1BC-7D9EAB6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D9B3E-B2B0-4A64-8E0B-8D9605D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BC59-5541-4FEA-98F3-50FD7CF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Classical and computer viewing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B94A4-6E86-438D-A6C7-0911D4D4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11718-45E8-433D-A79C-DBE6DE2F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E9BF1-5461-4994-89F7-844D123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9E0BF-D355-4131-9698-1E68A0C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33E5B-E011-488A-BB91-BA0C9299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A238F-F279-4A9C-AC71-6855404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7783F-2866-4FE6-9298-02A6892D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04279-79B3-4B56-A704-20CDC5A2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1D5DD-697C-46A1-A7CD-DDA101D4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894AB-C7A4-4DA3-A298-8E0B44F9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6201169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862B5-AD1E-45AA-B757-E69EBF8E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22E6A-29CD-4214-BAF2-2D6D386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0B182-9E7D-470E-A68D-24F6EEFD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7CE13-FD96-4EB5-8E8F-C6FFAB74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F83F-F00C-4713-BE02-2CADEDC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F9324-E894-4F84-AB35-D931C304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9AF59-E6B1-48E0-BE5B-9DA91D3D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E651-70D0-4BBD-A411-2D128E12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0286E-14E2-49A2-9EF6-BFB3335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3782E-794C-43B2-A924-1EDC3B0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F6DE7-A9FB-4E06-AA6D-2A070B8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EBC89-2497-4657-BD0E-F5131B2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6BDB4-DA67-4824-B7E9-C703027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B288B-DA16-43CE-9E4E-C48DBCA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6FF03-6019-4073-946C-292DCAA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AE2DF-685E-44DD-A312-38946AAA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BF5B5-0C61-4475-9DF4-A74E426B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25A50-3231-4886-AFCB-1A43DFE5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D0B18-7D17-4F59-AEDD-D75E0B8A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46339-8781-45E2-A9B3-1BE550B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98EF2-0BAB-479D-8FE2-D873CFC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D6844-E249-4B5E-BF81-5EBFF46F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95AE2-9D9E-410D-AA94-84B42C62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10F35-1C5E-4298-8722-DD149ED5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EFDE9-A63F-45FA-AFEC-D7BA95C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8A6E4-5B74-4A1D-A462-22771D5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8B8FD-020D-4952-BF4C-EBF1C3F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6AD02-CDCA-4306-92ED-FF915006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4CB4D-E50C-4A35-894D-786C598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4930259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84F2B-209D-4C19-BE0D-70CB00E8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C897B-B0EC-401C-96DB-062659F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E9B6-91F9-407E-9A5C-AC4852A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E1863-43E4-4BF5-B8D6-CD25076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A1406-7728-4B01-84AC-E1A9D58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 vs Light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B9327-A806-47AD-9C6E-B13CF7A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4958C-C364-4117-8696-AFB8AED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8190-A186-4C80-9C55-4ED8D347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Light and 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2316C-4FB2-4919-912F-982A7CE9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Light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25F8A-E9BA-433D-A69B-DF6E5A6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11AB1-4988-4BEA-B139-72911058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70679-8423-450B-A89A-586C5FAB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6FE88-F959-4BC7-974E-6EEA7258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86B97-8E39-4C11-A932-F5FF65D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0B6F8-1FCC-45ED-AF15-6C0EDFB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BDFC3-5112-4D24-981D-C4F998DD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38DEC-50B8-4BAC-BFF9-772ADE6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74CB0-307B-487B-924A-917B4B4F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26201-8018-4B5C-96F1-EAF8F4BB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D2E0D-781F-4287-88D2-046A439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254AD-4357-4EA0-97D8-76A787A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D55C2-7148-45C7-93EB-58F7EF6D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70BA3-6663-4FE7-BF25-AC7763B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FBEA-4085-4062-A14B-ABC89AF2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FB25E-37C8-43AC-A228-77F1F97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147632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155C8-6101-45B6-ADFB-51DF7C34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5E225-43B5-439A-97A0-82F399E1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CC1FE-6C41-4D59-8A6A-DE580BF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2948C-A2E3-4656-BDF7-2D83F854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91C30-883E-4C14-AD8E-FAEFF5D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FA80C-7BBB-4D57-B47B-B51B68F2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D90C6-9B38-4DFC-9C86-B6DA84D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56E1A-B044-470E-8708-7D7066F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EED3B-9EC5-4B22-81A3-56C43521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F7B95-FE53-4665-9191-798B682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86E33-8BF1-438E-BFBE-9E741DD0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06CC8-429A-4852-BF66-2B3E7DF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0D6A6-B728-4857-9588-FD6C89F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E930C-B863-4B33-BAE5-13E14F9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6AE90-B7B6-4408-9DAC-0264C5D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42F5-EF68-4235-9A0F-9122A7E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20694-DE23-4550-BB8F-FC03FF5B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34E61-96FE-4E67-9A45-561D743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27ADD-F72F-4AAF-90E2-5CC4B3C0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9783F-D34A-40FF-868C-C31E3F1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10141-E1FB-44F5-91F9-AC14442A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4FD8B-B745-4B9B-BD1F-5C5F9B46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54DE5-57AD-43F9-8DAA-5F951D9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6C305-6DFA-4FAC-8465-8EF6EAF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6B259-3772-4CA1-89A7-D7FEBDA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66EC8-CF0C-4007-BDB9-57DCD0D2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F8AB5-833C-4421-889C-4F8BCAC1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C902F7-39FF-4D62-8EE7-E3EB82D8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634FE-49D6-4379-AAB3-AE0B634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2526D-EFB7-445B-BCF1-28B51698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3DCF72-3EB9-4DA7-887A-B121ABBB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light sources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908735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63BB0-ECBD-466A-BC02-2DCFDBB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EDD39-88DE-4C3F-ACE1-C5AF39D6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A3E98-4A77-40C5-899E-123744C8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152B5-FCC0-41BF-BDB7-E4C9E4F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AD699-A56A-42CC-9125-4C3F59A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439B1-A836-426A-881E-E8AC927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EB69E-B81A-45D5-A396-BDB1CAE7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CCADC-5055-4894-A9A5-DBE0DAE5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D2F95-C5B9-4F0A-B38F-58DCD48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E19B3-CF89-46EE-916B-B26E1572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5302A-B99B-4CB8-B6BA-F046A00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Phong lighting model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63DF5-B7A3-4E10-847B-1C9A9BA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955A9-74C3-4625-ABE4-B229A57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surface normal -&gt; viewer vector -&gt; shaded colour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65E7E-5B0F-4C0C-830D-C07919D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2CAA8-D552-4C8C-A755-8AFABA02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8B212-B74E-4598-8EA8-C71A76E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C0037-703A-47BB-9F6B-91E3D8C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6397D-AE28-403D-B80B-393B7DB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F9F22-BC7B-41B7-A2A3-9AF19C7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888AC-1E42-4657-A242-BD448BDE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E2C44-A610-4506-8B0B-C8B65D97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surface normal, light vector, viewer vector</a:t>
            </a:r>
          </a:p>
        </p:txBody>
      </p:sp>
    </p:spTree>
    <p:extLst>
      <p:ext uri="{BB962C8B-B14F-4D97-AF65-F5344CB8AC3E}">
        <p14:creationId xmlns:p14="http://schemas.microsoft.com/office/powerpoint/2010/main" val="3825557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C7164-1203-4AE1-9EE8-57F3C3C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79B5D-2105-4366-A18F-20D316CB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69D11-40D1-4F65-9A4D-45243BB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5F69B-C594-4EA7-917E-CA3634D2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571F1-FB73-41EE-A51E-0E05F24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Polygonal shading: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B1DCE-1FB9-473A-849D-C88513A0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6DF6D-AB73-435A-B5F2-3888457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9E19C-AA96-4A3D-8955-1B4D4A8A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075C9-C86C-48C4-84B4-FEECA5C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661B5-4EB3-414D-87E5-21F8E266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7CC3E-CEB7-4064-A8A2-023D94E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B1F4B-90D3-4A16-AC3B-FC63BE0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93929-4C52-4797-B04C-DDC5E50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F761E-36FC-48C9-A417-13BD195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5AA64-BD5B-42CA-BA56-A92299C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211B-B8E6-4428-98BC-08D5793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2C688-0F86-4486-A36C-0C6AC9A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62A85-0BDF-4FDF-A9B2-EC7491CB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03175-C041-4C8D-AA58-30D7C1B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4C228-99EA-43AE-B3CB-E08A4CC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82244-BB77-445B-BEED-29074226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F0D62-DA59-4FDA-86E5-DD992421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65202-A0DD-439C-9AA9-12F1ECB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9592C-8646-4E33-B9B5-A3ACA09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2FBCF-799D-4E23-9258-256C25B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388EF-27BE-44C1-B27C-B522BC0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66A1C-8172-458F-B0E8-0A33B17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8F703-8FA9-47E4-9488-517994C7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DBDED-39E3-4DEC-A3C0-F9AE196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1678530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69587-FCF3-4AD0-9AF9-B57EA6D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45B0F-A92F-430D-A2E8-8A6FFFD3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1213D-7805-4363-841C-3304D02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9D8E4-A90A-46E5-A241-3657FEE2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10928-3AB1-4B3C-8028-EC9ABC2C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Classical and computer viewing vs Viewing with a 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6F4A2-DD32-403E-AD0A-DCEB7D9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5996B-3C25-4898-9018-4F50860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826F9-C4BF-4EDF-931B-32A63DBF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Classical and computer viewing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A750B-4EA8-4786-A87A-CE712F2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Viewing with a computer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3DA61-EA5B-4F18-AE7B-34860F85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5199E-4554-4026-98DA-657A58A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1211A-EE90-496B-B9BC-BC255FF1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3232B-187A-4D88-93EB-2009664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EF8E3-2CEF-4029-BBD6-E04FFF3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FBE76-F7AF-47E7-8B8D-EC882F2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C6CAE-64BD-4AF8-BCD9-B344A78E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2D837-DEA3-479A-B6A1-3EFB1B1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A9605-3487-475F-9431-E0465149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0926-3103-42C2-AFCC-E0584641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DB504-902B-46FE-81D1-1B4C76A0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3DE26-D788-41D4-9DBC-BD1B6E69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202B7-0DB2-4C9F-88A5-7D797B8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435B5-ACBA-4F1B-8797-5B27DC1E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655CF-70D1-4845-8656-EA41C324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56AF2-BBDF-4E95-AE16-3ACE622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4991441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08D83-9170-4B2A-8462-56B5DB7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239FA-998B-4801-8DC0-C7CFEF2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A316A-CC90-4CD4-8F64-B33199EC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44BF4-32E8-450B-9003-C2BAC035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C659F-DE36-4AC9-9C0E-0A316954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Viewing with a computer: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7B0DF-BDC7-4647-9D03-1069FE8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264DC-4339-4E14-8BF8-7FCF0559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61A47-EF86-4A93-9FE4-C1DD219C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68B52-8A61-4CB2-9495-3809A7B5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95CB7-641E-4DA6-90DE-81C6D304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ED30E-A952-4F4A-AA9D-20AB01A1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2FEB3-D163-428A-A534-85C50F2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6865C-F395-4F24-8B3D-0E86B7D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6FF93-4266-4A8F-A419-6EBAFC3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41AEC-120C-4803-BFCF-08937D0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54EBE-4EF5-4E60-92ED-9A84CA79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BFFE9-9ABA-419E-A150-A349E5A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D4B99-96E4-4E6C-A50C-A082425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1A035-0FFD-4530-BD8A-7311AA8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E6145-CE30-40E8-96CD-1539CEA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3EF48-6069-419B-A8F3-F28AB90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6ED31-7D33-413A-B544-D06AF64D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E7D18-EC7A-45DA-A6EE-90D557CD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7A8F3-61E3-49EB-B6F0-8D11D41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17426-3B07-48CE-BBCD-ECB858D4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DF454-ABB0-404F-8418-A095C12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D8DBA-CF5C-4EBA-9F2F-A4BD7A4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47743-C3D8-4517-8D6D-46169D9F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96B21-62E9-40DE-8004-C1003936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CCCF2-E1C9-4778-81DD-52148CD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E2F639-D649-4D6C-93A5-A19BB48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viewing with a computer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7151985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B1E84-1C17-48D1-AAB5-B20A781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D66F2-E17E-439E-937E-4C2160CA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0A4F-B429-4219-8EE6-1D71231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3089-1105-4575-BE1B-92B3C80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790C2-8CAD-469A-8570-7953248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and matter: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0CED7-300C-415B-8A18-30DD1BB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140F3-5278-46CD-9938-C58E8DDC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4255C-AAE9-4D24-BB0C-104B4CC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AEBB-80DD-492F-8E70-6BF99953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C637F-FE1D-4BA3-9818-7F76553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D37CE-7815-4FD9-8F46-D75EE3A5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Light and matter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80C66-1AF4-4EB1-891E-1D500F0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A271D-8331-4E91-A93E-F11ED61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1498F-0319-48C8-9192-984A8C49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B8685-D919-479E-8CFE-95E0B6C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0ADB0-2373-44A6-A3B5-142C3DE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1C169-803B-45D9-979B-6858C8F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D033D-2365-4D4D-B9F0-8C72D474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85147-A99B-4259-9A66-DB8CA232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18CE8-6904-4FE6-8DA4-150F4F2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BDA0A-6ADC-4B26-A6BF-098E27A4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46248186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C00C0-E7F1-44F2-968A-E36D9F8F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50E3B-B348-4F31-B24D-45207E83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B9095-433E-4CAC-8AED-FCF3865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86C08-D6EC-4F09-9623-151E4BD5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F5F79-52AB-4DD9-AA04-4093262E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Light sources: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794F3-DA33-4495-977B-5C9CB12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E486E-49E4-43DB-8D8C-BA1169A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A115A-F3D1-4529-94BA-6C6474C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E1B92-31F2-467C-96A0-6FD9BB6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740C0-8000-4E7D-B3B6-F29152F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8AB5F-E6D3-42AE-B6A5-72F4527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67D56-7383-4969-8073-2D56801E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94EBB-7CFE-4271-A3D4-180E217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A830D-3DDC-4A55-899C-C657F54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86A7B-739D-4309-8A71-6C93F01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F695F-DE21-4B1D-ACF3-BBF0B2E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61EB4-DA97-4CE1-87FF-FBE5BBE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8F3B1-A2A3-4E99-BD6B-5AAF7871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A16B9-DBE3-479D-B3E3-99C1CDF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D021B-9185-4670-A3DC-64E1E1F5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F33A7-666A-4EF5-82F9-2AF5F9F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8E755-1EB7-44EE-AEFE-C043FAF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A6ED7-D32A-4D12-A810-1509701C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C4632-CEC6-4F03-8C9D-7CC0AF6D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35718-EF01-4D95-9E60-A55F91F2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1C32A-1BBF-4043-B5CB-5DAA8D1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851C6-2785-4270-92EF-E6319407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B4304-5291-4D8E-9D89-2D5B9786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8F269C-AF5D-4455-9DC5-BC1452E2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785342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6E0EFF-CC4C-41A6-806B-1E95D548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B1DD8-4710-4279-B788-53AF0075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B624-0734-4277-8E92-9AE04EEA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A60E4-6180-48D9-BDA3-B4BB186D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4C020-030E-4188-99E5-EF48AD88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Phong lighting model vs Polygonal shading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97A7-64A9-4FA6-AC0D-66D1D682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E7913-9477-4A04-A892-49E1783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E5951-44AB-4EED-93E9-1F887A3B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Phong lighting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FE0F9-2136-4ED7-BF19-F07FB0A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Polygonal shading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772FD-0E7D-411E-88C0-6EA8DB2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08F84-1B32-48D7-9C93-580C56C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866AC-5044-4CBE-848D-37BCF5B0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surface normal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771E7-C7F9-40B0-BD94-28CDC2D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80AAD-781B-4E3C-8255-D703BB8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2CB3E-A0E0-4526-8BAD-8710676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39DED-511A-4DEE-8064-3C10DBF0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viewer 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94854-04C4-4FA0-AAFA-6E332549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20E2D-2B09-45DB-9927-88CE0A3F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A725B-2C7C-4CE6-A62D-C5252F3B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FDA93-5292-4D79-8E16-15C714B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AE62C-5EF9-4754-A72A-7C1AA2E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8E3EC-693F-4DCC-B7C2-025DF4F5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70CA7-8DD3-4400-983A-7C49B27F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B856F-48E2-4664-B9C1-DB1676B8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2635E-572F-48B0-84BC-5521F50B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878232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1DFD6-D98D-44E0-A4F8-52E2B96D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13BF7-121E-42B8-9B70-9118E1DC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4: Viewing, Lighting and Shading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F3DCA-8BD8-4E94-836C-BB2D84C8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9FD6D-4C77-40E9-BC05-4F380CF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D80EF-AC61-4169-823D-FC77BDC0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13DA4-9F3B-411B-8EB0-4C6143A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3E9C4-E0B5-4C05-AB00-0E971ED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6C19-DF28-4ADD-89BA-C0BE943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348A0-5C85-4C3C-A3D2-3ABDC9C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DD19-508B-401B-A819-9C214FC0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5429E-F972-499B-8128-3A18268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4791D-2332-45C1-A715-802CB408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2002484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2026-08-24T06:04:48.1470000Z</dcterms:created>
  <dcterms:modified xsi:type="dcterms:W3CDTF">2026-08-24T06:04:48.1470000Z</dcterms:modified>
</coreProperties>
</file>