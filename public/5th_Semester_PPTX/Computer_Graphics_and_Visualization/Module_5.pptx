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d5deae84954e5d" /><Relationship Type="http://schemas.openxmlformats.org/officeDocument/2006/relationships/extended-properties" Target="/docProps/app.xml" Id="R3d5306b40fff4889" /><Relationship Type="http://schemas.openxmlformats.org/officeDocument/2006/relationships/officeDocument" Target="/ppt/presentation.xml" Id="Ree007b5c788849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58f3c39ab546fd"/>
  </p:sldMasterIdLst>
  <p:notesMasterIdLst>
    <p:notesMasterId xmlns:r="http://schemas.openxmlformats.org/officeDocument/2006/relationships" r:id="Rbf695124aa794783"/>
  </p:notesMasterIdLst>
  <p:sldIdLst>
    <p:sldId xmlns:r="http://schemas.openxmlformats.org/officeDocument/2006/relationships" id="256" r:id="R85f07b6fa4ec48db"/>
    <p:sldId xmlns:r="http://schemas.openxmlformats.org/officeDocument/2006/relationships" id="257" r:id="R46964ad4794c4eca"/>
    <p:sldId xmlns:r="http://schemas.openxmlformats.org/officeDocument/2006/relationships" id="258" r:id="Rd5a4b2edcb4349e2"/>
    <p:sldId xmlns:r="http://schemas.openxmlformats.org/officeDocument/2006/relationships" id="259" r:id="Re572a62d5e994db9"/>
    <p:sldId xmlns:r="http://schemas.openxmlformats.org/officeDocument/2006/relationships" id="260" r:id="Ra0b9281b1dc048a7"/>
    <p:sldId xmlns:r="http://schemas.openxmlformats.org/officeDocument/2006/relationships" id="261" r:id="Rfc00914768904841"/>
    <p:sldId xmlns:r="http://schemas.openxmlformats.org/officeDocument/2006/relationships" id="262" r:id="R0cfebc5889d547ae"/>
    <p:sldId xmlns:r="http://schemas.openxmlformats.org/officeDocument/2006/relationships" id="263" r:id="R7c63367a300f44d4"/>
    <p:sldId xmlns:r="http://schemas.openxmlformats.org/officeDocument/2006/relationships" id="264" r:id="Rcc06b15465df425b"/>
    <p:sldId xmlns:r="http://schemas.openxmlformats.org/officeDocument/2006/relationships" id="265" r:id="R205d0db560d14e0a"/>
    <p:sldId xmlns:r="http://schemas.openxmlformats.org/officeDocument/2006/relationships" id="266" r:id="Rf7e52451a024476c"/>
    <p:sldId xmlns:r="http://schemas.openxmlformats.org/officeDocument/2006/relationships" id="267" r:id="R2f334a7168b8405a"/>
    <p:sldId xmlns:r="http://schemas.openxmlformats.org/officeDocument/2006/relationships" id="268" r:id="Rf96114eb12c64277"/>
    <p:sldId xmlns:r="http://schemas.openxmlformats.org/officeDocument/2006/relationships" id="269" r:id="R68737e1beb744b6c"/>
    <p:sldId xmlns:r="http://schemas.openxmlformats.org/officeDocument/2006/relationships" id="270" r:id="R937b8ddee7b240c2"/>
    <p:sldId xmlns:r="http://schemas.openxmlformats.org/officeDocument/2006/relationships" id="271" r:id="R56ea520b11ef4989"/>
    <p:sldId xmlns:r="http://schemas.openxmlformats.org/officeDocument/2006/relationships" id="272" r:id="Rc2d495855a384c7f"/>
    <p:sldId xmlns:r="http://schemas.openxmlformats.org/officeDocument/2006/relationships" id="273" r:id="Rf3ed730a33b841ec"/>
    <p:sldId xmlns:r="http://schemas.openxmlformats.org/officeDocument/2006/relationships" id="274" r:id="Reda617c1a7674627"/>
    <p:sldId xmlns:r="http://schemas.openxmlformats.org/officeDocument/2006/relationships" id="275" r:id="Reb5a1c25e2dd4833"/>
    <p:sldId xmlns:r="http://schemas.openxmlformats.org/officeDocument/2006/relationships" id="276" r:id="Rceb07a048f01418b"/>
    <p:sldId xmlns:r="http://schemas.openxmlformats.org/officeDocument/2006/relationships" id="277" r:id="R97b6bd8f1df54894"/>
    <p:sldId xmlns:r="http://schemas.openxmlformats.org/officeDocument/2006/relationships" id="278" r:id="Re44be6e2c1b344cf"/>
    <p:sldId xmlns:r="http://schemas.openxmlformats.org/officeDocument/2006/relationships" id="279" r:id="Rb38aff7135ac487e"/>
    <p:sldId xmlns:r="http://schemas.openxmlformats.org/officeDocument/2006/relationships" id="280" r:id="Rdee75abba59641c0"/>
    <p:sldId xmlns:r="http://schemas.openxmlformats.org/officeDocument/2006/relationships" id="281" r:id="R48e8aebed7054af7"/>
    <p:sldId xmlns:r="http://schemas.openxmlformats.org/officeDocument/2006/relationships" id="282" r:id="R4f09c9d5997c41bb"/>
    <p:sldId xmlns:r="http://schemas.openxmlformats.org/officeDocument/2006/relationships" id="283" r:id="R6f6d5cab4de744c1"/>
    <p:sldId xmlns:r="http://schemas.openxmlformats.org/officeDocument/2006/relationships" id="284" r:id="Rd891b7dabb6b4bd7"/>
    <p:sldId xmlns:r="http://schemas.openxmlformats.org/officeDocument/2006/relationships" id="285" r:id="R90f70e18639c41e5"/>
    <p:sldId xmlns:r="http://schemas.openxmlformats.org/officeDocument/2006/relationships" id="286" r:id="R120536a90a724245"/>
    <p:sldId xmlns:r="http://schemas.openxmlformats.org/officeDocument/2006/relationships" id="287" r:id="R3cb2cd3ef2dd4426"/>
    <p:sldId xmlns:r="http://schemas.openxmlformats.org/officeDocument/2006/relationships" id="288" r:id="R96f439e424b54be7"/>
    <p:sldId xmlns:r="http://schemas.openxmlformats.org/officeDocument/2006/relationships" id="289" r:id="R7a44a01cb07644c9"/>
    <p:sldId xmlns:r="http://schemas.openxmlformats.org/officeDocument/2006/relationships" id="290" r:id="Rdaeffb67214b47ff"/>
    <p:sldId xmlns:r="http://schemas.openxmlformats.org/officeDocument/2006/relationships" id="291" r:id="Rc16d2f2f517a4bf7"/>
    <p:sldId xmlns:r="http://schemas.openxmlformats.org/officeDocument/2006/relationships" id="292" r:id="R212a635803ff4eb5"/>
    <p:sldId xmlns:r="http://schemas.openxmlformats.org/officeDocument/2006/relationships" id="293" r:id="Rfab9ba613f5e4ca8"/>
    <p:sldId xmlns:r="http://schemas.openxmlformats.org/officeDocument/2006/relationships" id="294" r:id="R4192bbf20c6244f8"/>
    <p:sldId xmlns:r="http://schemas.openxmlformats.org/officeDocument/2006/relationships" id="295" r:id="Rf675643f39414dfb"/>
    <p:sldId xmlns:r="http://schemas.openxmlformats.org/officeDocument/2006/relationships" id="296" r:id="R9771f0903c374e26"/>
    <p:sldId xmlns:r="http://schemas.openxmlformats.org/officeDocument/2006/relationships" id="297" r:id="R5c0e3a7a10e84556"/>
    <p:sldId xmlns:r="http://schemas.openxmlformats.org/officeDocument/2006/relationships" id="298" r:id="Rc639342c59ea4f3c"/>
    <p:sldId xmlns:r="http://schemas.openxmlformats.org/officeDocument/2006/relationships" id="299" r:id="Ra5d76c88f41e4b3a"/>
    <p:sldId xmlns:r="http://schemas.openxmlformats.org/officeDocument/2006/relationships" id="300" r:id="Rb2f74c3ca76443a5"/>
    <p:sldId xmlns:r="http://schemas.openxmlformats.org/officeDocument/2006/relationships" id="301" r:id="R1c47870d47044ab0"/>
    <p:sldId xmlns:r="http://schemas.openxmlformats.org/officeDocument/2006/relationships" id="302" r:id="Rf39194ccace04a0f"/>
    <p:sldId xmlns:r="http://schemas.openxmlformats.org/officeDocument/2006/relationships" id="303" r:id="R1ee3cd8148bd4eb5"/>
    <p:sldId xmlns:r="http://schemas.openxmlformats.org/officeDocument/2006/relationships" id="304" r:id="Rade2b24b22924970"/>
    <p:sldId xmlns:r="http://schemas.openxmlformats.org/officeDocument/2006/relationships" id="305" r:id="R297ec312ebb84702"/>
    <p:sldId xmlns:r="http://schemas.openxmlformats.org/officeDocument/2006/relationships" id="306" r:id="R3f56bd36763f4d99"/>
    <p:sldId xmlns:r="http://schemas.openxmlformats.org/officeDocument/2006/relationships" id="307" r:id="R526b4a96eb294886"/>
    <p:sldId xmlns:r="http://schemas.openxmlformats.org/officeDocument/2006/relationships" id="308" r:id="R0f130a97578248bd"/>
    <p:sldId xmlns:r="http://schemas.openxmlformats.org/officeDocument/2006/relationships" id="309" r:id="R6a1e814c5b734740"/>
    <p:sldId xmlns:r="http://schemas.openxmlformats.org/officeDocument/2006/relationships" id="310" r:id="R84b1ddb2539f4507"/>
    <p:sldId xmlns:r="http://schemas.openxmlformats.org/officeDocument/2006/relationships" id="311" r:id="Rdfaaf7d45f574dd9"/>
    <p:sldId xmlns:r="http://schemas.openxmlformats.org/officeDocument/2006/relationships" id="312" r:id="R2e0b0fdc339644a5"/>
    <p:sldId xmlns:r="http://schemas.openxmlformats.org/officeDocument/2006/relationships" id="313" r:id="R536af1ee8a7d405e"/>
    <p:sldId xmlns:r="http://schemas.openxmlformats.org/officeDocument/2006/relationships" id="314" r:id="R808d5ee62f114aec"/>
    <p:sldId xmlns:r="http://schemas.openxmlformats.org/officeDocument/2006/relationships" id="315" r:id="R617860fe61304efc"/>
    <p:sldId xmlns:r="http://schemas.openxmlformats.org/officeDocument/2006/relationships" id="316" r:id="R9ada64890f96476c"/>
    <p:sldId xmlns:r="http://schemas.openxmlformats.org/officeDocument/2006/relationships" id="317" r:id="Rb92ef13b38564c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ba5ae01ea44934" /><Relationship Type="http://schemas.openxmlformats.org/officeDocument/2006/relationships/slideMaster" Target="/ppt/slideMasters/slideMaster1.xml" Id="Rdd58f3c39ab546fd" /><Relationship Type="http://schemas.openxmlformats.org/officeDocument/2006/relationships/notesMaster" Target="/ppt/notesMasters/notesMaster1.xml" Id="Rbf695124aa794783" /><Relationship Type="http://schemas.openxmlformats.org/officeDocument/2006/relationships/presProps" Target="/ppt/presProps.xml" Id="Ree50e8f669a5447e" /><Relationship Type="http://schemas.openxmlformats.org/officeDocument/2006/relationships/tableStyles" Target="/ppt/tableStyles.xml" Id="R6e6a849476864599" /><Relationship Type="http://schemas.openxmlformats.org/officeDocument/2006/relationships/slide" Target="/ppt/slides/slide1.xml" Id="R85f07b6fa4ec48db" /><Relationship Type="http://schemas.openxmlformats.org/officeDocument/2006/relationships/slide" Target="/ppt/slides/slide2.xml" Id="R46964ad4794c4eca" /><Relationship Type="http://schemas.openxmlformats.org/officeDocument/2006/relationships/slide" Target="/ppt/slides/slide3.xml" Id="Rd5a4b2edcb4349e2" /><Relationship Type="http://schemas.openxmlformats.org/officeDocument/2006/relationships/slide" Target="/ppt/slides/slide4.xml" Id="Re572a62d5e994db9" /><Relationship Type="http://schemas.openxmlformats.org/officeDocument/2006/relationships/slide" Target="/ppt/slides/slide5.xml" Id="Ra0b9281b1dc048a7" /><Relationship Type="http://schemas.openxmlformats.org/officeDocument/2006/relationships/slide" Target="/ppt/slides/slide6.xml" Id="Rfc00914768904841" /><Relationship Type="http://schemas.openxmlformats.org/officeDocument/2006/relationships/slide" Target="/ppt/slides/slide7.xml" Id="R0cfebc5889d547ae" /><Relationship Type="http://schemas.openxmlformats.org/officeDocument/2006/relationships/slide" Target="/ppt/slides/slide8.xml" Id="R7c63367a300f44d4" /><Relationship Type="http://schemas.openxmlformats.org/officeDocument/2006/relationships/slide" Target="/ppt/slides/slide9.xml" Id="Rcc06b15465df425b" /><Relationship Type="http://schemas.openxmlformats.org/officeDocument/2006/relationships/slide" Target="/ppt/slides/slide10.xml" Id="R205d0db560d14e0a" /><Relationship Type="http://schemas.openxmlformats.org/officeDocument/2006/relationships/slide" Target="/ppt/slides/slide11.xml" Id="Rf7e52451a024476c" /><Relationship Type="http://schemas.openxmlformats.org/officeDocument/2006/relationships/slide" Target="/ppt/slides/slide12.xml" Id="R2f334a7168b8405a" /><Relationship Type="http://schemas.openxmlformats.org/officeDocument/2006/relationships/slide" Target="/ppt/slides/slide13.xml" Id="Rf96114eb12c64277" /><Relationship Type="http://schemas.openxmlformats.org/officeDocument/2006/relationships/slide" Target="/ppt/slides/slide14.xml" Id="R68737e1beb744b6c" /><Relationship Type="http://schemas.openxmlformats.org/officeDocument/2006/relationships/slide" Target="/ppt/slides/slide15.xml" Id="R937b8ddee7b240c2" /><Relationship Type="http://schemas.openxmlformats.org/officeDocument/2006/relationships/slide" Target="/ppt/slides/slide16.xml" Id="R56ea520b11ef4989" /><Relationship Type="http://schemas.openxmlformats.org/officeDocument/2006/relationships/slide" Target="/ppt/slides/slide17.xml" Id="Rc2d495855a384c7f" /><Relationship Type="http://schemas.openxmlformats.org/officeDocument/2006/relationships/slide" Target="/ppt/slides/slide18.xml" Id="Rf3ed730a33b841ec" /><Relationship Type="http://schemas.openxmlformats.org/officeDocument/2006/relationships/slide" Target="/ppt/slides/slide19.xml" Id="Reda617c1a7674627" /><Relationship Type="http://schemas.openxmlformats.org/officeDocument/2006/relationships/slide" Target="/ppt/slides/slide20.xml" Id="Reb5a1c25e2dd4833" /><Relationship Type="http://schemas.openxmlformats.org/officeDocument/2006/relationships/slide" Target="/ppt/slides/slide21.xml" Id="Rceb07a048f01418b" /><Relationship Type="http://schemas.openxmlformats.org/officeDocument/2006/relationships/slide" Target="/ppt/slides/slide22.xml" Id="R97b6bd8f1df54894" /><Relationship Type="http://schemas.openxmlformats.org/officeDocument/2006/relationships/slide" Target="/ppt/slides/slide23.xml" Id="Re44be6e2c1b344cf" /><Relationship Type="http://schemas.openxmlformats.org/officeDocument/2006/relationships/slide" Target="/ppt/slides/slide24.xml" Id="Rb38aff7135ac487e" /><Relationship Type="http://schemas.openxmlformats.org/officeDocument/2006/relationships/slide" Target="/ppt/slides/slide25.xml" Id="Rdee75abba59641c0" /><Relationship Type="http://schemas.openxmlformats.org/officeDocument/2006/relationships/slide" Target="/ppt/slides/slide26.xml" Id="R48e8aebed7054af7" /><Relationship Type="http://schemas.openxmlformats.org/officeDocument/2006/relationships/slide" Target="/ppt/slides/slide27.xml" Id="R4f09c9d5997c41bb" /><Relationship Type="http://schemas.openxmlformats.org/officeDocument/2006/relationships/slide" Target="/ppt/slides/slide28.xml" Id="R6f6d5cab4de744c1" /><Relationship Type="http://schemas.openxmlformats.org/officeDocument/2006/relationships/slide" Target="/ppt/slides/slide29.xml" Id="Rd891b7dabb6b4bd7" /><Relationship Type="http://schemas.openxmlformats.org/officeDocument/2006/relationships/slide" Target="/ppt/slides/slide30.xml" Id="R90f70e18639c41e5" /><Relationship Type="http://schemas.openxmlformats.org/officeDocument/2006/relationships/slide" Target="/ppt/slides/slide31.xml" Id="R120536a90a724245" /><Relationship Type="http://schemas.openxmlformats.org/officeDocument/2006/relationships/slide" Target="/ppt/slides/slide32.xml" Id="R3cb2cd3ef2dd4426" /><Relationship Type="http://schemas.openxmlformats.org/officeDocument/2006/relationships/slide" Target="/ppt/slides/slide33.xml" Id="R96f439e424b54be7" /><Relationship Type="http://schemas.openxmlformats.org/officeDocument/2006/relationships/slide" Target="/ppt/slides/slide34.xml" Id="R7a44a01cb07644c9" /><Relationship Type="http://schemas.openxmlformats.org/officeDocument/2006/relationships/slide" Target="/ppt/slides/slide35.xml" Id="Rdaeffb67214b47ff" /><Relationship Type="http://schemas.openxmlformats.org/officeDocument/2006/relationships/slide" Target="/ppt/slides/slide36.xml" Id="Rc16d2f2f517a4bf7" /><Relationship Type="http://schemas.openxmlformats.org/officeDocument/2006/relationships/slide" Target="/ppt/slides/slide37.xml" Id="R212a635803ff4eb5" /><Relationship Type="http://schemas.openxmlformats.org/officeDocument/2006/relationships/slide" Target="/ppt/slides/slide38.xml" Id="Rfab9ba613f5e4ca8" /><Relationship Type="http://schemas.openxmlformats.org/officeDocument/2006/relationships/slide" Target="/ppt/slides/slide39.xml" Id="R4192bbf20c6244f8" /><Relationship Type="http://schemas.openxmlformats.org/officeDocument/2006/relationships/slide" Target="/ppt/slides/slide40.xml" Id="Rf675643f39414dfb" /><Relationship Type="http://schemas.openxmlformats.org/officeDocument/2006/relationships/slide" Target="/ppt/slides/slide41.xml" Id="R9771f0903c374e26" /><Relationship Type="http://schemas.openxmlformats.org/officeDocument/2006/relationships/slide" Target="/ppt/slides/slide42.xml" Id="R5c0e3a7a10e84556" /><Relationship Type="http://schemas.openxmlformats.org/officeDocument/2006/relationships/slide" Target="/ppt/slides/slide43.xml" Id="Rc639342c59ea4f3c" /><Relationship Type="http://schemas.openxmlformats.org/officeDocument/2006/relationships/slide" Target="/ppt/slides/slide44.xml" Id="Ra5d76c88f41e4b3a" /><Relationship Type="http://schemas.openxmlformats.org/officeDocument/2006/relationships/slide" Target="/ppt/slides/slide45.xml" Id="Rb2f74c3ca76443a5" /><Relationship Type="http://schemas.openxmlformats.org/officeDocument/2006/relationships/slide" Target="/ppt/slides/slide46.xml" Id="R1c47870d47044ab0" /><Relationship Type="http://schemas.openxmlformats.org/officeDocument/2006/relationships/slide" Target="/ppt/slides/slide47.xml" Id="Rf39194ccace04a0f" /><Relationship Type="http://schemas.openxmlformats.org/officeDocument/2006/relationships/slide" Target="/ppt/slides/slide48.xml" Id="R1ee3cd8148bd4eb5" /><Relationship Type="http://schemas.openxmlformats.org/officeDocument/2006/relationships/slide" Target="/ppt/slides/slide49.xml" Id="Rade2b24b22924970" /><Relationship Type="http://schemas.openxmlformats.org/officeDocument/2006/relationships/slide" Target="/ppt/slides/slide50.xml" Id="R297ec312ebb84702" /><Relationship Type="http://schemas.openxmlformats.org/officeDocument/2006/relationships/slide" Target="/ppt/slides/slide51.xml" Id="R3f56bd36763f4d99" /><Relationship Type="http://schemas.openxmlformats.org/officeDocument/2006/relationships/slide" Target="/ppt/slides/slide52.xml" Id="R526b4a96eb294886" /><Relationship Type="http://schemas.openxmlformats.org/officeDocument/2006/relationships/slide" Target="/ppt/slides/slide53.xml" Id="R0f130a97578248bd" /><Relationship Type="http://schemas.openxmlformats.org/officeDocument/2006/relationships/slide" Target="/ppt/slides/slide54.xml" Id="R6a1e814c5b734740" /><Relationship Type="http://schemas.openxmlformats.org/officeDocument/2006/relationships/slide" Target="/ppt/slides/slide55.xml" Id="R84b1ddb2539f4507" /><Relationship Type="http://schemas.openxmlformats.org/officeDocument/2006/relationships/slide" Target="/ppt/slides/slide56.xml" Id="Rdfaaf7d45f574dd9" /><Relationship Type="http://schemas.openxmlformats.org/officeDocument/2006/relationships/slide" Target="/ppt/slides/slide57.xml" Id="R2e0b0fdc339644a5" /><Relationship Type="http://schemas.openxmlformats.org/officeDocument/2006/relationships/slide" Target="/ppt/slides/slide58.xml" Id="R536af1ee8a7d405e" /><Relationship Type="http://schemas.openxmlformats.org/officeDocument/2006/relationships/slide" Target="/ppt/slides/slide59.xml" Id="R808d5ee62f114aec" /><Relationship Type="http://schemas.openxmlformats.org/officeDocument/2006/relationships/slide" Target="/ppt/slides/slide60.xml" Id="R617860fe61304efc" /><Relationship Type="http://schemas.openxmlformats.org/officeDocument/2006/relationships/slide" Target="/ppt/slides/slide61.xml" Id="R9ada64890f96476c" /><Relationship Type="http://schemas.openxmlformats.org/officeDocument/2006/relationships/slide" Target="/ppt/slides/slide62.xml" Id="Rb92ef13b38564c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26b82a75bd4e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7f58afe4e74b9a" /><Relationship Type="http://schemas.openxmlformats.org/officeDocument/2006/relationships/notesMaster" Target="/ppt/notesMasters/notesMaster1.xml" Id="R537f0fdfa8ff44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18a60ee1d443a0" /><Relationship Type="http://schemas.openxmlformats.org/officeDocument/2006/relationships/notesMaster" Target="/ppt/notesMasters/notesMaster1.xml" Id="Ra7f501b0aeec4c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4d6c6cd46840d0" /><Relationship Type="http://schemas.openxmlformats.org/officeDocument/2006/relationships/notesMaster" Target="/ppt/notesMasters/notesMaster1.xml" Id="Rf771144260e149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4a0f1d0dc44b51" /><Relationship Type="http://schemas.openxmlformats.org/officeDocument/2006/relationships/notesMaster" Target="/ppt/notesMasters/notesMaster1.xml" Id="R3485e657d33242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a6f33484844228" /><Relationship Type="http://schemas.openxmlformats.org/officeDocument/2006/relationships/notesMaster" Target="/ppt/notesMasters/notesMaster1.xml" Id="R2fe88148be9b4a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237e7c57ee401e" /><Relationship Type="http://schemas.openxmlformats.org/officeDocument/2006/relationships/notesMaster" Target="/ppt/notesMasters/notesMaster1.xml" Id="R8f123708aa3648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cdd84991fd46bf" /><Relationship Type="http://schemas.openxmlformats.org/officeDocument/2006/relationships/notesMaster" Target="/ppt/notesMasters/notesMaster1.xml" Id="R5a459094adc443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bb609df36d4c98" /><Relationship Type="http://schemas.openxmlformats.org/officeDocument/2006/relationships/notesMaster" Target="/ppt/notesMasters/notesMaster1.xml" Id="R823e4c144e5240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49950d12b749f3" /><Relationship Type="http://schemas.openxmlformats.org/officeDocument/2006/relationships/notesMaster" Target="/ppt/notesMasters/notesMaster1.xml" Id="R0099317f1e4d4e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da76529e524d8a" /><Relationship Type="http://schemas.openxmlformats.org/officeDocument/2006/relationships/notesMaster" Target="/ppt/notesMasters/notesMaster1.xml" Id="R8a40bf2a86cd42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142d20010d4ca7" /><Relationship Type="http://schemas.openxmlformats.org/officeDocument/2006/relationships/notesMaster" Target="/ppt/notesMasters/notesMaster1.xml" Id="R787e20fe9640496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66f1642fcd429e" /><Relationship Type="http://schemas.openxmlformats.org/officeDocument/2006/relationships/notesMaster" Target="/ppt/notesMasters/notesMaster1.xml" Id="R506f2945e0454f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6a29efca9b744c5" /><Relationship Type="http://schemas.openxmlformats.org/officeDocument/2006/relationships/notesMaster" Target="/ppt/notesMasters/notesMaster1.xml" Id="Ra294446ec45441e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471eedbb3484ab2" /><Relationship Type="http://schemas.openxmlformats.org/officeDocument/2006/relationships/notesMaster" Target="/ppt/notesMasters/notesMaster1.xml" Id="Rdd542ef1677b4a3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66b6a2ed80a45df" /><Relationship Type="http://schemas.openxmlformats.org/officeDocument/2006/relationships/notesMaster" Target="/ppt/notesMasters/notesMaster1.xml" Id="Rc03024cabb364ff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7e59538f292436b" /><Relationship Type="http://schemas.openxmlformats.org/officeDocument/2006/relationships/notesMaster" Target="/ppt/notesMasters/notesMaster1.xml" Id="Rfe8703ed2140492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3ff9a7a67224926" /><Relationship Type="http://schemas.openxmlformats.org/officeDocument/2006/relationships/notesMaster" Target="/ppt/notesMasters/notesMaster1.xml" Id="Raf1662d42fc6468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5d0a017fb5f4be8" /><Relationship Type="http://schemas.openxmlformats.org/officeDocument/2006/relationships/notesMaster" Target="/ppt/notesMasters/notesMaster1.xml" Id="R0aa3b102323749c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aacbb7063cf42ec" /><Relationship Type="http://schemas.openxmlformats.org/officeDocument/2006/relationships/notesMaster" Target="/ppt/notesMasters/notesMaster1.xml" Id="R8714de51944949b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79ff573a63045a0" /><Relationship Type="http://schemas.openxmlformats.org/officeDocument/2006/relationships/notesMaster" Target="/ppt/notesMasters/notesMaster1.xml" Id="R522dbe366e684f1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41617a015cd4cbc" /><Relationship Type="http://schemas.openxmlformats.org/officeDocument/2006/relationships/notesMaster" Target="/ppt/notesMasters/notesMaster1.xml" Id="R360a553cdcdc421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c33e81780894579" /><Relationship Type="http://schemas.openxmlformats.org/officeDocument/2006/relationships/notesMaster" Target="/ppt/notesMasters/notesMaster1.xml" Id="R489dbb41b9494d2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89edf9af1654023" /><Relationship Type="http://schemas.openxmlformats.org/officeDocument/2006/relationships/notesMaster" Target="/ppt/notesMasters/notesMaster1.xml" Id="Ra0581145bdf0453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d4028069f794291" /><Relationship Type="http://schemas.openxmlformats.org/officeDocument/2006/relationships/notesMaster" Target="/ppt/notesMasters/notesMaster1.xml" Id="Reb135a443115408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c8f892293d04340" /><Relationship Type="http://schemas.openxmlformats.org/officeDocument/2006/relationships/notesMaster" Target="/ppt/notesMasters/notesMaster1.xml" Id="Re0a99708b24846e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214840a6f494044" /><Relationship Type="http://schemas.openxmlformats.org/officeDocument/2006/relationships/notesMaster" Target="/ppt/notesMasters/notesMaster1.xml" Id="R9518d8d1fe114f4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260a477efb54b3c" /><Relationship Type="http://schemas.openxmlformats.org/officeDocument/2006/relationships/notesMaster" Target="/ppt/notesMasters/notesMaster1.xml" Id="R29875db082004d7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b873e3caab4469b" /><Relationship Type="http://schemas.openxmlformats.org/officeDocument/2006/relationships/notesMaster" Target="/ppt/notesMasters/notesMaster1.xml" Id="R0a5da4661f144de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bad6e89b76e4842" /><Relationship Type="http://schemas.openxmlformats.org/officeDocument/2006/relationships/notesMaster" Target="/ppt/notesMasters/notesMaster1.xml" Id="R690c5ea70991493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ae734e669634094" /><Relationship Type="http://schemas.openxmlformats.org/officeDocument/2006/relationships/notesMaster" Target="/ppt/notesMasters/notesMaster1.xml" Id="R4f3224e033584b7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0f79fa60a2140d4" /><Relationship Type="http://schemas.openxmlformats.org/officeDocument/2006/relationships/notesMaster" Target="/ppt/notesMasters/notesMaster1.xml" Id="R77a9ddef408c4b9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68f8f78f4fb47ad" /><Relationship Type="http://schemas.openxmlformats.org/officeDocument/2006/relationships/notesMaster" Target="/ppt/notesMasters/notesMaster1.xml" Id="Rf013fe1c4529407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9f59ae6cb1c442b" /><Relationship Type="http://schemas.openxmlformats.org/officeDocument/2006/relationships/notesMaster" Target="/ppt/notesMasters/notesMaster1.xml" Id="R8484a991281c4a5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ea4a62c37d64b9a" /><Relationship Type="http://schemas.openxmlformats.org/officeDocument/2006/relationships/notesMaster" Target="/ppt/notesMasters/notesMaster1.xml" Id="R5d542fa5f86b445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0813e0ff8d745aa" /><Relationship Type="http://schemas.openxmlformats.org/officeDocument/2006/relationships/notesMaster" Target="/ppt/notesMasters/notesMaster1.xml" Id="Rd537b500062b44b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921ba98ce214f1c" /><Relationship Type="http://schemas.openxmlformats.org/officeDocument/2006/relationships/notesMaster" Target="/ppt/notesMasters/notesMaster1.xml" Id="R11e712c0aada4ca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791389486f14a2b" /><Relationship Type="http://schemas.openxmlformats.org/officeDocument/2006/relationships/notesMaster" Target="/ppt/notesMasters/notesMaster1.xml" Id="Rc82c62038b504ee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47ada380f2f4e52" /><Relationship Type="http://schemas.openxmlformats.org/officeDocument/2006/relationships/notesMaster" Target="/ppt/notesMasters/notesMaster1.xml" Id="Rfff2349104fe40d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4bb859ebf5141aa" /><Relationship Type="http://schemas.openxmlformats.org/officeDocument/2006/relationships/notesMaster" Target="/ppt/notesMasters/notesMaster1.xml" Id="R99c2ebea294d475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16d8d4becb649cf" /><Relationship Type="http://schemas.openxmlformats.org/officeDocument/2006/relationships/notesMaster" Target="/ppt/notesMasters/notesMaster1.xml" Id="Ra9b14ae46e1f445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da3f5a373184794" /><Relationship Type="http://schemas.openxmlformats.org/officeDocument/2006/relationships/notesMaster" Target="/ppt/notesMasters/notesMaster1.xml" Id="R26917318a2e0458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2112d3ad739421b" /><Relationship Type="http://schemas.openxmlformats.org/officeDocument/2006/relationships/notesMaster" Target="/ppt/notesMasters/notesMaster1.xml" Id="Rbe1357d1d0ec4b6a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e3dbfd9957647ef" /><Relationship Type="http://schemas.openxmlformats.org/officeDocument/2006/relationships/notesMaster" Target="/ppt/notesMasters/notesMaster1.xml" Id="Rf815aa74d281457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ed64f905c7c4044" /><Relationship Type="http://schemas.openxmlformats.org/officeDocument/2006/relationships/notesMaster" Target="/ppt/notesMasters/notesMaster1.xml" Id="R6045a231ce0d48c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1fb4f4e6cc549bd" /><Relationship Type="http://schemas.openxmlformats.org/officeDocument/2006/relationships/notesMaster" Target="/ppt/notesMasters/notesMaster1.xml" Id="R9fff9332dc204f8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5603e5838dd04e91" /><Relationship Type="http://schemas.openxmlformats.org/officeDocument/2006/relationships/notesMaster" Target="/ppt/notesMasters/notesMaster1.xml" Id="Rb16074b8784d40c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44766c95433d4786" /><Relationship Type="http://schemas.openxmlformats.org/officeDocument/2006/relationships/notesMaster" Target="/ppt/notesMasters/notesMaster1.xml" Id="R15ca63998f6844ad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b0bbfdf472e04842" /><Relationship Type="http://schemas.openxmlformats.org/officeDocument/2006/relationships/notesMaster" Target="/ppt/notesMasters/notesMaster1.xml" Id="R6d847aee52144710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d00396b4ebf14765" /><Relationship Type="http://schemas.openxmlformats.org/officeDocument/2006/relationships/notesMaster" Target="/ppt/notesMasters/notesMaster1.xml" Id="R6588165bffdf40aa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626c89aff88544cb" /><Relationship Type="http://schemas.openxmlformats.org/officeDocument/2006/relationships/notesMaster" Target="/ppt/notesMasters/notesMaster1.xml" Id="R6e1d7c4b0ae34861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11ea21889ce84fb1" /><Relationship Type="http://schemas.openxmlformats.org/officeDocument/2006/relationships/notesMaster" Target="/ppt/notesMasters/notesMaster1.xml" Id="Ra90b77cdd18c4314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a160395d005c4d7f" /><Relationship Type="http://schemas.openxmlformats.org/officeDocument/2006/relationships/notesMaster" Target="/ppt/notesMasters/notesMaster1.xml" Id="R1ff39ebc8c7f4fc5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c201a8198995403d" /><Relationship Type="http://schemas.openxmlformats.org/officeDocument/2006/relationships/notesMaster" Target="/ppt/notesMasters/notesMaster1.xml" Id="R0bdb61ccdb154fe9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68cf3b1986324de2" /><Relationship Type="http://schemas.openxmlformats.org/officeDocument/2006/relationships/notesMaster" Target="/ppt/notesMasters/notesMaster1.xml" Id="R6e45daf5396c45f3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1b4c426b53234320" /><Relationship Type="http://schemas.openxmlformats.org/officeDocument/2006/relationships/notesMaster" Target="/ppt/notesMasters/notesMaster1.xml" Id="R6276554c428a4fd4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cb93eb1244b14c94" /><Relationship Type="http://schemas.openxmlformats.org/officeDocument/2006/relationships/notesMaster" Target="/ppt/notesMasters/notesMaster1.xml" Id="R8889a88a72f248a3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dd0779616ce34217" /><Relationship Type="http://schemas.openxmlformats.org/officeDocument/2006/relationships/notesMaster" Target="/ppt/notesMasters/notesMaster1.xml" Id="R4a75462f03d243e1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26e0d287fe764363" /><Relationship Type="http://schemas.openxmlformats.org/officeDocument/2006/relationships/notesMaster" Target="/ppt/notesMasters/notesMaster1.xml" Id="R349e99d58c6041c3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fb9d3dddb38f4073" /><Relationship Type="http://schemas.openxmlformats.org/officeDocument/2006/relationships/notesMaster" Target="/ppt/notesMasters/notesMaster1.xml" Id="R0e9794b361524f6e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6243f63d402e4ba2" /><Relationship Type="http://schemas.openxmlformats.org/officeDocument/2006/relationships/notesMaster" Target="/ppt/notesMasters/notesMaster1.xml" Id="R717216fc927a4971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68543f77ff044a79" /><Relationship Type="http://schemas.openxmlformats.org/officeDocument/2006/relationships/notesMaster" Target="/ppt/notesMasters/notesMaster1.xml" Id="Rb3643680da5242e1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81a3b20462e9437b" /><Relationship Type="http://schemas.openxmlformats.org/officeDocument/2006/relationships/notesMaster" Target="/ppt/notesMasters/notesMaster1.xml" Id="R7c6c86bb47974f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Edward Angel, Interactive Computer Graphics: A Top-Down Approach with OpenGL, 5th ed.; TB2: Hearn and Baker, Computer Graphics with OpenGL, 4th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18a82a5e7d4c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31cf735e0d4e75" /><Relationship Type="http://schemas.openxmlformats.org/officeDocument/2006/relationships/slideLayout" Target="/ppt/slideLayouts/slideLayout1.xml" Id="R951764e23ed149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1764e23ed149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3b665e6054a89" /><Relationship Type="http://schemas.openxmlformats.org/officeDocument/2006/relationships/notesSlide" Target="/ppt/notesSlides/notesSlide1.xml" Id="Raf2357dfe0ed44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7857412f14f22" /><Relationship Type="http://schemas.openxmlformats.org/officeDocument/2006/relationships/notesSlide" Target="/ppt/notesSlides/notesSlide2.xml" Id="R553c5c1210184c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3845d38164abb" /><Relationship Type="http://schemas.openxmlformats.org/officeDocument/2006/relationships/notesSlide" Target="/ppt/notesSlides/notesSlide3.xml" Id="Ra04918e1b43743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28fac48644fa3" /><Relationship Type="http://schemas.openxmlformats.org/officeDocument/2006/relationships/notesSlide" Target="/ppt/notesSlides/notesSlide4.xml" Id="R7a40a14a78a24e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fb7603d374475" /><Relationship Type="http://schemas.openxmlformats.org/officeDocument/2006/relationships/notesSlide" Target="/ppt/notesSlides/notesSlide5.xml" Id="R9a54e78dd7ed49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d34289e2b49fd" /><Relationship Type="http://schemas.openxmlformats.org/officeDocument/2006/relationships/notesSlide" Target="/ppt/notesSlides/notesSlide6.xml" Id="Rca3139779e154f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31be96f634cb6" /><Relationship Type="http://schemas.openxmlformats.org/officeDocument/2006/relationships/notesSlide" Target="/ppt/notesSlides/notesSlide7.xml" Id="Rf14acce2776148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861eb50c74ac5" /><Relationship Type="http://schemas.openxmlformats.org/officeDocument/2006/relationships/notesSlide" Target="/ppt/notesSlides/notesSlide8.xml" Id="R14b66097f13b42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a1dd686934422" /><Relationship Type="http://schemas.openxmlformats.org/officeDocument/2006/relationships/notesSlide" Target="/ppt/notesSlides/notesSlide9.xml" Id="Rcbbd5cc8bfd84d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8635e01744255" /><Relationship Type="http://schemas.openxmlformats.org/officeDocument/2006/relationships/notesSlide" Target="/ppt/notesSlides/notesSlide10.xml" Id="R2dc9a5411e6b47d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f51c5b1b04dc2" /><Relationship Type="http://schemas.openxmlformats.org/officeDocument/2006/relationships/notesSlide" Target="/ppt/notesSlides/notesSlide11.xml" Id="Re6b2b54b92bd43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d226769004ace" /><Relationship Type="http://schemas.openxmlformats.org/officeDocument/2006/relationships/notesSlide" Target="/ppt/notesSlides/notesSlide12.xml" Id="R51a91165fde840e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92ffe93284cff" /><Relationship Type="http://schemas.openxmlformats.org/officeDocument/2006/relationships/notesSlide" Target="/ppt/notesSlides/notesSlide13.xml" Id="R5b6b9c6168e641e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36a57e22441d3" /><Relationship Type="http://schemas.openxmlformats.org/officeDocument/2006/relationships/notesSlide" Target="/ppt/notesSlides/notesSlide14.xml" Id="R8e190f7d6d0c4ec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e9b4d6d0f457c" /><Relationship Type="http://schemas.openxmlformats.org/officeDocument/2006/relationships/notesSlide" Target="/ppt/notesSlides/notesSlide15.xml" Id="Re90f000244d545a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c7c04389d4c42" /><Relationship Type="http://schemas.openxmlformats.org/officeDocument/2006/relationships/notesSlide" Target="/ppt/notesSlides/notesSlide16.xml" Id="R10e22e9b91fe47e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add5bd0dc4e0d" /><Relationship Type="http://schemas.openxmlformats.org/officeDocument/2006/relationships/notesSlide" Target="/ppt/notesSlides/notesSlide17.xml" Id="R53a26112cdd34ab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bd84e52c6413d" /><Relationship Type="http://schemas.openxmlformats.org/officeDocument/2006/relationships/notesSlide" Target="/ppt/notesSlides/notesSlide18.xml" Id="Rfaa23a0b282f454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57fe4e61a42f4" /><Relationship Type="http://schemas.openxmlformats.org/officeDocument/2006/relationships/notesSlide" Target="/ppt/notesSlides/notesSlide19.xml" Id="Rec38ad4991e44c8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ed051fe8443d0" /><Relationship Type="http://schemas.openxmlformats.org/officeDocument/2006/relationships/notesSlide" Target="/ppt/notesSlides/notesSlide20.xml" Id="R65890399e66f405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1d4b78c00462d" /><Relationship Type="http://schemas.openxmlformats.org/officeDocument/2006/relationships/notesSlide" Target="/ppt/notesSlides/notesSlide21.xml" Id="R85901ba23bc947a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4aab3cf3c4f03" /><Relationship Type="http://schemas.openxmlformats.org/officeDocument/2006/relationships/notesSlide" Target="/ppt/notesSlides/notesSlide22.xml" Id="Rf4c7f631382a458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13a034bfd4c7d" /><Relationship Type="http://schemas.openxmlformats.org/officeDocument/2006/relationships/notesSlide" Target="/ppt/notesSlides/notesSlide23.xml" Id="R577700c22515489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971e462e2425c" /><Relationship Type="http://schemas.openxmlformats.org/officeDocument/2006/relationships/notesSlide" Target="/ppt/notesSlides/notesSlide24.xml" Id="R50ca86d466a44bc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66504f3ee4975" /><Relationship Type="http://schemas.openxmlformats.org/officeDocument/2006/relationships/notesSlide" Target="/ppt/notesSlides/notesSlide25.xml" Id="R93f1290c781349f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ecc6c12c9479d" /><Relationship Type="http://schemas.openxmlformats.org/officeDocument/2006/relationships/notesSlide" Target="/ppt/notesSlides/notesSlide26.xml" Id="R0dfd762152e5447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2d133b65e4373" /><Relationship Type="http://schemas.openxmlformats.org/officeDocument/2006/relationships/notesSlide" Target="/ppt/notesSlides/notesSlide27.xml" Id="Rbf7387c45ced4f3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ab781d7cd447d" /><Relationship Type="http://schemas.openxmlformats.org/officeDocument/2006/relationships/notesSlide" Target="/ppt/notesSlides/notesSlide28.xml" Id="Ra678034fc70e447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29bbf61144681" /><Relationship Type="http://schemas.openxmlformats.org/officeDocument/2006/relationships/notesSlide" Target="/ppt/notesSlides/notesSlide29.xml" Id="R3313dd5cf0fd4ed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1583561234158" /><Relationship Type="http://schemas.openxmlformats.org/officeDocument/2006/relationships/notesSlide" Target="/ppt/notesSlides/notesSlide30.xml" Id="Rdcc1aa2ff6e34ad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da12a4d9342b6" /><Relationship Type="http://schemas.openxmlformats.org/officeDocument/2006/relationships/notesSlide" Target="/ppt/notesSlides/notesSlide31.xml" Id="R1dff7e6a782c4fd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1e005dd9b49d7" /><Relationship Type="http://schemas.openxmlformats.org/officeDocument/2006/relationships/notesSlide" Target="/ppt/notesSlides/notesSlide32.xml" Id="R53b39bb70d7d4af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690b25f2b4040" /><Relationship Type="http://schemas.openxmlformats.org/officeDocument/2006/relationships/notesSlide" Target="/ppt/notesSlides/notesSlide33.xml" Id="R57210538236b443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8bad072094a31" /><Relationship Type="http://schemas.openxmlformats.org/officeDocument/2006/relationships/notesSlide" Target="/ppt/notesSlides/notesSlide34.xml" Id="Rff9a2961ba15420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255eec54f496e" /><Relationship Type="http://schemas.openxmlformats.org/officeDocument/2006/relationships/notesSlide" Target="/ppt/notesSlides/notesSlide35.xml" Id="Re3ffbe901b9b497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4b1862f5c4aff" /><Relationship Type="http://schemas.openxmlformats.org/officeDocument/2006/relationships/notesSlide" Target="/ppt/notesSlides/notesSlide36.xml" Id="Ref61c3f6de2f476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2a4c94cdf49e5" /><Relationship Type="http://schemas.openxmlformats.org/officeDocument/2006/relationships/notesSlide" Target="/ppt/notesSlides/notesSlide37.xml" Id="Rb8505524d2654b2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9081a4bb9474d" /><Relationship Type="http://schemas.openxmlformats.org/officeDocument/2006/relationships/notesSlide" Target="/ppt/notesSlides/notesSlide38.xml" Id="Ra34f489a797a4fa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f37b706384b99" /><Relationship Type="http://schemas.openxmlformats.org/officeDocument/2006/relationships/notesSlide" Target="/ppt/notesSlides/notesSlide39.xml" Id="R7978ebd03d204be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39f1001d3460a" /><Relationship Type="http://schemas.openxmlformats.org/officeDocument/2006/relationships/notesSlide" Target="/ppt/notesSlides/notesSlide40.xml" Id="R80eca12e850e415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b03c37cd14116" /><Relationship Type="http://schemas.openxmlformats.org/officeDocument/2006/relationships/notesSlide" Target="/ppt/notesSlides/notesSlide41.xml" Id="Reef2032c8fd943d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a31ed902340d2" /><Relationship Type="http://schemas.openxmlformats.org/officeDocument/2006/relationships/notesSlide" Target="/ppt/notesSlides/notesSlide42.xml" Id="R150a3e01bc6d490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4a5fb5fe4497b" /><Relationship Type="http://schemas.openxmlformats.org/officeDocument/2006/relationships/notesSlide" Target="/ppt/notesSlides/notesSlide43.xml" Id="Re61ee9ab035d4b4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09cf95320411c" /><Relationship Type="http://schemas.openxmlformats.org/officeDocument/2006/relationships/notesSlide" Target="/ppt/notesSlides/notesSlide44.xml" Id="Rfa3f947d156c421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b68e812654470" /><Relationship Type="http://schemas.openxmlformats.org/officeDocument/2006/relationships/notesSlide" Target="/ppt/notesSlides/notesSlide45.xml" Id="R16cdf917478e4968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59a1a724146bf" /><Relationship Type="http://schemas.openxmlformats.org/officeDocument/2006/relationships/notesSlide" Target="/ppt/notesSlides/notesSlide46.xml" Id="R647b92b8312c4dbf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95e476ec8141e2" /><Relationship Type="http://schemas.openxmlformats.org/officeDocument/2006/relationships/notesSlide" Target="/ppt/notesSlides/notesSlide47.xml" Id="R31cd692748f1494b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fda141d3b45a3" /><Relationship Type="http://schemas.openxmlformats.org/officeDocument/2006/relationships/notesSlide" Target="/ppt/notesSlides/notesSlide48.xml" Id="R70f3534320a9490a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2db16812b42ea" /><Relationship Type="http://schemas.openxmlformats.org/officeDocument/2006/relationships/notesSlide" Target="/ppt/notesSlides/notesSlide49.xml" Id="R799d3d03464040e0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7814337f8472f" /><Relationship Type="http://schemas.openxmlformats.org/officeDocument/2006/relationships/notesSlide" Target="/ppt/notesSlides/notesSlide50.xml" Id="Rdd1be318f33d45b1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ef86b0875438f" /><Relationship Type="http://schemas.openxmlformats.org/officeDocument/2006/relationships/notesSlide" Target="/ppt/notesSlides/notesSlide51.xml" Id="R1e9e034134d74f94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651c74a5d4e94" /><Relationship Type="http://schemas.openxmlformats.org/officeDocument/2006/relationships/notesSlide" Target="/ppt/notesSlides/notesSlide52.xml" Id="Rda248e6dde184535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cf9f33240498a" /><Relationship Type="http://schemas.openxmlformats.org/officeDocument/2006/relationships/notesSlide" Target="/ppt/notesSlides/notesSlide53.xml" Id="Rfcb3514be1ab4466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eedea36b24bbf" /><Relationship Type="http://schemas.openxmlformats.org/officeDocument/2006/relationships/notesSlide" Target="/ppt/notesSlides/notesSlide54.xml" Id="R6bb34d5cd5714831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47fc95fff444d" /><Relationship Type="http://schemas.openxmlformats.org/officeDocument/2006/relationships/notesSlide" Target="/ppt/notesSlides/notesSlide55.xml" Id="Rc12e5a74c53c4ed4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614b2f8054f53" /><Relationship Type="http://schemas.openxmlformats.org/officeDocument/2006/relationships/notesSlide" Target="/ppt/notesSlides/notesSlide56.xml" Id="R5c400cf7f6024ac3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e3a9f97464fad" /><Relationship Type="http://schemas.openxmlformats.org/officeDocument/2006/relationships/notesSlide" Target="/ppt/notesSlides/notesSlide57.xml" Id="Rfd03e710fb654805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6023cab6e4197" /><Relationship Type="http://schemas.openxmlformats.org/officeDocument/2006/relationships/notesSlide" Target="/ppt/notesSlides/notesSlide58.xml" Id="R5a641dac051b45f2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cb3fb1350498b" /><Relationship Type="http://schemas.openxmlformats.org/officeDocument/2006/relationships/notesSlide" Target="/ppt/notesSlides/notesSlide59.xml" Id="Ra07d0f957f024dc4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ff112bae14172" /><Relationship Type="http://schemas.openxmlformats.org/officeDocument/2006/relationships/notesSlide" Target="/ppt/notesSlides/notesSlide60.xml" Id="R9639306fb9e44d7b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065be49cc47a9" /><Relationship Type="http://schemas.openxmlformats.org/officeDocument/2006/relationships/notesSlide" Target="/ppt/notesSlides/notesSlide61.xml" Id="R8d152ee7c9d84256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68feff36e48d0" /><Relationship Type="http://schemas.openxmlformats.org/officeDocument/2006/relationships/notesSlide" Target="/ppt/notesSlides/notesSlide62.xml" Id="R7ef3c0d96d9d4c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A9F839-1AF1-44C5-B0F0-6ABEE939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E617A-A0C8-4790-A94C-E758C838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592B7-98A1-4BAF-8375-CC7B4157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2941E-CD96-46B0-B108-B63C04D0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DDBA1-EE9D-4EC9-93BA-C3ADB1C0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8"/>
                </a:solidFill>
              </a:defRPr>
            </a:pPr>
            <a:r>
              <a:rPr sz="3450" b="1">
                <a:solidFill>
                  <a:srgbClr val="101828"/>
                </a:solidFill>
              </a:rPr>
              <a:t>Clipping and Primitive Algorithms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74550-6D84-42E5-ADFA-65E5FD64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467"/>
                </a:solidFill>
              </a:defRPr>
            </a:pPr>
            <a:r>
              <a:rPr sz="1725" b="0">
                <a:solidFill>
                  <a:srgbClr val="475467"/>
                </a:solidFill>
              </a:rPr>
              <a:t>Computer Graphics and Visualization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921606-2D9C-44E7-9DE3-7EC2FA7F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solidFill>
              <a:srgbClr val="9333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6F816-D44B-440B-AD85-A765E21F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65902A-C09B-4151-9DBA-B88F0FE7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Core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B98D5-8FC5-4FAB-8876-4B2997A3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Mechanism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EC393B-5476-455B-801A-442DF9D2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Worked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FAA205-E1E5-4825-B095-D76094C5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Exam-ready recap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92589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571038-E8EB-402C-8F75-0417FAB4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A4DBE-9D57-4CDC-B7D3-B1FABFCD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51F195-0288-4DFD-8A14-366C428F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2D46C-F809-4EC6-9FD1-5CB0FBD3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687D0-9C34-4632-9E71-0E44352E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Teaching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FB2D2B-E8BC-4277-B30D-A9F5E894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708474-885A-49FA-B294-5DDF8EA4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Start with why the module matters.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A4B221-BDB0-461E-9E83-02874C09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5D720D-88CC-44A0-AD43-FBFE98AA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Build one concept at a time with a diagram or worked trace.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B8F14-C68F-4EBD-A729-77BB8ECD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204556-0763-45EA-98EB-6844C274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Use examples before definitions become abstract.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33BA0-A2AA-47A5-9AFD-6BBAC47A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991067-F458-43DA-995E-DBEF29F0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End with definitions, algorithms/formulas, mistakes and practice questions.</a:t>
            </a:r>
          </a:p>
        </p:txBody>
      </p:sp>
    </p:spTree>
    <p:extLst>
      <p:ext uri="{BB962C8B-B14F-4D97-AF65-F5344CB8AC3E}">
        <p14:creationId xmlns:p14="http://schemas.microsoft.com/office/powerpoint/2010/main" val="17576757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D998C7-8B4F-4F67-A45E-59908E9F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72E708-A98E-42E4-8B12-063305EC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CC9FF-D9A5-46E4-9F7C-55EA1E11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5CA30-ABE9-4AE5-A632-08B79363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1FE24-6321-4C87-9FC2-A48AADBB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Module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2E28D-E6FA-42E3-9D77-19573745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EC5B3-7A04-4208-A9BB-A5C0CB4D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71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Vertices to fragments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655FD-03BA-4EB8-8055-08FBFD39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4E11E5-4F86-47BE-99ED-8F5DA7F8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28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Implementation strategies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F03C8-0441-48C9-BD2A-BB1D77F7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873EE-1E7E-4650-B95E-640C37AA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860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Four major tasks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A8657D-5427-405C-A67A-2A41F125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9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78AD5A-D44F-447A-9DB3-C8BFE9CD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Clipping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FB226E-0ADE-40D4-8BBB-94234CAC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67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1A1F85-967E-4F5F-8197-4BA54E5D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04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Line segment clipping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DBBCF0-8A34-42E3-8293-489A2E25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24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4A663C-0EB8-4C0A-A56F-09A1056A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57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Cohen-Sutherland clipping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0C16FD-60D9-4B89-A580-C64AD7B0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2E9A1C-95BA-47F9-8874-923AFB47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Liang-Barsky clipping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78BBA5-8C27-485A-8F91-D193FF99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38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B45C09-3441-4B58-9701-B52183DC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720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Line drawing algorithms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161221-8AA0-447A-B995-5715A01B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95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A5FFC7-9917-49DF-9DBD-A97E6375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DDA algorithm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E4ED36-FC03-4F8B-B6EA-366E28C9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38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+ 5 more syllabus items are covered in the following slides.</a:t>
            </a:r>
          </a:p>
        </p:txBody>
      </p:sp>
    </p:spTree>
    <p:extLst>
      <p:ext uri="{BB962C8B-B14F-4D97-AF65-F5344CB8AC3E}">
        <p14:creationId xmlns:p14="http://schemas.microsoft.com/office/powerpoint/2010/main" val="9187615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2A38B8-CCDD-43B5-BFFA-4AFE9ED8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F8A78-3857-4988-AF4F-0AB4C493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81EA1-DF29-47B0-AC4B-0F583539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6B03E-D431-42F4-A42E-B8456DD1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B5755-6774-4C54-B883-56E48776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Vertices to fragments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8ACA1-8011-4827-BE4A-881CA359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6A247-F700-44B8-B351-1C964254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Vertices to fragments is best taught as a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B00D1-C5CC-4C7D-970A-320D240C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8874DB-F135-4E1E-8995-8FE0A13E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pipeline stage with calculation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96D19C-A1D0-468F-B9E6-49CA1192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03FDC0-AAAE-4135-B122-8DE0F004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raster result and display.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804D40-9C00-4423-89C3-E80F2054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D3CDF1-C46D-40DA-A295-200B5AC9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6B3756-F6B5-446E-A7DE-1F807C2D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1C9131-F733-4E66-BF1A-BC042C18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4E8796-E83D-409A-854B-250EEEBC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display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207755-549B-4760-BF3C-52B92A58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B9C61D-55A0-4CD3-AD02-E1E71C01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vertices to fragments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5670745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CF3382-5A5D-4711-8515-416B0C30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8BEA3-FF20-4F52-8D50-98E48955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A3700-6B1A-49BF-8C4B-2CFC2E1B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F9566-3105-47CF-ABC1-6130FEE6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D2192-F4B4-4DF5-A030-0F9FCE3C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Vertices to fragments: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22675-2E8E-4D33-9101-FE1FBD78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AFA38-707D-4FFE-9037-D9E5D190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60416-D682-4AC7-9808-3E82204E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212427-3692-436F-B9FF-0706E568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A4BF2-CE53-44D6-8877-017EE03E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7C6BD-5D99-460A-ADE2-A3D068B5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BBBD7-960D-4842-A51C-CD3C5765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740D19-0D20-4543-8F6A-E1ABC6BD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9290AF-888F-42DB-AAC1-421D3AD2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8E1E22-A7B3-4D6D-9F80-490F8F1C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6A242A-3BCB-41EC-B989-3BF873FC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8D4694-FE6E-4F09-9DE7-5B63A799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08938C-20D7-4B42-9E51-F20F51CE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F03D76-48DD-4587-BC36-F7F71877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B02824-5DA5-4161-B812-459BF51C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F36196-BAC7-424A-881F-C153A949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2E7847-2155-4833-B0F9-AF2DE08C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620599-A98A-4ED2-A0DF-BFCA227A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9F774E-9D62-4FB9-809D-4F17007A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B6FED8-C605-4503-A4EE-4AC097E8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9BE638-5EE2-46B7-BD58-E8C2DDB1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E3287D-8A4D-4676-9DF2-32D0EC70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0B6623-1806-4D83-8EC4-B826224A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2114FA-C57C-431A-8874-B87C77C5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7666341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BC613B-1206-43C8-BCB7-519B66F8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AA7C1-20F0-4485-828E-15C7688D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BDA97-C0F7-4DAC-A188-DADF57F1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3B713-BED1-4AC1-BF23-3B99FACF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695E79-C2D9-4115-915E-10BFEC28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Vertices to fragments: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520A13-3161-45D3-B97C-F0BAF8D4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97669-16D1-4C0E-9E2B-7E8C22E9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F4DD8-FC60-4720-87BD-5847F690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28513-24D5-427E-9E20-2DF04F3E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57A2C-D4CB-445D-9E79-C1101A76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937CF3-DD54-4296-A2C5-1CD3C84E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09755-9580-40CC-8EBC-970CD5E2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121EAA-6AFD-4779-A8C0-A614DCCF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05ABE6-2CFF-42D3-97DB-6BC77DB9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3C896D-CAA5-4F15-B7B0-3750C385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E95C20-21C6-4312-A388-2CAB53AF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8A9600-F950-4150-ABE4-31307B96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4FFEAA-5A1F-4393-B57A-F5E6691A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E4CD63-0D82-457A-AB02-2A2812FD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A21774-3F45-4FF3-AD6A-B8BF6409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AE73D6-6589-4B32-96F2-BAF4BCFA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617EBA-960B-4AD3-80C7-24CD7A4B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F18EC3-BFFA-4660-ACB2-004DD8BF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107656-189C-4780-B470-430D1E43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A9007E-41E2-4F48-B509-44CF5A80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C89E61-9CD0-41B7-8927-610C5BDD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D28435-C436-4207-9702-C22E220C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C42B3B-1316-4A40-ADF7-3EAACA24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F1A634-78F6-4D72-BBC5-CC6BF42C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36E4F6-71E2-4555-950A-6C443806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B9F250-444B-4B29-970D-A8C93676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vertices to fragments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7978634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B2560F-FFA4-40A8-B885-1ADB2C77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9FF74-D0FA-45D3-AA31-B8E39EEC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C9DA0-6782-4E72-A7D0-5CBA8285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E2390-73DD-4C49-BB24-848770DB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631AE-85BC-4BDF-AFAE-DC5DE619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Implementation strategies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B6864B-933B-4F65-A2DB-29A5B66E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0741E-F507-4A1C-8D78-D92B736A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Implementation strategies is best taught as a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D03E4-2C89-410F-B8FF-74CDD362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7937A-6E7E-44C7-8475-06BE0646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pipeline stage with calculation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C31B44-756E-4714-969E-04E0181B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5010A-BF1D-4725-91FF-72D321EA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raster result and display.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011EF-025B-44DA-8FCB-AE5B7B4D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0D3008-46F8-46C2-B215-2E0D4EA3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00631-175B-48F2-B37A-61651AD9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10108C-3AD3-42C1-B580-2574EDC4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E02BCB-9222-4DBE-A6DA-4E87592B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display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D42F8B-4B5A-4A6C-A8ED-3752DF71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00182E-5165-4AF4-8C0E-DAE34509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implementation strategies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0785875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1204A9-5718-4C0E-A64F-D78B4CB0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9CD63-0553-4447-98D7-1C77DEE6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2F8FD-AC0C-4ED9-8DC5-F3B030ED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F697A-4157-4321-A1E3-9092F8E7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CECCB-23AE-410B-BE14-1F66FD5A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Implementation strategies: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C00A4-47E7-4023-A5D1-DBD410C9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74F1F-5DA5-4F03-889C-BCDDBFF8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939B2-BD5F-4950-BA39-55B15952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2FB14-EC33-4DA9-B71C-BD3DC053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DC510-B6D7-4C78-A312-0AC13F89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A2CC5-0630-4B44-886F-58ECB00E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FBF2F-5403-49FE-88F4-0E007A82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7C063D-1B96-4546-A952-94B1DB43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6F78C3-8EF6-4CDE-9B2A-BB10309F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A8BED7-51B9-4FCF-82AC-331739C8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81FD4B-0017-4FAF-A160-AA82DFC9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370779-54CD-4210-ABF3-EE6601C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653016-451D-4909-93A2-D1584F21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F7A69A-463E-46EB-A03A-FBAD4470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4FE2ED-F0D9-460B-B9B9-394D5D11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13E835-7CEC-4541-A744-28D3B65F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0C53ED-A0F3-4B3D-981A-3E20E1DD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E86B90-5247-4A88-AD08-661291E4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0CBCBD-9CCD-4EDB-A029-1ABFAFFD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4BC8A3-27C1-4E80-B8D8-FD2BBCB3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DBF00B-4F1F-4152-97CB-AE3B8DEF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D1A2D9-16A3-41D9-B00B-054F4AF2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41554B-FE11-4307-B0C0-8C15E313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B402CC-1BC7-4F56-9966-8DAB37F9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12613269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164D39-30C2-418A-BD01-038CE51D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9E64C3-37C1-4C46-B5D9-725187F6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7FCD9-1FA2-445C-B811-9F53D5E5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1120A-54B3-4603-99BE-3A440998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573F1-560D-44CF-AB1C-AFC17BD1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Implementation strategies: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59293-9071-455F-9E31-3DC60BA0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A187E7-5736-4D13-B5AE-4C03E612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B5226-00F0-493C-957F-379495F5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97D3ED-DD15-4187-A67B-8B11DB6A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D6ECB-1ADA-4870-9743-E1ADD8F2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E9650-5FAB-4954-B0C2-79A74DD0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9BCBE6-D0B6-4C9C-9EAD-C8F4299C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4E363-5A2D-4754-BAE6-2A475340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F0FF9A-54C4-4697-B139-82330CA0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F6F838-FCAF-41C8-8CA4-F250A9DD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609939-0393-4C5E-AB9B-05802E48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DAE10E-5BE7-4738-8D91-7D50FCB6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8AEA74-74FA-4B24-9EC5-1AEA249C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824AA9-B84E-4ABE-9E0A-95E09A93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F00C31-B824-4C16-AF26-738F9A63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9B392F-91E5-40D1-BFD9-8990603F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AAF34A-7DAC-4DD2-A4AC-0A3ADCC8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CE68E2-0DA9-4060-95C5-ADB05AF5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EF8618-063E-408C-B5BD-844693F2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09A59C-3F94-457B-B5B1-3F5B7F81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02FCE7-FCAD-4F52-9FA3-5A350E87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A4EFAD-45B6-4712-B48E-A9C131FB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0375D5-90A7-469D-9748-D55722F8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AB345D-ED1E-43E4-B1ED-DEA68BAB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5C90D2-641C-4D06-9E16-E7B64834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8DFF55-2BC4-4D3F-BEEA-A8F2C586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implementation strategies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8902535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C2EA00-015A-4F84-AF6E-AA96AB03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BABC1F-6E02-4014-B058-E619B577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D1BA7-6221-40ED-8F58-1EE4A149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78636-D0A3-4026-85F8-B9B7C4E3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A91E5-1272-44A5-9CDD-8F087D37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Implementation strategies: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76AEC-7F18-4D7F-8F22-8A8F3907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0674E-A536-4862-B8EE-CC5E5A0E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102F9-C829-451C-B109-18F61810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2531D5-381F-463F-BB99-03284509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A4FBC1-0F53-40F0-8091-3E24B3D7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6D5C45-2491-43E1-9213-3F3DDC5A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Treating Implementation strategies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2F5991-FB65-4A3A-B0EA-D1CE1237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7ADF32-BF21-42BC-98BC-9B8DD3F0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Explain model -&gt; calculation -&gt; display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95E169-52BC-4461-AFFC-0876DC79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8C1780-3252-4C22-8D03-1DE9C8A7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BA83E3-BBE6-4E79-97D8-66C39A30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AFD744-A93B-498D-BC78-A1134C04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234A5A-AED2-4F43-8F73-B842C56C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5D8DDA-F4ED-446E-89C0-E2E58E9F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F8BDD9-8DA5-4B85-A084-E1AFE2EB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D782C1-1336-447A-AFA8-6A12AED0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terms such as model, pipeline stage, calculation</a:t>
            </a:r>
          </a:p>
        </p:txBody>
      </p:sp>
    </p:spTree>
    <p:extLst>
      <p:ext uri="{BB962C8B-B14F-4D97-AF65-F5344CB8AC3E}">
        <p14:creationId xmlns:p14="http://schemas.microsoft.com/office/powerpoint/2010/main" val="13857394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9318D8-71F0-457C-8AB9-A8841979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F36A8-DCA6-41FB-A726-98422303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D46F9C-AD34-4424-9D9F-D03E464E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59BAF-7C2B-48EC-9E18-B6365331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999A8-754D-48CE-843B-BAEF9188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Four major tasks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2B78A7-EF72-46F9-86E0-06AA9771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D2359-456A-4C40-B384-96585101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Four major tasks is best taught as a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9F1DA-5C49-4F06-8735-892BB15A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B951D-FCB3-45F6-8C20-02216F4E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pipeline stage with calculation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26E07-DF46-41AB-8F64-C3DF929E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F0D43D-5B6F-4E65-8B95-D3671C06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raster result and display.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49D99C-9193-4877-B2ED-A82A2E79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AFD32-91A0-4676-B488-35CFAA53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256987-A583-47FD-B4C7-0B876431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9E5006-CF6A-4BCE-9A34-32A0A3A8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3C9D2F-47E5-4932-948C-8F625F1F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display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B8BEA3-991D-4B2E-89E2-D3C99098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109CB3-4CA3-4B56-907B-14A92A8B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four major tasks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7905826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7DFE79-A232-4882-8E3A-0314012C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5ECB3-11AB-455D-81F0-F6ECBF08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2D8216-1383-4DAE-8DC3-A2E46074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DE21D-A490-41BD-87B9-BAD537BA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08E96-6B99-4659-AFE2-C465714E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Four major tasks: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8AC250-08D5-4F7C-A3CA-1FF19C8C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9DC74-BCC3-4FD0-8353-034E89DD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329FD0-A34C-4E68-95C5-C163B819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D0ED7-85B5-4330-AE00-6DBCF7E0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A0F10-D8B4-4108-A1D0-F3A33D91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8DB128-9C93-42E4-AE4F-05ED7E26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19BAC9-EA85-45E4-9680-FC5CD862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1334E0-5980-4D00-98D7-81609006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60B81E-9625-4AB2-948A-4D0CD90F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17C466-4B8E-4CE4-A5A6-62639B5D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EE8E4F-07EF-4974-A18C-D993258D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F09226-2A92-4FDE-A553-2F59EA28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AD1843-2CB2-4A3D-A43E-6FD5A526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D24720-142D-4066-BAD9-BE738096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720ADC-F5F0-471C-8954-886DE849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7C4CF5-F0CE-44F0-9748-F83F6583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B97334-ED6E-4C6E-95F8-012083C4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EBE0CB-F2D4-4E74-9E68-B6EE6878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D1F4B8-C3A7-449F-B4F6-B0303C03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05C885-29E1-493E-8038-368C4DA9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124C7F-AFC9-4F35-98CF-0CDBFF15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00DD07-5000-444F-ACD1-EA0FF685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85E96B-72AA-445A-9E93-91C05FBB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602D4F-B382-46DD-8B51-0FA8F6F0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20712098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F65FAE-4DF5-46BE-B6C7-2C63A085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6D0D0D-45BE-4278-8058-9A7CFC1F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A47780-94E0-4313-95BE-89125431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7576B-9BD2-4D55-9E55-D99E49EF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1FF31-73AC-41D8-8ADE-975707E3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Four major tasks: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8918AB-5C88-46B1-8C78-E0D4A16B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839B4-1D25-49A1-A226-BFA32195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C6AC4-1FE4-45F7-A38E-6DA66BA6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9AA63C-EFCC-4391-B1F4-475CB580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39016-CC53-4CDC-830A-88C39F62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B29220-5DE3-4957-8801-159DE44D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CF6696-8CA5-4404-80AA-1B836E7B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2A3214-4382-4AC6-946C-18751637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ED1E6C-28D6-4835-BD3B-B8C5C2AE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19229B-7011-4859-9708-1D7E83F2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BA13C1-96C0-46D8-9150-882737C4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48268B-4136-40E8-ADBA-2A45F4B5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2D2D70-CA0D-4D2F-B681-B767003B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356F33-B9CC-4354-B066-361A302A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3F4FC5-A547-485F-A27F-213A69D3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00BD84-17F0-40E2-967D-5BA1F15D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6CF57-7974-47D8-B67C-78916CD8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F69C2D-37B5-4B7E-83B6-2FAF8471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AA02FB-9F42-4B49-B785-36A59102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9764D3-5166-48AE-89A5-F5511EC3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EE8200-9202-4763-8773-CABCA403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15FE93-C0A4-4398-82D2-D983115F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467A60-3918-4C2E-9ACA-52F753DD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CD0823-CF82-4416-9D30-A9F4836E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BA82C2-587F-4903-B1C2-B9D0C306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5ADE92-82AC-4F64-A58C-10CDFFB9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four major tasks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7809325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17CC1C-3D54-4E44-BBCF-593C432E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29D8B-FC09-466D-A3A3-1E1C9524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0AEDC-8298-4BF9-A379-98CCAD2E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BD007-C942-4772-8A6D-7F5AC343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77FEE-0780-4A4F-BE12-A8D2EDA7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Clipping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2CEAE-D5AA-43DE-A580-438D464B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896CC-F93D-4B4A-A22A-D7E18E88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Clipping is best taught as a window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922CA-E7DF-4928-A1A6-BEEFA7A1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CF47BD-671B-40F2-B650-D12DED9B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region code/parameter with intersection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0F2BED-F303-4C71-BA79-20269513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3484D-A67B-408D-A96B-23F68FDB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accept/reject and visible segment.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A0476D-3865-4A40-BF2B-CCF06B86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window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7ACCB6-60F6-4DC9-A7E6-3B7AEF4D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region code/parameter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E64088-B596-49B7-BF95-27C715F7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intersection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267A4-DE04-481F-8D44-8E054C56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accept/reject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29DEAF-57C6-454C-99B5-98ECD102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visible segment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208A96-9799-4FC3-8C05-36F3F844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2FDFB1-A059-4CEA-BE6E-DDD76582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clipping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8913234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8B19A6-8D26-4EA9-9397-86FB6872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6ECE6-D47D-43E7-A608-AFAAC1EF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64E79-1385-4D86-B8B2-69CDDF5B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C8740-3C44-4E5F-90D6-B6C0A73E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166D2-F49E-48F3-948A-8B394AF3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Clipping: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36873-482D-4FA6-AA36-8BDD830C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F6323-EDC3-4F92-90C6-BC0497F7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2C4B7-07C2-4995-AFD2-EBA5E77A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2A9940-3DC3-439D-AC02-52A5BD37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627ED-06E3-42C1-A58B-654F8FBF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E5D9F-DBA3-46A7-896D-5A5B97D8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3485B7-2FCA-4F98-834F-9B6711BA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AD438-B10B-4BA5-AEF6-2C4882BE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19D129-9A56-40DB-B322-BE7B395F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920DBD-906B-4B06-94E0-2C536336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9EEBB4-ACF2-40C2-AC54-F6C2FEEC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F469A8-18D6-47EC-BF97-977FEE37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D22D90-3F4B-4FCA-9DAC-4FDFA747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66E344-FC0D-4FE4-AC6A-EEC7176E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CD7971-50D3-4F38-B2C4-AF0DABAC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B66E7F-25AD-45BE-93EB-D4E5290E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D0D954-ED91-416F-8A35-4AF57F1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F7D2EA-F43F-4B51-8AF0-7A8383F6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A8AD7A-72D8-4276-92F2-62B2C85C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81A3E7-D640-4F89-947B-C3F77821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DC7F94-588F-4ACC-9955-5522D199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ECF1FF-8080-4CB1-9923-3017ED86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2EA864-2EC6-4C94-A5D4-3913C8B3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8BD46A-3BA7-49FD-A0F0-4D518EFD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164692466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0F5576-AA56-4E40-8E49-5B59EAAB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12A23-588A-4F91-9901-504D598A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A2497-CEEB-4B35-99EA-8D85D34D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525053-14A8-42CA-B64F-FEC582B7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A4EAB-A514-46B2-96A1-D101C960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Clipping: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51689-CF22-4D3B-972A-65BF889F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DE16A6-5BD1-4610-8F8D-BFBB129E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4F989-0B3F-4E3E-9099-1ADED9CB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D7E4E-D840-423F-9E80-B9F9F3E0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621D13-93D5-4B47-BF50-1B6EE48C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1913C5-BC26-451E-A609-8ABB3E6D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1CA094-BFB1-46FD-A5DD-82FDAC6D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B79B1A-6A17-4DDE-90B1-65CBF8C7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window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80DA31-9F1C-45C9-81B3-23E4E1E5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region code/parameter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ECC30E-11C5-4882-8E05-012652F9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82915C-398A-498E-B01A-7BFFB3CA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9DA3B3-F237-45D1-8803-46FE9010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48CC1F-2E70-40A0-A5E8-556415C6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region code/parameter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7A5B3C-9552-4C8D-9A41-F8667E58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intersection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50E5F7-B196-4E06-B85C-649A6443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8BA342-AC09-4EC7-91E7-12A31130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8C94C2-D62A-437C-9656-C613CFC3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68A9E9-BA13-49FF-A38D-860CDEB4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intersection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11258C-DDD3-4966-94BE-DBE03F24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accept/reject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481A5A-D307-4ADA-A490-8A0E8007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225289-A67E-40D1-8DD4-CD025EFF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D6DB15-499D-4942-A802-8AF1F488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165B84-DA76-453D-8D7C-852B118B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accept/reject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448384-37F1-4399-BDB9-FFD75F0C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visible segment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096582-439F-47D2-A7D8-265E5017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93E4FD-6748-431A-A329-DAD990EB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clipping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9855812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38CA1C-D51F-40D7-BE01-5CC355DB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9E34A-275E-47D9-AD8E-01078D44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DDB874-DEEE-4902-B427-EA31960A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73BD0-A65F-4E3C-B3EF-F49FA407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901E6-6CDB-49F3-8319-7A95ADEF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Line segment clipping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91641-1CF8-4237-8527-88EDD579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54833-BAC3-45D1-9B57-301815FD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Line segment clipping is best taught as a window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707B9-65FC-4AEE-AA47-3E505614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01088-0854-42C4-9A20-5B952200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region code/parameter with intersection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B1DBD8-2239-455A-8DE5-7741CDE6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5A6A76-0D78-48A3-ADBF-482C78A0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accept/reject and visible segment.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B09EDC-6A2B-48B4-8A41-4CF923C5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window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146072-E006-4BD3-A87C-DB1E18BA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region code/parameter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B5C4B3-9CBE-4BE3-AEE6-53763084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intersection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131183-211C-461B-B3BA-84AADCDE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accept/reject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54EDCC-AA2A-460E-85F9-3847AA33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visible segment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E56248-24D4-4634-A65A-B3C747CA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B1A709-0E58-410B-A9BF-35966DE6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line segment clipping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68106533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578BB0-7CB3-4854-BBAB-98838515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0A162-73BF-4AF2-B44C-A6661B2A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4A6FB-9267-4953-B1AF-8DF2D1CE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78A6CC-CB59-45C6-8791-57EDF059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5DFE9-209B-47E8-A974-52D910D3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Line segment clipping: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76604-A653-4752-A494-E4B73C64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B47D29-FAF3-4430-9CC5-090210FC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78B49C-80F7-4406-8277-AA1931F7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4AE9D-350E-481C-8A85-92C80662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DE87B-0E6D-4BAB-9F34-46E364FE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3D7F5-E600-44BC-9AA8-90BFF6CA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E62AD-B1BC-46D7-9C06-D50E31EC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90A461-1593-4319-A48F-06B9DDBC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2B531C-EEB9-4D53-8D7E-6201E206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A7D881-B9BF-470C-9D38-6FE32D40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975630-5D68-4060-96EF-1F1974A2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199089-AE84-41FC-873D-0E46E7E5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59F3E2-CF78-43B8-BFF0-84156694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853306-3909-4CCB-903A-928BAEAC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209837-8771-456F-B4EF-FF96B69F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689879-55E4-4FFB-882D-6F3BECE2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D7B00A-EF06-4032-9FD9-58F535E8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DA2F8B-1003-43ED-AA25-5511563A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FB86CA-878A-4094-A47B-18971014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936CEB-1CAC-4B49-A109-0150983C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C75F4B-0C94-43BA-9EA2-9086A055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C22640-13C6-4C79-961F-736BB14C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69C9FB-4FE0-4FFB-B804-A933A253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BCDB56-01C0-43B0-AD8B-F4C00647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9410861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473A48-F47D-44C8-AF25-9101154E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68C5A-D8A1-4768-8EC5-25C32A22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0C1EF-5E78-48D3-9372-5812668A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BD42D-9ACF-40FC-A648-7056156C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E61C3-2D51-45E7-ABB2-E2E39FF5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Line segment clipping: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816C23-EDDE-4256-8C1C-9AE09CA7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F3C36-DAC5-45E1-8804-E17089A5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4C6BD-7902-4899-9286-F917C6BA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2F6B90-A9CB-4A88-AA78-C239CABF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9CA0B-2003-41A8-B4BC-81D02021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5A493-50E7-4CB9-989B-E139F2D1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73F153-6E14-428D-B138-0EA09B4A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31AF19-971D-45CE-A8AF-15FA80F2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window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23CED2-022E-48CC-BDA0-3FD7377E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region code/parameter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FD990-C311-47B1-8BAE-61CF7624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57DB36-DC67-4581-9059-237FD69E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D0AF9F-A98B-4D2B-A1EF-BD826D3B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77ECBC-5294-4E46-A5B1-29705BD3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region code/parameter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A43B74-6C82-4E7C-8911-6B1C1652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intersection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E0557C-5AAD-4ADC-ABBB-4732735C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8EF9B1-9FC7-4CBE-B7DC-B37632CF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0EC91C-E480-4C49-8529-7C20E7E6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DB4F48-6854-40A1-914F-1E4FDFE6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intersection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B742B5-CBA2-405B-9419-B0D9F89D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accept/reject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DA02D6-E412-4BC1-93A3-B466E24C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095BFC-435D-4AD9-8078-318C6564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588CF6-27F1-4F26-B2F4-920E2189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5B007F-62C0-4D1B-AE1C-3489D9A5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accept/reject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45DE6C-9D88-4D65-B68E-95E7B5DC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visible segment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FCDF60-E66E-4567-877E-44261FF2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10281C-BD4E-4C85-B3D0-3267F727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line segment clipping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4933522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9CB8EE-B4BE-4202-A9D5-AD186676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1178F-D0D1-4DFA-8047-ED53B32C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E2DF72-9354-48FE-9AF3-5437296A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54AD7-1F35-4AEB-8E41-1BA518D7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81281-82C9-4074-8E95-24C65166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Line segment clipping: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6C18A-C51D-4AAB-8F41-57034E07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52954-1BD4-4A75-8BD6-D0E61DB8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534C1-C95C-4D4C-AFD6-A3787909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BE53C-DA66-4B22-B2DD-C7031BEB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4D48FB-153F-4491-81EB-784CC2E4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5D7FF-E562-418A-97AE-64D097C5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Treating Line segment clipping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9A982A-9089-4D08-9036-A23B946F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E8A162-8EC5-4B1B-8999-52CE9244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Explain window -&gt; intersection -&gt; visible segment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24F8FF-25E1-4C56-8D5E-088A45F7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F3BF01-42D9-4A42-A1F5-F6BDFDD9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45DAB7-AA84-43CC-8A76-421A969B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D245DC-4BE3-4F48-ADD2-ADE03AA2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4ABA74-F7C4-4819-8F81-F9697717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587364-6B39-4130-8D6C-37A9F116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25F74E-EC1A-4252-A6E6-3BE74451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57ACF7-54F4-47C5-B647-AC815798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terms such as window, region code/parameter, intersection</a:t>
            </a:r>
          </a:p>
        </p:txBody>
      </p:sp>
    </p:spTree>
    <p:extLst>
      <p:ext uri="{BB962C8B-B14F-4D97-AF65-F5344CB8AC3E}">
        <p14:creationId xmlns:p14="http://schemas.microsoft.com/office/powerpoint/2010/main" val="171917074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E19371-8221-44B5-9371-2C72E84A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77314-F7C2-4BD1-8351-EFC83BD7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DBE0CB-EA0B-42F5-80DB-5FC29CD9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F7CD77-1429-4584-A194-983BCC34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1F9F7E-CE30-4FA2-9E01-15D3EF91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Cohen-Sutherland clipping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BD33D-8BBB-4354-AC6A-494528E1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B27C5-FB93-4FC9-B394-8C0343B6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Cohen-Sutherland clipping is best taught as a window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7D1F1-8411-41CB-941A-5C4914EC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6A966-B56C-4907-9318-126A8460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region code/parameter with intersection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1C1C8B-E942-4E41-B9A0-7EB7FE67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B527B8-359C-4044-AEB9-03C19646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accept/reject and visible segment.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99283-72BB-41D5-A591-45D81130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window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4DA99-A6A6-4912-A268-36ADC6E4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region code/parameter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03337D-D9F0-4771-9117-A1451C98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intersection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641965-A62D-43FC-B70D-8D5377E6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accept/reject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5C7BAF-29FD-40E8-B65C-90CC39C0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visible segment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20C69B-5439-4B2D-9B98-7D31E6ED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2D8C2A-7D99-4099-BD22-BEA601B9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cohen-sutherland clipping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57299288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3A33C2-1CA1-4D27-85C5-B310F04A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EF28D-BFB1-44EF-B47A-E719E3C0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47C3C-B57B-400D-95B4-1973B838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0EFAA-07A3-4A05-9679-5E32B01D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BB4A5-310C-486E-8EC4-30C5B0D5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Cohen-Sutherland clipping: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3F0796-BD4F-4333-9671-5637E974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B04A87-08A6-4F68-9875-56A170D8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B072BF-726F-44D1-808F-DF20176B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FA917-62B1-45F0-AC3E-C394FD77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AA063-20D2-440E-81E2-7F3BB8BA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E30D46-4CD3-41AC-A3AF-CD8405E4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E8B57E-3CF9-4DEB-A232-FB9FA2ED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2754E8-3D6F-441C-9D62-5FF5F312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7EB4C6-F659-45A8-A654-4AC646D2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6FED0F-47F4-4951-B885-DA83162D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B5F4A8-83E2-45D0-9D45-DD86104A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FC14EB-FD78-484A-8EF0-E256210E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09BBB0-C936-4DD9-B544-271B1853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40ADC9-D9C7-4B72-8D73-D59FC7F3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6B7D32-50D7-4BD6-A833-D3CE780B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6264A6-EEB8-42C3-83AE-92336F84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B3B2C1-F2F5-4112-BC3F-137E1089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5DF2FF-8C17-413D-B9E9-CA7ABDF0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AFF254-D6E0-4E5F-9A08-F9D3683C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330D7B-0BB5-4A69-8136-2C32754F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3D4AA0-D83A-4F01-831C-86242007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62D0C9-F244-4E0E-A70F-2B4CD8FB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1E199A-0350-42B0-BCEE-8E31A7B6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3EB4F9-2C52-4B1E-9508-B10F896D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10826943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435BB2-DC41-4AF2-BAED-DC8550EC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D776B-8DB5-4E28-815D-E35174EF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CC8F1-B611-4B13-8BBF-78C61DEE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5FCB5-5AC6-4C25-AD40-EC331042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52285-C3BC-4000-8C45-3285D573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Cohen-Sutherland clipping: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8B960-DDAE-445F-9251-917E780B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F490CF-FB72-43ED-9D72-8FFA1328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06AF8-DAED-4C2D-8316-19FD2B27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33B6FF-2E7B-4A74-B8D9-C07CD528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947B16-1ACB-493A-B504-7AC48DCC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3BAFE-2E57-4AA3-A2EA-78CDD7CF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7A05D0-ECAC-42A8-92EA-B2B84616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3B4119-0648-48ED-8207-AEB07E57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window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26A8DC-39C6-45B0-B66C-942EA00A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region code/parameter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127173-6BFB-43F9-8F27-81A5DA5B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DD7A37-937E-4970-B286-C35F0002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6C5C44-4461-45DB-B13F-AF6E01F2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F4D711-7DB2-4018-A663-34563EA7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region code/parameter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CDFE2C-2905-4BB4-BFF7-734D811E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intersection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806B66-25A5-4F4C-AA6D-07648944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8F35CB-8656-468E-94B7-597FFAD4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67728E-580B-4DE6-BEF3-0D27E94C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BB9164-BDB4-4310-8D3B-172BD05C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intersection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F16B7B-00B6-4A1F-BB26-1ADDA1CC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accept/reject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964FE7-CC66-46A6-B2F1-10CD86DB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8B99F9-2A8C-433E-B7B4-81F9A011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545061-3689-4C3C-9C8B-D9B07A9A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853E4A-07BA-4663-B3B2-A4DF43D6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accept/reject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728BE8-AE92-40EB-BDF5-439D3A73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visible segment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1C2BF9-231F-4933-AF33-9F5BAFA0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30A940-9AC4-44C4-9098-BD232007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cohen-sutherland clipping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58501835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85DFCE-6B82-467E-8BE8-55591296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49EFD-1944-4B38-9C80-A1CE31E8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0B0DB-ADD9-43E0-BEC5-D0612291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61128-D466-4B28-9790-9B561DCA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DEB58-842B-4396-B63C-AAFCBA28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Liang-Barsky clipping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44BC1-6FCA-4E51-A03A-B74E87EC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C5CF4-72AB-4C50-934B-F3787B11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Liang-Barsky clipping is best taught as a window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F82F2-67BD-4EAC-B3E1-AFE04C13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124C4-54D1-49AD-AF85-367165D4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region code/parameter with intersection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2884E8-A279-4BC7-A783-E2FFEC6A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75B009-775D-4606-AE6F-5848CE39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accept/reject and visible segment.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163BD-8719-407C-9191-C15AC438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window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D14B42-BA05-412B-8950-EE9AA993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region code/parameter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3D09AA-9E85-4540-A8F2-E5BDB066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intersection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8945BA-A138-4638-8A30-807D03A0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accept/reject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D9D07E-C482-4FF8-9E96-A4DCF00C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visible segment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F29208-514A-4548-85C3-FB352226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D73F31-6922-426E-95A7-54B2DE4F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liang-barsky clipping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21456943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C2F301-40EA-4994-BFAC-0AB3899D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6D8DD-06A3-4E30-B2A1-EF2AE75C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2D0EE-BCBB-429A-AE5B-2AD7B065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674C3-2721-4A15-9E52-10A106FF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79E35-7F07-4D06-9E9C-43497EDE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Liang-Barsky clipping: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DA730-C9EE-4F10-8F2E-3AE4669C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60C69-B2A8-40BA-BA58-D679E624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DE249A-9E22-470D-856E-2072210C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718E00-3304-4473-BA22-D7906720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7AD17-32B9-4728-B8ED-5A20FAA1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05EEE-30BF-4666-B595-C6A9E4C4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7064A7-A6A3-47F8-82A1-5E266C7B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7D5BB9-54B9-44C6-9CCA-0BF3A062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B4B012-1996-49A8-82DE-DDC31AEB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2CD357-0CB8-419E-9CA4-798D4201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D6BCF0-7976-4018-BAB6-55C2FCE4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0022D7-EE40-40B2-93CB-033A56E4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B63A5D-EFE9-4FCD-8248-70705541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606473-C771-4E1C-B1AA-3AB61B1B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22D053-C031-43C5-BF32-10D8BA88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96268B-2058-4F24-B414-5AE6B8A6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D32367-22E5-4790-9E52-772F9054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D0427E-BD20-40EE-AFB4-EEAE7D50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25B3C5-229F-439D-870D-AC4BBE97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85FB36-DA93-4AD8-81FD-D44771A9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51A72C-2D5D-48C9-809E-5170D2A4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8BB856-BE98-4AD6-8752-18A65F31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24F5BD-FF9A-46B7-B4E3-8DEE3572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08A3A9-D2A7-4E8D-8149-D60A6685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211219767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B59B5F-2DB1-49D0-831A-197619B4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A9DB1-045B-4D77-B211-21362B42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C4665-DEA4-4E0B-AD2C-DE935F33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9CB27-9B43-45EE-B91E-42254E97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A766C-1DB7-449B-B3CC-EDFAB84F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Liang-Barsky clipping: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61CA9-DBD8-4F89-B435-8106219F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A9D76-8BE5-4DFF-B861-6AB2C669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422C7-1323-4761-BEB6-0EE28D5A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C3254-C1B6-4F04-BD6D-559BF7C0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DD118-187B-4D45-B1E2-8E7A916A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0B0D92-92A6-4ED7-8706-3AD4A355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D91C29-FCEB-4B83-B33A-5B511404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7D0DE4-0968-4530-A224-EC0E4A4F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window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D807D3-82AA-4630-992D-A8A802F0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region code/parameter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69F9F-1631-4C64-A22F-E241615C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45A625-8A84-46A7-AC9E-A2A19C65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163310-A229-45FE-945C-8B5532FB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BB0754-7C45-4685-AC4C-C83895DE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region code/parameter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2F5389-1C06-4224-9E07-2555EB41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intersection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F2AECF-1427-4BC5-954F-A7F90F94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3C7114-E5BB-492D-AACD-1A0CC3CF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695185-6A30-46D4-A013-AE6BA6D5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21FD8B-ABB1-429A-ABF5-D13D92A3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intersection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B28B8F-42AB-4B6D-8D75-BA75190C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accept/reject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68635D-FFBE-441D-A1D2-EDE4B135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591A17-C287-4634-93C6-B6F31794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0D9484-109C-458F-B66C-A4337BB4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68FA23-7D00-4EBB-918E-6DF6D0A7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accept/reject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BD436D-F52C-45C0-BBFB-59ACB6C3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visible segment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A20916-B17B-44E1-9EEC-7E9FA87F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845DD9-2F6F-4840-AB9D-20E91F46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liang-barsky clipping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59345506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8E9A3C-9CEA-49BD-936D-E6F5F2D4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18444-EEA1-4A38-97AF-59A75711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50E57-E6F4-4BBA-B210-04240389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4F39D-8EB6-44CE-8E6F-D428AB77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C49F3-30C1-43C2-B8CA-AC03B1FD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Line drawing algorithms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0620B-F9A5-4F7A-9F22-0511052C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FDBE2-7941-4107-B8BE-A5FBC412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Line drawing algorithms is best taught as a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07F7C8-B9D9-4039-9020-559727E4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57577-F29C-4A86-BF4C-D016ABF4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pipeline stage with calculation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724D8-4528-4F64-A854-16DEB185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E841C-524A-4CD5-B671-EEB262C2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raster result and display.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F964C4-8820-4F8C-A20B-C4F7F93A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5F641A-6AFD-4F0D-B5E0-F1CD8DF0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D98BBF-3621-46AC-9667-F2C43713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A38575-DED9-4E26-BB0B-7C9B696F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B382C6-9A9E-4C6E-AFEA-68FD0984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display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3CCC66-5209-4C95-A218-755A0414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A8AFE0-EE5A-42E9-816C-BA85B0F9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line drawing algorithms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37107862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A73D6A-D5E1-483D-9074-2684F7D6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3BD3B-CA6D-440D-B4AE-1A023522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BB5FD-6CAD-4710-9E9C-DE508854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60F6B-1882-420F-BEC5-130AEE31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A26C7-24A0-4AE3-8365-9E257E0F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Line drawing algorithms: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E6AF96-AAEF-48DE-9BC3-BFDB8791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24443-51FF-435E-88A9-972AD050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85165F-C12E-4912-8415-01CEF6C1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1685D-2A1D-43B9-9CD1-FB26D79C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48D63-1B75-427F-BE2D-C8E3D52B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875F11-79E1-43C3-BCA5-BB8C8E69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2EC15-352A-4319-8A20-4BA96ABF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34E684-9BF2-4F0A-9FAB-AA55B12D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B70EA6-62E1-4435-85C7-B87C9D23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710007-D5FA-4DD8-95FB-555EA79D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AEBCC3-2F57-4BB9-BE76-6023DF85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1C9924-81AF-46B5-AD9E-B446E186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8D1E46-A329-45A0-885C-4D2FA14D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ECA131-FA5E-4727-8EE8-AC75983A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AEC93A-9042-47F8-BC7F-5D3B6D78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A5C752-1BD0-4F06-86C3-356FCDA4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6A831B-DF88-49CC-B051-4FA442B0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6B59FB-7CAF-43BE-AA94-F6E058BD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5EB6DA-A06A-402B-BEF3-75C40F57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76CE99-F27F-4AEF-8FFB-82660A95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0C94A3-7962-42C1-B3C1-50AA7377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E30D8B-CEC2-4196-B1D9-1ED90F1A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62BAE8-AB62-4A69-966C-B84B76EC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B7E752-45B6-4A37-ADC9-DBC461A0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150429508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D227CB-81D1-4FD2-B723-1A72B8C6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562D0-F415-4CF7-8C74-E1ED274F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FD483-7166-46C6-958B-FD63DDCA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98BEA-BD09-42AD-B000-5FE160C4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FE8D8-6C73-44A5-A83F-31E67CEF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Line drawing algorithms: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13B87-1931-4097-AE93-A75769FA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AA173-6688-404E-AA5D-1275EAC2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85A2F-79B2-4054-8E0B-64FEDD81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32277-29E4-4DBD-8E9E-FC08600F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812C0-7DF6-4457-9155-0006C663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4C37B4-D2C0-4561-A568-B30952D0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3F9AED-0861-4717-AB74-E640AA56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ECC910-8591-4178-815E-ECCDBEA6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7DCBC4-0D74-4F5B-9B01-487416BF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8DF9E3-6F2A-483A-9977-05B91A7A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97937D-126E-4E8E-9186-B0B96ADC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299770-DE9E-45C2-8410-3B367AE0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FBB66F-7CE7-4900-A6B8-1B6D5D4A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BD9B1C-A320-4296-905B-C5FA10AC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773DBC-62ED-4383-87F6-DB035061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53B66C-AADC-41E4-B724-4CFCD3AC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1A6C72-D503-433F-ACDB-475F3B4A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6793ED-DCF4-4CFE-949D-37CF0C3F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5BF1C8-FCA5-4D81-911C-E654DDB7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97FBD2-3A41-4F79-A68A-7D4C0CC5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DCCDA6-68CD-4274-9866-DC5A946D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6EFFE5-6300-425C-979A-C26BC98A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5B9EAF-2361-47D2-BA2C-3812C0E0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4598FF-ACE5-461C-8CF7-9B060431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C67D52-ABBA-4EAD-9EF8-FE913C5D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64B8AB-D848-4E91-968E-F0A5C529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line drawing algorithms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88188402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451712-5D54-4984-B3EF-252CFEBC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4EE58-EF5C-4F25-9F8E-F4186FB1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7554E-46BF-476E-80BE-0A108738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BA8DE-A1D6-404E-A547-18FD6D02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1AF5C6-69D4-4B6A-8E49-E10B0861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Line drawing algorithms: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A8A79-6D5A-4B54-90B3-6D13747C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2D6AE-434B-4E61-B2DC-32854ADD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2EA4B-4C1F-4373-AA4A-5D4ED5D7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F5DB0E-DABE-453A-97FA-BDC6B8E8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C7AE2-C418-4910-AC75-E98730C4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EE42D-2B35-4010-A14E-BD4024D6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Treating Line drawing algorithms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6707E6-84F5-4147-AA78-7002BF93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38419-9ED2-40D0-A384-AA746463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Explain model -&gt; calculation -&gt; display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965F29-CF62-425E-8406-A3FA16DC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F0C8FE-90D2-4698-BCB5-66C89715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E91854-358B-49A4-8A4F-94FC6527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D74D81-B6C2-45CC-898D-BB883032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915086-107C-4C9C-A2E6-93286F2D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A17C93-47E8-4778-8E2F-E32BFE18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DB53FF-7AF8-4BB5-9AEA-B45877FE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3D2AF2-0319-42EE-98EB-00545FEE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terms such as model, pipeline stage, calculation</a:t>
            </a:r>
          </a:p>
        </p:txBody>
      </p:sp>
    </p:spTree>
    <p:extLst>
      <p:ext uri="{BB962C8B-B14F-4D97-AF65-F5344CB8AC3E}">
        <p14:creationId xmlns:p14="http://schemas.microsoft.com/office/powerpoint/2010/main" val="153431306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297AFE-5705-46F4-B2F2-2F2DCD43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BD68E-0E04-48CA-A7C3-ED3761E2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6A875-A9E3-4DFC-A8EB-CB8031F0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95A0B-4E48-4C89-80BA-7A2C6B62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0821C-CFEF-46A8-A5F1-2AF1C820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DDA algorithm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2EBFF-821B-4B30-86BF-DD9ADFAA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15284-4161-40EB-B3E5-78E1A06B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DDA algorithm is best taught as a pixel grid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4F6E51-291E-4EE5-972B-15DA032A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F56540-B7CB-4899-A58E-9AA918F7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decision value with incremental update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BE90C-7E28-46D8-B72A-B0F41138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BB41F0-E94D-42AB-9371-C5008C67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plot point and symmetry/result.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474F1D-6BD5-421B-9D28-63555FDF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pixel grid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02D40-590B-4DF7-98A0-087E0041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decision 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DFD612-1AEC-4995-BAFA-10229B13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incremental update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CF0789-E6B5-4250-B14A-692B49D6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plot point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8D93E1-6EBB-417B-B303-C04FDBAB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symmetry/result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101AD7-5289-4423-AD94-B3857194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A8E324-B064-49FB-89BA-7D7E2A02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dda algorithm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65630082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C6D499-52E4-4991-AA50-CE6EB3AE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02E5E-60C4-43CB-B87F-3308B315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A9CB2-C0A6-4B63-8B2E-4E6BF6CC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A08C6-F717-4A65-BB17-D68AA7E8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5759B-9186-408D-8769-0AA9CBED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DDA algorithm: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4867B-2104-4F74-9169-400B0191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50D93-5E99-461B-A06E-2035F88E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F43C6-FDBE-4E7B-8570-9472C662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2EB714-854B-47A3-9442-55B7ABAC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45185D-7D45-433A-BB8A-C8D4E667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8DB92D-C8EF-4FA5-9BD8-AD11815C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EE29C-2DA5-491F-92F6-CAD00721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40923F-47A4-4FCF-B68E-9CB5990C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3D97AD-7A88-40D6-9793-C3C5F9FB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DD5388-96C6-404A-8457-BDE3B9CC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05B0E5-D083-46A4-968A-9191A8B7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CE1809-19CA-41C4-BECB-3B890ECD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C532D3-2361-48DF-9B26-386220C5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F59552-E52A-4238-A0E8-B69D6C4D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F6726B-5B71-4E6C-BCD2-4A214E6F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EEAD4D-3AD6-48AB-BE2F-8B1EA261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843D65-F59A-41AF-8BEF-88690BA9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346A85-3A20-4E76-886C-B97054E2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D94778-33BA-4803-BA6C-48392B84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F747C1-9179-40DB-8A95-518CD0C4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B55406-E56E-4A22-80C0-47FC78DF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6FAE16-7AD8-4341-AA4B-A7658AD5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98E7C5-EC00-40FF-8F50-CA8BC211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4576D6-6B1F-46C6-A3B8-4C6BBF64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85753883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BCC303-AB3C-4D05-B918-AFBD05A3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8D18E-1197-4364-9BA9-F6A1C6CA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AA2AD-1D29-4D00-85FD-6E02B07E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4A046-3971-47BB-90D3-786AD5CB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FBF12-F183-45B6-87FD-9DA0CFBC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DDA algorithm: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D1D3A-08D4-467C-9BDA-A9421377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1441A-9ABD-4DCF-948E-AAC2AA07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7AF4E-3072-4DFC-9303-1FE81B58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9CC317-CB35-4A98-BEA4-C0A4D5B8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4EE9A7-B613-4E9C-B44D-51C087EB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38ABC3-01D6-4C93-B507-73BAF5CF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BE4DFD-9D13-46CD-9234-55E32F8A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709B7B-A73A-4B14-9D54-CAA037A6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pixel grid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52E812-AFE9-4432-9E58-2A4030C8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decision 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DF9CB8-6685-4F6D-94FB-C9347F5A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39A378-58C3-4E37-8651-BF465C71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D3D154-C117-4B0D-A200-AE640986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DA1D3B-73CE-4955-A841-5291DF29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decision value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56B1AF-A0EC-4257-8BEE-9453BE26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incremental update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B395F1-2707-41D4-9232-30DFEC0B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56DE3F-046A-4AEC-84D1-7EA41B5E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A68942-C56B-4459-B8CF-D1BD7400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553A94-D525-499C-BC38-52EA56B9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incremental update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58A04B-88DE-45C2-80D6-0C7C23CE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plot point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DDD7A2-C0D2-4FDD-ACE4-845517E3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E9373A-2BE5-4AE7-A0DA-355F7926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774B6A-9E61-47B1-A448-B039F286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B21755-A1FA-486B-9799-25433CD7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plot point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1F402D-FC87-4638-A075-80A1339F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symmetry/result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98FF74-FABA-4BF2-8E45-92340B58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928BE1-3F5D-4D5B-AFB2-2193FFA7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dda algorithm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67637502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D84603-85B9-4310-AD81-307920E8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4A8B8-594C-4A03-AB14-A4031935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14B2F-71CE-4197-8B47-AFB0B836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CF616-DB06-407E-B2A3-4DB6B3BA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FC8D6-CB6D-4A5E-AC9D-28A7280C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Bresenham line algorithm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B7259F-31E4-4318-A117-642EDE78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AA698-A9F7-4754-8F69-E0BA4A36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Bresenham line algorithm is best taught as a pixel grid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BCD47-8966-4378-84C0-4DF6E557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13F410-AB2D-410F-8BA1-26D46B6C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decision value with incremental update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6AD2A-1513-40DC-9DEE-6FD916FB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ADF2C5-F8FE-4664-886E-33AAA39A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plot point and symmetry/result.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56F9EF-813E-484E-A299-C4012877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pixel grid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5CD95D-E31E-453D-993D-0CB9FAC6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decision 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87E643-5DEB-4F65-9494-738D26F3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incremental update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CBCFB7-2A0D-47A4-AAC5-369DC518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plot point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89C768-9288-4E80-80B1-B08F16A3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symmetry/result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A63C00-BFFD-4665-8C5A-4B657828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D5BF60-BE85-4A89-91B6-71CBB1BB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bresenham line algorithm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78872509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66FEED-E488-49AE-A16C-C5661F89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68812-5ADF-4526-BD87-F2175136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AF4425-E6CC-4744-B507-E3E2B163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2173B-900A-4254-AD27-7E054FAE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68DB4-F8B8-4312-99C9-A7E451A1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Bresenham line algorithm: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FD548-0B11-48D4-BAE3-F94E3F64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54CA8-B263-4AF8-98EF-2B83B2A0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E5DED0-2DEE-4F3E-99CB-80AFD022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BBDE77-D95A-44F2-8BB1-C0B0469D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7E176F-3AA9-4FC5-804C-579C3B5D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F94DE6-7502-426A-84BA-5FE0FDAC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C2553F-26EE-4BDB-B13B-58476900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F2B0CD-2909-4131-9F57-D733CE0B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057F76-FEA6-4D5F-9683-74B817BE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240093-7E4D-4C7D-BC4D-98450698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A948A5-E2E9-4341-8A5B-F3B92428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CB068A-EA61-4F86-ABC0-A0A88306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324313-BD6E-40DA-B196-7060FDFE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B4345B-DB7E-4D2D-82A4-5EAFA502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AB090-9E9A-4CA9-BF3F-AF0AAFBA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4AE008-2EA4-4487-9BAB-7DAD126B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321D8B-96C4-4BD4-BCC6-5DB0275D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33C361-67BF-4310-8125-9A5DE0E0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55E6EF-E4C6-4069-8912-5F8E3ECA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B8261E-0239-4920-A17E-5FB98C36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EA1449-3790-4874-AADF-793FE742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E77175-11A2-40E9-BB64-DE248648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FFD550-6B5D-4DB5-B4A2-A8C143EE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684F01-E7CE-4F7E-9F71-57950C71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212394699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61DB68-6477-4762-9F2E-AB8C8D29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DC439-35EC-4427-9DCE-6FD5E631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E7D63-A0D4-4129-854A-F3529BE4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1D8A7-841E-4614-B5D2-D3FED500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74C6E-4187-46D5-8FBB-B27EA9B5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Bresenham line algorithm: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4C235-55E9-4D34-AC65-824AE10C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17E8AF-2F77-4FBF-8DF6-C641347D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E4608-8CC2-49EB-93BD-0B817BE9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573BFC-D704-4BDA-B5D0-BA255570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7A069-426A-461E-9335-7F32D99B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FBEC3-837B-4F14-B2F0-6AD5B51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C07711-C440-4B98-84AF-B9AB0162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D83B11-FE69-4AD1-9711-AF921726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pixel grid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9565E0-4B3C-440D-A2CD-7E571023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decision 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9904E-5230-48F3-B0F4-709F6702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A807B9-6006-43D3-B0EB-A377C80C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2FE65E-5ED0-4156-9033-06A1DE47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8F5EFA-D31D-4A3E-A626-66972839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decision value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7EE674-7CDB-4B35-A4C5-27DD9A5A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incremental update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BC7623-CEDC-4E35-BDAA-F628F6BA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59BEBF-E9EF-4BEF-8678-78E8F233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265C68-62E4-44C4-B757-77C2356F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D32827-C9EC-4B66-9999-EAD988D0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incremental update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C5A1DE-8927-4055-90B4-09642ACF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plot point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0A094D-7022-44EA-9984-DE2AC7CB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C64D97-41EB-47B0-BB25-8DAF6880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B9EDA3-D289-44A4-AD56-5F8C30F0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3F87F7-DCFD-42A0-9970-B284C0F1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plot point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0E8E25-8784-4B0F-B9B1-4EA1E22F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symmetry/result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0E3607-B44B-4E69-BE03-E99FDCA1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523248-15B8-4AD4-AE39-0C21C535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bresenham line algorithm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8735608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31FD11-923D-4F39-8ED4-DCCF7050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4A31A-CD45-4407-88AF-1A9022AC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1DC4F8-D52F-49DD-9DE5-A0BC432B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AAA52-7298-4F88-92F6-E9CF27C3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EE6B8-F9CC-4D4C-ABA6-15C1627E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Parallel line algorithms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09B73-A1A3-4E4F-A428-DB55A9BC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6A033-93B8-4961-8618-680BF968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Parallel line algorithms is best taught as a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0FDDD-5BAE-415B-B25D-D9F26984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65E68-0F4F-4B0B-9B71-CBB9190C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pipeline stage with calculation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737C7-77D7-402E-916B-7B7FCD76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2BEFF-77D2-46C8-BB9E-D2F67526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raster result and display.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BAB244-217B-418F-A0D2-9D0DC687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798011-E837-47FB-ACF6-24D1FEAF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096485-B998-432E-BC19-D943B6D1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13AFA1-68DF-4841-A885-E4002478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46C761-3E54-4BA2-A29C-1899FEA1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display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9FDCC5-90B0-4EF5-B8CA-EFD4AAE0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47671A-0DE9-4FFF-B09E-96A85BDE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parallel line algorithms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07361038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4A5355-5FBC-4917-A9CB-045F649D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DF349-6F7C-4FD7-9F78-C4AECDA9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3F7DC-F6E6-442D-9FE2-7BDA0CD0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CB355-BEAA-40E8-B3F1-00931075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404CF-A0FF-44FA-8BCD-9B75A940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Parallel line algorithms: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D69E0-3AE9-4A94-A994-E31A5560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8F9340-9DDD-4432-925E-331EEC33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C220B-159C-4787-BFF7-32847C72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1FF5E-B66B-45F9-B8D5-9DFD3F77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69DD13-38C8-40BF-B895-8C3612A9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4B98F-4BE0-4C40-89C9-6C7D7B37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92F2A2-8128-4FA3-8939-2C79E4B8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53FEA8-2B59-474B-BB27-FB116604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E995A8-BD65-41F4-950D-856534DF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CC62FE-5D12-4656-929B-B818981D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69AF45-98C0-472D-87B2-94FF6780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5D5260-A845-4B33-955A-7788B640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D3FCD1-EC04-4CD1-A5A5-38D853BA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0F35A0-CDF5-42B8-A084-C3944C43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9E7EC8-E56A-4F85-8E77-2D227C07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D0BFAC-8C2D-40D9-A860-01FCCA91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CC8BE7-04E6-40C1-AC3E-1059EA91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53ACAB-BF15-4429-8EC1-935CD14F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634DFB-A9A3-4FF4-B75F-AAD40C73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1A691A-9294-4DDD-9F06-7986AE06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E6D5B3-7737-4696-BAB4-8E046615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868C1C-8206-4027-8179-0694B2F9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D7C0A0-43EC-4C97-99F7-D7B55311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7A237A-211C-4E00-BB8A-DB4C8B5D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91786650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3E7DB1-2F69-4A1D-A414-CB874AF6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E9465-230F-48C4-A3A5-FCEC0D8D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A9A87-83BD-4B5E-8525-DB18640C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A67F3-262A-470A-8353-696D6857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FCA44-3FDD-4209-AD75-D5A37823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Parallel line algorithms: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BAC178-A2E5-4A37-8985-5756D645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B7FA6-CD00-4BB2-9AFD-4AD59416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C4354-71F5-4ADB-9AE7-487535E5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2EADC-022F-4C7B-8B91-853DE75F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6115D-8C95-4B7F-B5B3-64B05234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9B07BB-8D66-4175-990B-4348DF18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31AD5C-530A-46DB-A65E-5E7EC398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0B3585-A715-45FF-99FD-87BA3342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AF61EA-AA55-4F34-9473-EA712A49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CE1BDD-6A92-491C-BEF8-8F7EC831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C17D36-283E-454B-BA91-7530D6DA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F6E323-C194-4C6C-89A5-B5BB239C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E21B66-2D33-4D79-B1F8-513F942A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3841E3-9CC5-408C-8144-019E888C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4BACFE-5FA6-4EE2-8932-41893E55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FA517B-7B26-490D-A263-08E8FC89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2E37CE-65A3-4DEE-9366-5EA4F42B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63F4C3-9238-40BE-B117-E0A489EE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08BBB5-357C-491F-8015-C98A2064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866592-EBB2-4A18-8918-6A57DBEA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69CCBC-C312-4C11-8EB5-6645384E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BEF7AA-84C9-487F-B4AA-84D97000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4C6141-D1E4-4CCD-BC52-3A5B87AD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8D736A-721F-465B-AD3D-F432E999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8F790D-F6BB-433E-BB6D-E6DF8648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7E8C6F-D604-41C7-805F-B1ECFA87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parallel line algorithms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3866547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CD69DC-275C-4317-A1D9-18AFA87A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31128-C345-4841-8300-1BAF365C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E1760B-209A-4F67-B581-3F1BE17F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3A1B3-A0DE-4809-A660-B492626F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AB100-284C-4C3F-8669-15554A82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Parallel line algorithms: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7C2D7-A78D-44EE-87F5-D0AD8486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377FC-CCC7-4D9B-A3DD-D17A3556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D28C4-EE00-4B0F-8CCA-679D6FF0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A9E06A-03AC-414D-8501-89EE0171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D1459-0F03-44A0-B008-C7FF993C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7D4EF-DED6-401D-A632-348E34A9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Treating Parallel line algorithms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6815CC-AD36-4DB6-8F83-DF942818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A64BDF-FE4B-4183-AC61-6A9CE9F0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Explain model -&gt; calculation -&gt; display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E8F201-C9A6-42C7-838B-20997C94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0BD07F-92D9-4641-966C-B9BE8635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FBBBD3-B6AE-48BB-B8CE-65C05777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080868-948E-45D2-AB25-77E79CBA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E42CB9-3C01-4173-B503-97EDEBF6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C9EDF9-76CB-4BBB-A1EC-BA7262C0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7CC291-A3EF-406C-82C6-9CDD95FD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9AB70E-EEEC-4616-A075-F05FCE75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terms such as model, pipeline stage, calculation</a:t>
            </a:r>
          </a:p>
        </p:txBody>
      </p:sp>
    </p:spTree>
    <p:extLst>
      <p:ext uri="{BB962C8B-B14F-4D97-AF65-F5344CB8AC3E}">
        <p14:creationId xmlns:p14="http://schemas.microsoft.com/office/powerpoint/2010/main" val="54807711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3CAA91-59CF-4554-8008-E303151E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12B06-1EBB-4EC4-B796-77D03365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AE54D-06C8-4671-AB4A-F8748E6E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06909-FA4A-4AC7-9959-05891813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EA28D5-D2AB-4E17-B1CF-ED723963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Frame-buffer values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C9332-BAF8-43E2-A4D0-E45E5154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D6DE17-2538-41EA-A420-6A512EEE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Frame-buffer values is best taught as a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04EFB-BABE-4C1C-8908-40E7072C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B08BED-167D-4565-89E4-E728E04A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pipeline stage with calculation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4A704-04A8-4C79-BF1B-F716AABA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F17C3F-6A15-4CC0-A372-B6790C3D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raster result and display.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E9D5D5-196A-4C94-BD13-AA4EAE26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6B32BE-5BD9-45D2-BB6F-B6095EEE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A4FEB5-68BA-4D46-B29A-8848F673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87574A-626F-46B1-9A19-FC310F47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7B937A-8C8B-4AF1-A6E4-ED4495AF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display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664AF7-4AC8-4C6D-8E3F-D14B15E7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556FC6-0B07-419A-9B34-81882142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frame-buffer values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36460965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5449E7-5A2C-4F4F-929E-8F7FA74C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8A49D-BD6D-4168-BE70-3B68FEF0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31091-167A-4633-B080-F3CBB4CC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98CAB-48C7-4838-A008-AD074927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3B27C-751C-4EEC-AFE4-B89FE6F9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Frame-buffer values: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7016B-83B4-4EB1-A9A0-A636BAC4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318FE1-92F2-42D0-A955-923AF30A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CC7B7-E93C-45BF-A5D3-34747E2A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7CB6BD-E9D3-450B-A9CF-F12ECD86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5FF8E6-58A1-4249-95D4-1A0FC343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E10A86-B053-43D4-874A-753F3237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29ED45-1986-464B-A021-12C65254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D9DE8C-F903-43E4-8DA5-39EDAA84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97197A-3704-4F28-9C0B-433E88C2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CB3B3C-2838-4F6B-8906-01AE21A2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E9BB30-9C90-43DD-A7B3-5A057517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4276AF-53F8-4A20-A883-34223ED0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754569-CEF0-4D9C-8807-F6C31E64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736D7F-0C87-48D2-BF37-6C50688D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EC82B2-1164-4D14-972F-071E7088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9F8C87-B172-4720-9440-FA6A7D8A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ABA7ED-537A-46B5-96BE-502CEA03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525DFE-002D-4CC4-89AC-8874A118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8329D2-A394-440A-8DBD-3F6345CA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3DB3C5-3563-4412-B095-84535B4D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E65F6C-EBDA-496B-BBEC-296233C1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26B108-C7C0-4F21-AB8E-3763DB41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E2E81B-13E9-4B80-9CAB-E4393BEE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96C216-C584-41FE-A4DD-3548114C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31413998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CA9E33-CFAE-47EC-A52B-E0937A3F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2EF42-7B8E-4686-A276-4879CFF5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C96BD-A07F-4A2D-A51C-D3CA7E41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58828-57A3-44C6-BA7D-A8F7A993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89F8A-0457-4867-A417-5A6F3CAD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Frame-buffer values: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3AE5A-50A3-4F8F-9927-792610EC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06E60-FFFB-41F2-AE14-0D2BF4B8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F71FA-56D6-46EF-9455-14F9EE78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1363D7-7E50-4128-8B5D-E50A0A2B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B41C32-E61F-4FFA-84C4-DEC54922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3848FE-85A0-4C00-905B-B94E4881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299CF-7D55-4371-ABDB-1291F52D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A47261-3D7F-4529-A1BE-2990B4F0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51EFCF-6B32-4E06-8F48-2E84C08E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pipeline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080EDB-2F77-4B8A-B6ED-EE65825E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5DC37-416E-4D74-846D-6AD8DD54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266036-B635-48B4-BC2B-C7D302B0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98C4E4-F19E-4B33-8CB0-1AB86EDF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pipeline stage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9A5BB9-87ED-4852-98B3-F6BB16C1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calculation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A7B764-84DA-47FF-A915-478A977C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38CAA8-1379-472A-A2AC-FF3FEC6B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444D08-540D-4FF5-BF3A-2AEAEE1C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F86029-3CC8-420A-8937-F03C8BE0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E1373C-6654-445B-9678-0EF809B0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raster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8E9308-65CC-4FD2-8761-B7C2DDEA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1ADD17-39BF-4BF4-B9E3-090A1F9A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FD6BE6-CCD9-4EBD-A223-F22E0740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65896B-5567-4DAD-978A-7E4B5633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raster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1AC608-EF3A-4847-A9D3-C4C73347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display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807724-D6CD-4E9F-8FA7-383EF8A4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76B401-ED06-43C0-B09F-B45F65E0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frame-buffer values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35864004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548AAB-A3B5-4969-B153-BFC6AD78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AC889-1919-4365-BB4D-36403CD6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5884A-765A-4740-91DC-4558F8DA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CFD478-86BB-4626-99C6-F00E8346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27A87-6FA6-43D1-8B89-4E02FB0D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Circle-generating algorithms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ABA295-A330-42F3-A41E-195702D1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CF4D2-0A26-49E9-AD9C-7761AE9D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Circle-generating algorithms is best taught as a pixel grid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166D9-8DD5-4B1B-A772-DE10D4D9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81AC9-CD4E-49B5-9ED5-DD0CED75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decision value with incremental update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D007D-D9A1-4BE9-B7F5-BB3A721F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DDA251-9AB8-4695-BF6F-42CFE97F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plot point and symmetry/result.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22ECC-9D30-4E39-AD80-0B5E3B6E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pixel grid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71B059-9211-4ADA-8202-FEFA64C4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decision 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4AC5FD-9FF9-485A-8A97-A3333D63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incremental update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24388D-B40A-436E-B5BB-9C9A8939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plot point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219BDC-897D-480A-BCE8-975C9E7D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symmetry/result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E98BEB-338A-44AD-A9C7-A53BF84E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0F6C95-21E4-47A3-9EEE-22CBDC35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circle-generating algorithms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79688660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AE3358-7DC7-487C-A899-F35B1B32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A9B2B-765D-415A-9022-C20F667C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2F4DB-A749-40CD-B2A7-80571D75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22CD5-8ADF-4EA3-9992-FB233B90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0010C-8F1C-410F-980E-E9C6472D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Circle-generating algorithms: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F16AC-5415-4DEE-ADD3-D24E52D3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8D5E88-329C-488F-9DE5-E663C1BC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687FCA-55D8-4CC1-ACAD-B52E79FC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0B5B4-45DC-4EB9-8E38-0484A16E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F48C4F-5DC0-43B3-A9B8-9F43211A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2880E9-5886-4E3A-BE74-2E8E85B2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AC283F-3D86-4EA7-A70C-8EED90FF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1816A4-CDEB-4DA6-81F9-6F849DE2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6EA40C-7026-4E5B-9999-C56BBDF5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FCF011-92C2-4FDB-953A-8B069623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129502-58E1-4921-8ADB-9884CA63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06B103-E288-4288-8F8B-0835FB2C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C0A09E-DA7D-49EF-B230-04D1AFE6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8D8EBB-A7F1-4FAC-976A-573CDC22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A08427-BCE9-4F91-892A-8760DCF6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265F05-CD82-4EA8-8FCC-AEAF83A2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24E879-728F-43BF-8521-5943739D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CC13C5-9468-49DB-A532-751F88EF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119D1F-FAB6-47E3-80EE-DC347AEE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1A431D-D87F-4A76-882D-C825ABDA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9CDB03-DE5F-4870-BF8C-65097FF9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8FBE49-234D-4D40-8451-AAD5347A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C5745D-E60C-4801-A5A7-C0FA03F8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F3D616-A5B8-41C4-899C-049AD4D3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51160762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50A404-6EF6-4310-82DE-272AD938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8FFD5-F14F-4B70-A11F-8961A96E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5EFEA2-2E21-4060-9C6B-250FBDEB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E5FC6-ADCD-4D4A-AFBE-40DFA741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CC9FC-5184-469B-AC55-118DF91B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Circle-generating algorithms: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9DB99-B88F-41EB-B2A3-50FDB0D8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BA1CB-A578-412D-A48C-6F7A13A8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4A1A5-2E2E-484E-B332-8AFF6397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91179-3EE2-44E9-962E-6B80CB69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03BD2-E476-4A2A-80B6-FE5C955B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F9CA5-3E29-413B-BBE8-42857B37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CF2E0B-509B-448F-9500-AFABDC22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31191A-7EF7-44DE-B14A-56577BD7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pixel grid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D121C1-1031-403A-9C8A-805FD185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decision 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9755C0-3809-4E3D-B332-5E2BE08B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A901F9-BB03-4CAA-80F6-DB965E98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A86022-D9F5-4DC9-B007-1290FEFB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B771C3-93FF-4067-945C-031F597A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decision value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04D0DC-0F6A-4CAB-A8B1-A9BEC771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incremental update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B48D8C-FDE3-4180-854A-FB5D5236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BE4FA7-BBBB-4F72-88DC-DD2203CB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7EB3A8-D2B7-445E-A2DF-CCC98AB9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BFDA75-F5D3-4CEB-94E3-CBE25B4B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incremental update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FDCF40-DDF7-4E39-9878-8DE2A4DF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plot point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8C74A0-8239-4D0D-B73F-0D2CC08F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6CE79F-4D79-44F7-BFB4-888C2121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720814-317A-43C7-99FA-B9A52D86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2248A7-EDA6-48D4-B962-237DAEEE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plot point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A2850A-B8FD-4C66-A803-AFAD492D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symmetry/result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6FCDE3-C70C-43E3-9C21-EA8FB62E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EA7EA9-520B-4147-9756-87A309AA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circle-generating algorithms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99574528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3D6A86-833F-4335-98C5-F332A841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A5609-8C65-4235-9C65-E2B69CF9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54F5F-1610-4BF0-BBB0-561BA414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6747C-6808-4CFB-94CF-E7562B19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8AC0C-5780-4B9F-88B5-9B1DB34D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Midpoint circle algorithm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84125-0C62-4D63-9077-21A9818E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42C7A-4CE6-4FCD-A227-E0FB78F7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Midpoint circle algorithm is best taught as a pixel grid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A35183-0722-4ABE-BA06-4337D582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D9FD7-FD8D-4A8B-87BB-A28F2BD8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The key mechanism connects decision value with incremental update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EEB62-471A-4635-9E72-F3C2E2AC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179C3D-1AEB-47CE-BD71-0D94466C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For exams, draw the model first, label each step, and then explain plot point and symmetry/result.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2EDD6-F323-4E63-A58C-5547E536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pixel grid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323515-18BC-4ECC-97A6-840C443C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decision 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F993E9-5A30-45DA-9BD8-FBDCE448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incremental update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05D03D-E93B-42AC-95D6-0DBFC274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plot point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90C9A3-BA17-4DA4-BF59-DFC973D9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symmetry/result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3FF92D-B0DC-4834-A860-B03CFB99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333EA"/>
                </a:solidFill>
              </a:defRPr>
            </a:pPr>
            <a:r>
              <a:rPr sz="1875" b="1">
                <a:solidFill>
                  <a:srgbClr val="9333EA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5DB482-39E0-4E9A-A5B8-D45B0466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This topic explains how midpoint circle algorithm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1320186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54F8B5-35D8-411A-9FD0-265FB98F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BAE70-5DC0-44B2-8E6B-9BEB9FCA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59C26-2F46-424A-93FC-F273CAB5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37A3A-424E-40FE-986F-C07AD9D1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647DC-ECD0-41B4-AE0B-DB81F8EF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Midpoint circle algorithm: screen-space intuition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F488D-2DAB-4324-AD71-CB587BEC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61184-E790-4999-9528-BCEDF781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D2365-B6B1-43A5-BC94-38BA5821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3DE2F-A7DC-4E78-862E-5E71B8A7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3674B-3EFB-4650-A671-08D390FB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AB1E1B-7DF0-424C-9BE2-BEEAC9CD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49948E-D1BD-4779-8653-BE04347A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BDE29D-AF7D-4FFD-82E1-4C3DB3FF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F03E42-B513-48AF-A802-6C9D22EA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3E152E-6266-4F96-BAD8-D417238B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8D439B-8D25-4CE8-8961-3B0FB135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00A1FE-62AC-4615-A0B0-F064CCA1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4288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20456A-8361-44AE-AB25-A63C0C60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4476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6A1D3E-BF66-4EDE-B15B-68F95E38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19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676060-BBE6-4776-B784-2CE99DAB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2C4B1A-30DB-4D99-B722-9AA80739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0E4318-3312-4F2B-AEE7-966CB60B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95935D-872A-4773-9218-11A54F7E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F434D4-8D5F-4139-A184-1ECB40DD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033BD9-8E8C-4871-ADD2-10EF6006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Map mathematical objects to pixels.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E0325D-A4B4-4DC8-A675-81E491DA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D7A773-2FD0-4BC8-A115-7B66F533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Keep coordinate systems explicit.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33D52B-8796-448A-85F3-63451C00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EC4218-0534-4DE0-8E77-E40B55DA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Dry-run algorithms on a visible grid.</a:t>
            </a:r>
          </a:p>
        </p:txBody>
      </p:sp>
    </p:spTree>
    <p:extLst>
      <p:ext uri="{BB962C8B-B14F-4D97-AF65-F5344CB8AC3E}">
        <p14:creationId xmlns:p14="http://schemas.microsoft.com/office/powerpoint/2010/main" val="52440852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33C6A6-BFDA-4557-85C3-0390A4AC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29D36F-3EA7-4DED-B46E-C0C3E6E0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579A74-7C70-4B50-9723-25819C47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16038-232F-46EE-8CFC-C2EB81C0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F6EC6-1163-4619-B045-BA028E80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Midpoint circle algorithm: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CDA4A-B1D8-48FB-8EC5-16676776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BEC11-0048-4FF7-AAA8-A2944DF2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DF47D8-CB06-4091-B07B-1F737A1D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00C82C-6331-48D1-88DD-79A9BCE1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72145-A322-4913-9902-B4F994CC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68B93-6187-4DE4-B5C6-930E7FAE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59D950-9FE5-43BD-B075-DDD13CE1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34CAFF-5FF5-4A6B-8F8A-4A9F8E3D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pixel grid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0FBEAD-7DA5-4B70-A193-A66C61A8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Identify decision 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E79357-BA29-48BB-A6B6-DEF4CA6A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290D18-9D06-433E-A07B-3B1DFB26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078843-C994-4967-A5B2-5036A050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A198F3-3824-4B32-BD5A-ACF79E8B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decision value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5F0B6C-1E3F-4C2B-A629-3C8743CA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Apply incremental update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85120A-C527-495A-A143-C3F1B33C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1B9915-19BC-4D72-9CA6-1E84E4A6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826EC9-79C7-4600-86DA-34510994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52E6B9-07CD-41D6-BB78-EC65E22B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incremental update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69152B-D0FE-413A-BF31-961023AA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Check plot point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087488-6DEA-43AA-852F-545E0F78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542229-CD29-43A2-889B-D3968F9E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0885DF-0F15-45E3-A830-21E0C2C2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520018-C1B1-4840-8CAD-EE36C199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plot point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D76F15-5C36-44C9-952B-134F2339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Conclude symmetry/result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304621-0D3B-4058-8493-16C680A1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1BA190-E585-4C14-A0E1-B207F7D5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</a:defRPr>
            </a:pPr>
            <a:r>
              <a:rPr sz="1650" b="0">
                <a:solidFill>
                  <a:srgbClr val="475467"/>
                </a:solidFill>
              </a:rPr>
              <a:t>Use this structure whenever midpoint circle algorithm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10564650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2DE0E5-0FCB-427D-A84A-9CB03879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579B9-C759-4923-ADC4-849ADFAA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5AF98-E5FE-4C20-8329-745A60A4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3D3D6-62B2-4C71-8952-D5EE12B0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06D39-51BD-4D95-8566-1745EF19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Midpoint circle algorithm: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85829-FFE5-4DAB-8442-E54E7C78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83F2A-8EE5-4066-9741-7CF8D0A7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711D9-70DA-4BBE-B6FD-93D69BB5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D631C3-12BA-4892-A915-8D37C765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1731F6-E63A-4351-AF1E-D4AAB597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6E94B-0C08-44E9-A63E-D0D9C9C9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Treating Midpoint circle algorithm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FC0A26-3CB8-4730-A202-6913DD8D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451510-7218-4AAA-AFC3-40C56592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Explain pixel grid -&gt; incremental update -&gt; symmetry/result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0B0A86-2FFE-4E11-AC54-5BAD721E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9100A1-E16C-4092-9D2C-6ED50FF5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24A43C-6006-4D87-A2AF-982083A5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49B16F-3A3B-4AB4-9EC9-3B96D515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0292B0-8CC5-41A5-BA96-4593A0AC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7DB689-4A4A-4F8F-AD85-54AAAD89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6A3F10-9AF7-43A2-B22C-C17E7C40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D26489-82B5-4E89-A2FE-62218F08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terms such as pixel grid, decision value, incremental update</a:t>
            </a:r>
          </a:p>
        </p:txBody>
      </p:sp>
    </p:spTree>
    <p:extLst>
      <p:ext uri="{BB962C8B-B14F-4D97-AF65-F5344CB8AC3E}">
        <p14:creationId xmlns:p14="http://schemas.microsoft.com/office/powerpoint/2010/main" val="1997391580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D455D9-6E3C-4BFC-8FF7-9E5F300E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D0C11-8AC0-462A-872D-88793AA8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A3826-4896-4FE7-9FC8-7B8D2095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A23AA-C605-42ED-BB3D-111B52F1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201A5-4E31-4256-89E5-F54DE6F6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Vertices to fragments vs Implementation strategies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F20F5-AD2B-4FBC-AB24-99DC2531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6AB517-0A24-400C-88AF-DA40AC03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80ABE-816E-4715-909A-2F1976F5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Vertices to fragments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A3CAD-9A8D-4C78-B0F4-FFEC92BF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Implementation strategies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10FEFC-2393-414E-BFC4-7138244B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FB0251-0601-4591-B975-F1ED0986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A89743-CD82-4FA8-9DEE-8A02B171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4FC375-2F9D-4D8F-A59E-E9200E8D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27AE94-0740-4C37-9EE2-C3B4A0C8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7E4C1C-38DD-4995-9238-E3172B09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FD6E26-B6D3-4706-8A46-F6648904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68D2B4-11DB-4968-948F-1E2000D9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073F02-27AD-4E40-9D18-85487727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AB1E79-D33B-4757-9878-055FD7C6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EF4A0E-F921-4E7A-9929-C7517652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9701BC-63F5-403B-BDC2-8A4BEA62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52816F-2562-438F-A4BA-516CE2C2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6628AE-B9E8-42F4-9277-5FA61E29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E3ADD4-7FAB-4CCE-B34B-A05113FF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B2527A-F0B7-4011-AD45-DF629B3E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98104116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73936D-C3E4-43F3-9049-E4D1F004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54ED2-4A26-4ED8-8B6D-3CBB04D1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7A7B2-7782-4658-89AE-9804F9B2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2F5E5-8262-4A6D-873B-FACB5334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52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A82DD-26EC-49E6-B905-252E0948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Clipping vs Line segment clipping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82FF6-6BD3-4558-8445-496B82D6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B27E6-C456-4527-B544-F1AFB1C7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B9CFEB-49F9-4B22-A720-2E21D11E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Clipping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30E425-D9F3-486F-A714-79090DB1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Line segment clipping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7B538-C3A0-4526-83A0-77B1B825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060E82-CB9E-4470-A129-1615D764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B502B-F044-4E25-A525-B5AA205F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window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595625-415D-43FF-9EFF-9A4D7F43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window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03EFD4-7CD6-42D5-958C-4992F0FA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A099A8-9AD4-4D98-B6E0-5578A08A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0F841E-EE2C-4524-9EC2-8A8CC914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intersection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AD6C76-5DA7-4015-B0C3-6F8BE2D8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intersection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095450-DAD0-414E-B75D-1FED5C39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0860D0-5725-4F42-B174-48426F03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3AB53C-5597-475F-A63B-EDC11E78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A9EB61-1027-46A6-A7EC-207AB0E3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E822A2-FB8D-4A50-9230-C714843A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51F2BB-2E77-44B1-92E7-223C5F94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D70254-C77E-47A1-8F85-3059CC1E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FB7F0F-2275-460A-BB74-C02E8068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44350727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A91343-C32D-4ADB-B45B-559EF334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23451-2AAC-45A7-8CF4-5C96EB04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D6376-E3C7-4EEC-922E-D96FF74F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F02CBC-A264-47A7-A441-A98F546B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87C45-AB66-42FC-A44C-C3A4B448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Liang-Barsky clipping vs Line drawing algorithms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92970-AD1D-4C2B-A83E-B876F07D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7BA82-EF54-4B34-B1D9-FA5B8853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A9B47-900E-4974-AF9D-297F43F2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Liang-Barsky clipping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1C08DA-673F-4FD4-A453-9B5439CA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Line drawing algorithms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FEA09-E2C6-4DFC-AB72-FB91D5F2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32526E-33FF-4BA8-A1CC-A8B6BAAE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75C14C-350F-4D97-88EE-CBBA4147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window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DA4214-0027-4088-973C-27F1AD0E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B8D49D-AC22-4440-8D2E-DAF8A8CE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01BA05-D0C8-4E16-8DAE-2D590B7D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87AA82-538A-4C38-ACA8-12E25A25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intersection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14F574-15C6-4123-9607-6D56DB84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BB39E4-AA93-4F25-9293-A68DB280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AF3F7B-B69B-41F5-9A79-CC85900E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1F047C-9FD6-45E9-A601-08EF238A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F00902-6091-4ACC-9F7F-13229ABA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3D5C0C-8D63-4464-B3AD-29BE4C26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AE2911-D1E7-400B-B18D-47C92284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530F9C-F6D6-4F41-A4CC-EED0696C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46325F-CAB1-4739-A1E8-2260FB57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799276725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5821CF-C151-4899-B5AD-15E9865E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655D2-A167-4D28-8DFC-C2283103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A30D8-64DC-45BA-A42A-7E8C421E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E0222-EA88-4FA1-BC4C-E02AD851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54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DE4A3-2651-47DB-924E-8E9BE72E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Bresenham line algorithm vs Parallel line algorithms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5CDDC-C228-49AD-8970-3780E327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09EC74-A09D-4AC2-9E38-42F5C862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F6A705-79B4-4B55-8FD7-90ED2A6A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Bresenham line algorithm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AED7E-63FE-4944-8ADC-307EB019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Parallel line algorithms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EED1E4-7CE6-4694-B3D8-C8516E8B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B080FF-FB1D-419D-911C-914277C0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D7462F-F8BF-4BB5-9EB8-F24127D9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pixel grid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86B6B-A93B-4E58-949D-C1D2F4ED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9A08BF-3EDE-4051-99B1-E28B0EEE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A03A5D-801E-4D2A-8E00-891D9CC4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7D9377-A36F-4E00-BF96-63B80801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incremental update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3BF7D6-30DC-4186-BA87-C55A21E1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calculation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EE8548-7156-4E77-A775-676B5A3E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43EB21-2AA5-4184-B106-F90BF32A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CA2A25-7AE3-41CA-AED4-7B74AD22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11595-E3A2-474C-9DCD-44E750FE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ED1401-8E2F-45C0-985A-8C36407C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4EDFFF-BA9F-4DA3-B848-A49846C2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CB5EBF-6D84-46FB-B297-CF555FB9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BF33FD-0E6C-4311-98AE-9ED21199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673752586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ECE4EE-CAE6-47FE-9942-715DBB6C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E70C8-B60D-4FDD-B649-CCC91D1F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78DC8E-AE60-4856-B96F-C31D587A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0F26A-7C04-4121-A0B6-0BD145F9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64995E-48DD-4355-A0F3-FF8E924B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Circle-generating algorithms vs Midpoint circle algorithm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EC734-AD26-4CD7-BD86-51C5C42B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B0A79-3BB5-44ED-99DD-E4F39345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D743A-1DD2-4223-AD0A-3CEF686F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Circle-generating algorithms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1BE8E6-B8CD-4EF6-BC11-A8CCCADA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Midpoint circle algorithm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62F7D0-374B-4380-9CC1-72C935F2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5415D-FABB-4228-8B97-13315F0D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E1CA2C-F616-4FBF-8072-5F1FD496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pixel grid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7FF3FB-6F79-414F-9FF6-CA05F00A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pixel grid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CD5C8B-EAD8-4297-B47E-B6203830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145BEA-5D69-4F22-921B-FD96429B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D7A8BA-96F4-45B3-86CE-6AC16CAF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incremental update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09A9F6-D34D-404C-9BCC-ECD796E6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incremental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429312-6941-4763-A48D-ED64ECD8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4E1B5F-D06A-4315-A61F-1BDB0BAE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E5B191-EDD1-43EB-B7F4-1DDBAD10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CB2918-0C16-4E5F-B0E1-D6A158A4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FD7B7C-677A-42A3-931B-36083245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9887D6-7AA9-496B-874B-D9564328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6FFF84-45D9-429D-A09C-67209449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9D49C7-0236-4AC2-B989-2B3AFACA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34035547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498762-5740-4C16-B2CC-AF384A56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A57A9-0112-4D95-A746-A0957519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72FE1-346B-49AF-A37D-D575CBEE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871A2-4EAD-4675-99B3-D9CCCDD9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EEBE6F-B721-48C9-AAC3-B5A057E4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Module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4E091-EEAC-497B-A57C-5B90AEBC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Definitions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5E740-45A0-42CD-B0D5-0815F5B5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8CDDE7-62A0-403C-B8EB-D2975F03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Mechanisms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1432D-BDA1-4D41-AB24-F533FD1C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ED4C7-5D11-400B-A032-5EAD5F1D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13335">
            <a:solidFill>
              <a:srgbClr val="933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Exam answer</a:t>
            </a:r>
          </a:p>
        </p:txBody>
      </p: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33E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216F9F-40B5-46CC-85B2-9D4E18A8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3DEF9E-5B14-4521-83A0-25CEB5E3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Remember: Vertices to fragments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E51827-95C2-410B-BCBB-21D27F4D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7D655F-54E6-4BEC-8E0E-7356FADA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052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Remember: Implementation strategies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EF531A-8FB6-4883-9D09-676D4B22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0B0D34-7D63-4AC3-A62D-329E8E44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Remember: Four major tasks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D05664-2A67-468A-A710-FA69ACD7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A6959A-3E85-4EB4-A212-1EA3EEA7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625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Remember: Clipping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BB275-7FB4-421A-934B-A333B1BF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57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4F2FEF-DDDA-47CF-9703-9239B6AA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Remember: Line segment clipping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1D4691-8A99-44C9-82EE-F17141E4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3DC5D8-ACDB-44A6-9804-3B75DC7C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97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Remember: Cohen-Sutherland clipping</a:t>
            </a:r>
          </a:p>
        </p:txBody>
      </p:sp>
    </p:spTree>
    <p:extLst>
      <p:ext uri="{BB962C8B-B14F-4D97-AF65-F5344CB8AC3E}">
        <p14:creationId xmlns:p14="http://schemas.microsoft.com/office/powerpoint/2010/main" val="1679155206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3E9D62-31A2-4BAB-8DB8-3121BD43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248C9-6E64-4384-AE61-BFE29464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A3661-4566-49B4-871F-EB33485F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4E881-8442-4140-9FF8-78CCF924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57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C4636-B482-4265-B360-7A978DF8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Important Definitions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EFB421-3C7A-461A-B01C-5967AB97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FF2D3-022E-4ED7-9091-3919FC21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06415-41DF-4EE5-A7F3-11C8AE45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Classroom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87CEE9-EC58-4234-B778-8291A73F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Exam cue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2F7FF-87D7-4C26-8D35-94D9004F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39F5B4-CFA7-4FE4-AC3D-59DC501E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Vertices to fragments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BCE6B-9C71-4D39-A7A8-B810C8FD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 named concept with conditions, components and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177263-F3B9-4553-9219-AA68A4A4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 + draw + example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F698B2-140C-45A2-890A-70D0AEF0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DDEA2E-A20A-474E-9DEC-50905FCD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Implementation strategies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5A2820-2067-4F2B-AF12-EE1B4B83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 repeatable process that transforms input into an observable output.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BD20FF-D5EF-4789-B293-C4CAB215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Steps +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75187D-F6CF-4FFC-86D3-800FD9ED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C2BF89-CEC8-4F62-9D95-BBB2D0A0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Four major tasks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9D9B70-EFD8-4962-B848-72972178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 simplified representation used to reason about a real system.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E3F0F5-2636-427A-B0F4-23FE1280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Assumptions + limits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4F81E2-6DC3-4984-B12F-766A0191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B948FA-E8EA-48F7-870A-4069D0FA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Clipping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1B741E-8268-4971-8031-771EC8B0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The property used to judge correctness, usefulness or performance.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5DDABD-2A02-4521-A64E-A1B6B700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 + justify</a:t>
            </a:r>
          </a:p>
        </p:txBody>
      </p:sp>
    </p:spTree>
    <p:extLst>
      <p:ext uri="{BB962C8B-B14F-4D97-AF65-F5344CB8AC3E}">
        <p14:creationId xmlns:p14="http://schemas.microsoft.com/office/powerpoint/2010/main" val="71338335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0868E0-0243-4A8C-8840-A3CA40D0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14A9F-F62A-4371-B751-051F8CD8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C8BD0-D4D5-4F92-BDC3-38ECDB81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6FFC1-8B42-4521-8AB8-EAB9679A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58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F2552-1242-4597-BBD6-884F0F9E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</a:defRPr>
            </a:pPr>
            <a:r>
              <a:rPr sz="2775" b="1">
                <a:solidFill>
                  <a:srgbClr val="101828"/>
                </a:solidFill>
              </a:rPr>
              <a:t>Important Algorithms / Diagrams / Formulas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15649-2933-4E49-BC44-445EC07D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5A83C-496D-428F-ABAE-2B04201D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Draw the central architecture/process before writing long explanation.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AC2AA-4916-4EE4-8A62-6108D3CF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D4D2E2-9E39-4E98-BD3F-BF15645F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For every algorithm: problem, input, initial state, iterations, final result, interpretation.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AB2B78-C81A-4A16-B325-813555FD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52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24AC6B-ED26-452F-82D6-A889E09B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For code/commands: command or snippet, explanation, execution,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426A3-C118-4413-A8D6-9B0A5982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F357F5-51D1-4FF8-B3C9-C9550DDA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For comparison questions: state basis of comparison first, then fill the table.</a:t>
            </a:r>
          </a:p>
        </p:txBody>
      </p:sp>
    </p:spTree>
    <p:extLst>
      <p:ext uri="{BB962C8B-B14F-4D97-AF65-F5344CB8AC3E}">
        <p14:creationId xmlns:p14="http://schemas.microsoft.com/office/powerpoint/2010/main" val="20749762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21871A-4CC4-4CAD-A25B-163D8B86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C672C-FA60-4948-96F4-8ED77921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E8FAB-9E60-4300-A7A1-960C1AE1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CF481-FCC8-4543-A0FC-75B5EC59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D3099-C66E-46E9-83CB-BCCF2718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Common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C4C10-0F2E-4228-A9B5-2E51B8DD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D047D-062A-4116-BFFF-15AD4751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Writing only a definition when the question asks to explain working.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17172-37A6-4B5E-B4B9-AB02BC17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C5CA62-F764-46A0-B5A7-A1339077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Skipping diagrams or leaving labels too vague.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C54FC9-00E2-4D0F-944C-0A33C259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E75B0A-00C1-4676-A452-75EA03CB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Mixing similar terms without a comparison basis.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7709D0-37AC-44F9-8F20-91DE9863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7888BE-CF9E-4E72-9F35-35B878C0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Giving an example that does not match the formal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7C9393-882C-4F96-81A3-E5CAC85E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6493CA-1D72-4ABE-8B79-1460A99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8"/>
                </a:solidFill>
              </a:defRPr>
            </a:pPr>
            <a:r>
              <a:rPr sz="1800" b="0">
                <a:solidFill>
                  <a:srgbClr val="101828"/>
                </a:solidFill>
              </a:rPr>
              <a:t>Forgetting assumptions, limitations or failure cases.</a:t>
            </a:r>
          </a:p>
        </p:txBody>
      </p:sp>
    </p:spTree>
    <p:extLst>
      <p:ext uri="{BB962C8B-B14F-4D97-AF65-F5344CB8AC3E}">
        <p14:creationId xmlns:p14="http://schemas.microsoft.com/office/powerpoint/2010/main" val="2049197821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64CFAF-6695-469C-B568-5879CA04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30FD0-6752-4D8A-8B12-88479E67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79BD6-0746-45E0-83BD-C6625E46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086B5-403F-4831-93C7-937E41C2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E5747-7047-4156-8AC1-7B8713DD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Exam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18739-0A1C-4E92-870A-E17AF3E4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9525">
            <a:solidFill>
              <a:srgbClr val="933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4F312-136F-4112-8315-CEE71E68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Question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288FF-A5D0-421E-921A-1F94C5F3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Answer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501CE7-2C22-4587-AD3D-BD552C9C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earns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D47D2-5FD4-48D5-9BB1-F56EDF59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7F7713-22F6-40A5-A209-40BC3EC6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Define/explain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1FC0E-8828-4B10-BA56-1F351914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Definition + labeled diagram +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D1835F-1290-448C-8D50-20060048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Exact terms and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F3CBC3-23F0-4705-B2FB-95CCC44F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274294-5F4A-4435-8482-A2F8F74A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DE9B33-2527-4109-BF51-E27E307D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Basis + table + conclusion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71AF89-904E-4BE5-9886-09498335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Clear differentiators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E9C523-9205-461C-B36F-F99B5AC4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8E1BEE-43E7-4BCC-A9B3-D58DB997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Algorithm/trace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0F39FD-1274-4BE1-BB41-317F3219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Input + iterations + final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03AD40-AB26-40D4-BF61-95DAC860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Correct step 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237FBA-5C17-46D5-9034-00D5DDF1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527864-8080-4488-BF09-23FAE65C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B884AA-A11E-4906-B37C-EAE18DF7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Scenario + model + justification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01D971-5E59-4230-8041-B208CBA0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Why the choice fits</a:t>
            </a:r>
          </a:p>
        </p:txBody>
      </p:sp>
    </p:spTree>
    <p:extLst>
      <p:ext uri="{BB962C8B-B14F-4D97-AF65-F5344CB8AC3E}">
        <p14:creationId xmlns:p14="http://schemas.microsoft.com/office/powerpoint/2010/main" val="653251003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2A007F-0D5D-4B2F-B18E-76A15DC8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DE39A-0E1E-4041-A3DD-33B7ABE8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A0DDB-0357-4871-B44A-C022A3E8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6BC3D-E6F1-4029-A5F0-7BE5DBF3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E37C8-9A5A-459C-8860-F11B8681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Practice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C38911-95E7-49D5-8D66-F93CCE50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4CEB7-9D34-49A9-AB02-7D8A87FB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Explain Vertices to fragments with a neat diagram.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4E521A-B20C-495F-A133-7200C071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AC6DE-3760-42BC-860B-6D04AF66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Compare two approaches from Clipping and Primitive Algorithms and justify when each is suitable.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8A694-B0E7-40BE-AEA9-5500A9A8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188821-BE44-4BC7-AD57-E2D0479C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Solve a small worked example involving Four major tasks.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FD30FE-EE73-482E-ABDE-925BC589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32C51A-BA83-401E-8304-4C86A3B5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List common mistakes and how to avoid them in Clipping and Primitive Algorithms.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0D2092-7A51-467E-A60F-A52E642A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960290-C1D0-4021-998C-3633FC2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Redraw the full module map from memory in five minutes.</a:t>
            </a:r>
          </a:p>
        </p:txBody>
      </p:sp>
    </p:spTree>
    <p:extLst>
      <p:ext uri="{BB962C8B-B14F-4D97-AF65-F5344CB8AC3E}">
        <p14:creationId xmlns:p14="http://schemas.microsoft.com/office/powerpoint/2010/main" val="281357975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6D3CB-A7D8-47DF-8972-A4BAF63A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467"/>
                </a:solidFill>
              </a:defRPr>
            </a:pPr>
            <a:r>
              <a:rPr sz="975" b="1">
                <a:solidFill>
                  <a:srgbClr val="475467"/>
                </a:solidFill>
              </a:rPr>
              <a:t>Code not printed in syllabus PDF | Computer Graphics and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17FE4-A3F5-4061-B0F0-84FAA81F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</a:defRPr>
            </a:pPr>
            <a:r>
              <a:rPr sz="975" b="0">
                <a:solidFill>
                  <a:srgbClr val="475467"/>
                </a:solidFill>
              </a:rPr>
              <a:t>Module 5: Clipping and Primitive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A608F-79C7-4A35-BDAA-1E670492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FF"/>
          </a:solidFill>
          <a:ln xmlns:a="http://schemas.openxmlformats.org/drawingml/2006/main" w="0">
            <a:solidFill>
              <a:srgbClr val="F3E8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E5990-2F95-4F7A-8E76-BBE6C700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467"/>
                </a:solidFill>
              </a:defRPr>
            </a:pPr>
            <a:r>
              <a:rPr sz="900" b="0">
                <a:solidFill>
                  <a:srgbClr val="475467"/>
                </a:solidFill>
              </a:rPr>
              <a:t>62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39589-36A0-4D76-91EF-114262E0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828"/>
                </a:solidFill>
              </a:defRPr>
            </a:pPr>
            <a:r>
              <a:rPr sz="2925" b="1">
                <a:solidFill>
                  <a:srgbClr val="101828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67A08-0886-45C6-B57A-77893262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1828"/>
                </a:solidFill>
              </a:defRPr>
            </a:pPr>
            <a:r>
              <a:rPr sz="2025" b="0">
                <a:solidFill>
                  <a:srgbClr val="101828"/>
                </a:solidFill>
              </a:rPr>
              <a:t>No genuine previous-year VTU questions were found locally for this module during this pass, so this deck does not fabricate PYQs.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0A1A2-259B-4C88-80AE-9A26A46F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A77BA-629B-4A7F-B725-AF3D74A3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Use the practice questions as model revision prompts.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C17C8-0200-4899-A3C1-0CE5C440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534096-544D-4134-920C-AFC7A4A1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Add authentic PYQs later only from a verified VTU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173051-F2EE-408F-AA3A-094AB785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DAE6A6-99F3-4F77-A66D-555468ED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8"/>
                </a:solidFill>
              </a:defRPr>
            </a:pPr>
            <a:r>
              <a:rPr sz="1725" b="0">
                <a:solidFill>
                  <a:srgbClr val="101828"/>
                </a:solidFill>
              </a:rPr>
              <a:t>Do not label instructor-created questions as previous-year questions.</a:t>
            </a:r>
          </a:p>
        </p:txBody>
      </p:sp>
    </p:spTree>
    <p:extLst>
      <p:ext uri="{BB962C8B-B14F-4D97-AF65-F5344CB8AC3E}">
        <p14:creationId xmlns:p14="http://schemas.microsoft.com/office/powerpoint/2010/main" val="11214883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2026-08-24T06:04:50.4290000Z</dcterms:created>
  <dcterms:modified xsi:type="dcterms:W3CDTF">2026-08-24T06:04:50.4290000Z</dcterms:modified>
</coreProperties>
</file>