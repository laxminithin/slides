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c4835fcb5f470f" /><Relationship Type="http://schemas.openxmlformats.org/officeDocument/2006/relationships/extended-properties" Target="/docProps/app.xml" Id="R5cc204cdd2fa4704" /><Relationship Type="http://schemas.openxmlformats.org/officeDocument/2006/relationships/officeDocument" Target="/ppt/presentation.xml" Id="Rdd687c91a79a43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76f071e51b4c63"/>
  </p:sldMasterIdLst>
  <p:notesMasterIdLst>
    <p:notesMasterId xmlns:r="http://schemas.openxmlformats.org/officeDocument/2006/relationships" r:id="R8f7776c347824f84"/>
  </p:notesMasterIdLst>
  <p:sldIdLst>
    <p:sldId xmlns:r="http://schemas.openxmlformats.org/officeDocument/2006/relationships" id="256" r:id="R0a8bc4bd9c8143c8"/>
    <p:sldId xmlns:r="http://schemas.openxmlformats.org/officeDocument/2006/relationships" id="257" r:id="Raf624da6fe2c4103"/>
    <p:sldId xmlns:r="http://schemas.openxmlformats.org/officeDocument/2006/relationships" id="258" r:id="R4fb657ac225d4706"/>
    <p:sldId xmlns:r="http://schemas.openxmlformats.org/officeDocument/2006/relationships" id="259" r:id="Rddce4183adea487d"/>
    <p:sldId xmlns:r="http://schemas.openxmlformats.org/officeDocument/2006/relationships" id="260" r:id="R432f95a62387462b"/>
    <p:sldId xmlns:r="http://schemas.openxmlformats.org/officeDocument/2006/relationships" id="261" r:id="R4f69771d8ef14e39"/>
    <p:sldId xmlns:r="http://schemas.openxmlformats.org/officeDocument/2006/relationships" id="262" r:id="Rcbce61a21cf448b1"/>
    <p:sldId xmlns:r="http://schemas.openxmlformats.org/officeDocument/2006/relationships" id="263" r:id="R53c3eb38f6034130"/>
    <p:sldId xmlns:r="http://schemas.openxmlformats.org/officeDocument/2006/relationships" id="264" r:id="Rb2d9b2f22dcb4c10"/>
    <p:sldId xmlns:r="http://schemas.openxmlformats.org/officeDocument/2006/relationships" id="265" r:id="R50dd08283a754476"/>
    <p:sldId xmlns:r="http://schemas.openxmlformats.org/officeDocument/2006/relationships" id="266" r:id="R28253a3590cc4e77"/>
    <p:sldId xmlns:r="http://schemas.openxmlformats.org/officeDocument/2006/relationships" id="267" r:id="Rfb85dd40b13b46fa"/>
    <p:sldId xmlns:r="http://schemas.openxmlformats.org/officeDocument/2006/relationships" id="268" r:id="R5f31b6e0a45e4d85"/>
    <p:sldId xmlns:r="http://schemas.openxmlformats.org/officeDocument/2006/relationships" id="269" r:id="R35aec1392ea64de8"/>
    <p:sldId xmlns:r="http://schemas.openxmlformats.org/officeDocument/2006/relationships" id="270" r:id="Rd5f6659641654195"/>
    <p:sldId xmlns:r="http://schemas.openxmlformats.org/officeDocument/2006/relationships" id="271" r:id="R6614273c98594128"/>
    <p:sldId xmlns:r="http://schemas.openxmlformats.org/officeDocument/2006/relationships" id="272" r:id="Rc871903ca0bf40a0"/>
    <p:sldId xmlns:r="http://schemas.openxmlformats.org/officeDocument/2006/relationships" id="273" r:id="Re0206d3039374dd2"/>
    <p:sldId xmlns:r="http://schemas.openxmlformats.org/officeDocument/2006/relationships" id="274" r:id="R97ecca570c0d49bc"/>
    <p:sldId xmlns:r="http://schemas.openxmlformats.org/officeDocument/2006/relationships" id="275" r:id="R1d5eab9ab37940fd"/>
    <p:sldId xmlns:r="http://schemas.openxmlformats.org/officeDocument/2006/relationships" id="276" r:id="R8ba020f87f8d4264"/>
    <p:sldId xmlns:r="http://schemas.openxmlformats.org/officeDocument/2006/relationships" id="277" r:id="Rb67f8606373a4799"/>
    <p:sldId xmlns:r="http://schemas.openxmlformats.org/officeDocument/2006/relationships" id="278" r:id="R2188ed7365f34792"/>
    <p:sldId xmlns:r="http://schemas.openxmlformats.org/officeDocument/2006/relationships" id="279" r:id="R9f553a98d87d401f"/>
    <p:sldId xmlns:r="http://schemas.openxmlformats.org/officeDocument/2006/relationships" id="280" r:id="Ra2f0f97572ed4c0f"/>
    <p:sldId xmlns:r="http://schemas.openxmlformats.org/officeDocument/2006/relationships" id="281" r:id="Rd31f5d18dcdf42d0"/>
    <p:sldId xmlns:r="http://schemas.openxmlformats.org/officeDocument/2006/relationships" id="282" r:id="Rb749eafa61d94dd6"/>
    <p:sldId xmlns:r="http://schemas.openxmlformats.org/officeDocument/2006/relationships" id="283" r:id="R663920dc556e412d"/>
    <p:sldId xmlns:r="http://schemas.openxmlformats.org/officeDocument/2006/relationships" id="284" r:id="Rbcb925f7d8224913"/>
    <p:sldId xmlns:r="http://schemas.openxmlformats.org/officeDocument/2006/relationships" id="285" r:id="Rd230badb26a54017"/>
    <p:sldId xmlns:r="http://schemas.openxmlformats.org/officeDocument/2006/relationships" id="286" r:id="Ree2067ba7cf34646"/>
    <p:sldId xmlns:r="http://schemas.openxmlformats.org/officeDocument/2006/relationships" id="287" r:id="R5fb04c770bc0434c"/>
    <p:sldId xmlns:r="http://schemas.openxmlformats.org/officeDocument/2006/relationships" id="288" r:id="Rb4d2ea935d6c4cb5"/>
    <p:sldId xmlns:r="http://schemas.openxmlformats.org/officeDocument/2006/relationships" id="289" r:id="R995dcecd70354c52"/>
    <p:sldId xmlns:r="http://schemas.openxmlformats.org/officeDocument/2006/relationships" id="290" r:id="Rcb4117f88c2242b6"/>
    <p:sldId xmlns:r="http://schemas.openxmlformats.org/officeDocument/2006/relationships" id="291" r:id="R67580f599ff0497d"/>
    <p:sldId xmlns:r="http://schemas.openxmlformats.org/officeDocument/2006/relationships" id="292" r:id="R383f653f78f44ca5"/>
    <p:sldId xmlns:r="http://schemas.openxmlformats.org/officeDocument/2006/relationships" id="293" r:id="R698a988f6af341c0"/>
    <p:sldId xmlns:r="http://schemas.openxmlformats.org/officeDocument/2006/relationships" id="294" r:id="R36fc69b034e04de2"/>
    <p:sldId xmlns:r="http://schemas.openxmlformats.org/officeDocument/2006/relationships" id="295" r:id="R05776bc13e314e51"/>
    <p:sldId xmlns:r="http://schemas.openxmlformats.org/officeDocument/2006/relationships" id="296" r:id="R9ff7432b51384a4a"/>
    <p:sldId xmlns:r="http://schemas.openxmlformats.org/officeDocument/2006/relationships" id="297" r:id="Rb6b11f6f3b404f6f"/>
    <p:sldId xmlns:r="http://schemas.openxmlformats.org/officeDocument/2006/relationships" id="298" r:id="R1d8afb29de4a426e"/>
    <p:sldId xmlns:r="http://schemas.openxmlformats.org/officeDocument/2006/relationships" id="299" r:id="Ra238d3b5c6d546d5"/>
    <p:sldId xmlns:r="http://schemas.openxmlformats.org/officeDocument/2006/relationships" id="300" r:id="R2755b624a6614f67"/>
    <p:sldId xmlns:r="http://schemas.openxmlformats.org/officeDocument/2006/relationships" id="301" r:id="R652cdbba90044cb5"/>
    <p:sldId xmlns:r="http://schemas.openxmlformats.org/officeDocument/2006/relationships" id="302" r:id="R1af708b0331c4206"/>
    <p:sldId xmlns:r="http://schemas.openxmlformats.org/officeDocument/2006/relationships" id="303" r:id="Ra3efb9c47d62405a"/>
    <p:sldId xmlns:r="http://schemas.openxmlformats.org/officeDocument/2006/relationships" id="304" r:id="R0bd5e4b5aaf345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49e01ebd9e4d83" /><Relationship Type="http://schemas.openxmlformats.org/officeDocument/2006/relationships/slideMaster" Target="/ppt/slideMasters/slideMaster1.xml" Id="R4376f071e51b4c63" /><Relationship Type="http://schemas.openxmlformats.org/officeDocument/2006/relationships/notesMaster" Target="/ppt/notesMasters/notesMaster1.xml" Id="R8f7776c347824f84" /><Relationship Type="http://schemas.openxmlformats.org/officeDocument/2006/relationships/presProps" Target="/ppt/presProps.xml" Id="Ra90f4f2ca184408a" /><Relationship Type="http://schemas.openxmlformats.org/officeDocument/2006/relationships/tableStyles" Target="/ppt/tableStyles.xml" Id="Ra276e62018c74b3e" /><Relationship Type="http://schemas.openxmlformats.org/officeDocument/2006/relationships/slide" Target="/ppt/slides/slide1.xml" Id="R0a8bc4bd9c8143c8" /><Relationship Type="http://schemas.openxmlformats.org/officeDocument/2006/relationships/slide" Target="/ppt/slides/slide2.xml" Id="Raf624da6fe2c4103" /><Relationship Type="http://schemas.openxmlformats.org/officeDocument/2006/relationships/slide" Target="/ppt/slides/slide3.xml" Id="R4fb657ac225d4706" /><Relationship Type="http://schemas.openxmlformats.org/officeDocument/2006/relationships/slide" Target="/ppt/slides/slide4.xml" Id="Rddce4183adea487d" /><Relationship Type="http://schemas.openxmlformats.org/officeDocument/2006/relationships/slide" Target="/ppt/slides/slide5.xml" Id="R432f95a62387462b" /><Relationship Type="http://schemas.openxmlformats.org/officeDocument/2006/relationships/slide" Target="/ppt/slides/slide6.xml" Id="R4f69771d8ef14e39" /><Relationship Type="http://schemas.openxmlformats.org/officeDocument/2006/relationships/slide" Target="/ppt/slides/slide7.xml" Id="Rcbce61a21cf448b1" /><Relationship Type="http://schemas.openxmlformats.org/officeDocument/2006/relationships/slide" Target="/ppt/slides/slide8.xml" Id="R53c3eb38f6034130" /><Relationship Type="http://schemas.openxmlformats.org/officeDocument/2006/relationships/slide" Target="/ppt/slides/slide9.xml" Id="Rb2d9b2f22dcb4c10" /><Relationship Type="http://schemas.openxmlformats.org/officeDocument/2006/relationships/slide" Target="/ppt/slides/slide10.xml" Id="R50dd08283a754476" /><Relationship Type="http://schemas.openxmlformats.org/officeDocument/2006/relationships/slide" Target="/ppt/slides/slide11.xml" Id="R28253a3590cc4e77" /><Relationship Type="http://schemas.openxmlformats.org/officeDocument/2006/relationships/slide" Target="/ppt/slides/slide12.xml" Id="Rfb85dd40b13b46fa" /><Relationship Type="http://schemas.openxmlformats.org/officeDocument/2006/relationships/slide" Target="/ppt/slides/slide13.xml" Id="R5f31b6e0a45e4d85" /><Relationship Type="http://schemas.openxmlformats.org/officeDocument/2006/relationships/slide" Target="/ppt/slides/slide14.xml" Id="R35aec1392ea64de8" /><Relationship Type="http://schemas.openxmlformats.org/officeDocument/2006/relationships/slide" Target="/ppt/slides/slide15.xml" Id="Rd5f6659641654195" /><Relationship Type="http://schemas.openxmlformats.org/officeDocument/2006/relationships/slide" Target="/ppt/slides/slide16.xml" Id="R6614273c98594128" /><Relationship Type="http://schemas.openxmlformats.org/officeDocument/2006/relationships/slide" Target="/ppt/slides/slide17.xml" Id="Rc871903ca0bf40a0" /><Relationship Type="http://schemas.openxmlformats.org/officeDocument/2006/relationships/slide" Target="/ppt/slides/slide18.xml" Id="Re0206d3039374dd2" /><Relationship Type="http://schemas.openxmlformats.org/officeDocument/2006/relationships/slide" Target="/ppt/slides/slide19.xml" Id="R97ecca570c0d49bc" /><Relationship Type="http://schemas.openxmlformats.org/officeDocument/2006/relationships/slide" Target="/ppt/slides/slide20.xml" Id="R1d5eab9ab37940fd" /><Relationship Type="http://schemas.openxmlformats.org/officeDocument/2006/relationships/slide" Target="/ppt/slides/slide21.xml" Id="R8ba020f87f8d4264" /><Relationship Type="http://schemas.openxmlformats.org/officeDocument/2006/relationships/slide" Target="/ppt/slides/slide22.xml" Id="Rb67f8606373a4799" /><Relationship Type="http://schemas.openxmlformats.org/officeDocument/2006/relationships/slide" Target="/ppt/slides/slide23.xml" Id="R2188ed7365f34792" /><Relationship Type="http://schemas.openxmlformats.org/officeDocument/2006/relationships/slide" Target="/ppt/slides/slide24.xml" Id="R9f553a98d87d401f" /><Relationship Type="http://schemas.openxmlformats.org/officeDocument/2006/relationships/slide" Target="/ppt/slides/slide25.xml" Id="Ra2f0f97572ed4c0f" /><Relationship Type="http://schemas.openxmlformats.org/officeDocument/2006/relationships/slide" Target="/ppt/slides/slide26.xml" Id="Rd31f5d18dcdf42d0" /><Relationship Type="http://schemas.openxmlformats.org/officeDocument/2006/relationships/slide" Target="/ppt/slides/slide27.xml" Id="Rb749eafa61d94dd6" /><Relationship Type="http://schemas.openxmlformats.org/officeDocument/2006/relationships/slide" Target="/ppt/slides/slide28.xml" Id="R663920dc556e412d" /><Relationship Type="http://schemas.openxmlformats.org/officeDocument/2006/relationships/slide" Target="/ppt/slides/slide29.xml" Id="Rbcb925f7d8224913" /><Relationship Type="http://schemas.openxmlformats.org/officeDocument/2006/relationships/slide" Target="/ppt/slides/slide30.xml" Id="Rd230badb26a54017" /><Relationship Type="http://schemas.openxmlformats.org/officeDocument/2006/relationships/slide" Target="/ppt/slides/slide31.xml" Id="Ree2067ba7cf34646" /><Relationship Type="http://schemas.openxmlformats.org/officeDocument/2006/relationships/slide" Target="/ppt/slides/slide32.xml" Id="R5fb04c770bc0434c" /><Relationship Type="http://schemas.openxmlformats.org/officeDocument/2006/relationships/slide" Target="/ppt/slides/slide33.xml" Id="Rb4d2ea935d6c4cb5" /><Relationship Type="http://schemas.openxmlformats.org/officeDocument/2006/relationships/slide" Target="/ppt/slides/slide34.xml" Id="R995dcecd70354c52" /><Relationship Type="http://schemas.openxmlformats.org/officeDocument/2006/relationships/slide" Target="/ppt/slides/slide35.xml" Id="Rcb4117f88c2242b6" /><Relationship Type="http://schemas.openxmlformats.org/officeDocument/2006/relationships/slide" Target="/ppt/slides/slide36.xml" Id="R67580f599ff0497d" /><Relationship Type="http://schemas.openxmlformats.org/officeDocument/2006/relationships/slide" Target="/ppt/slides/slide37.xml" Id="R383f653f78f44ca5" /><Relationship Type="http://schemas.openxmlformats.org/officeDocument/2006/relationships/slide" Target="/ppt/slides/slide38.xml" Id="R698a988f6af341c0" /><Relationship Type="http://schemas.openxmlformats.org/officeDocument/2006/relationships/slide" Target="/ppt/slides/slide39.xml" Id="R36fc69b034e04de2" /><Relationship Type="http://schemas.openxmlformats.org/officeDocument/2006/relationships/slide" Target="/ppt/slides/slide40.xml" Id="R05776bc13e314e51" /><Relationship Type="http://schemas.openxmlformats.org/officeDocument/2006/relationships/slide" Target="/ppt/slides/slide41.xml" Id="R9ff7432b51384a4a" /><Relationship Type="http://schemas.openxmlformats.org/officeDocument/2006/relationships/slide" Target="/ppt/slides/slide42.xml" Id="Rb6b11f6f3b404f6f" /><Relationship Type="http://schemas.openxmlformats.org/officeDocument/2006/relationships/slide" Target="/ppt/slides/slide43.xml" Id="R1d8afb29de4a426e" /><Relationship Type="http://schemas.openxmlformats.org/officeDocument/2006/relationships/slide" Target="/ppt/slides/slide44.xml" Id="Ra238d3b5c6d546d5" /><Relationship Type="http://schemas.openxmlformats.org/officeDocument/2006/relationships/slide" Target="/ppt/slides/slide45.xml" Id="R2755b624a6614f67" /><Relationship Type="http://schemas.openxmlformats.org/officeDocument/2006/relationships/slide" Target="/ppt/slides/slide46.xml" Id="R652cdbba90044cb5" /><Relationship Type="http://schemas.openxmlformats.org/officeDocument/2006/relationships/slide" Target="/ppt/slides/slide47.xml" Id="R1af708b0331c4206" /><Relationship Type="http://schemas.openxmlformats.org/officeDocument/2006/relationships/slide" Target="/ppt/slides/slide48.xml" Id="Ra3efb9c47d62405a" /><Relationship Type="http://schemas.openxmlformats.org/officeDocument/2006/relationships/slide" Target="/ppt/slides/slide49.xml" Id="R0bd5e4b5aaf345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721878319b46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df6c5a12ea49ff" /><Relationship Type="http://schemas.openxmlformats.org/officeDocument/2006/relationships/notesMaster" Target="/ppt/notesMasters/notesMaster1.xml" Id="R8b21586d563747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861ac48d1540a8" /><Relationship Type="http://schemas.openxmlformats.org/officeDocument/2006/relationships/notesMaster" Target="/ppt/notesMasters/notesMaster1.xml" Id="R4db62c7df73844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29f98edf344283" /><Relationship Type="http://schemas.openxmlformats.org/officeDocument/2006/relationships/notesMaster" Target="/ppt/notesMasters/notesMaster1.xml" Id="R06983dd8ab074f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1d5b9cc7914a34" /><Relationship Type="http://schemas.openxmlformats.org/officeDocument/2006/relationships/notesMaster" Target="/ppt/notesMasters/notesMaster1.xml" Id="R8037d8b0e2c04e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5836115bde4790" /><Relationship Type="http://schemas.openxmlformats.org/officeDocument/2006/relationships/notesMaster" Target="/ppt/notesMasters/notesMaster1.xml" Id="R45c35119e3ce46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5ea9e9bcf64e99" /><Relationship Type="http://schemas.openxmlformats.org/officeDocument/2006/relationships/notesMaster" Target="/ppt/notesMasters/notesMaster1.xml" Id="R3dbc38d8a9c342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0af9fd19b14555" /><Relationship Type="http://schemas.openxmlformats.org/officeDocument/2006/relationships/notesMaster" Target="/ppt/notesMasters/notesMaster1.xml" Id="Rb4fe3cd8cae743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b0d49a96fd46ec" /><Relationship Type="http://schemas.openxmlformats.org/officeDocument/2006/relationships/notesMaster" Target="/ppt/notesMasters/notesMaster1.xml" Id="R37fd5b0854274a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4ade917e2343f1" /><Relationship Type="http://schemas.openxmlformats.org/officeDocument/2006/relationships/notesMaster" Target="/ppt/notesMasters/notesMaster1.xml" Id="Rb77ccc6300a640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2f07c6e107415d" /><Relationship Type="http://schemas.openxmlformats.org/officeDocument/2006/relationships/notesMaster" Target="/ppt/notesMasters/notesMaster1.xml" Id="R9fd190b3c10140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e343ea35884ff7" /><Relationship Type="http://schemas.openxmlformats.org/officeDocument/2006/relationships/notesMaster" Target="/ppt/notesMasters/notesMaster1.xml" Id="Rf5f9b34d223e4d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a4821996b74820" /><Relationship Type="http://schemas.openxmlformats.org/officeDocument/2006/relationships/notesMaster" Target="/ppt/notesMasters/notesMaster1.xml" Id="Rae5a8fe7cb444c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f5bce82dd0400c" /><Relationship Type="http://schemas.openxmlformats.org/officeDocument/2006/relationships/notesMaster" Target="/ppt/notesMasters/notesMaster1.xml" Id="Rcb5f55e9b51343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5ca4775cc445de" /><Relationship Type="http://schemas.openxmlformats.org/officeDocument/2006/relationships/notesMaster" Target="/ppt/notesMasters/notesMaster1.xml" Id="R21b493a8f2ba4c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4f09440e1945f4" /><Relationship Type="http://schemas.openxmlformats.org/officeDocument/2006/relationships/notesMaster" Target="/ppt/notesMasters/notesMaster1.xml" Id="Ra3b487399e5641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d4148ca575438b" /><Relationship Type="http://schemas.openxmlformats.org/officeDocument/2006/relationships/notesMaster" Target="/ppt/notesMasters/notesMaster1.xml" Id="R01a88d57bf8847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3b3d247b9447b4" /><Relationship Type="http://schemas.openxmlformats.org/officeDocument/2006/relationships/notesMaster" Target="/ppt/notesMasters/notesMaster1.xml" Id="Rb37d0e3b454c402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efe24386dc403c" /><Relationship Type="http://schemas.openxmlformats.org/officeDocument/2006/relationships/notesMaster" Target="/ppt/notesMasters/notesMaster1.xml" Id="R9d3dc8fd42274e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328745fa2974011" /><Relationship Type="http://schemas.openxmlformats.org/officeDocument/2006/relationships/notesMaster" Target="/ppt/notesMasters/notesMaster1.xml" Id="R22e36cd9361949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40e8799e2374422" /><Relationship Type="http://schemas.openxmlformats.org/officeDocument/2006/relationships/notesMaster" Target="/ppt/notesMasters/notesMaster1.xml" Id="R9aa717c354c842b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c60c98089244b95" /><Relationship Type="http://schemas.openxmlformats.org/officeDocument/2006/relationships/notesMaster" Target="/ppt/notesMasters/notesMaster1.xml" Id="R872f24f2abd840d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89edbc78b474898" /><Relationship Type="http://schemas.openxmlformats.org/officeDocument/2006/relationships/notesMaster" Target="/ppt/notesMasters/notesMaster1.xml" Id="R378a95cee6a1464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2029f0e5a284a5c" /><Relationship Type="http://schemas.openxmlformats.org/officeDocument/2006/relationships/notesMaster" Target="/ppt/notesMasters/notesMaster1.xml" Id="Rbf1a23473edb43b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11ed8b3c84d4b49" /><Relationship Type="http://schemas.openxmlformats.org/officeDocument/2006/relationships/notesMaster" Target="/ppt/notesMasters/notesMaster1.xml" Id="R02d13a8ad9b2414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5e7693ffa184ac6" /><Relationship Type="http://schemas.openxmlformats.org/officeDocument/2006/relationships/notesMaster" Target="/ppt/notesMasters/notesMaster1.xml" Id="R5685b69d54324be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0f95752de6b43c9" /><Relationship Type="http://schemas.openxmlformats.org/officeDocument/2006/relationships/notesMaster" Target="/ppt/notesMasters/notesMaster1.xml" Id="R978100de97374a3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c5a88a8b6da4c13" /><Relationship Type="http://schemas.openxmlformats.org/officeDocument/2006/relationships/notesMaster" Target="/ppt/notesMasters/notesMaster1.xml" Id="R375cd965d6254ab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65faf5146414fff" /><Relationship Type="http://schemas.openxmlformats.org/officeDocument/2006/relationships/notesMaster" Target="/ppt/notesMasters/notesMaster1.xml" Id="R89cc2b6f8133442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fd5184105874af4" /><Relationship Type="http://schemas.openxmlformats.org/officeDocument/2006/relationships/notesMaster" Target="/ppt/notesMasters/notesMaster1.xml" Id="R83fd89c46a8a480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6b03d6c86e74738" /><Relationship Type="http://schemas.openxmlformats.org/officeDocument/2006/relationships/notesMaster" Target="/ppt/notesMasters/notesMaster1.xml" Id="R392f138aeb7d493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f57b954361847da" /><Relationship Type="http://schemas.openxmlformats.org/officeDocument/2006/relationships/notesMaster" Target="/ppt/notesMasters/notesMaster1.xml" Id="Rd4bf1d799eb74e9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21fa95b0bce4705" /><Relationship Type="http://schemas.openxmlformats.org/officeDocument/2006/relationships/notesMaster" Target="/ppt/notesMasters/notesMaster1.xml" Id="R89a09b13adca448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e2d8a40fd7848f5" /><Relationship Type="http://schemas.openxmlformats.org/officeDocument/2006/relationships/notesMaster" Target="/ppt/notesMasters/notesMaster1.xml" Id="R6fbf748797364db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2f2266185614b24" /><Relationship Type="http://schemas.openxmlformats.org/officeDocument/2006/relationships/notesMaster" Target="/ppt/notesMasters/notesMaster1.xml" Id="Re62f5f568ec8495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f64d11d0c954251" /><Relationship Type="http://schemas.openxmlformats.org/officeDocument/2006/relationships/notesMaster" Target="/ppt/notesMasters/notesMaster1.xml" Id="R69afa68da0704c5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133e4b73cc64061" /><Relationship Type="http://schemas.openxmlformats.org/officeDocument/2006/relationships/notesMaster" Target="/ppt/notesMasters/notesMaster1.xml" Id="Rdd5d41f12e594f1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987543e68b34c8e" /><Relationship Type="http://schemas.openxmlformats.org/officeDocument/2006/relationships/notesMaster" Target="/ppt/notesMasters/notesMaster1.xml" Id="R0f2bdb415c7f48f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0580a3862644237" /><Relationship Type="http://schemas.openxmlformats.org/officeDocument/2006/relationships/notesMaster" Target="/ppt/notesMasters/notesMaster1.xml" Id="Rc7ad0f0eba17475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072212bce6d4db8" /><Relationship Type="http://schemas.openxmlformats.org/officeDocument/2006/relationships/notesMaster" Target="/ppt/notesMasters/notesMaster1.xml" Id="R7fcc6c91b967424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939564e32844e70" /><Relationship Type="http://schemas.openxmlformats.org/officeDocument/2006/relationships/notesMaster" Target="/ppt/notesMasters/notesMaster1.xml" Id="Rfcf2365c833c4af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17c4ae839274cce" /><Relationship Type="http://schemas.openxmlformats.org/officeDocument/2006/relationships/notesMaster" Target="/ppt/notesMasters/notesMaster1.xml" Id="R16560300daab45a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89de3de347e405d" /><Relationship Type="http://schemas.openxmlformats.org/officeDocument/2006/relationships/notesMaster" Target="/ppt/notesMasters/notesMaster1.xml" Id="Rd617152e8a4949e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905d21d123d4916" /><Relationship Type="http://schemas.openxmlformats.org/officeDocument/2006/relationships/notesMaster" Target="/ppt/notesMasters/notesMaster1.xml" Id="R0c9fed6e847a4f4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e4d5438c6524b40" /><Relationship Type="http://schemas.openxmlformats.org/officeDocument/2006/relationships/notesMaster" Target="/ppt/notesMasters/notesMaster1.xml" Id="R96aea4b9428447a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cb154d159914889" /><Relationship Type="http://schemas.openxmlformats.org/officeDocument/2006/relationships/notesMaster" Target="/ppt/notesMasters/notesMaster1.xml" Id="R8a21ebd1ad58490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a28c2230e8a4dc3" /><Relationship Type="http://schemas.openxmlformats.org/officeDocument/2006/relationships/notesMaster" Target="/ppt/notesMasters/notesMaster1.xml" Id="R4a1e918de0664fb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578a6fedf1546f6" /><Relationship Type="http://schemas.openxmlformats.org/officeDocument/2006/relationships/notesMaster" Target="/ppt/notesMasters/notesMaster1.xml" Id="R4b9ba6790e4b48f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4f2231e7f4248d0" /><Relationship Type="http://schemas.openxmlformats.org/officeDocument/2006/relationships/notesMaster" Target="/ppt/notesMasters/notesMaster1.xml" Id="R350c3d4751f8441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92de4d8e1ea48a6" /><Relationship Type="http://schemas.openxmlformats.org/officeDocument/2006/relationships/notesMaster" Target="/ppt/notesMasters/notesMaster1.xml" Id="R7755a32454f84c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b099c844d4b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6d52ce1d6f43da" /><Relationship Type="http://schemas.openxmlformats.org/officeDocument/2006/relationships/slideLayout" Target="/ppt/slideLayouts/slideLayout1.xml" Id="Rdaac3c75865d46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ac3c75865d46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8baab37c24dfe" /><Relationship Type="http://schemas.openxmlformats.org/officeDocument/2006/relationships/notesSlide" Target="/ppt/notesSlides/notesSlide1.xml" Id="R7a6ef400d91147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3937bfc8742f4" /><Relationship Type="http://schemas.openxmlformats.org/officeDocument/2006/relationships/notesSlide" Target="/ppt/notesSlides/notesSlide2.xml" Id="R81fdf9a8589949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77c1de52c462a" /><Relationship Type="http://schemas.openxmlformats.org/officeDocument/2006/relationships/notesSlide" Target="/ppt/notesSlides/notesSlide3.xml" Id="R312d633acffe45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c522b4684422b" /><Relationship Type="http://schemas.openxmlformats.org/officeDocument/2006/relationships/notesSlide" Target="/ppt/notesSlides/notesSlide4.xml" Id="R1bb434ab04ec4a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ef715ab7a4316" /><Relationship Type="http://schemas.openxmlformats.org/officeDocument/2006/relationships/notesSlide" Target="/ppt/notesSlides/notesSlide5.xml" Id="Rab138bb1ae1347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aba07cc05484c" /><Relationship Type="http://schemas.openxmlformats.org/officeDocument/2006/relationships/notesSlide" Target="/ppt/notesSlides/notesSlide6.xml" Id="R6e76650212a84f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39f3106354f2b" /><Relationship Type="http://schemas.openxmlformats.org/officeDocument/2006/relationships/notesSlide" Target="/ppt/notesSlides/notesSlide7.xml" Id="Re955d63d64174d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bdd6c0f314931" /><Relationship Type="http://schemas.openxmlformats.org/officeDocument/2006/relationships/notesSlide" Target="/ppt/notesSlides/notesSlide8.xml" Id="Rfacb48a6cf3c44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5779103b74559" /><Relationship Type="http://schemas.openxmlformats.org/officeDocument/2006/relationships/notesSlide" Target="/ppt/notesSlides/notesSlide9.xml" Id="Rb70bfa27564140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4fb5b6e0b4b2c" /><Relationship Type="http://schemas.openxmlformats.org/officeDocument/2006/relationships/notesSlide" Target="/ppt/notesSlides/notesSlide10.xml" Id="Rfc79540a47854e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af760d76a43c0" /><Relationship Type="http://schemas.openxmlformats.org/officeDocument/2006/relationships/notesSlide" Target="/ppt/notesSlides/notesSlide11.xml" Id="R16b0045126db49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1d3aece754c0c" /><Relationship Type="http://schemas.openxmlformats.org/officeDocument/2006/relationships/notesSlide" Target="/ppt/notesSlides/notesSlide12.xml" Id="R3cb3cddb07bb40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d908554a5484f" /><Relationship Type="http://schemas.openxmlformats.org/officeDocument/2006/relationships/notesSlide" Target="/ppt/notesSlides/notesSlide13.xml" Id="R2d623c49b92c48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e2cd40dd943df" /><Relationship Type="http://schemas.openxmlformats.org/officeDocument/2006/relationships/notesSlide" Target="/ppt/notesSlides/notesSlide14.xml" Id="Rcad37e21995742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382db1bf145a2" /><Relationship Type="http://schemas.openxmlformats.org/officeDocument/2006/relationships/notesSlide" Target="/ppt/notesSlides/notesSlide15.xml" Id="Rbbc7da92de4242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2ee9a75194cfe" /><Relationship Type="http://schemas.openxmlformats.org/officeDocument/2006/relationships/notesSlide" Target="/ppt/notesSlides/notesSlide16.xml" Id="Re783e5c38bc14e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e1afe3c9245e4" /><Relationship Type="http://schemas.openxmlformats.org/officeDocument/2006/relationships/notesSlide" Target="/ppt/notesSlides/notesSlide17.xml" Id="R32b5ff15527545f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152a069f5471f" /><Relationship Type="http://schemas.openxmlformats.org/officeDocument/2006/relationships/notesSlide" Target="/ppt/notesSlides/notesSlide18.xml" Id="R7a9be2a1002e4c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03c8382a644b9" /><Relationship Type="http://schemas.openxmlformats.org/officeDocument/2006/relationships/notesSlide" Target="/ppt/notesSlides/notesSlide19.xml" Id="R7b96d39ea0574d9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b0be9f20045b5" /><Relationship Type="http://schemas.openxmlformats.org/officeDocument/2006/relationships/notesSlide" Target="/ppt/notesSlides/notesSlide20.xml" Id="R0deefb667e6543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0e71b5f734698" /><Relationship Type="http://schemas.openxmlformats.org/officeDocument/2006/relationships/notesSlide" Target="/ppt/notesSlides/notesSlide21.xml" Id="Rf411ea7137434e9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3e05d9dd148eb" /><Relationship Type="http://schemas.openxmlformats.org/officeDocument/2006/relationships/notesSlide" Target="/ppt/notesSlides/notesSlide22.xml" Id="Rf48278bc615f4e2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fb139a471464e" /><Relationship Type="http://schemas.openxmlformats.org/officeDocument/2006/relationships/notesSlide" Target="/ppt/notesSlides/notesSlide23.xml" Id="R566e9e4daa3c41b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f37d5dbb345c9" /><Relationship Type="http://schemas.openxmlformats.org/officeDocument/2006/relationships/notesSlide" Target="/ppt/notesSlides/notesSlide24.xml" Id="R632f308b329040a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01f41300f4402" /><Relationship Type="http://schemas.openxmlformats.org/officeDocument/2006/relationships/notesSlide" Target="/ppt/notesSlides/notesSlide25.xml" Id="Rc8d3da93c83d48e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b18d9087243f6" /><Relationship Type="http://schemas.openxmlformats.org/officeDocument/2006/relationships/notesSlide" Target="/ppt/notesSlides/notesSlide26.xml" Id="R0be55e80aa46435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09b5069994f66" /><Relationship Type="http://schemas.openxmlformats.org/officeDocument/2006/relationships/notesSlide" Target="/ppt/notesSlides/notesSlide27.xml" Id="Ra7e2d69129c1469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9d284d6f24f20" /><Relationship Type="http://schemas.openxmlformats.org/officeDocument/2006/relationships/notesSlide" Target="/ppt/notesSlides/notesSlide28.xml" Id="Rba9afd6b05dd487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2812b66d24ccb" /><Relationship Type="http://schemas.openxmlformats.org/officeDocument/2006/relationships/notesSlide" Target="/ppt/notesSlides/notesSlide29.xml" Id="R52d519a478014ec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9687a88b84961" /><Relationship Type="http://schemas.openxmlformats.org/officeDocument/2006/relationships/notesSlide" Target="/ppt/notesSlides/notesSlide30.xml" Id="R87a85af8e3e8493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505da17594f5e" /><Relationship Type="http://schemas.openxmlformats.org/officeDocument/2006/relationships/notesSlide" Target="/ppt/notesSlides/notesSlide31.xml" Id="Rc3d42c495331464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a45c8df3d4ab6" /><Relationship Type="http://schemas.openxmlformats.org/officeDocument/2006/relationships/notesSlide" Target="/ppt/notesSlides/notesSlide32.xml" Id="R0cf0c208faec45b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e8cfc98484dc9" /><Relationship Type="http://schemas.openxmlformats.org/officeDocument/2006/relationships/notesSlide" Target="/ppt/notesSlides/notesSlide33.xml" Id="R515b04e19b224d9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fce22f9d7468c" /><Relationship Type="http://schemas.openxmlformats.org/officeDocument/2006/relationships/notesSlide" Target="/ppt/notesSlides/notesSlide34.xml" Id="Rc30a375091ba413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7e15cd93643fe" /><Relationship Type="http://schemas.openxmlformats.org/officeDocument/2006/relationships/notesSlide" Target="/ppt/notesSlides/notesSlide35.xml" Id="R8f5f3f47d23148b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99d59ace24534" /><Relationship Type="http://schemas.openxmlformats.org/officeDocument/2006/relationships/notesSlide" Target="/ppt/notesSlides/notesSlide36.xml" Id="R4dd6f83a9a60440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5931610044ab4" /><Relationship Type="http://schemas.openxmlformats.org/officeDocument/2006/relationships/notesSlide" Target="/ppt/notesSlides/notesSlide37.xml" Id="R581c108b89e342c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a56d4c20046e9" /><Relationship Type="http://schemas.openxmlformats.org/officeDocument/2006/relationships/notesSlide" Target="/ppt/notesSlides/notesSlide38.xml" Id="R0632fdb17b04471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e7d018ba94886" /><Relationship Type="http://schemas.openxmlformats.org/officeDocument/2006/relationships/notesSlide" Target="/ppt/notesSlides/notesSlide39.xml" Id="Rcc3bb5e5412b423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3327a57824ed8" /><Relationship Type="http://schemas.openxmlformats.org/officeDocument/2006/relationships/notesSlide" Target="/ppt/notesSlides/notesSlide40.xml" Id="R456b3513315947a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0a2d101884aec" /><Relationship Type="http://schemas.openxmlformats.org/officeDocument/2006/relationships/notesSlide" Target="/ppt/notesSlides/notesSlide41.xml" Id="Rf5fa99da990743d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b753870f34259" /><Relationship Type="http://schemas.openxmlformats.org/officeDocument/2006/relationships/notesSlide" Target="/ppt/notesSlides/notesSlide42.xml" Id="R69ce49b3e51745f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57a98ceee4369" /><Relationship Type="http://schemas.openxmlformats.org/officeDocument/2006/relationships/notesSlide" Target="/ppt/notesSlides/notesSlide43.xml" Id="R699fefa93baa4c8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6590c300648a4" /><Relationship Type="http://schemas.openxmlformats.org/officeDocument/2006/relationships/notesSlide" Target="/ppt/notesSlides/notesSlide44.xml" Id="R73acee05f8054c6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b1c021dc34bde" /><Relationship Type="http://schemas.openxmlformats.org/officeDocument/2006/relationships/notesSlide" Target="/ppt/notesSlides/notesSlide45.xml" Id="R156a827dd18946a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221f5048b4846" /><Relationship Type="http://schemas.openxmlformats.org/officeDocument/2006/relationships/notesSlide" Target="/ppt/notesSlides/notesSlide46.xml" Id="Ra1f3d558a685458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da7740cf64cad" /><Relationship Type="http://schemas.openxmlformats.org/officeDocument/2006/relationships/notesSlide" Target="/ppt/notesSlides/notesSlide47.xml" Id="Rf8f7480c753d484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c4e38b5474773" /><Relationship Type="http://schemas.openxmlformats.org/officeDocument/2006/relationships/notesSlide" Target="/ppt/notesSlides/notesSlide48.xml" Id="Rd236386e8121449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9d04ee10242c6" /><Relationship Type="http://schemas.openxmlformats.org/officeDocument/2006/relationships/notesSlide" Target="/ppt/notesSlides/notesSlide49.xml" Id="R4348efd1680847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C4586-6427-4261-87CA-4B72F80B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31788-A255-49B9-A589-7372E2D1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FBA55-0451-4CE3-AA80-B84B83DA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A390A-6E49-46AF-A70B-1DE68F84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92B75-E316-498D-9710-0C946AC2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Input and Interaction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AFFCA-F73C-4A68-A090-2BEB886D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Computer Graphics and Visualization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77CB0-EEE0-4CAF-9F8F-8CCEF248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solidFill>
              <a:srgbClr val="9333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4BA23-C8F5-4C10-8C19-48C5F13B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5E49D-9D45-4B48-8E8F-87E3A1EB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7AAEB-A955-4AAD-92B6-95485131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F4FFC-5644-4850-AA78-C0013315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FA0D0-EF55-466E-9C29-CD79B290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038668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BC35D-EB62-4938-8ED8-24C5F598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DC49C-DF0E-4B3F-BA5C-295965EC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C458C-0D92-410B-93C7-4B49A0F1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268D5-EF4A-4E24-A600-C87ACBB8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968C1-558A-4F54-BBBE-5D0DFA88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3EDF2-BC45-4C24-98E9-49D0AA49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CF59B-19E3-4678-B2AE-57D95AB7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AF8DB-52E2-4764-8098-479F1E0E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74BFC-A886-4BE3-B928-696BA539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C8574-BAE0-4F6C-8201-C90AE7AA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2BD44-C46A-40BD-8869-7FEDB66C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64C9F-E98B-43F7-B236-D12918B4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AC6A6-A9B4-49F4-BA50-06CA9EC4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566689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47B9A-95C1-49F6-926D-8D833680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4189F-E23C-4C61-9020-02819254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DC2F3-2AF0-4BC2-860A-49589C82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6738E-B53C-45D3-A7E0-850207E6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F518C-AB6F-4ED1-A67D-854C12D8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512E1-2DA7-402C-B4D2-61D88EB7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828B0-C00E-4B01-911E-7819095B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Interaction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AEF04-1952-475A-9E74-5C810DDD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27A64-9618-448F-BCFE-E9D1C814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Input devices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10DF0-5368-4D63-A0F2-E768E667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98532-1FA6-457D-B3C8-D9CF3138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Clients and servers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B9D4C-DAC6-4492-97C6-80BB794F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768CF-B18F-475E-92E3-FA02D7F6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Display lists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60885-737C-4FA8-84D4-D5C0544D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10537-A022-40E8-A25A-72FF6201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Display lists and modeling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787A0-D3CB-4815-A75F-6C77373C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AC033-1B6B-4AF9-81D5-A9028EA9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Event driven 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54A25-34DE-4426-A9E0-C3323A1F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7BAD6-D6A5-4565-9B07-8FF29C23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Menus</a:t>
            </a:r>
          </a:p>
        </p:txBody>
      </p:sp>
    </p:spTree>
    <p:extLst>
      <p:ext uri="{BB962C8B-B14F-4D97-AF65-F5344CB8AC3E}">
        <p14:creationId xmlns:p14="http://schemas.microsoft.com/office/powerpoint/2010/main" val="1359143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9A589-7518-4D74-AC17-C719F1CA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F4105-9B54-4251-B382-17582A47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D14B7-52F4-4425-A5D4-A882B375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9C33E-5F90-49DC-8901-F84DD39D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C5152-6A2B-4AD2-9724-A2EAA0F2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Interaction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243C5-A85F-47F5-9B04-93E1AAEE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1F209-BF25-4ABE-A2A5-199221D6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Interaction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A78FE-BA3E-4984-A135-512CD051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2A055-20F9-43E7-B677-B52D9EF8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72BDC-A232-46DF-8BA7-F6C6F335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925C6-70AE-4859-9CB8-75ED8CED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186DA-47AA-4C20-A018-BC1A8E3E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F7DEE-2885-4AB4-BB79-5A889CC6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77052-7B77-4A32-8A0C-30E133F8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56CB5-367F-4AB4-B585-29275F3D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599F4-5C03-4605-8231-77CB7B8B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757C7-C2C7-40CF-B742-172FA8DD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7F506-7087-4D9E-9D34-AE102562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interaction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503988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1F90C8-DB1E-449C-B97E-E3A46B9E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8E377-959A-4A39-854D-6C4B1EEF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8E079-194F-4659-A32F-93520859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28DBE-D28D-4D47-AE60-A9A8A02A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17737-613B-4C2E-AE43-34F0D916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Interaction: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680B1-9CC9-4C9F-A7FD-5C0E4CC3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71888-6382-46EC-BD01-EBE3236A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170CC-EF92-4754-8222-B9A8F4BA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503CA-06F2-4D4B-A77F-68CD74B1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9016E-32B4-435A-9BB0-83F40F1A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CD934-90B0-4223-B944-AFA5B8ED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1703C-FAFC-48F8-9095-BE5AF15B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6E501-AB36-4D0A-A0DB-C8BBF31A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2A81E-7A7B-4790-A5CC-D3C8DA52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1F74B-F34D-4EE4-A01E-2928E759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11EC0-AE64-4423-B574-112725C1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9DA71-9144-41DE-BDED-C39696E7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83E81-AF1E-4D57-AA13-65DE74F6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A998B-0A49-4BC5-A517-BE25C4ED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D4F82-FF28-45E9-B651-0847A794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CAD9C-91C4-401A-A626-6DB6510B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B2C7A-542E-4B4B-836B-65B90BF0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6526E6-06F6-459C-A2C5-160BF5E3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DCE952-B4A6-416F-AC71-F4EC09FC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ADE3B-5FD0-4189-9798-D03684A9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F8175B-1AD3-46A0-9AD4-5C649689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683A34-0BB7-4A60-90D9-1C9D255B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597CBB-3C28-4220-A225-6F9D7BE0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E0F19-B67A-4657-A62D-1B6EF0BA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562525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AE5AB3-F69E-450B-A23B-2F31D7D3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C515E-63A5-4085-8BD4-258417FA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771F7-6FAF-4D85-8CEA-22DCCD0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E9C1F-D1C2-413D-8DFD-BB400D1C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C9B03-DBAA-47F4-9706-B23EAA2E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Interaction: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D7F4B-61C9-480C-B39C-246EC519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976CA-9ADE-4D7B-9DBF-3A0708E6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CD60C-1BDC-422F-B6F4-9BC4E6EF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44915-C3E2-4CCC-BCB2-3A7300BA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94031-2356-4F86-BEB1-546395B0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1A3AC-F9DC-47AB-AFA7-0231B30D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C7C31-9F42-4ACB-A59A-B1042E4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6F24C-5097-4F86-A67E-80D3A5BB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BC1E4-845F-4FB5-A9F2-818FA05D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E554D-DB74-434A-86BB-17A1ECE8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50005-2C75-4362-A285-7FED4E4F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61F36-8EA9-49F1-A994-93350A7C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AF1F7-3EFF-45D6-8B95-F6702AE0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D29D5-62B8-4038-98AC-3CD09162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26039-E9F1-4FD8-A264-1A84457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F55DE-4DE8-490E-BE6C-A214E9E8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0FF678-0525-4EC1-9053-C8497EF8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A9B53-C19B-45C0-B422-04FDC54B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3191A-33CD-4F3F-860E-316CCC9D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11AF3-F641-4292-839A-77AA4194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174CE7-359C-4733-85B9-7678437A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2D464B-3D48-4CCD-AFE0-25BF2AE9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F4D96A-8342-4EDF-A87A-0CE37B4E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C2B6C-7500-4D0F-A061-CA16477A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5FC152-B374-487D-8502-90068BA1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3E8A32-8D9F-41D2-83F3-8863D70F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interaction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580032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63543-8782-4633-A7EC-5E79B2C6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345D8-5A8D-4BA7-9CF3-9AB2EA45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404C1-7A3C-4935-87AA-2E660503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2FFEA-DBE5-421B-8903-A45B0E02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02FDB-4A41-4089-9245-8A4C02AC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Input devices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43D91-5BE9-490D-AE67-CE85F979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53319-6FBC-403E-B5DB-D54D3408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Input devices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0C314-808D-47BD-A2C6-AA343655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147DD-8BE8-4C48-B483-06B0C2BE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628F6-8DC3-4D28-8B43-6FCF3B08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C3BED-0D00-46F9-B8D9-CD1A834C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9F69F-025B-47C9-8DEF-710FFB65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242FA-843B-41F9-B107-796BC97C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55088-3CD9-4FB0-99AF-2D9DAD60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B2A1F-7103-466D-93E4-AFCABFF8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F3FF6-4FBD-4386-95AF-9E1B7FB3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F73BA-6194-4635-A1F5-AC96E83A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8D552-0654-43EA-BC54-5919C508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input devices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903315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370DFE-66A7-42F7-9865-D4167D85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268E7-F3BA-40B6-A2E9-A84CC73A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A2DD6-C890-4CB6-AE48-A3D95E10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F9C78-7C2C-440D-BD01-38A5DC68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C7B74-CB29-4B9F-8852-40704C68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Input devices: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C72C0-E608-45A8-8DA4-00D12D3A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1D4EF-1F2B-4AB7-B98A-73698391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DF501-25B5-4585-AE82-5C78CF7D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E022F-0B0A-4301-8A52-A89CB758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BCF70-A8BE-41D3-9547-8F77C772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71FD9-A4B0-4713-9456-DE5E09E3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FD39E-E7F6-4C4E-B12A-94F3F01E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9BC9B-8B33-4E0C-BA92-5AF7501E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F5CF6-93F5-4AC1-8F8D-074CCED6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8A563-9D98-44F8-9613-52816A06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93542-9549-465C-AAEE-6217FEFF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53515-9D76-4DC9-9B48-6E599CF0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E2082-5EBD-4EA4-8624-4F5063AD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A1A177-4D58-4D93-9853-6050BCD8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BF072-1291-4908-8ECC-429FD131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8BCD5D-004B-4C2D-B7C2-CFB6E71A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3AA6D-9081-4DB3-A9A6-68EE13BB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43E51-1717-4700-8260-0087CF81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CD558-77A4-4841-A5FD-94A9CBFE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1179C2-3901-436D-AB3E-889AFB00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190EA5-CD0A-4E7C-B16B-C5C90DA5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CCA1DB-6FD3-4A99-9708-CF2AA80B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EA3DE8-1F6B-415E-9C3E-07A25B2B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AEDD26-8B77-496D-9D03-71FBD51D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3371063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0A318D-1CD2-4668-BAB6-2F464181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540E1-4383-4B92-B37F-442C16AC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7F7F3-2E55-4A12-B70B-06F1D455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E1D95-3691-4505-9543-3F1FB270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8013C-CB1A-4325-9DA4-0D030BFF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Input devices: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F3D7B-CE57-4EC9-9E81-AD29CDAE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854A8-0D70-4EA6-9FFC-11089D63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61F85-EAF2-476D-8B21-C2EF460F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E2177-7C5B-4A85-9F90-E400A7FD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FD6E5-8A3D-4276-99A6-EFE2E271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954F9-9747-4391-B86A-B0F427AB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29736-39EB-41E1-8A5C-3394A2F1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F572F-76C1-48A0-8987-8038D4FA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9A066-882D-47B0-B9C9-4CB718A2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60256-0559-4385-9562-F2DF007C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390A8-47EA-4999-9657-63888455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35430-DA31-42F0-8FDB-62D571EF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6CAFA-AEA0-466D-AE45-266BC79E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2DFD0-5CF3-4533-AE0B-7323EE95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6461A-0387-40C0-B5D0-E8BFC0E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199F18-DCA4-41D6-9D44-DE0E5FFC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F8E22-D0EA-4FC7-901C-4D9CFB49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0E9C88-CB9B-4A70-B173-7CEB026C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6122C2-DF69-43F1-9DFE-90CF2A0A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F23321-9443-45FC-9337-C98C7FFE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76BFDE-D85D-4A8F-A836-AC6178F1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C5F999-8BD2-4638-B599-6406BBAE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1C8C59-1CAE-4A94-B58A-3E2C68DE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2908B5-6DC4-4422-94E1-C0F45FA8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CDEF69-7419-467F-932C-19187FCE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6FF5DD-AFFD-42E3-8624-18B5D638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input devices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0447527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06A22E-B412-487C-9942-D8926B56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5BFA1-C652-456E-B7C8-3EC0278B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04898-8C17-418C-B234-54717827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5484C-10BF-4458-B71A-BD977BA4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D6304-CB50-4EBE-891B-BB77C9E3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Input devices: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ACB66-D0E1-4C8C-9B53-2A9F18BA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F76C0-09AB-47F0-8D95-CF4B5658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DC30E-8B8F-401F-810C-C1AB6962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2E710-C813-4CCC-8807-09AE8507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BAE9A-C3C8-4586-9B9B-7301FE48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197EC-A86E-4834-B0DA-3D074F76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Input devices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2887C-46AC-4E1B-8A57-C7D2A4EC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AC2D3-ECD8-417C-9B8F-2349F068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C7662-5001-4954-9834-0C3128CB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A1443-D562-4FC6-89CD-C9510186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E29C1-6BDB-4F4F-BE10-4826765E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A0FAB-23C8-4974-B43F-110EC9AD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A6B6C-0A91-467C-B19C-F5C80EBD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BC1EA-0F2B-4D32-AD1B-57305724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22C99-B167-49E9-ACD8-3D2AE6F4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D4300-0B46-4774-AA04-D86AA5E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3578303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1984D-0284-4666-B347-128100D3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03635-C294-48F5-8C14-566508ED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CCDCB-B719-4122-BE45-572044C0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70789-3710-4587-99BA-069253DC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BFF04-061C-4879-B53E-FE76926F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Clients and servers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EEEB9-C844-4223-BF2F-B5BA0D83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9D05B-62B0-46BF-AC2F-5295EF1A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Clients and servers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63F6E-1D8F-4A04-932B-3C1BDD7E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F657A-D7E9-4DA9-BB1B-F333485C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D9561-3659-4836-A20C-78649CEE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52146-8A84-4345-908F-701E5AA7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AEA90-84A6-423E-AA27-1804CC70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02D5D-BD7E-4E79-AA9E-A9EB230E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3E866-1357-451F-95CA-17A99D81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896E2-9422-4529-B0FA-C53B1172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A15BD-5168-4417-B1C9-EEBF506F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00994-261B-4222-9F75-2ECB1736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D0435-50A5-43F4-A990-7CDE1695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clients and servers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419707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510682-17AA-40E1-BC23-C08ECE49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6EDFF-F67C-4AD2-BBE8-AFB52D39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555A1-8C68-497D-B9C5-9C7CCC34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1D2C1-B37B-4FE0-B560-3B95E157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2CAA2-0683-40CE-A4A8-15E25B69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Clients and servers: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10639-24D2-447C-8195-0019758B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61EEC-14EE-4F7D-8134-215439A1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0779C-BFF5-40A8-859D-4670DB27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CA6FC-D190-4209-82B0-177D9AD2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E0AD3-D118-4A90-A4C3-7E657582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9E0E9-D8E2-4FF9-AA51-5E26C27F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5AB4F-FD5D-4F5E-8377-00BD30E8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58EEA-720F-4F3A-A68C-8F14F21A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358C8-C8DF-439B-BC2C-102FE1FB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73126-17E0-4852-A1F3-CB6204D5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E8C16-B777-41CC-A651-A8E57067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6BC84-DE4A-441B-968F-2CFF9185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B8FE3-AC5B-46BF-9841-2D7646F6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C0773-F463-4C23-8C9D-4C566F6C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650F9-3520-4330-8991-45DFCCC0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76261C-7A5F-481B-9983-1BB9BAD5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BCA30B-15AC-472F-AA7F-4004EF34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6E4F4-D357-4C70-BAD6-0EAE3001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4643EA-7633-493A-ADC2-8DA86543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65BA0B-BDFE-4D52-B7BC-EB8B4E09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0F9FFE-7061-48EB-92FA-1B9EB127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FA42B8-3CAE-4743-9675-7529CE45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D312CF-31CA-411C-93AB-6971AAB5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C5BF9E-B898-4D8B-9625-24768FF5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8979053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1699C0-ADA8-442F-A7B2-D382BE72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1882E-E208-4FB5-905D-755EA500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9CDB6-2EA8-49F2-993D-401C9E8D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BE603-DE12-4330-A3C1-AF87E8FB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A3756-9095-4753-B016-FAC6F1E1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Clients and servers: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067BF-79B1-4F0F-B992-6ED35F1E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66A86-14DC-4EAB-A10E-7E4841A7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D6ED3-E3D5-4965-B20D-6C0408DE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0B61E-8FC8-446A-970B-180A7716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681E4-FEAA-43FE-B5AC-6CA30DF8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294A8-D426-44B5-AC1C-C0E3998E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3A318-6623-4FBD-BFC7-BCEA0CEE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205C5-A225-4067-B5C3-82D95CAA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6EE23-F2A2-463B-9230-95035D2D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20AAD-A6E8-4F9B-B75C-C883DACC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74669-B444-4359-B445-EE3B5592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88C75-7087-440C-A2B9-1BC419CD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68229-4D6A-4CD8-ADDF-C560B1F1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6F784-2B1E-4907-A3E8-8B15D2D1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ACEB1-1E8D-4C5E-A009-C5881896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218067-9FEC-46D2-A1F6-70E5EAD6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218A57-520F-44D0-8CA8-1467ACF5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CF7BC-B899-4D07-B67D-EE452A9D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B694BC-44FD-4FE5-9C03-087D9FBA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B65E4B-F934-452C-B4F1-10475212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686F1-6F6A-4BA3-9A4C-1852BF41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28A33E-17EA-435A-96D0-48E0A465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BDF481-B576-40AB-9DC9-17C3328E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9544AF-171C-4224-9D99-E89DF72C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7759DB-211A-430D-98C7-6DD2BE40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D02C29-8DF1-4EFE-B144-382E4EFC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clients and servers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553990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F2C4DE-1E98-4A32-94E6-FCF6C920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4EA17-36EF-46DC-9DB8-B77FAEAA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B8AE9-7C81-4DF2-A8BE-46C3F9F9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4180E-56F2-4DE8-B72D-DBCBC8EB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BAA90-1D2F-4767-8FEB-AEC1A254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Display lists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5C043-DEBF-4BED-9773-757428AE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0965A-64B7-4C3E-A64A-D81F9FED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Display lists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A344A-9108-4159-986E-2A774859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AB5E4-4802-4B55-A434-CE66593D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E1720-4EE7-4EA4-AB0C-CB268E76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FD6E3-ABD9-49A0-A46C-2C9D25B6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C3534-34F7-4221-B410-65EC3407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A4FED-41FF-49FB-8142-4E2BC0D9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93512-78DD-492C-8BF3-4A4B1C33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AFFF2-2266-49AE-AF52-5B840473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F3686-E85F-4D88-A0D6-DFB975F8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06D06-1B38-405C-9F1E-440882F0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C77EEE-8DCA-4D58-9B71-DEE0B773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display lists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394006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34AB50-4F16-4654-A939-37568066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310BF-D7B8-4E74-98DD-894ABCC9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42214-2649-4097-9D4A-F2233AB5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0957A-B903-446D-86BC-3A8B755D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CD142-8D67-4B1A-BA1E-D5CD9A60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Display lists: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30B68-06AC-41DC-9DA0-94A8C7E9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AEEC7-A580-4681-8B66-399A6797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B34ED-4D69-46E4-8F08-F56DB894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B58F8-C47D-46DC-99D6-02235BD2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37975-EFAF-4205-B2AA-17C6ED22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E8244-0AD0-4BB9-A425-D95DA20F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28FA8-DC92-49E3-BCF9-6341E55B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CD398-A267-4CC2-A6B3-EDBFE145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009B5-A437-4D4A-B092-F961F4C8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6D5EF-BBF9-47B0-86CC-2A84C9DC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46B06-2185-49F9-AFE2-2F059DB3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B700F-77B1-4470-A574-78129A02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7160F-1EB0-4356-8761-D0C426DC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C9184-7B1D-41D1-AAA9-B4047E39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1160C-9637-4B0B-99FA-628F95BC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DC267E-2AF6-41C6-A3F2-C175BDFE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CCB20-BF21-4BF4-94BF-8A8BE709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3FC28-9DD0-494C-A07C-5B5D7E40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BBD941-1EC1-4D99-9BDD-83EF1E8B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AB45F8-CDE2-45AF-827E-D6EB3D30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4DDD21-8CE1-4FEC-9B87-0DD2A824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0FDD18-3B1E-455D-A522-4BA821B8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BEF730-91F2-4B62-B3AA-524ACB0A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702731-BB08-4ACB-B395-C533C22A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5589666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E7E097-E10B-47C2-AE5E-D97AC424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6C8AE-0397-4682-8EBF-22C927C4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C04C4-1E33-4F16-B62E-E632552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79B58-9137-4CBA-8D82-281D8D49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47F70-05DA-420D-BF88-5A910B44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Display lists: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572F2-8AF6-4350-BB07-105C2D04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27C65-AD10-49E5-9894-65EEB032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43D8E-9FFE-443E-8144-53336E41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564CA-4A07-4975-A166-6732E35C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D0DE8-B0A1-420E-908D-5698B233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7B54F-EEF9-4636-B324-E02D67C4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5DA4A-F5E1-4A62-A816-FBCF70B4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56495-7508-47EA-A169-8AF2985F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AB55B-EFE3-48EA-ABED-2D27A182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DCCF5-528F-4341-BF4C-3DA8906F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D98F7-AE5F-4A78-948C-D08BFFA0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1B0D7-E3CC-4C8E-83C2-E5A66F9D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DC28F-4756-4F24-8835-8682E5BD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D1B62-948F-449C-8989-0E09AFE3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B6033-9CE7-47CE-97FB-9CD68420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F0F5D-A945-4C60-8C65-91A6DFCF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5CA4E4-CD05-4A36-B91F-4BAB3B5C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43E74D-8763-4072-8576-ADD5431D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CFB111-BE19-4703-A669-753AC693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EFB19D-779F-43A8-88A4-12D82E88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033AAE-9CE4-4BB3-B30B-D13B5323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12362B-1D03-4106-8FB0-BFFCE418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03A39D-4D90-4F94-A365-88027623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58FD26-0E2C-4859-86EC-341B1FE3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841B7B-25B9-4318-8CDA-44E8A50B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9BBB7D-0704-4137-88A6-4B5FBA42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display lists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080613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F05C5E-E7A5-4EFB-B4BB-0A1EC5A2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4D097-A057-49D4-BBCE-240675F6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21607-7950-4B29-AE67-4054A433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81C66-BD85-4555-A9C2-0045D241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7562C-39A1-431E-A617-0FE682B2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Display lists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BC735-F8A6-4171-B896-D9F10744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81996-D7F9-48C9-B9AA-39C336CF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Display lists and modeling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1F72F-558A-42B0-8B48-7E2E7DA6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A7799-47DA-4D6E-8B87-C2C8C7FC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92679-FAA6-42D2-B9D0-D62E1EB0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9F20B-744D-40AD-A8A5-E9A2EC85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5BBDB-746B-4332-ACDC-889A4B8D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85925-6D9D-4BED-9BA4-A8E10BE1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D8327-26F2-4A4A-B4F0-FBF8B33B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3CCB4-B54A-4EE3-88D4-213A80F0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AB6BD-BC04-42AB-A936-E7A31F07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6DE2D-5780-4AC4-8051-FE48A5C0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188B8-F394-44C4-A5F3-FCD7859F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display lists and modeling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7116508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2B8872-FA2E-4129-ABAE-4EDF221C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BD006-6B5E-424D-A471-8A39C0F2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890D4-DCCF-4DF6-8E8C-8DA3EC5B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19FF3-524B-41E7-9DFB-9FC43868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5B7E4-24DA-45B9-9E8B-AABC2775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Display lists and modeling: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D7B85-FC18-425A-9BFA-7DF49CF9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14000-CB42-46E3-BE1A-4B60EEF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81536-EC29-4334-8120-8D121887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2F710-A9C3-4ADC-922A-21EA8BD5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0C12D-3BE4-4E77-91DC-CB1DC4B4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677AE-7FEA-4E11-8CEA-3F23DC1F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C9E77-5AEF-4692-BF8F-4231F5E3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7BAB8-0AB0-49F3-A811-49A6FF27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D2840-30E7-4480-AE19-0800AC19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934A7-267E-4D98-B9C8-24768CEB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27C7D-9460-4753-8ECC-B7F20616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47103-700C-48F9-AC26-89308F0E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BF29F-775C-4329-ADF5-11E29085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3713D-F14C-425E-B433-10A81323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26866D-2FBD-47F6-A1EF-543CCC5B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C0A7B-4D5F-4561-81E6-F894F31F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CA1B5-8326-4BB8-9E05-2F9F8C41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F0BE5-665C-46E7-9DD5-20A1F993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D864B-8096-4067-9583-CC5BDDFC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99F769-95D5-46D1-A5BB-1BD4065F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C7E17C-43CF-457C-881C-829E1ECB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928F3-E98F-47F0-985B-0626F530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D4F0D8-6506-4B41-B2F9-C959A92B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92B7C-C004-4A67-8C3C-EE098C90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7988928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07C0A0-2DDF-4216-B2C1-455A919A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83CAF-F2EB-4A2E-AEF0-045DBC99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BFDD9-FB96-4142-A102-D8A2544C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88EF6-46BA-4170-970B-7A9769A5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30E44-D8FA-4BCC-BFC1-39BFF400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Display lists and modeling: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57D42-2989-44D6-A2D0-DF5445F0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31479-BB9D-4495-84E7-E6854E85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1C285-A197-48E9-9ABE-76EC4B88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6E85C-FEA7-4BAC-9EB9-FDD44EF7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CD974-4D2A-4214-B60A-F3283A79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08315-A615-4807-93E9-6D852847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9CA9B-9A31-4873-BA8B-1833F11D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3E21C-D94C-4453-BDED-FB079C86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06C16-7F81-48CA-A51E-329A53DE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FF699-7E8A-47FF-A1DF-A3D7A254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292AA-1FEB-4898-914A-A9FFFFD0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82EF6-85FF-49CA-A6BC-C1BF17F7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A2B88-1BD7-4C04-B39F-3F01705B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EAAAE-945C-43B3-9843-1078DA51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F9979-F335-4C73-A6EB-7F4CBCD4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5A5E1-C6E8-4EDB-ACC4-54C5A82D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C3D5CD-50CC-40F6-9585-2E59C193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D70292-122B-4B21-A3F2-BA7592F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41FC5-E7B9-4C0F-AE25-5D595804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285ED7-8E87-4639-843D-80150E26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62406D-80A4-4C3E-9874-E9CA8FED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B91DDE-933F-492F-9786-0DA9DAEB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7E139F-E252-4477-AFE5-60A49208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5A9F2D-BDF5-4312-8B44-E16F8093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F969C7-C886-4F1B-97C7-7F1A18E4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DF4226-3ABD-42DD-A19E-581C15C2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display lists and modeling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1710157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B628AE-9113-4CC2-9CD5-64A24258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43D22-B447-4DEA-9A5A-A53695BD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04CC6-25EB-480C-A228-AD14D7C7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00343-DDA3-4A3C-B6DD-D047C599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5C5B9-D7A7-43CC-825A-16258FA9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Display lists and modeling: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C03F5-A49A-4CC7-B017-B1668127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D3BB0-E6FA-477D-9F24-AEEA43C9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48B22-187A-4FC4-9FD3-8731D0A1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E116E-F15C-4AD1-B6BC-144E6ADC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CC8F8-D83C-42A9-BEF6-4060E527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CC3F9-F364-452D-91E9-CFBAEE3D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Display lists and modeling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D6996-B10E-49CD-A7DA-3A2709C2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896C3-7003-4F80-BB23-9AA92D97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A6742-9C59-4900-A32E-6DCE9BDF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C5667-51FB-4D48-A054-FD5F0501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B7AF7-D9DE-4029-BF31-834D57C5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82599-D092-43F7-B4D6-3A37D02D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232023-A44E-4B0E-81AD-CD3AB21C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CBE7C-92F5-46CF-803E-96E8B04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A7CF7-FBD9-41BA-8956-E30B4E78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F4071-BDAB-4C2C-A313-86E0EF41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8916023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BFD8D7-34AD-4663-A93D-D4D10B49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DE305-08CE-45B4-8AFA-FB9306D3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739EF-0471-49EA-9BF6-CFBE3E24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319D5-4913-4C47-ACF0-49193350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E1943-CE8A-4897-B663-148E9816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Event driven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80498-8755-4630-BC1B-08D59EB9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DFC2E-32DC-4C29-BEB5-585FBE60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Event driven input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988C6-42B8-4EDF-AE54-33AFBB00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349CA-7889-4FCC-A37B-25E7F8D8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AD0EA-7A12-4533-A052-ABB41F5C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92445-1BD6-4C49-BD8F-2F7F283A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6407B-CE13-4EB6-AD78-2285F015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D9893-9986-4E4D-82B9-DFC698ED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5370D-B3D5-4FC3-8C4E-BE131374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E802F-977A-40F5-8C29-8407D96F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7C9F8-4A96-45EF-81A0-78D7AFE8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F8D15D-80D5-426B-9B95-88971603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125CE-7623-4F76-B4E7-EB4454D4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event driven input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699325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CD9A7A-68C1-4C63-8FC8-F3A9482F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226E5-8424-45B0-94BC-7F304957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D1E7D-8951-4B7C-A403-3C896F81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86A03-83D0-4256-893F-F20CC5BA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607B5-5EAB-44CE-BECA-88434AB0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Event driven input: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3E3FF-4717-45B0-B94A-73BAD70D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6396A-C312-485E-AA4D-A425CC23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FC081-935E-471D-91A0-B7614446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05E6B-A4AF-45BB-B623-9EDD4D40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8EA50-2176-40C7-8B0A-8D57AD3D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8BE26-DF24-4507-AEE0-F1FC7215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23A53-71D7-422A-8B87-48D5C887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B8459-1581-4B45-9CED-56F50686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D90B0-13C1-49A2-97CF-89FC6167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D59D2-CB3A-4658-87D2-2F3AC69D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D4EF1-BD38-4C08-AE88-D21E5B25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2F3CB-7DD0-4348-ADBC-20C05748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11578-4F50-4DA4-B881-89CB31E5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2C8C4-F146-420A-A4F7-1D4E8F3A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ED41C-0CCE-4B0F-9B56-7C3A153A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9174A-E7A8-47E4-9DBD-62BE4F17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E6BF1B-7919-4A86-9B4B-C894656D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AF855E-7194-4224-BEEE-102ABF21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63A758-BBE4-4CC1-AA21-50F51E80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5431DD-02EB-4A33-A82E-E056B223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20C70F-271A-42DB-8B02-FD28D7E1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480856-3C04-4ACF-B3AF-1A7C3297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F9C092-BB9E-4B21-BA2F-D5AC8280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FC16F6-2B27-42B9-AEF4-DDD4AABB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7726868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3FA3EC-A4C4-4C68-815E-128F7370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BA8BF-B0D8-4B64-BFB0-7AFC4BDA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2150C-F72B-4BB7-841B-273CADDF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04FE4-82FC-4B25-B40F-ADA5686D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88AC7-1035-4F15-BFC6-DAA22C6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Event driven input: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DFD38-B484-49E1-9218-670A4126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3C6F9-9612-4871-9BD3-25C53477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95515-DF4D-4FA5-A0FC-8594B05C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AAE1D-4BAA-4793-9D99-65EAF671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E90F7-67C0-42A5-89B6-CF52157D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D2E44-11DF-4832-9024-A4FA18F3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9E7D9-65F1-46B4-954C-D89B2D65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2B39A-E987-4287-89F7-50B2D7F4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EB178-B131-45AE-BE27-3D298510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3F5B5-2AA3-4C8F-B0EC-41DF4E4F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85DB5-5A22-402D-BD22-C5989D5F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AE9F5-7B7C-4A57-B58E-3DC3E98A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99F72-6268-47A6-9072-B72F7EEF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42AA3-2ED8-42A2-9E1F-A8D5567E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65564B-DD47-4AEC-8FF9-77558FBD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E0E8D-B2E7-46C2-BC11-F3135CF5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9AE4E4-BF29-466B-9614-320BF4C2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67B29-8D97-40B0-8105-6A5C4419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E546F5-995F-45E6-B046-034163D4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F5C69B-9D2D-4A1C-98B6-BD7A4F5A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042ECF-F6EB-4D92-9691-0F541CF6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A4FA06-77CA-419F-8D57-5E84A0E3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DBB407-4582-402C-882D-5D7B3B48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2DBB16-26D8-4E65-A8C4-F33FB935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F39A62-59AA-4114-AE68-62316D2E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8B7E33-34EA-430D-9BF1-A5C8A14A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event driven input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172276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D48E9B-4FC7-4447-9411-9C2FA135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F86A5-E259-4BF4-95BE-ABFE93E9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5CB87-BE04-41E0-AA91-33592915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B0F10-4650-462B-97FA-B97FFF67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3ECC2-7C97-4505-924D-114A3D91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Menus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3BEF4-7EFA-41D1-804D-F6EA61BE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3D2DD-AE66-4F07-81A9-F3FC3C83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Menus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4A3AA-5FD8-40A7-BD66-6D8F2452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8ED10-3E7B-45A0-9B28-3E5A8F87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E8389-1ED0-42BD-BDCF-4249E7DC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70BE4-DA60-4976-9F41-A99698CF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3AD77-0AE4-4E4A-B10F-F65B1324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156FF-C88A-4506-9C47-CBB404FA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AF624-57D3-4080-8F01-660D89B5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CDC9A-3258-48D4-8833-DFD970F1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B1344-96DA-4437-B821-67C59166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03D82C-61CE-4EB5-B6BE-EC20C9ED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E290F-25B8-4231-820F-94C310F4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menus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064109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4AA539-B04A-4D07-96DB-5D29F22E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28D91-D31F-48D4-B2CD-9AB5F46B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7D6C8-2E44-4D7F-8D21-ED0103B8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CFD22-51F5-4963-AFF4-6C90F308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94AF8-AE10-413D-AD57-DDC0845D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Menus: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6BC4C-FC44-42E4-8098-31ABBC76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FF212-F23A-47E9-B7B6-75ADF099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67B27-4695-45B8-9B70-1BF809D0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7CE56-7F13-4623-8E83-9D4E34CC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DD049-A860-4B86-B883-4FEFCD33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9906E-3AD2-4553-8A1D-277B2680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B287F-4038-473F-824B-21B965BD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5962B-EA72-41A1-AD74-EFCDCD3E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A478C-94CE-4461-91D4-ED76F527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2C53F-F85D-44D2-943F-FC0365DB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9E8A7-11D8-4708-B234-27C178A1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7DC96-3010-4D02-BB57-67279D53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7BA12-3F29-4ECB-A74F-F03438E0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42F97-11E7-4034-B67B-37023DCA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400FD-6C1A-42CA-B08A-9B738137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266DA-B541-4C6E-ADF6-CCC357C8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E2A114-2EE0-402E-9FBF-801BB1C2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ACC376-96B5-40E5-8D4F-C70FCE2B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2D2642-ABA7-44DD-8287-1C7797FD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48578-85DD-4BD3-92EF-8E90056F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8B5D7E-4F49-4495-9A32-72B92022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ABB823-B06F-43E7-B12C-E613F666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0A31BC-1F00-46D7-BB67-81D95772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E7E5A1-53FC-423E-B90B-B4330EE4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46943386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B95628-F97F-443A-90B8-A0DD30D3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AA409-C025-4E2B-98E5-CB63402A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78E70-2716-4419-AE19-34C83AD5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3B2CD-D0D3-48C0-BE46-2364D001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CCDD9-AF72-4EA8-A1E5-7423CD88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Menus: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7732B-56F3-4794-A049-A07AADFE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8A00F-D5A6-4B8B-95D9-62A95904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CAFF2-D14B-492C-B452-D8213376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6F758-1FB9-47FB-9623-12217B2C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C7434-9BE3-4471-9FA4-E96E112C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B9795-3B5F-48F4-ACC3-E9DA216C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EE4EE-22F3-4DC9-B83F-CB21618F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205E3-D6EC-49FF-B177-07D6CC52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263B1-C06C-4F18-A84A-F418557E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B7042-7C6F-4757-A510-64C215CC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3611A-0CAC-4782-97C6-B37491E9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F6238-494F-4386-80EC-C362AA3B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60E40-F7B0-43EC-9E79-C849EB55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F75EC-4CAB-4960-AE56-BED7C7F3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20A0F-5CFE-4B65-926E-D043B6BF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494C3-8FF6-489B-B550-1E3B03B4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BB506-65A8-45E7-BE6E-C481ABD3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A5173-4D79-4744-A89B-403A78B3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48B22B-6467-4E49-B8E7-5D177EDD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12118B-6767-4394-8CDA-162A488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A57AF-8F2B-4D6A-ACFD-E85469F7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9214B6-75E2-4D34-AEB8-C288AEE4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C0B6DC-3F7F-4F81-9289-B22C6F62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9B69E7-F29C-4272-9A8B-DA383BA9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BDCEBC-BD31-482C-B2CD-37112626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8398A1-B88E-4F54-ADC3-0651039A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menus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2772460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8E5247-1188-4FF4-AE07-73040EEF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C90EC-98EA-4366-82E6-2322964F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F6E5F-46F5-4087-89B1-098AA711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C8D2B-1EEF-416E-A80E-987D2D24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590B7-C5B9-4037-9C43-F3BA415A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Interaction vs Input devices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1D593-A57A-4824-B577-B7A1E281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1596B-4BA0-4F8C-B1EC-EA5BED5B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4409C-9E5F-44F5-B1ED-CAE36C25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Interaction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4C72B-4F3F-4E96-B54F-EB8BD2E1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Input devices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15060-E586-4806-81FD-E0549985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940A1-74BD-4A14-A9CF-242597D8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9C4CE-160D-436B-9134-BB4EDAAC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BEE3E-CA18-4766-99B4-AA90C500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063C1-532B-4205-A807-5BFDC1FD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735AF-EF3A-4A48-A3E2-18295EC0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B8D0B-0188-49BA-8A83-C16E2707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761C9-F867-4796-B5D4-3988221B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02585-A16A-449D-A1A4-15CEE925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781E8-DC18-43C8-B3E0-CABF7F0A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CDC47-162A-4885-A86F-9CDD59A8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F6804-8835-4B52-AB87-EF347AFF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66ED77-6A74-4889-AF21-32E2584A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0967A2-83B5-4A02-BB34-3568ACF1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EA9CD0-82CD-4363-ADAF-758B80A9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EB4F0-1429-42A1-A63F-E89193AC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6098229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DE966D-A525-4990-8080-4D8C4D33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FD858-ACF0-498C-8EA2-8DC1E35F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80BE1-8807-4D0C-A4D0-B938F6F3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2C36A-8536-41AD-854E-C911B1ED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7A1AB-DA53-4977-AF64-9670852A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Display lists vs Display lists and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DC930-1AD7-4D0B-8D27-40D58118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A5196-F51F-4F2E-A021-DF07A328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2B892-70BC-4205-B1D5-FB0D25AE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Display lists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B03B4-D12A-432D-8E75-70AE9941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Display lists and modeling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F8693-F89D-49CA-BE34-7ABBC193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58FD7-89FF-49FF-BF1B-E90C6C31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01FB0-7C75-4E4A-8593-42BABE2A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BB806-DE13-423F-8A41-3A2CF699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728AC-409B-4432-BBDD-0F771FE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5ED8C-C38F-40BC-B65C-BE798F47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8C4B8-E423-4A84-9D84-DD020AE0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513D3-EC8E-4DDD-8E95-33C21CD4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4CDB4-98C0-42D2-92D2-B208F216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F82B4-A1C9-434B-9F9C-9E559ABF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5BE6A-7220-4DAA-B32C-8AD16BFC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BA190-C43B-4AF4-A028-02C0AEA1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A78C8-AF38-4C19-A27C-6365BBCE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803CB-C3AE-42D5-9091-15B861F5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0814B-218B-454C-B8D4-97D1404A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0D7A9-4F53-42AD-87FB-CA5FA9CF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41863867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4D45EA-9F75-4EF7-BFEA-C9CB7357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35D86-ACE6-4097-BAA0-D3FE8B65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FEC92-CEAC-49A8-90A8-E75AEBCF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D72BC-86FB-49FB-A7E3-6055E53C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96BF1-DF15-4C87-BEB0-85166107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07A7E-13CD-43EE-9D7A-A2E01227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AE1C1-93A6-4424-A66F-B7ED5CB3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5142F-531B-435C-9935-AE4BE953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6D736-CA9C-4959-9C50-113841DD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5223E-0AF7-4F95-A1D3-8D33BFE3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AA474-CF9A-4C9E-8758-7C18A8CF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5E4E6-DF91-4164-BA2D-B8355D26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Interaction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D49FF-B90A-493D-B1CF-03D54140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92042-CF83-4C7A-BB5A-5A2CA42E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Input devices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179A2-C0BD-4B86-976C-1581B77A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2AB0F-7422-4EB7-84D8-14BF7CB5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Clients and servers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BE2B7-3CA9-42B3-8460-A6F17C1A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B93D00-5E89-495A-BB93-A4617071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Display lists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4FE1C-E64D-4A3A-A4E1-AE28EF50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DBB5D-BE7E-4554-B041-EBE0B4E3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Display lists and modeling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98BDB3-B3DE-48C1-95C7-5BEDDD37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C4C46D-DAC0-472D-B31D-C38062E6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Event driven input</a:t>
            </a:r>
          </a:p>
        </p:txBody>
      </p:sp>
    </p:spTree>
    <p:extLst>
      <p:ext uri="{BB962C8B-B14F-4D97-AF65-F5344CB8AC3E}">
        <p14:creationId xmlns:p14="http://schemas.microsoft.com/office/powerpoint/2010/main" val="47896162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8B8769-14EB-43A6-86EC-0DF80A39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2B7CD-71CD-4223-857C-AD54BE43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50587-69D1-457E-974E-F1359B53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D6BC3-4DAC-4512-8378-71FAE223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E2E66-AB60-4585-BDB6-DE12D2B8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04950-733E-4B14-BA05-9CCFE168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3B6ED-EA97-45CF-8045-CBCDED3E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FACEF-D071-4A15-844B-9C5DD4BA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5986E-459E-4C3C-AFB8-EE84A5AB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AA26A-307A-4B3C-956F-1020FD2F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30D5A-339B-498C-B66E-B079C422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3B62E-AB1E-417C-857F-4583F1A5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295FA-560F-4805-BAFF-8CF96EBA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26ED3-AFD6-404F-96F6-3960A0F8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2F90E-E6EC-49B5-A6E3-92804C88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Input devices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A234C-FE5D-4ED4-8A8F-18B00FE3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ECCE1-713F-4BF0-8688-1FF20C56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35F3A-8F60-4618-AD17-5F4BA000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E5C18F-6D89-4558-9BF3-16A83E8F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Clients and servers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356C4-EFBD-4C96-800B-5115D85D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F4E71-857E-47B0-9904-8A7C994C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BC56F9-70B4-4D20-9481-5CFFDC5C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6F53C-3790-4916-B6AA-AAD29B2F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Display lists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7BCAE-7A08-4C10-8829-EFEC46DE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065B6C-4387-4B1A-AFE7-0D021AEA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14210536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BF3FB-42D7-4F35-B35D-BB8B532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126F5-1220-4532-806A-678CD0F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BB72E-C5FB-4C1E-B8EA-E8550983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42EF0-5977-4392-8384-D47AD8A5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81426-6C20-4171-ADF8-B4D72117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52DDC-C376-40A0-BE59-3B1B68D5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B7DFA-D54B-4968-9E26-95B3FA04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8DEBF-99C2-4256-BA4D-3664786E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8A1FD-3552-4607-B0FF-2BE20B7B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D6EAA-9B24-48F2-AB7B-BE3DBDB9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3FAA4-E711-4EFC-A76A-51D65208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26B62-2D3E-4A3E-8EB5-01FEEEE3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2CE2F-B41A-4144-A1A3-B7FE8D85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43573916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74A87-45B7-4AC4-B642-2EC230A9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6449D-6693-4264-9A8C-A7D28D50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F1601-16CD-4F2B-BF06-901230FF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629BC-8553-4D80-B774-20FB3FE7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DB83C-7D53-40BA-A76C-5C6BB35D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BA2AD-6D6F-4400-976D-5B279513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F2D94-32B9-4BB3-93F8-0713F94B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E3E99-045D-4B62-947D-F92C0AD0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53C90-5C0F-44B6-A88B-4085AD91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4A8E4-5D43-4F3C-A0D4-1A3EEE4F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BA047-6C90-472B-BD32-EEA45169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33166-AC18-4CBE-933C-943BB6E0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D4055-3D56-4B73-8D27-1D731322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1B233-EE3F-439E-8C71-EE926116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8EC48-22C5-4CE0-BC0C-01462664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38068416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9C683-D4C0-4348-8B79-194E12B1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9C74D-FD2E-4D9C-9F51-0E8E81FA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09115-C97F-4AC6-BF8B-E6C88EA1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C91A8-927B-4E12-A772-3786FFA7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7BD54-2339-445C-9BCE-03268878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E8A00-AFEF-4816-8A47-32433414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85957-1CFF-4213-8BF4-7688741B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3921E-A9A1-4A5C-8716-3D5079E0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32918-B58F-4D23-8288-195EF249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077A3-4815-4597-8CE5-77B2E40E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3C93E-63E0-4979-A8C6-707556A4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5F91E-98F5-40FA-A2D1-2625973A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BE289-3B84-4DDD-86C2-03DF6BF6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50D1C-A5F0-4BEC-B98B-51736865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BEF74-642C-40A4-9C8F-ABB7A814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915E0-3C45-4397-B63F-E4A94686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D7415-C18B-4B13-B001-56D2641C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FA7EE-7A23-4C77-8758-65D21EE2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86BA2-506C-4CAF-9D26-30B0281A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5EFA5-CC7F-4FC5-BDAB-D1ECDA11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0A122-4212-4BB4-BA3F-4A84F54D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A9BD74-31C7-4A7F-B425-E73C625B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98236-9D5E-4B3F-9D46-89B32BD2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BE9A7C-9796-48EC-9640-CDBDC02C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26E51-745B-4FBC-95DD-2C881B6F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173992134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46392-7A7E-4E37-8774-C579A260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90B6F-E5D5-483E-84FB-CF2A63E1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5F3B1-F010-45B9-B02E-EFAFA0DE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B2A6A-C2D4-4D1B-8F6E-7EF67453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0DD0B-0B04-4A2A-B46C-001CB60F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0802A-D5FA-4D58-801E-BAF9A070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B8FE3-8C48-4708-BCD8-B0AB3D15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Explain Interaction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A86E5-65EB-45C8-B769-2E6B37EE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52BBA-B596-4DE3-8659-D6726411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Compare two approaches from Input and Interaction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F978F-73BF-4F3E-99A4-17A17F6F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CBD00-B57B-47DE-9C6D-E91C415E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Solve a small worked example involving Clients and servers.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1D1FA-2DF7-4872-9134-56195688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3FB84-817E-4797-88BD-1BBCCD6A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List common mistakes and how to avoid them in Input and Interaction.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9AE44-0F4D-4D2A-AD14-70EB73DD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9755D-5F4D-45AB-84C9-7EF268A4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58128123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2ED81B-565D-48D0-9B02-7D25F3C6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2274B-C810-45C5-98AB-7AC9D850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BE86C-1A85-4F4A-A206-9D1EDE72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F8E6E-EC19-45BB-802E-2916DB6F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2942B-D0B6-4D5F-9100-41A087AC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Interaction vs Input devices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3F51A-C852-4868-98E2-E86700F8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26468-1D49-487B-9005-40DBB4CA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39325-EA7D-4D32-A23C-7A7BA294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Interaction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8E80C-CF5E-40E1-8397-D9DAAAF1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Input devices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8A030-90DB-4391-A21C-8C29D31B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0BDAB-B0D7-4D5C-A2CD-A609A53A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02CAA-1C92-4404-8436-99B3148F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DC9B2-758F-4BA6-BA47-8EE81071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A2C03-0B16-45B1-8A31-F383DE05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52085-10A5-48DB-ABEA-672A02AA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2557C-D37A-4A4F-B99E-F0CCBAB1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A2DEF-403D-48CE-B337-63CFED1A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8A86F0-179A-424C-9D53-E8A181D4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10706F-202C-41AD-AD34-53491A95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54740-F19C-4EDE-A4A4-69053A39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D8B7D1-3561-4CC2-A060-110C0F74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BDB96-A621-4296-BE69-9FD672B9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533A4-3B3C-40FE-AA17-E709D952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C5FD65-2020-489E-9BEA-270328B0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AABC2C-EFCF-40CC-8AAF-795A50A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463230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B546D5-FE50-4317-B20D-85905648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F963F-EB99-47E5-AF92-EF45E232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9B025-CBD9-4461-A649-B3EC0300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B248B-381F-4AC7-A3E9-FF942237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24D7D-76AE-42FF-962A-908BA895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Input devices: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A5B1C-CB4E-4D95-9D06-DDAE31FE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F75D7-424D-43F3-A4CD-3C9E2542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2E54A-EDD0-454F-A786-137046D3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3E7AA-D934-4295-9084-68F8FBE7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914D0-63EF-424A-BF53-CF50739A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56762-C628-40A8-80CE-88C2738F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8CFCA-9AEB-4E77-B06D-54B39524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7B084-E452-430D-96BC-08495A7F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9996A-056B-40C3-9BCB-CBA11B68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73875-DDD4-4489-90D3-EE8EAAEF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C0062-BB58-4B14-9AD4-6AF59A7C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4762F-03A2-46A3-A17C-9F3F2523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21534-6BA8-4204-A5FE-DB118E4D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DDF0F-FAAA-49A1-B504-8192E9C3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DBCD6-55AD-4AA6-A311-FF4CBD35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4E55C-AF74-402D-9FE7-1A4E0301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F9848-7090-4F4D-BA8F-3134023B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F269C1-93C5-40AB-A66F-18AFD76B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B51904-ACE7-4CA6-BC7C-3BBC2786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957EAC-CB51-4C59-9EF4-BFE32F68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33E94C-E6DF-44A7-A681-13144E78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07DB21-485F-4EA3-A509-F652FC15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8E7F6B-F1A3-4F68-919D-AC1C40A0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D70585-77D9-4369-AA17-8559CBBC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D5468A-01D4-4CBC-B020-547393AA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BAFCC0-BADA-4965-9032-7258379D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input devices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34674153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5C627-5565-41F2-9036-2A10498A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B9CBF-3A4F-4CB8-8175-18A11A0B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3E87D-5F8D-40F6-BB28-B7906A0D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FF861-D857-4C32-B4B5-4FDEB972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599ED-13AF-4576-BA91-A4A03FA1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Clients and servers: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F0D9D-BEB4-40F5-AC94-6294D8DE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ED655-96B2-4820-A997-37067AC7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27575-021A-4AB9-BA7C-C6060BEC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7C1E7-CF75-4828-9184-6B33DFC2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A09D1-0C4A-4AA0-9059-2EB01EA9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4A711-9913-40DE-BA93-11AB35CD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Clients and servers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7D127-694E-4807-90C6-A069817B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EA935-B925-4B43-AB8A-4A7523CB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B5448-8B90-464D-BBE9-38992957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79C36-27A7-45F0-9840-6875CD55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47C2A-5C50-44AA-BBFE-8B1C9E5A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13ADC6-D2BF-4DC2-9341-73873CDB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B6258-9DB9-4974-8E04-BEB24748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59C21-BA40-4933-813C-B141A745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DE5FA-02D2-497E-86CD-9D43A222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D7286A-FB48-4B5A-8E5D-80887030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200445550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83BFF8-5E17-468F-B07A-45561355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5AC50-24F4-435C-88EB-ADE37A10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9B052-3086-4C1A-9FF5-F6829288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97F9C-2C8C-4B60-A9A7-2FC12E6D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53943-28B9-4EFE-B0A2-F52750DE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Display lists: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0D802-E370-4BE4-AEC3-AFB2BCB4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68161-9212-4BDC-8C1D-5356EE9C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4E86B-57D4-4D23-A574-7BBC51F9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5E50F-BD9D-419C-8FE8-E068740B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FD613-E25A-4CEC-A211-56F77E31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A8C02-CAAA-42CF-9A31-D733CE3C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5447E-307A-4D14-A0C3-41098659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F6127-CF51-4D6E-BA5C-C632237A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4487E-CF4A-40C2-B7D1-5A1F89B1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DC2C7-9DE1-4B6E-A73E-BA5BB058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E2C75-0D3A-4111-82B4-2A46314F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DD5E5-17B0-43DB-BF90-9FC3B7C1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1DE21-F532-4A50-AA96-96B56289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BBB98-8032-444B-9EA7-AD0738DD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53AB1-E412-431E-B227-CE0E4096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F8647-F0B7-4EAD-A634-C9F09A4F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FED61-4220-4D93-A683-89AEC854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09F90A-327F-4AF6-85AA-CC00EACF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B83F2-4143-44C3-91C4-AC8C7249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588141-D2BB-4807-B480-16BA0D99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277183-E78D-4398-A910-6964598A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8C09C-7D2F-45EB-B90B-7B193409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3F89F3-6EAC-4C9C-9162-C680D739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B32EA6-9258-4953-8F22-B6779D3A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00644255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CE3E50-12C8-4AC0-B27B-83435384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79BD4-01FE-4E5F-AF72-E1E585F6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450F6-F525-4C87-B76D-355EB1AA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78938-5B32-4044-A02E-11ED175E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37DD3-FEB1-404E-8ECB-9582DF9A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Display lists and modeling vs Event driven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4E7DD-B5DE-4E27-90E1-464EE6C6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735E4-157F-4328-9072-2FA43269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28B43-0A1B-4A32-81BA-C752C1CB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Display lists and modeling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291C5-280B-4EA4-BD1C-C1C8DE68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Event driven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5CEFF-1EFE-4F18-8DD7-CC8884A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9D8B3-015B-45EB-96F9-875B49E2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06AE7-5B1C-444A-A4FE-2893ECDC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628FD-5A6C-4446-8EEB-863E23A1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845D7-255D-47CE-85C3-84B61545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90F3E-8921-4F3B-BCC0-AD386A5D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564C6-C689-47AE-9F6A-36F00A67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EB116-1672-4C58-9E37-50463E33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B8D5D-9280-4420-BE5D-A74FEF47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EBCA1-C510-4168-890D-4E31892C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C8A2C-DD31-4A6F-9B19-2536C2B5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480A8E-6C98-440A-8F62-4BA6F6F6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C1CCE-775C-41F7-8222-BE8A6AB1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4A9BB-A084-481C-82BE-95725328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846D2-1BBE-4CA0-A0C9-A3E219C1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506643-4AE5-4BF4-859E-80AA19E3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19636917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E612DE-31B3-4358-A7B5-9C5D809B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DDE70-9808-45F7-BB92-A5F5364A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FE1AA-4FB6-4654-928B-EEA7AA68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2700B-A792-4896-A417-E74162FF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AA67C-7FEA-4294-9A45-6BB899BB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Event driven input: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A3537-F8B6-4A59-8438-82DF6B21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12A54-C8D9-4BFF-9A88-B53FB909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F0E98-0248-4202-BFDB-4BDE992A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DC408-5B49-4DFC-A614-C67EE4AC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E51C9-A7DD-4AB1-A8EC-9E2ED334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28CD7-3E1D-45B6-82A3-11CC9001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DF85D-C312-4BE1-8896-F8665931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4684D-FC88-47BA-AA6F-51E3D8A7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EBCB8-418B-4559-BEE8-294AE586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5939C-56B1-4148-AB5F-28B3450C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7E18D-C225-4E62-9C25-07848A89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DE234-5EAB-424F-A40F-7BA06226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B1E67-B735-4F99-B486-2E4D4DAE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C03FD-D430-4D67-AF17-C92640C9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D3A8F-65A4-43BA-B8F1-B14FE6CA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D5E8A-2C13-41B6-B28A-D0170582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07360-F745-41E8-8DC0-FFAFE3DF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2F0E1-B7EA-415E-AA1A-968E6996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623993-134B-4E51-9663-D261F08B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81F13-6894-481D-B3BC-D3C6DC65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101C3D-022B-432C-8755-C348FBCA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27ADC1-4066-4A52-9140-E0EC07F0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A7D1E0-B726-4916-811D-6525757E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D9AC15-9800-458C-B293-B746EC1E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59B2F7-4B9D-480E-99C6-FF29BA18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1BBD6-36D5-4C3D-8C8B-E7AF8FF6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event driven input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1926904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BBD970-A4E0-424F-AAB0-F0D57BC3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C8E8A-DE7E-41B0-8767-882F8C73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427AF-E744-4773-AE68-85B55487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ADF19-51FD-41AD-9237-D0EF33EC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A5F6F-AFC0-4D64-A9A4-D93A11E2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Menus: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0983F-AB13-4EA1-8F54-8037F83A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698D9-D821-47D7-AD5C-98571F01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79856-2719-488F-84F8-65FBCBCA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F1934-4D55-4A34-81FC-A1FA78E4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1C9BA-C238-4587-A140-CB43E427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8AC48-EAD5-4013-8C1F-891F7FCC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Menus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92AED-FB1F-4570-AB94-EDEB86F6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B3605-C29B-4B39-8335-7B927BF6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D190F-D035-4DF6-9134-35F6DE5D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49788-EAF3-4148-918E-D8ACC798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EC0E9-0534-43D7-ADCE-EBDE3603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9776C-D1DC-4573-83BC-C3A70483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B0D88-30CD-49A7-AB40-E8E01019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DF1B8-4435-4D8E-AE07-30D24BBA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D3ACCF-55D8-4A99-8911-CE3D1660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07A55-AC97-4216-A017-6AD9BFC4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102756626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412215-C281-4AC6-B3F7-05291CAE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B185D-A0E0-4FCA-86A0-BE076CDE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146C1-F3D8-498A-B4CF-BC5E4BB8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0F5F3-8C3D-41ED-B3C7-AE9C41C2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FCEC2-2B73-443A-823A-E115800E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Interaction: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5A3AE-F1A4-441F-947A-18DA35F5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41483-F5E4-4AD1-8473-725D71D5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35281-4458-4544-9865-BCB3BCE0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FD235-A248-4126-BC2B-DE4F423E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57426-FF45-4122-9F07-788B1D58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22757-F8B3-4D89-8A52-A14C010F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10470-CD01-4DBA-884A-DBA1421E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53E14-1E8B-4F7D-AE58-C89030EE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C67D2-F11C-4D97-9E24-36A6F0BF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64CD4-B940-40FC-BC61-4AD6C61E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878BC-31D1-41CA-B245-0B8205DA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E9EB6-3DB1-4C5F-8752-231F568A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4E038-2F4B-4ED5-8F9E-322B644F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95574-8999-419C-BEBD-155AD7B0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CE953-6B3E-422C-A751-C18AA41D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A56E0E-C0D6-473F-BA43-73D3593B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4D337-A713-43AB-85DF-10A5C8B4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D7672E-E31B-431B-A705-70CD799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803841-2F20-4E32-82B1-5D391BD0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30F80C-88D8-4BB2-A1F8-9C65FCE0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EBC063-3DC0-458E-9646-81AE2089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676107-56B7-4795-AF90-B08A39BE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462B6E-D7E4-4568-9217-64366D6B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D829B0-9AF9-453D-8B17-3216C278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98670127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18F23C-18DA-4FE5-852F-482DD4EC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65609-33E8-4DC6-8244-A02A0FDF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66B20-AA32-4B4F-872B-3E0D61FC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0E9FC-996F-4A5A-9D84-6A492E01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7A824-D755-4C42-94E9-63C03F3C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Input devices vs Clients and servers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1DB40-10F1-4431-A30C-A92C2CFC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D4964-CAD8-45A1-9880-043169A2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5678A-E6A8-48A3-BEB3-8682D16F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Input devices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6E0CC-2881-4E06-8507-C8B76575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Clients and servers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46241-624D-4B16-8153-92160D04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A37FE-B7F0-411E-A68A-1D557793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6E196-DF73-498B-B3D4-76991318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19F5F-02A8-4F10-A699-33E61E21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78139-9B0D-447A-85B8-04F8D1BF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56434D-46EC-4A98-BFF1-D08DDE80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870D3-D832-4371-A0EF-17E0B93E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37C9C-43E9-4E43-9D1B-BD4213C7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03C93-BC86-4F8A-A1BC-21F70A1C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0CC04-53C9-4682-9D72-8B5AA4F7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C728D-37D2-4B50-A0EE-7C6DC3C1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BF477-6CFE-436C-BD45-8CD07619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9530B7-D0D5-43D0-BC18-0CDD00C2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58D067-3F44-4792-8962-1B873E5D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7646ED-473D-4BB6-9B22-6FF44679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8A8DDB-5155-4AD2-B04A-A6C0BE89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6437851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55D697-FCBD-4549-9AC8-2CDC5B04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C9AE2-5CC7-4512-A875-13FF8756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32C06-3070-4BC2-B746-E4F7EB46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B7E8D-1D59-4BED-9539-C432690D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E512F-56EE-4842-9164-3E4E944C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Clients and servers: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81FDA-B1AF-441B-B41D-514A69E5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9D8FD-92DD-4FF4-B028-6A40D858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497AE-D158-485B-9340-B2C8CFEC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3F6E1-38B8-477B-A3F7-88D3F369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77939-23A1-45EF-8E9A-0020D5E3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187BF-EDE0-4699-8928-90AC66D0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1A143-B983-4E7F-A314-D362D63B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D77DD-27F2-4A95-B13E-FFFE4C8D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925D3-0466-4DDC-885A-AB1BFE86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D8731-D829-4CB2-B788-5FC94C34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D4689-C406-4451-994C-C51DB34A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B79C2-660A-45DF-83B0-1212FBFF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C5CCE-F5B9-4EEB-8C82-C16B1C5D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6B728-21A1-4A5B-BC74-209E24F2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C18C4-DB29-4B0E-B465-9BB69D66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37494-97E9-49CD-8A36-DDCCCD5A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D3AAF-71E6-4FD5-B5AC-4C7C8165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ADFDC4-2F09-43DB-AD62-6EB84701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1FA16C-94B5-481E-9C2B-75EFCAE7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010BBF-9162-44B2-8579-F2A44A18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7F8BF-9164-4452-868C-C630BDA3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A37851-A959-45DC-BB89-BFB8E944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39AC11-3FBD-4EEE-9ECE-A68585E3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3BCC54-72C8-4228-B695-4D897CC6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B301D7-67E9-4BAC-9D13-41700978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7A7C63-9372-4AF4-AE58-E0D495D8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clients and servers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8521293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A9A0EB-48C4-4071-9BEA-1E8BF539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999D8-242C-4829-8061-7D6102E4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DBFED-0B90-4A97-A832-E10F13CB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252F1-FE28-468D-AF1A-EAAC33EB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11025-75AF-47A5-845C-B4A35D81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Display lists: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32E18-1C8D-44B8-B3E8-5ED31EAF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D1ECD-4C00-4093-8861-3F750AC0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6C1B6-BB8C-4BC6-A80E-CF5F9F88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610A3-2A4A-4B69-8C08-F9503777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69572-7EF7-41A3-80F5-BACDC8CB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CAF2B-26CC-43D1-9318-09A0D907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Display lists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CAB01-57B7-4688-B596-3A4F66D1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81D1E-49ED-49CD-96C7-7430BE61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B6B8F-3782-47E4-A991-DEF743DE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110CA-B694-44A7-8A6A-62F534F0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D2592-575D-440D-BB1E-5B356F57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6C770-A043-479A-8FD6-968000A8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3EEA5-7775-4FD1-9F36-EC306396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E7E527-4BBF-42D1-A576-57DC1DD4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E1DA0-447E-4AA1-BC33-B57595A6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70B28-9ECA-4EC7-AA84-BF457E15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188797133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2F5A9D-8F0F-405F-82A3-6B142CE0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7DB1F-7D2B-425B-8CA0-92CDB27C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AA2E8-AA42-49AB-9D06-B0E632BE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0C6C6-3A5F-4CE0-B925-649AEA91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07B26-397C-4781-BCBB-22C5ABD5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Display lists and modeling: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47FA7-D519-4C68-B430-C60E4FB9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2F14E-CFD6-40D5-9CB6-FA07F38F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0118A-A9A7-4E46-A793-62B38A01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FE6A6-E22F-4AAE-BA91-0CDD7818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C26FD-C861-459C-AFA4-4DD5D1EF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BA03C-3463-419B-9302-0CB552CD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966D6-445C-4EF9-A609-52046D81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F4AFE-54DB-45BA-9BF9-880F32DE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B1211-0C4F-4F21-883B-BE80C46D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E1A6B-CB82-4628-9C70-6DF5482C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CAF31-38AB-46B1-9780-E0AC4134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A1E34-18AB-4877-95D5-E1A352E6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1547E-152A-446F-919F-6648DB33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DD4E0-FA1F-4F6F-A400-2BBD7E21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9DF49-9638-4637-B21F-ABFE1C55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06F00-43E3-4A00-B790-21C0CAE2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155F0-EC4A-48D6-9799-32D245B2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36CF2-9DF2-462F-9B21-C7F5C6FD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5234CC-45F3-493D-9E92-E735BAC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BAC119-9405-469C-BA8A-DACC42F6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173B87-61F2-4D9F-840E-65595553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DFEBC6-67BD-44C1-A094-8B533E9D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DE0DE-DD95-46C3-AC87-2391E517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246C0D-1383-477C-AA2B-150BA8E2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22430057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7A8042-47A3-4FF3-B725-07BF9C58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96F26-926C-473B-BC72-84DADA5B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7EBC4-B07A-49FC-A8CA-270C484A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FB44A-0146-414A-991A-E67A2E7E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70422-7DE4-4CAF-9D61-8AAA15AB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Event driven input vs Menus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ED0D3-CEFD-4CA8-812A-B7F06FFA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5AEDF-3201-48A8-ADCD-306673A7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4E72D-34F9-4E9D-B306-B98BC0D3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Event driven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A018A-8499-46E7-A70C-C6A8877E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Menus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DFCAC-4389-4AF7-8A5B-7E43EFF9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25942-D02A-4EC4-BFF3-937E4F75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844AE-41AB-4003-A858-27E526BF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D5211-FC5F-41C7-9AB2-18206920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59E3D-661F-4537-A132-00D3576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7C944-2DF2-4D89-AE4F-D7544BAD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D7BC4-FE41-4183-A151-AF2F06A3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6C64D-991B-46EE-944F-E1D7D35B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CF34E-9BE9-4331-9EB6-D0C76015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A9B64F-613A-4F53-99A1-5B6C24BF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2197F-25C9-4C98-891D-B7E8804B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AB265-6645-4A72-A0F6-D6D6886E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03EE66-5C27-46CD-B6D6-02FED0E9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B179A3-31C0-4641-99A9-E230BC01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77EE5A-4E81-4B36-97B0-21BCE4D8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9B9A5A-9A00-4F61-802B-7D5A264D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42828884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33A05D-AD60-4A82-90FA-7693493B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E119E-96CF-495F-B22E-8C719251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89283-0F8E-4AD8-A380-73B1847E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1601E-FB17-4B14-94A5-3B95A358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E830E-EEAF-4D1C-9431-DB3B95C6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Menus: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48A65-291D-48F9-889E-F8ED1848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CF3D3-9E15-407F-9E5A-4AF8C432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97DE4-E42B-4556-9DF1-04DC2502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A1579-785F-4AC6-9F2C-F6318520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2F519-00DC-4B4E-83D3-473A705B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7FB27-D1AC-4B08-84A3-51A78233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195BA-BDA6-42C7-9481-029A2E85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2F7A3-5F9C-4642-80E0-81769830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3EC26-6803-468A-9E0A-109F98F5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A8136-2165-4913-A94A-8E31A947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89965-4372-4F04-B7D8-97E91609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D3D38-7320-4049-9EC1-EC18289C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76F72-21DD-4942-A0BC-3E8009AB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6C374-BE32-4C91-92D5-23A1917C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2FF78-8C08-4F79-8D6D-69DC877F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4F216-0FFE-4BF7-89C1-80FA9769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6F2DD-FDED-45F2-9868-175365F8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1BB46-C675-44A5-B88E-BE39A4B1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823FD8-30F6-47AE-80AB-FE941590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88BDCE-98DB-46AF-BDDD-10DB0DEB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6E2665-8A78-453D-AEF2-497D474A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9EA1AE-AACC-4011-8244-9E2332B3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E27DC6-9AAF-4FCF-90F7-AE83E95B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CBAA50-9A19-4C90-BFE6-4C57FA0B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785D0B-9CED-4B6B-8448-BB1A2585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FB1531-861B-4037-8E6A-EF8506EE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menus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5028967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17426-7B66-4C0F-80E7-69368479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6C73A-E981-4FF6-B643-01380380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2: Input and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59FC9-36D1-4F3A-AEA0-951A525A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359C9-C7CE-4418-A448-E9DD1A49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761FD-0173-4C90-A161-9E6D0833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1F662-D5C9-41C2-912E-DE129C6B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828"/>
                </a:solidFill>
              </a:defRPr>
            </a:pPr>
            <a:r>
              <a:rPr sz="2025" b="0">
                <a:solidFill>
                  <a:srgbClr val="101828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0AB15-EF33-46AE-A9DD-B9A83312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22D0F-4FB3-4F3A-982D-24C158E0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6A5E3-D75D-45F6-93A0-6CAA53BF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8D4CC-9B1E-4ECC-812D-403D7BB9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9DAEB-D72F-46C4-9CF9-2B6B87BE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19B31-243C-47CE-A3EA-EBE45371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371384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2026-08-24T06:04:44.5560000Z</dcterms:created>
  <dcterms:modified xsi:type="dcterms:W3CDTF">2026-08-24T06:04:44.5560000Z</dcterms:modified>
</coreProperties>
</file>