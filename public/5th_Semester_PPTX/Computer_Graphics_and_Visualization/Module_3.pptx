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bd39c7169a4755" /><Relationship Type="http://schemas.openxmlformats.org/officeDocument/2006/relationships/extended-properties" Target="/docProps/app.xml" Id="R7b29432ecf6f4b40" /><Relationship Type="http://schemas.openxmlformats.org/officeDocument/2006/relationships/officeDocument" Target="/ppt/presentation.xml" Id="R471e274f694f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e6d963e394afb"/>
  </p:sldMasterIdLst>
  <p:notesMasterIdLst>
    <p:notesMasterId xmlns:r="http://schemas.openxmlformats.org/officeDocument/2006/relationships" r:id="Rbc8a491d9a4b4c0b"/>
  </p:notesMasterIdLst>
  <p:sldIdLst>
    <p:sldId xmlns:r="http://schemas.openxmlformats.org/officeDocument/2006/relationships" id="256" r:id="R96975705a2ce4d21"/>
    <p:sldId xmlns:r="http://schemas.openxmlformats.org/officeDocument/2006/relationships" id="257" r:id="Rc9f9be50d5df4e01"/>
    <p:sldId xmlns:r="http://schemas.openxmlformats.org/officeDocument/2006/relationships" id="258" r:id="R527376f7a28a486e"/>
    <p:sldId xmlns:r="http://schemas.openxmlformats.org/officeDocument/2006/relationships" id="259" r:id="R15191b9def9e4950"/>
    <p:sldId xmlns:r="http://schemas.openxmlformats.org/officeDocument/2006/relationships" id="260" r:id="R3373120a83be4e61"/>
    <p:sldId xmlns:r="http://schemas.openxmlformats.org/officeDocument/2006/relationships" id="261" r:id="R2488aacb61534705"/>
    <p:sldId xmlns:r="http://schemas.openxmlformats.org/officeDocument/2006/relationships" id="262" r:id="R1bf7714b818d4b0c"/>
    <p:sldId xmlns:r="http://schemas.openxmlformats.org/officeDocument/2006/relationships" id="263" r:id="R17cb4ddc8bee421e"/>
    <p:sldId xmlns:r="http://schemas.openxmlformats.org/officeDocument/2006/relationships" id="264" r:id="Rd2d115b96dfb4036"/>
    <p:sldId xmlns:r="http://schemas.openxmlformats.org/officeDocument/2006/relationships" id="265" r:id="Rbe42a7d15fed4ef9"/>
    <p:sldId xmlns:r="http://schemas.openxmlformats.org/officeDocument/2006/relationships" id="266" r:id="R81ce16f916d74e41"/>
    <p:sldId xmlns:r="http://schemas.openxmlformats.org/officeDocument/2006/relationships" id="267" r:id="R6f142a6b8a544c68"/>
    <p:sldId xmlns:r="http://schemas.openxmlformats.org/officeDocument/2006/relationships" id="268" r:id="R9a8581493d6a46b7"/>
    <p:sldId xmlns:r="http://schemas.openxmlformats.org/officeDocument/2006/relationships" id="269" r:id="Rf898a221b5d04ed2"/>
    <p:sldId xmlns:r="http://schemas.openxmlformats.org/officeDocument/2006/relationships" id="270" r:id="Rf0f07c2979b049c9"/>
    <p:sldId xmlns:r="http://schemas.openxmlformats.org/officeDocument/2006/relationships" id="271" r:id="R62f3c9319d94436e"/>
    <p:sldId xmlns:r="http://schemas.openxmlformats.org/officeDocument/2006/relationships" id="272" r:id="R7fc115d6fce2443d"/>
    <p:sldId xmlns:r="http://schemas.openxmlformats.org/officeDocument/2006/relationships" id="273" r:id="Rcc331e73dfe54b40"/>
    <p:sldId xmlns:r="http://schemas.openxmlformats.org/officeDocument/2006/relationships" id="274" r:id="R9fdef741b43943ed"/>
    <p:sldId xmlns:r="http://schemas.openxmlformats.org/officeDocument/2006/relationships" id="275" r:id="R69a1437b3bde4667"/>
    <p:sldId xmlns:r="http://schemas.openxmlformats.org/officeDocument/2006/relationships" id="276" r:id="R4995adebf1c546f3"/>
    <p:sldId xmlns:r="http://schemas.openxmlformats.org/officeDocument/2006/relationships" id="277" r:id="R77ff07416f774b1f"/>
    <p:sldId xmlns:r="http://schemas.openxmlformats.org/officeDocument/2006/relationships" id="278" r:id="R128284ab4dcf40e2"/>
    <p:sldId xmlns:r="http://schemas.openxmlformats.org/officeDocument/2006/relationships" id="279" r:id="R8176e81bb26f4e7b"/>
    <p:sldId xmlns:r="http://schemas.openxmlformats.org/officeDocument/2006/relationships" id="280" r:id="R852bd3734c2f4bfc"/>
    <p:sldId xmlns:r="http://schemas.openxmlformats.org/officeDocument/2006/relationships" id="281" r:id="R6c0f926e260942f4"/>
    <p:sldId xmlns:r="http://schemas.openxmlformats.org/officeDocument/2006/relationships" id="282" r:id="R9973fc5cb0f24f6b"/>
    <p:sldId xmlns:r="http://schemas.openxmlformats.org/officeDocument/2006/relationships" id="283" r:id="R90c6c0048f504133"/>
    <p:sldId xmlns:r="http://schemas.openxmlformats.org/officeDocument/2006/relationships" id="284" r:id="Rc3ab1145176d43ad"/>
    <p:sldId xmlns:r="http://schemas.openxmlformats.org/officeDocument/2006/relationships" id="285" r:id="Reec821ea94304c1c"/>
    <p:sldId xmlns:r="http://schemas.openxmlformats.org/officeDocument/2006/relationships" id="286" r:id="R3af0226f4df54ce3"/>
    <p:sldId xmlns:r="http://schemas.openxmlformats.org/officeDocument/2006/relationships" id="287" r:id="Ra640ba274da944b5"/>
    <p:sldId xmlns:r="http://schemas.openxmlformats.org/officeDocument/2006/relationships" id="288" r:id="R95137aef89934d3b"/>
    <p:sldId xmlns:r="http://schemas.openxmlformats.org/officeDocument/2006/relationships" id="289" r:id="Ra1c77cdbf6294605"/>
    <p:sldId xmlns:r="http://schemas.openxmlformats.org/officeDocument/2006/relationships" id="290" r:id="Rcc5fc1aeea31450b"/>
    <p:sldId xmlns:r="http://schemas.openxmlformats.org/officeDocument/2006/relationships" id="291" r:id="R45d3b7bacd7d4e6c"/>
    <p:sldId xmlns:r="http://schemas.openxmlformats.org/officeDocument/2006/relationships" id="292" r:id="R2b2a896645cb451c"/>
    <p:sldId xmlns:r="http://schemas.openxmlformats.org/officeDocument/2006/relationships" id="293" r:id="Re4f41347915e47f9"/>
    <p:sldId xmlns:r="http://schemas.openxmlformats.org/officeDocument/2006/relationships" id="294" r:id="R7ac75b61b5a445d9"/>
    <p:sldId xmlns:r="http://schemas.openxmlformats.org/officeDocument/2006/relationships" id="295" r:id="R6a62b79aec1348ec"/>
    <p:sldId xmlns:r="http://schemas.openxmlformats.org/officeDocument/2006/relationships" id="296" r:id="R79ab13afad064508"/>
    <p:sldId xmlns:r="http://schemas.openxmlformats.org/officeDocument/2006/relationships" id="297" r:id="R3104bf48abef49cd"/>
    <p:sldId xmlns:r="http://schemas.openxmlformats.org/officeDocument/2006/relationships" id="298" r:id="R8640e82e20094821"/>
    <p:sldId xmlns:r="http://schemas.openxmlformats.org/officeDocument/2006/relationships" id="299" r:id="Refd1ebad9a264475"/>
    <p:sldId xmlns:r="http://schemas.openxmlformats.org/officeDocument/2006/relationships" id="300" r:id="R77388eca06e44924"/>
    <p:sldId xmlns:r="http://schemas.openxmlformats.org/officeDocument/2006/relationships" id="301" r:id="R2493799c93d048f2"/>
    <p:sldId xmlns:r="http://schemas.openxmlformats.org/officeDocument/2006/relationships" id="302" r:id="R353e7f8de8fa4997"/>
    <p:sldId xmlns:r="http://schemas.openxmlformats.org/officeDocument/2006/relationships" id="303" r:id="R5ccd0780441e4dab"/>
    <p:sldId xmlns:r="http://schemas.openxmlformats.org/officeDocument/2006/relationships" id="304" r:id="Rcd0e1677a37d48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f260e96124066" /><Relationship Type="http://schemas.openxmlformats.org/officeDocument/2006/relationships/slideMaster" Target="/ppt/slideMasters/slideMaster1.xml" Id="Rbcde6d963e394afb" /><Relationship Type="http://schemas.openxmlformats.org/officeDocument/2006/relationships/notesMaster" Target="/ppt/notesMasters/notesMaster1.xml" Id="Rbc8a491d9a4b4c0b" /><Relationship Type="http://schemas.openxmlformats.org/officeDocument/2006/relationships/presProps" Target="/ppt/presProps.xml" Id="Rdd3eebadff1f4c8c" /><Relationship Type="http://schemas.openxmlformats.org/officeDocument/2006/relationships/tableStyles" Target="/ppt/tableStyles.xml" Id="Rfc6a3759f6bc442a" /><Relationship Type="http://schemas.openxmlformats.org/officeDocument/2006/relationships/slide" Target="/ppt/slides/slide1.xml" Id="R96975705a2ce4d21" /><Relationship Type="http://schemas.openxmlformats.org/officeDocument/2006/relationships/slide" Target="/ppt/slides/slide2.xml" Id="Rc9f9be50d5df4e01" /><Relationship Type="http://schemas.openxmlformats.org/officeDocument/2006/relationships/slide" Target="/ppt/slides/slide3.xml" Id="R527376f7a28a486e" /><Relationship Type="http://schemas.openxmlformats.org/officeDocument/2006/relationships/slide" Target="/ppt/slides/slide4.xml" Id="R15191b9def9e4950" /><Relationship Type="http://schemas.openxmlformats.org/officeDocument/2006/relationships/slide" Target="/ppt/slides/slide5.xml" Id="R3373120a83be4e61" /><Relationship Type="http://schemas.openxmlformats.org/officeDocument/2006/relationships/slide" Target="/ppt/slides/slide6.xml" Id="R2488aacb61534705" /><Relationship Type="http://schemas.openxmlformats.org/officeDocument/2006/relationships/slide" Target="/ppt/slides/slide7.xml" Id="R1bf7714b818d4b0c" /><Relationship Type="http://schemas.openxmlformats.org/officeDocument/2006/relationships/slide" Target="/ppt/slides/slide8.xml" Id="R17cb4ddc8bee421e" /><Relationship Type="http://schemas.openxmlformats.org/officeDocument/2006/relationships/slide" Target="/ppt/slides/slide9.xml" Id="Rd2d115b96dfb4036" /><Relationship Type="http://schemas.openxmlformats.org/officeDocument/2006/relationships/slide" Target="/ppt/slides/slide10.xml" Id="Rbe42a7d15fed4ef9" /><Relationship Type="http://schemas.openxmlformats.org/officeDocument/2006/relationships/slide" Target="/ppt/slides/slide11.xml" Id="R81ce16f916d74e41" /><Relationship Type="http://schemas.openxmlformats.org/officeDocument/2006/relationships/slide" Target="/ppt/slides/slide12.xml" Id="R6f142a6b8a544c68" /><Relationship Type="http://schemas.openxmlformats.org/officeDocument/2006/relationships/slide" Target="/ppt/slides/slide13.xml" Id="R9a8581493d6a46b7" /><Relationship Type="http://schemas.openxmlformats.org/officeDocument/2006/relationships/slide" Target="/ppt/slides/slide14.xml" Id="Rf898a221b5d04ed2" /><Relationship Type="http://schemas.openxmlformats.org/officeDocument/2006/relationships/slide" Target="/ppt/slides/slide15.xml" Id="Rf0f07c2979b049c9" /><Relationship Type="http://schemas.openxmlformats.org/officeDocument/2006/relationships/slide" Target="/ppt/slides/slide16.xml" Id="R62f3c9319d94436e" /><Relationship Type="http://schemas.openxmlformats.org/officeDocument/2006/relationships/slide" Target="/ppt/slides/slide17.xml" Id="R7fc115d6fce2443d" /><Relationship Type="http://schemas.openxmlformats.org/officeDocument/2006/relationships/slide" Target="/ppt/slides/slide18.xml" Id="Rcc331e73dfe54b40" /><Relationship Type="http://schemas.openxmlformats.org/officeDocument/2006/relationships/slide" Target="/ppt/slides/slide19.xml" Id="R9fdef741b43943ed" /><Relationship Type="http://schemas.openxmlformats.org/officeDocument/2006/relationships/slide" Target="/ppt/slides/slide20.xml" Id="R69a1437b3bde4667" /><Relationship Type="http://schemas.openxmlformats.org/officeDocument/2006/relationships/slide" Target="/ppt/slides/slide21.xml" Id="R4995adebf1c546f3" /><Relationship Type="http://schemas.openxmlformats.org/officeDocument/2006/relationships/slide" Target="/ppt/slides/slide22.xml" Id="R77ff07416f774b1f" /><Relationship Type="http://schemas.openxmlformats.org/officeDocument/2006/relationships/slide" Target="/ppt/slides/slide23.xml" Id="R128284ab4dcf40e2" /><Relationship Type="http://schemas.openxmlformats.org/officeDocument/2006/relationships/slide" Target="/ppt/slides/slide24.xml" Id="R8176e81bb26f4e7b" /><Relationship Type="http://schemas.openxmlformats.org/officeDocument/2006/relationships/slide" Target="/ppt/slides/slide25.xml" Id="R852bd3734c2f4bfc" /><Relationship Type="http://schemas.openxmlformats.org/officeDocument/2006/relationships/slide" Target="/ppt/slides/slide26.xml" Id="R6c0f926e260942f4" /><Relationship Type="http://schemas.openxmlformats.org/officeDocument/2006/relationships/slide" Target="/ppt/slides/slide27.xml" Id="R9973fc5cb0f24f6b" /><Relationship Type="http://schemas.openxmlformats.org/officeDocument/2006/relationships/slide" Target="/ppt/slides/slide28.xml" Id="R90c6c0048f504133" /><Relationship Type="http://schemas.openxmlformats.org/officeDocument/2006/relationships/slide" Target="/ppt/slides/slide29.xml" Id="Rc3ab1145176d43ad" /><Relationship Type="http://schemas.openxmlformats.org/officeDocument/2006/relationships/slide" Target="/ppt/slides/slide30.xml" Id="Reec821ea94304c1c" /><Relationship Type="http://schemas.openxmlformats.org/officeDocument/2006/relationships/slide" Target="/ppt/slides/slide31.xml" Id="R3af0226f4df54ce3" /><Relationship Type="http://schemas.openxmlformats.org/officeDocument/2006/relationships/slide" Target="/ppt/slides/slide32.xml" Id="Ra640ba274da944b5" /><Relationship Type="http://schemas.openxmlformats.org/officeDocument/2006/relationships/slide" Target="/ppt/slides/slide33.xml" Id="R95137aef89934d3b" /><Relationship Type="http://schemas.openxmlformats.org/officeDocument/2006/relationships/slide" Target="/ppt/slides/slide34.xml" Id="Ra1c77cdbf6294605" /><Relationship Type="http://schemas.openxmlformats.org/officeDocument/2006/relationships/slide" Target="/ppt/slides/slide35.xml" Id="Rcc5fc1aeea31450b" /><Relationship Type="http://schemas.openxmlformats.org/officeDocument/2006/relationships/slide" Target="/ppt/slides/slide36.xml" Id="R45d3b7bacd7d4e6c" /><Relationship Type="http://schemas.openxmlformats.org/officeDocument/2006/relationships/slide" Target="/ppt/slides/slide37.xml" Id="R2b2a896645cb451c" /><Relationship Type="http://schemas.openxmlformats.org/officeDocument/2006/relationships/slide" Target="/ppt/slides/slide38.xml" Id="Re4f41347915e47f9" /><Relationship Type="http://schemas.openxmlformats.org/officeDocument/2006/relationships/slide" Target="/ppt/slides/slide39.xml" Id="R7ac75b61b5a445d9" /><Relationship Type="http://schemas.openxmlformats.org/officeDocument/2006/relationships/slide" Target="/ppt/slides/slide40.xml" Id="R6a62b79aec1348ec" /><Relationship Type="http://schemas.openxmlformats.org/officeDocument/2006/relationships/slide" Target="/ppt/slides/slide41.xml" Id="R79ab13afad064508" /><Relationship Type="http://schemas.openxmlformats.org/officeDocument/2006/relationships/slide" Target="/ppt/slides/slide42.xml" Id="R3104bf48abef49cd" /><Relationship Type="http://schemas.openxmlformats.org/officeDocument/2006/relationships/slide" Target="/ppt/slides/slide43.xml" Id="R8640e82e20094821" /><Relationship Type="http://schemas.openxmlformats.org/officeDocument/2006/relationships/slide" Target="/ppt/slides/slide44.xml" Id="Refd1ebad9a264475" /><Relationship Type="http://schemas.openxmlformats.org/officeDocument/2006/relationships/slide" Target="/ppt/slides/slide45.xml" Id="R77388eca06e44924" /><Relationship Type="http://schemas.openxmlformats.org/officeDocument/2006/relationships/slide" Target="/ppt/slides/slide46.xml" Id="R2493799c93d048f2" /><Relationship Type="http://schemas.openxmlformats.org/officeDocument/2006/relationships/slide" Target="/ppt/slides/slide47.xml" Id="R353e7f8de8fa4997" /><Relationship Type="http://schemas.openxmlformats.org/officeDocument/2006/relationships/slide" Target="/ppt/slides/slide48.xml" Id="R5ccd0780441e4dab" /><Relationship Type="http://schemas.openxmlformats.org/officeDocument/2006/relationships/slide" Target="/ppt/slides/slide49.xml" Id="Rcd0e1677a37d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b67df5e35c42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719f966694336" /><Relationship Type="http://schemas.openxmlformats.org/officeDocument/2006/relationships/notesMaster" Target="/ppt/notesMasters/notesMaster1.xml" Id="Re67ed81f81404a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a79fb10e54b86" /><Relationship Type="http://schemas.openxmlformats.org/officeDocument/2006/relationships/notesMaster" Target="/ppt/notesMasters/notesMaster1.xml" Id="Rab2454525a904a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26738e5d5e4b08" /><Relationship Type="http://schemas.openxmlformats.org/officeDocument/2006/relationships/notesMaster" Target="/ppt/notesMasters/notesMaster1.xml" Id="R602df769465f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d47e9202094262" /><Relationship Type="http://schemas.openxmlformats.org/officeDocument/2006/relationships/notesMaster" Target="/ppt/notesMasters/notesMaster1.xml" Id="R15b36f371e9242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836e48a74d4531" /><Relationship Type="http://schemas.openxmlformats.org/officeDocument/2006/relationships/notesMaster" Target="/ppt/notesMasters/notesMaster1.xml" Id="R4459b86e715848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2d8ce962f94232" /><Relationship Type="http://schemas.openxmlformats.org/officeDocument/2006/relationships/notesMaster" Target="/ppt/notesMasters/notesMaster1.xml" Id="R5fe973be847045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dcdb75e9f4acf" /><Relationship Type="http://schemas.openxmlformats.org/officeDocument/2006/relationships/notesMaster" Target="/ppt/notesMasters/notesMaster1.xml" Id="R596d2f400b0341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06f639627426b" /><Relationship Type="http://schemas.openxmlformats.org/officeDocument/2006/relationships/notesMaster" Target="/ppt/notesMasters/notesMaster1.xml" Id="R3a679ef8e22b40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354043cb2241e5" /><Relationship Type="http://schemas.openxmlformats.org/officeDocument/2006/relationships/notesMaster" Target="/ppt/notesMasters/notesMaster1.xml" Id="Rc83cfb6d20d54d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d13b2e5a994761" /><Relationship Type="http://schemas.openxmlformats.org/officeDocument/2006/relationships/notesMaster" Target="/ppt/notesMasters/notesMaster1.xml" Id="R9a639c24896849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7a94d5f5043e5" /><Relationship Type="http://schemas.openxmlformats.org/officeDocument/2006/relationships/notesMaster" Target="/ppt/notesMasters/notesMaster1.xml" Id="Rdfaa2214545f49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15d7b3740a44ef" /><Relationship Type="http://schemas.openxmlformats.org/officeDocument/2006/relationships/notesMaster" Target="/ppt/notesMasters/notesMaster1.xml" Id="R2b511afec4d445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8a657d1e6249cb" /><Relationship Type="http://schemas.openxmlformats.org/officeDocument/2006/relationships/notesMaster" Target="/ppt/notesMasters/notesMaster1.xml" Id="Rd012e6a9a03a4c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24f80d81ed4e44" /><Relationship Type="http://schemas.openxmlformats.org/officeDocument/2006/relationships/notesMaster" Target="/ppt/notesMasters/notesMaster1.xml" Id="R2d170a7f083a47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89b32fce4343bf" /><Relationship Type="http://schemas.openxmlformats.org/officeDocument/2006/relationships/notesMaster" Target="/ppt/notesMasters/notesMaster1.xml" Id="R02fc8260cb7345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891942d60b485d" /><Relationship Type="http://schemas.openxmlformats.org/officeDocument/2006/relationships/notesMaster" Target="/ppt/notesMasters/notesMaster1.xml" Id="R298f0658655f40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08962309bf4a6f" /><Relationship Type="http://schemas.openxmlformats.org/officeDocument/2006/relationships/notesMaster" Target="/ppt/notesMasters/notesMaster1.xml" Id="Re6939e582cdf43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56445dc8964e6f" /><Relationship Type="http://schemas.openxmlformats.org/officeDocument/2006/relationships/notesMaster" Target="/ppt/notesMasters/notesMaster1.xml" Id="R904689a30fe54b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b8b264a4fe4448" /><Relationship Type="http://schemas.openxmlformats.org/officeDocument/2006/relationships/notesMaster" Target="/ppt/notesMasters/notesMaster1.xml" Id="Rb74fa453671949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b144ae7cf949cc" /><Relationship Type="http://schemas.openxmlformats.org/officeDocument/2006/relationships/notesMaster" Target="/ppt/notesMasters/notesMaster1.xml" Id="Rdb3b14c7aeb141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c70d6fa4024b5a" /><Relationship Type="http://schemas.openxmlformats.org/officeDocument/2006/relationships/notesMaster" Target="/ppt/notesMasters/notesMaster1.xml" Id="R39fb0e72785345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eda49a949f4d2d" /><Relationship Type="http://schemas.openxmlformats.org/officeDocument/2006/relationships/notesMaster" Target="/ppt/notesMasters/notesMaster1.xml" Id="Rbbaba75e5ac049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370f2552df47fc" /><Relationship Type="http://schemas.openxmlformats.org/officeDocument/2006/relationships/notesMaster" Target="/ppt/notesMasters/notesMaster1.xml" Id="Rad43dae1f3f442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30da1fb6ca410b" /><Relationship Type="http://schemas.openxmlformats.org/officeDocument/2006/relationships/notesMaster" Target="/ppt/notesMasters/notesMaster1.xml" Id="R51b66a3848e147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0e9499f9cf41d1" /><Relationship Type="http://schemas.openxmlformats.org/officeDocument/2006/relationships/notesMaster" Target="/ppt/notesMasters/notesMaster1.xml" Id="Rcc710988e54c45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770979c4524f26" /><Relationship Type="http://schemas.openxmlformats.org/officeDocument/2006/relationships/notesMaster" Target="/ppt/notesMasters/notesMaster1.xml" Id="Rb1ef4f88e3ee47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7c8968a73d043b2" /><Relationship Type="http://schemas.openxmlformats.org/officeDocument/2006/relationships/notesMaster" Target="/ppt/notesMasters/notesMaster1.xml" Id="Rfe9494ccd0454fb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e9f04a3f364ce0" /><Relationship Type="http://schemas.openxmlformats.org/officeDocument/2006/relationships/notesMaster" Target="/ppt/notesMasters/notesMaster1.xml" Id="R6fca8cc4d9ad48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1934385d9c4a44" /><Relationship Type="http://schemas.openxmlformats.org/officeDocument/2006/relationships/notesMaster" Target="/ppt/notesMasters/notesMaster1.xml" Id="R2397049ea53e4c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dc78960054d4a4f" /><Relationship Type="http://schemas.openxmlformats.org/officeDocument/2006/relationships/notesMaster" Target="/ppt/notesMasters/notesMaster1.xml" Id="Rb26462093df949d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0f7f7d4abb455c" /><Relationship Type="http://schemas.openxmlformats.org/officeDocument/2006/relationships/notesMaster" Target="/ppt/notesMasters/notesMaster1.xml" Id="Rb72d8cd38e004e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7034b7e4d514afe" /><Relationship Type="http://schemas.openxmlformats.org/officeDocument/2006/relationships/notesMaster" Target="/ppt/notesMasters/notesMaster1.xml" Id="R8428c162c9e3431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d2b74ef43924efa" /><Relationship Type="http://schemas.openxmlformats.org/officeDocument/2006/relationships/notesMaster" Target="/ppt/notesMasters/notesMaster1.xml" Id="R66245d944cfe4db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f03a8d38714f7a" /><Relationship Type="http://schemas.openxmlformats.org/officeDocument/2006/relationships/notesMaster" Target="/ppt/notesMasters/notesMaster1.xml" Id="R305e10d4b21a43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fb294880f74392" /><Relationship Type="http://schemas.openxmlformats.org/officeDocument/2006/relationships/notesMaster" Target="/ppt/notesMasters/notesMaster1.xml" Id="R21baf61e8b1e43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f8cc71fa8d44f7f" /><Relationship Type="http://schemas.openxmlformats.org/officeDocument/2006/relationships/notesMaster" Target="/ppt/notesMasters/notesMaster1.xml" Id="R5bfab6e7572b490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ce91ee92b8e4e7f" /><Relationship Type="http://schemas.openxmlformats.org/officeDocument/2006/relationships/notesMaster" Target="/ppt/notesMasters/notesMaster1.xml" Id="Rff17dd3519f242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0ebfd0a8cc946b2" /><Relationship Type="http://schemas.openxmlformats.org/officeDocument/2006/relationships/notesMaster" Target="/ppt/notesMasters/notesMaster1.xml" Id="R03eb59a26451488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6c95e8539e54365" /><Relationship Type="http://schemas.openxmlformats.org/officeDocument/2006/relationships/notesMaster" Target="/ppt/notesMasters/notesMaster1.xml" Id="R2e4f74c2874c490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4768501b3f54adb" /><Relationship Type="http://schemas.openxmlformats.org/officeDocument/2006/relationships/notesMaster" Target="/ppt/notesMasters/notesMaster1.xml" Id="R3e5722302003443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cb7be283ff4fa1" /><Relationship Type="http://schemas.openxmlformats.org/officeDocument/2006/relationships/notesMaster" Target="/ppt/notesMasters/notesMaster1.xml" Id="Rcbdfc8958778431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0a6dd50ee4345a5" /><Relationship Type="http://schemas.openxmlformats.org/officeDocument/2006/relationships/notesMaster" Target="/ppt/notesMasters/notesMaster1.xml" Id="Rcc39c405eec740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7dafd2ca3434d1e" /><Relationship Type="http://schemas.openxmlformats.org/officeDocument/2006/relationships/notesMaster" Target="/ppt/notesMasters/notesMaster1.xml" Id="R91bec36468334de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3f08f3a80a64cca" /><Relationship Type="http://schemas.openxmlformats.org/officeDocument/2006/relationships/notesMaster" Target="/ppt/notesMasters/notesMaster1.xml" Id="R00809d54b115475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6d1e9e3925e48c1" /><Relationship Type="http://schemas.openxmlformats.org/officeDocument/2006/relationships/notesMaster" Target="/ppt/notesMasters/notesMaster1.xml" Id="R4b17936b431341a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e947300298145be" /><Relationship Type="http://schemas.openxmlformats.org/officeDocument/2006/relationships/notesMaster" Target="/ppt/notesMasters/notesMaster1.xml" Id="R13b0cbce452c42c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56be8388a674dd8" /><Relationship Type="http://schemas.openxmlformats.org/officeDocument/2006/relationships/notesMaster" Target="/ppt/notesMasters/notesMaster1.xml" Id="R721289ec2d9841b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ec9f32fa2ca413a" /><Relationship Type="http://schemas.openxmlformats.org/officeDocument/2006/relationships/notesMaster" Target="/ppt/notesMasters/notesMaster1.xml" Id="R635a146b9f17480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21beacc8e8b44a8" /><Relationship Type="http://schemas.openxmlformats.org/officeDocument/2006/relationships/notesMaster" Target="/ppt/notesMasters/notesMaster1.xml" Id="R328337c10f1441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f4e56eb494f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7f9407c184ecd" /><Relationship Type="http://schemas.openxmlformats.org/officeDocument/2006/relationships/slideLayout" Target="/ppt/slideLayouts/slideLayout1.xml" Id="Rb9b812115d7a42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b812115d7a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32a16f6ed46b0" /><Relationship Type="http://schemas.openxmlformats.org/officeDocument/2006/relationships/notesSlide" Target="/ppt/notesSlides/notesSlide1.xml" Id="Rad266406a8414c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0716218a84d70" /><Relationship Type="http://schemas.openxmlformats.org/officeDocument/2006/relationships/notesSlide" Target="/ppt/notesSlides/notesSlide2.xml" Id="R23c621c68eaa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12814e14b4213" /><Relationship Type="http://schemas.openxmlformats.org/officeDocument/2006/relationships/notesSlide" Target="/ppt/notesSlides/notesSlide3.xml" Id="Re42aed9881c7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cc685fd834c84" /><Relationship Type="http://schemas.openxmlformats.org/officeDocument/2006/relationships/notesSlide" Target="/ppt/notesSlides/notesSlide4.xml" Id="R7101e9c8addd44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f5ff1407340df" /><Relationship Type="http://schemas.openxmlformats.org/officeDocument/2006/relationships/notesSlide" Target="/ppt/notesSlides/notesSlide5.xml" Id="Rdf6cd99b43bf44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b626903c247ef" /><Relationship Type="http://schemas.openxmlformats.org/officeDocument/2006/relationships/notesSlide" Target="/ppt/notesSlides/notesSlide6.xml" Id="R65cf9ac1a29b41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c530e422341cd" /><Relationship Type="http://schemas.openxmlformats.org/officeDocument/2006/relationships/notesSlide" Target="/ppt/notesSlides/notesSlide7.xml" Id="Rc70564610fb544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8ddbe96b94bcd" /><Relationship Type="http://schemas.openxmlformats.org/officeDocument/2006/relationships/notesSlide" Target="/ppt/notesSlides/notesSlide8.xml" Id="Re758a9df99474c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a92670ba43aa" /><Relationship Type="http://schemas.openxmlformats.org/officeDocument/2006/relationships/notesSlide" Target="/ppt/notesSlides/notesSlide9.xml" Id="R0bfa8c207808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3b4a2ee26472d" /><Relationship Type="http://schemas.openxmlformats.org/officeDocument/2006/relationships/notesSlide" Target="/ppt/notesSlides/notesSlide10.xml" Id="R452f621570fc49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7b88082e4836" /><Relationship Type="http://schemas.openxmlformats.org/officeDocument/2006/relationships/notesSlide" Target="/ppt/notesSlides/notesSlide11.xml" Id="Rd9643783bf6f4a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c0a2c2456463b" /><Relationship Type="http://schemas.openxmlformats.org/officeDocument/2006/relationships/notesSlide" Target="/ppt/notesSlides/notesSlide12.xml" Id="R540d81888f6141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1327eb7c74722" /><Relationship Type="http://schemas.openxmlformats.org/officeDocument/2006/relationships/notesSlide" Target="/ppt/notesSlides/notesSlide13.xml" Id="R14460436d01648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a21551e9c4665" /><Relationship Type="http://schemas.openxmlformats.org/officeDocument/2006/relationships/notesSlide" Target="/ppt/notesSlides/notesSlide14.xml" Id="Rcfd9d1df7b6441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c159de2f74faf" /><Relationship Type="http://schemas.openxmlformats.org/officeDocument/2006/relationships/notesSlide" Target="/ppt/notesSlides/notesSlide15.xml" Id="R28ddf342b6b441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7fc930efd4f0a" /><Relationship Type="http://schemas.openxmlformats.org/officeDocument/2006/relationships/notesSlide" Target="/ppt/notesSlides/notesSlide16.xml" Id="R038718387ddf4d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42894511e4c0c" /><Relationship Type="http://schemas.openxmlformats.org/officeDocument/2006/relationships/notesSlide" Target="/ppt/notesSlides/notesSlide17.xml" Id="Rad64b31059ac41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e97e3b1f473c" /><Relationship Type="http://schemas.openxmlformats.org/officeDocument/2006/relationships/notesSlide" Target="/ppt/notesSlides/notesSlide18.xml" Id="R59599d8ca84841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c2c9cf3bc42fb" /><Relationship Type="http://schemas.openxmlformats.org/officeDocument/2006/relationships/notesSlide" Target="/ppt/notesSlides/notesSlide19.xml" Id="R6399b72207434c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c8701dd2841d3" /><Relationship Type="http://schemas.openxmlformats.org/officeDocument/2006/relationships/notesSlide" Target="/ppt/notesSlides/notesSlide20.xml" Id="R094b7422d9da42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f9695ef2144b4" /><Relationship Type="http://schemas.openxmlformats.org/officeDocument/2006/relationships/notesSlide" Target="/ppt/notesSlides/notesSlide21.xml" Id="R352c0b6cb99142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3c4508ed84250" /><Relationship Type="http://schemas.openxmlformats.org/officeDocument/2006/relationships/notesSlide" Target="/ppt/notesSlides/notesSlide22.xml" Id="R78cff0d3fb3e43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5bc115af0442e" /><Relationship Type="http://schemas.openxmlformats.org/officeDocument/2006/relationships/notesSlide" Target="/ppt/notesSlides/notesSlide23.xml" Id="Rc939a176b4f94e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c374e402d4eed" /><Relationship Type="http://schemas.openxmlformats.org/officeDocument/2006/relationships/notesSlide" Target="/ppt/notesSlides/notesSlide24.xml" Id="R5b24b8bcee284c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297abb4a4713" /><Relationship Type="http://schemas.openxmlformats.org/officeDocument/2006/relationships/notesSlide" Target="/ppt/notesSlides/notesSlide25.xml" Id="Re11fa16b85b944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9cbd11194d44" /><Relationship Type="http://schemas.openxmlformats.org/officeDocument/2006/relationships/notesSlide" Target="/ppt/notesSlides/notesSlide26.xml" Id="R82596840280142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b2a5a16947d5" /><Relationship Type="http://schemas.openxmlformats.org/officeDocument/2006/relationships/notesSlide" Target="/ppt/notesSlides/notesSlide27.xml" Id="R3fa7f2ab26f648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4d009825844cb" /><Relationship Type="http://schemas.openxmlformats.org/officeDocument/2006/relationships/notesSlide" Target="/ppt/notesSlides/notesSlide28.xml" Id="Ra2c6bb06574e41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c4947c9a84ee1" /><Relationship Type="http://schemas.openxmlformats.org/officeDocument/2006/relationships/notesSlide" Target="/ppt/notesSlides/notesSlide29.xml" Id="Ra84794cfc9cd40f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9f5525cc746ad" /><Relationship Type="http://schemas.openxmlformats.org/officeDocument/2006/relationships/notesSlide" Target="/ppt/notesSlides/notesSlide30.xml" Id="R601dc485dd18478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3ab64ae4f4975" /><Relationship Type="http://schemas.openxmlformats.org/officeDocument/2006/relationships/notesSlide" Target="/ppt/notesSlides/notesSlide31.xml" Id="Rf517ea95325949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0388be9f4a36" /><Relationship Type="http://schemas.openxmlformats.org/officeDocument/2006/relationships/notesSlide" Target="/ppt/notesSlides/notesSlide32.xml" Id="Rb76d7ba86a0548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f912dab142a2" /><Relationship Type="http://schemas.openxmlformats.org/officeDocument/2006/relationships/notesSlide" Target="/ppt/notesSlides/notesSlide33.xml" Id="Rf7e771a302ec423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bd9ff8a464c04" /><Relationship Type="http://schemas.openxmlformats.org/officeDocument/2006/relationships/notesSlide" Target="/ppt/notesSlides/notesSlide34.xml" Id="R58d3cfabefd04f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69e6ee1844897" /><Relationship Type="http://schemas.openxmlformats.org/officeDocument/2006/relationships/notesSlide" Target="/ppt/notesSlides/notesSlide35.xml" Id="Rf4a97773a46a4aa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b2fd09e4a47fa" /><Relationship Type="http://schemas.openxmlformats.org/officeDocument/2006/relationships/notesSlide" Target="/ppt/notesSlides/notesSlide36.xml" Id="R0bcd9cd79b83435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7606ed9464bfe" /><Relationship Type="http://schemas.openxmlformats.org/officeDocument/2006/relationships/notesSlide" Target="/ppt/notesSlides/notesSlide37.xml" Id="Rc191c40f019a400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6f2efd584874" /><Relationship Type="http://schemas.openxmlformats.org/officeDocument/2006/relationships/notesSlide" Target="/ppt/notesSlides/notesSlide38.xml" Id="Rb45e303c503b437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dc19146c94f3f" /><Relationship Type="http://schemas.openxmlformats.org/officeDocument/2006/relationships/notesSlide" Target="/ppt/notesSlides/notesSlide39.xml" Id="Rc42ef31f50e94b4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6bcfccf654c32" /><Relationship Type="http://schemas.openxmlformats.org/officeDocument/2006/relationships/notesSlide" Target="/ppt/notesSlides/notesSlide40.xml" Id="Raccbe60ce9b84b2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f5c55217c41cf" /><Relationship Type="http://schemas.openxmlformats.org/officeDocument/2006/relationships/notesSlide" Target="/ppt/notesSlides/notesSlide41.xml" Id="Rc817e0d1055f43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55e0f3b124087" /><Relationship Type="http://schemas.openxmlformats.org/officeDocument/2006/relationships/notesSlide" Target="/ppt/notesSlides/notesSlide42.xml" Id="R651921d74d8a4c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5323e407345bb" /><Relationship Type="http://schemas.openxmlformats.org/officeDocument/2006/relationships/notesSlide" Target="/ppt/notesSlides/notesSlide43.xml" Id="R10b8b95684eb46d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de06bccfe468e" /><Relationship Type="http://schemas.openxmlformats.org/officeDocument/2006/relationships/notesSlide" Target="/ppt/notesSlides/notesSlide44.xml" Id="Rdc14bba4269c432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1c22f7cfb4caf" /><Relationship Type="http://schemas.openxmlformats.org/officeDocument/2006/relationships/notesSlide" Target="/ppt/notesSlides/notesSlide45.xml" Id="R69fec4b4c7a24f6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4caea73d24bcd" /><Relationship Type="http://schemas.openxmlformats.org/officeDocument/2006/relationships/notesSlide" Target="/ppt/notesSlides/notesSlide46.xml" Id="Ree023f42ed2f40f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793e5bf3d4569" /><Relationship Type="http://schemas.openxmlformats.org/officeDocument/2006/relationships/notesSlide" Target="/ppt/notesSlides/notesSlide47.xml" Id="R5bebafd19b764bb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6c278cb164c8b" /><Relationship Type="http://schemas.openxmlformats.org/officeDocument/2006/relationships/notesSlide" Target="/ppt/notesSlides/notesSlide48.xml" Id="Ra30b9ae751bc409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4cae54214a9c" /><Relationship Type="http://schemas.openxmlformats.org/officeDocument/2006/relationships/notesSlide" Target="/ppt/notesSlides/notesSlide49.xml" Id="Raf1a5c54d8344c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2B78B-A451-44E4-BAFC-C624D1C8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2179D-314C-422B-94E8-7CD4A3D9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395FF-CCAD-4A4D-A60C-47E90E2D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49DD0-E784-4213-96AD-F92F7AA3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71E35-D83F-46EC-83CB-958BBC5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Geometric Objects and Transformations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EFBC5-90FC-4B1F-AB9B-848B2D0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Computer Graphics and Visualization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B4153-3D7F-4D96-8716-92F2A225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EA93C-D0C7-46ED-B337-9C11140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4272D-2D58-41F6-938B-6DAB340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CC892-BBBF-47B3-A24B-8A1F3AA6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F5061-FE28-4C21-BFA4-67D5C35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1EF3C-58E8-42E6-BA03-169FF76A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09799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9E971-71E3-4A19-91F4-B5E8026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7813A-78BA-481B-9035-7AF64C62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30931-ECAC-459C-BEFE-2A8646A6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AA7F9-51B8-4BB1-A4D0-D12611F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F764F-B982-4D7E-834D-E8CAF3C5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01E38-3682-40AE-8163-C7B6108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17428-268E-486C-AC98-F599F646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492C3-3EF3-4CEC-9DB4-5388FE4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0087D-0124-46A6-B6FA-46851E6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4A1CB-D154-4105-8AF0-206F31D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E01B1-020E-4E2C-8BA2-7B8C33B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4D201-C4D0-4622-8601-18D1BD93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86448-7CBA-4678-A9A2-6E8AC99C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775985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A8F2D-C25B-4189-B0A5-0298C0A0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C3612-E024-4E6E-84DE-12147022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AD5F7-207B-47D2-BC5B-1BAD29A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01166-A035-4606-9733-35F8BEE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ABD1A-6A8C-4BAE-9461-58C8A0AB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072B5-D047-4B61-86EB-993BC839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DBDD8-59B7-4941-A038-6C9227C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Frames in OpenGL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E813C-91CC-4875-BE70-D5503FF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590F8-5E3A-4C08-A8ED-6B442B49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Modeling a colored cube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E658F-AD1D-438E-A8A7-7AD1CEA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3841E-E5B0-40B8-867C-D87F2D0F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Affine transformations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E1A22-79D1-4330-A29B-7E5F783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7235A-76C5-4D24-91EF-B23B643D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Rotation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FDEEC-42C4-4AB6-8CF3-E723FDB4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60AAB-EE76-4B7B-8972-24544984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Translation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0B66D-50BC-4533-A5A2-3C08DA7A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12EDC-396A-4B1D-81EA-4549BCED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Scaling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82DE7-C1D9-49AE-9BAF-D6834784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8CDC0-8A01-4F64-9EE4-120E55A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Homogeneous coordinates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2141B-3A25-43CD-B342-ACCDA78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FD0D2-F1C6-4BF7-90E4-8C05E8E9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Concatenation of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477619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6025B-8293-4547-BE41-ED57BC2F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8568-2DB0-43FF-90AE-CA09D97B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2C03B-DB23-44DD-841B-C923495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01CBC-754D-463E-8F9D-8E006BC6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0772B-0252-4C79-9733-7A2B3CD7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Frames in OpenGL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C9170-9FE5-410E-994A-30EC96E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9AFDE-2678-4DFA-80DC-0F33C622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Frames in OpenGL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2D70A-4964-46C2-BAEF-94AC2CBA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848AA-7A0D-425D-B743-79EE631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3A4F-5BB2-422C-8962-4E35464B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6B5F5-1F54-4F29-A499-48299A19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BEEE3-4DEA-4D7B-B0C8-C6A4F43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21F48-9924-4CCA-A8C1-7630431E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3CF92-FC9F-4F2C-9D72-00E85803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B496B-D6B1-4886-B849-488733C2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C31C2-1856-478F-AFE7-1F7B64A9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DE8E3-C015-4A32-94C8-31E32814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C6BCF-70C0-491B-85D3-61812DF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frames in opengl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25038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B1D29-AFC6-4173-BB91-B618D416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75306-5177-4F0F-B97B-7B53375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59EAF-7524-4458-AE2E-CE59150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0804C-E287-4C5F-9CFD-8D4C5DD4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6E352-BA6A-4894-877E-7066F83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Frames in OpenGL: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F6B9E-12B8-48C9-AB41-EAB007A6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A231E-D433-462E-BEF0-043705E3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DCFAC-0257-4303-A598-51109BE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53006-60AF-498B-A828-6BAEB723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7FB2A-91BB-43EB-B805-A9780EB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A9BD3-5BA5-400A-BE6A-B4DF4CB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1B57E-6028-4DF8-9F26-E62D0E8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209AE-8CDC-43F0-A1F8-22906521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29C25-B9AD-4CC3-843B-689F73F0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6077B-3F29-4947-A6B7-2E99C97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4DDFE-169F-460D-ABBA-3A091969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E9D61-F4F8-42CC-8AF0-98873A71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C5D9F-A4BE-49AD-B489-34068F1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6A843-07C3-4E2E-89CD-BE36A23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E7332-351F-4A50-BACF-2E062B33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AF866-DE94-43D7-99E6-8C7DB0F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5C899-3807-4B29-8F3A-02D36F4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BC304-D6A4-4EB6-9AB0-937524BC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2D505-5AD0-416B-A538-510CE921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46E50-BF04-4F40-A4B2-ACFB4B0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3FFFA-6402-4182-9600-A2A71657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2EE7B-95FD-4FDA-8E09-9375EA3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A523F-1BF5-4174-B85D-9DEC388A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6BA13-B51F-4649-AB1F-FDA3D892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774585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4BED29-6686-44FC-A417-D6FFEA6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D6DF5-1E1F-4572-A88F-F7EEA810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8B40D-BD41-4AD4-935E-7CB9EE6F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F72BC-7839-4F1D-A84E-FFF5B223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B2C53-730B-4D95-BB61-6A8D641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Frames in OpenGL: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9A97B-4954-457F-A9A0-37B9893A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C3BD1-82A7-47A8-B2E4-DCCBE1EA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FFC70-2FB7-47D4-9595-FEFA03D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A5E66-335A-4F61-AF83-B989F141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A7E28-D9A5-4D9A-8098-C55666F0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A09B4-F2F1-4AE3-9220-CB33F0E4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933B0-4BC7-45C2-B2B6-2476715D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918A4-1BE3-4F48-9286-CD630529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83F6B-FCDC-4AEF-9C5D-48D805E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6F140-B1ED-450A-8F88-AD8707CC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DD121-7E6F-4E23-824D-AA1FA3F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A8C56-3919-48D9-A0C5-35FC4A4E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1ED4E-889F-4E50-B5DB-09741F4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5238A-4618-4F2A-8CDF-D668BD99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648A-AFFE-427D-BCD3-F1A4F0D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54FCF-F1BC-448F-8D2F-DA4C79F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E2295-A18C-41A1-B41F-BD2DC89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426E4-E96E-48F1-AC7F-161D6D86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B5137-F079-4E09-BF73-4478C9CE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43C49-644C-4DA6-A1C2-6216766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F63F3-1278-437B-9998-DFE39E23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AFA66-5415-481E-B5F2-1D1E39D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A6239-FD33-4620-B6FB-59132CDA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854B7-3EE9-4952-9E06-0684CCD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008F22-8809-4F5F-8765-631A0CC4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E4F9AD-84D5-481D-9E56-00290F7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frames in opengl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31471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CADDB-5778-404D-9327-9F5B5B9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20A8-89F6-46E3-8E78-49A7C02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35893-4D34-419D-90AD-505D79F6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06DA-ECE1-46B2-A7E9-C175A3FE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0437F-1057-49CB-BDCD-970A5694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Modeling a colored cube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ECFD0-FD9D-49CB-810F-CF0A6D5C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AA1C-7B2A-4037-9776-4728D908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Modeling a colored cube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0711D-D3CF-44B4-B9CE-469E71F9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AC183-599C-4412-AF82-F7CEB4CB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996F9-51C9-478C-B19E-181E3B17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5F3C5-1F61-4BA6-8979-3EC5AC9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7221B-6328-4E12-8DD8-B257B99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3BFC9-12B2-4A2B-9527-CBF708A2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3FB58-A7F9-4B34-B7BA-62208318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86033-85AF-45F0-8A70-513B639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171C2-2CDB-40AA-8B03-3544A542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9D163-B28E-41F9-B6CF-A6C0DA7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5A349-2C84-4552-81A7-5E0A2152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modeling a colored cube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11156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D3294-1CC6-4A3C-B6A5-BA9E2D6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CD59F-D613-44CB-8E0F-D5B1DF5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1DD51-8134-4F7A-9080-26D122A0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EABEC-871A-41F7-8F78-B90C2C1F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A2BAE-2780-46A1-BD81-2F0D1D5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Modeling a colored cube: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9F9E1-F7E1-480F-AE44-768F5A9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3EBC1-AE0F-428C-BF3E-6768C787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27089-34D7-40D0-BC5B-8F220D0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B8F0D-7F87-4CD1-B79B-48D3D1A1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53A6C-E7F6-4BE8-A554-13C7E86B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3BC81-3600-425C-9BE3-676987CF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8A3AC-DE5B-47F2-BA37-3546E70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2BDF7-3DC3-4A77-8CB5-0347CF2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1EDC5-3579-4467-A9DE-75A6806D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42455-FDFF-4F6B-8822-98C613AF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1CE7B-2147-41F6-A67C-DB6C4EE7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AD786-FE72-46E1-B0CB-A9D84C5C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BFD72-4BFD-4B2D-AE7C-929CF894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863F7-7FD1-4EED-A3EA-8B57790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8498F-1802-4F4B-8CED-04A6BD0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1C67F-5F44-4201-A38D-1E322C1C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BA3F5-A49F-4D7B-B5E1-430DA44B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D1940-0509-49E3-B9E8-66A0100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234D5-655B-4674-8F75-6476DA1F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15A57-03C7-4064-94DF-AC076075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0088F-3DCE-4E63-86BC-60B704C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8B7871-51AB-40C5-91E8-41F266E0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D978F-507D-424F-96BD-CE6DB61A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A9945-0F56-4B0C-B58D-6290CF88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484617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6FEAD-269B-4BA2-BAC9-57023DC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B060A-01CE-4CA5-BAD7-A6960FA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2C3A9-494B-44A2-B573-559040B4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4DF65-FDDE-4047-AC93-0BA0872A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BBFD-4927-4613-B44A-FFD2766E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Modeling a colored cube: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62E46-AE72-48F2-8DFD-411570B3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78734-4A5C-443C-ABD3-D227DFE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35D9C-97D0-4047-B481-7353914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A5CA3-F8E4-40FC-AB8B-CF7C8765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0561E-7864-4B0B-AE7C-ED369652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922D9-8952-4BD6-BB61-799588A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D1921-6E1E-47B2-BA90-821E69C3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5DB7B-5A6F-4C85-AC03-35F4C4D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FE897-936B-476C-A1B1-7454F74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AD13F-EE21-4F3C-AA27-E4D80373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EA9F5-79F2-4AA7-9ACA-CB45A7E5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B2634-5674-425D-89C4-F832D13D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17C5E-DDE3-4012-931A-DEC88E2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53CCB-61B5-4BED-A642-D9C5758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785A6-30A4-4D75-8902-38C9AB7A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400F7-CF77-46EE-923A-6C356FA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5CD1D-D36E-4A6D-865D-2D8283D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26AA8-AC22-4DC2-B979-BB9D8EE8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A7CC1-552E-4917-9251-33739BD8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0A35E-82FE-4787-85A3-1E8F848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8BF9B-2CC3-4293-B557-9C749161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97FDB-2EB9-4E53-968B-442FE847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23039-A7D2-4894-A76F-80A34CF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B68AA-87AE-4DB9-8C44-E1CAF999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8408C-B50A-4201-99CF-AFAF3D5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520C3-6B4C-4686-B885-8D74AAF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modeling a colored cube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9978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1B4F0-C5B3-46D2-BB5F-D91B4314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5DB5E-3BEF-4CB9-A783-7C3F5FF6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AF49C-1EA4-4F4E-8BBC-724B1227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ABE3A-C4BB-4FDD-80C1-F14690C0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792F9-DA94-46F3-BEE6-97E8FF5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Modeling a colored cube: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0E6A3-078C-402E-9482-2899769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3B240-7A81-4A6A-93B4-3F9049DB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0CE5-5B8B-4A73-BA14-A19841B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EFE31-3F59-4CA8-AEDA-97FCDAC8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0808C-2A03-4828-8BBE-28020DE4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C155F-61D7-4612-AFAF-528BC4F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Modeling a colored cube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EF7EB-F461-4553-8C60-43B60F42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97170-15E7-4EB1-B712-E55347D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76517-2CD5-46D8-A164-7538265E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6D974-6A41-451D-8F48-C234B63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6E9BE-D64D-4A10-BD95-14F2749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5712B-694C-4C37-AB9A-2D612270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A09C4-6E7B-4F3E-BAE3-ACC18AA6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AB58B-CE8E-4827-B40C-E805B7D7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6DD87-15E8-41A0-97FA-E3C22408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77B84-1370-46F2-8E5D-36B73911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718110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3B8DC-DF32-4EDF-8E7D-2603621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E6514-5E19-491C-8711-A0A4DA9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1B632-E3CE-47C9-A543-B731D3F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B21F7-4E58-42F7-BE33-F5CBC9EB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6A5FA-5218-4AA9-AC02-FED498B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Affine transformations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1768B-A24E-48D5-9E53-7EE5AB16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F5C30-23B1-4816-8118-1887398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Affine transformations is best taught as a model coordinates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D49F5-83DF-4407-8757-0FA9D16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B00FF-B6D4-4D6F-96A1-73ABBCA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matrix with homogeneous point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FEDDD-1E83-4201-8945-BAAFBFCD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A65D1-F06C-4AE9-BE41-BC6A3523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compose and screen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DEF46-AB31-4CAD-AC6C-56B211A2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5EB32-9443-47FA-9576-5D18D847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F718F-D033-4CAC-9889-33BA8BF1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D044E-6DE5-4A1A-B895-5DB31242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9A2CA-AEA7-4238-ADBA-716CB21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screen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B05C5-E4F8-4EEC-AF8B-30912AA6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59084-BB25-4C63-8059-ADE320F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affine transformations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73027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7E434-B3F1-4EAE-8AA8-C97E9240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DD686-8622-4742-9629-3F9F97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48120-97D5-4812-A305-F6DFAE1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2ED8D-0D76-4A23-9450-5DAA3E09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4E4C2-1178-4FBB-9393-4272A48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Affine transformations: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AA79A-B0C2-415F-8699-2909359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7BEFD-18FD-4E34-B8CA-C2D2098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04206-7161-4A22-B612-69EC326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5E9E-6255-4908-A69E-08D5276F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3B2EC-268B-4FD6-A330-F408C65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9B0F-B547-48C1-A8CF-267A9EE3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8CBF-5470-4449-AA9F-0A82692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32E4D-0D56-4BE9-B519-1BD70138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58B63-166B-4272-B433-F5A3799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9E9C9-6564-4548-83FF-A138F142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DEE68-5F1B-4181-85F3-1DDCDB1A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89FB2-5E25-41E1-BBE4-3CB7A17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AAC3A-77EB-45B9-A8D6-ED2D3DE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B7984-FF18-4168-AD9D-40B9B566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A4FCC-12AC-48DE-8308-22DCC9D9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FB341-F297-48F3-B85E-AACACB7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3F856-3EC7-407A-B38C-0C69FAD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AD676-C0DD-4B40-84BD-B5B4DDF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B9946-1CDF-431F-9F45-90EE26B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C3864-E358-45F1-8786-73ECC38A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CFD47-9CFD-4838-84E0-3C59B0D9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DBA2E-A2ED-44F8-8482-E1AFDE2F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326E0-0F48-4898-84F7-EA804AC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1E2D8-7729-4521-B490-A01437BB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414207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170D3-E3C1-466D-ADAC-D2F82D8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14598-27EA-4267-8CEC-E2ED2153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624D6-A80B-4C01-B47F-24DAF091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576C0-1620-436B-862E-C19091F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F95C7-8699-4510-B472-C3D62A16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Affine transformations: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BC60F-B4BC-467D-9567-615860E9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9742E-0BE5-4DFE-8792-BD07075A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C771A-2EE0-4E51-B38A-4AE3BFF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48EC5-B066-4B50-9CA9-5494A254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E273B-A1D0-454E-B874-16F84E6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B39CB-57A4-46EF-96CF-25ED1AC4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316F2-BC71-4A8A-862F-33C89415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CA67D-0C51-4455-947D-0048ACAB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2F3D7-8CE3-48EE-A37E-8471A75D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5203A-9EAC-43BC-A2F3-44D227FA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B84A5-158D-4941-9AB8-218EBBA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8A2AC-CFC0-41A5-9831-7DC5FCBE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315D6-23A9-41DD-8BA1-8ADB899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A6F96-4978-4714-AEFC-2D9F469B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homogeneous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7346F-D989-4B73-AAD0-594BC189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1B099-3523-49F7-BDD1-1E1FAB21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9A9A3-BFBE-47EE-B409-0D6DD89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5F124-5232-4380-8053-5764559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E52E6-0C66-477E-A7A5-38C44DB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D35EF-5580-4E0E-89A0-F82143F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D32C7-4669-4AAD-AEFE-09E6DE8B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D7E46-FF28-47D9-9A63-EFC83F3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A10814-B9DC-4A70-9E0F-9AB8B02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33A4AC-CC82-4690-8472-610018A7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screen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2A5121-B208-4B2C-AF3C-ACD3034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17FEB0-4040-48B7-9928-1884956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affine transformations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9887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F47AB-CF65-48B3-852F-DCD6CE7A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161C-0BA2-498B-8D4E-EB5873C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7E0D8-7FEB-45B2-BEA7-E342C8E4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21F7-97C8-4109-A0CF-5D5FE25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5ED15-F49B-4962-99D4-BCD664AD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3774A-9409-49EA-88EF-467874F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319ED-C4DD-440F-9367-FFDE4583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Rotation is best taught as a model coordinates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8242-C83B-459D-B270-2D7456CC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8A4A4-A701-41C3-923A-6B80760C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matrix with homogeneous point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4B000-075A-48EC-8F04-2F83EF14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D9A7E-FA45-4410-B64B-ACC8A335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compose and screen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FD599-323E-49A9-87FD-E38F1653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86BE2-4D50-4F33-9BEC-DEF62607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D0070-8592-4E9A-BECB-CAFF257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6165C-A273-48CE-B6B8-297B7458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9DD43-504A-4E36-986A-FC26B8F3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screen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DDDCB-1A87-4BE3-A08F-275F8BED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50D6A-D00B-4C4E-B80D-1BA2500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rotation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352141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A4A99-D287-42D1-93FB-47429378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4BA36-84DD-41F4-84CA-A0CCAA57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F30FE-6DEE-4B18-B62F-79B1974D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3228D-B838-462D-A6A1-B7E5B1AB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25715-5603-4635-84A9-B8207F20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Rotation: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7ECCA-FF3B-4D39-B116-527F8A12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04E79-7665-4066-88A5-575A106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FF542-DFD5-4AC1-99D3-2F139F37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27D7F-F8CF-4BC4-9A30-854860E5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C8C9F-2A9A-476C-9503-35694707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9F547-3B7D-4A51-BD2F-D2EA5777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4DD3B-0873-40F9-A21B-126EBE5C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6C50A-F078-4724-A862-5471163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26F00-CF7B-4CD8-904A-C551AB12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B5C31-AC60-4DD0-B3CC-64E421D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2EBA7-2B20-4B27-B11E-D7EB10FD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1BE42-F447-4FA6-B292-1E7A4D4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60888-2D5F-486B-86B1-52956910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4804E-9657-4A9A-AEFD-2C4601D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1D507-6981-4C94-B07F-F7D39AFF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C344F-5311-42A2-8860-662F1569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A1859-FBC6-451A-81DC-A852C73A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F3E07-4802-4106-B7A4-7D4FF5D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F7F04-5AA7-4A84-BF73-82E565BE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1A139-2AA3-4A4B-B005-FF3FB35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92193-00BF-4326-BD89-5E2F1A0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E4005-37A2-4B18-9758-7B19C10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8E88C-7757-466A-B040-2214E3C0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D333D-CBE8-4141-8C8A-F4367D9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9956385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A311D-9885-40A1-B6C4-5323D439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24F3E-2BA4-4DF1-B8A9-F77DC241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9A983-15B8-41A9-9B49-7519FDE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9186D-F42F-45BB-8009-DB9B134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63784-9C50-4C85-AF1D-03B251D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Rotation: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988CD-C277-47FB-A698-CC2ED999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2139B-D0D3-46CC-A33D-608C605C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5FC52-3E7C-431F-968F-CDF90DA7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AA038-373C-4FE2-B205-4F1A108D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80CC2-6E73-4B91-B913-A63BC70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56580-3130-4412-94BC-59AD4F24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E7A90-1AC9-4148-9CC4-AEA4A392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C9CC5-8CF0-41B9-BA33-8D3E2776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A29F1-6B70-4A25-9E5A-371663C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E9CA9-EB26-4CE8-A802-3884E5E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F1C8-EC40-4C93-924D-F12CF43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6DB61-5B9F-49C1-A03B-05BF249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15683-4B0B-4781-A7B8-ED45724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EDC71-BC87-4B7A-912E-69372BF5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homogeneous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DA32A-14D5-4E3E-8066-DED2669C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1CB51-4F68-4AC7-B0CA-0B93F128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B26D3-5C7B-4E03-946C-829B2D9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CA3C4-9D1C-4B00-8366-D78ABB83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F84D8-4073-4882-9094-245CAF2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BFCC9-9B76-4AFC-AB96-295B677F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1DE9B-63E3-4849-B49F-599E35CA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1B2FD-7C79-4EC5-9869-08F42A38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128B2-154A-487C-A5CE-B18CF3C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DE481-0A77-4DF9-AE52-69F4762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screen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AA600-3B75-414C-A6AE-9F010A3B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5656E4-5EA7-43A8-B186-3FDDFEE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rotation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845620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D8272-6A32-4D8C-92D9-442A2A0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378BB-3E9E-4426-ADC6-AC0C7B12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707F3-5FDF-4C7C-A3E0-847B7EDE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C0054-EC9F-49FE-8C31-A2A4B9D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1ACD2-850B-41F4-9AB5-D1DAB5E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3B3D3-8613-458E-80BE-B98E3C7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06277-5DC9-4BDF-B306-91FAB57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Translation is best taught as a model coordinates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284FD-8CF9-40B6-84D5-E3143164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FA977-4557-426D-9489-9D34F1A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matrix with homogeneous point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6900F-9D39-484B-8ED1-ECA5A667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7025A-E59B-4A0D-8022-BE6C6D03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compose and screen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0B05E-08EC-4FD2-A880-1943336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96B43-FDA9-4670-B859-1607156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54F99-E541-4C28-9A53-393876B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7B6DE-3E55-403E-9881-5247A9B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0AE84-D32A-47B3-B89C-DF74F691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screen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7507D-7C1E-48B7-8670-A95CF5B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61108-F7CD-492F-9029-F7CA0E23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translation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448474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67C87-1BFC-4C59-9251-46D9028A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8507-82D9-4C7E-87B6-BF60C4CC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AF05F-7BF2-4E6C-A712-E79299F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68ECB-C04D-4C60-A7B5-EDF9E6B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3B163-86E2-42DD-A812-1D942CE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Translation: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1C47C-4F03-447A-BE03-34E46C77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428A6-34CD-4F6D-BF65-F0AF7461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5BCE-E03B-49E8-9086-9DFD67F3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3E886-8062-42E5-98EA-61FFAFD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D0D7-71AA-49E8-A5DE-F20FDBF0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D0759-6B3A-405C-8603-2C0E9C2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9D87-3AF4-4FB8-8E61-7941AD93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47404-BDBD-4ACA-A88C-793FC9F3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553B3-0370-45BA-A9B7-982098BD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3ECAB-AE24-40E8-B77D-55B0A182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652CC-8CFA-4F63-888B-65ADC848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68AEF-122B-4C4D-9FC9-620B2458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F530-0BB3-48B0-8CE5-3112F88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01504-8031-42F8-8537-7B68564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CC828-0FFB-4B62-9929-1AB66B81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BC0A2-3C67-4903-82EC-D308CE7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04BFF-2E86-4AEB-8797-80362A5F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1F135-1621-442D-A5E2-392A367D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C1628-1892-427D-903E-C3343FEA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69700-64DA-4FFD-BBF0-09E31576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F7CD1-D298-426E-B811-2399E51A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1800D-49B4-46B6-A6B0-7B0D55C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DC3C5-6B8E-4803-9B39-88B5E05A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E9610-06F5-4845-A092-FFB527C5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5900930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F0EB0D-C389-47C9-8984-EFD7B07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B3C27-F921-4CE4-81CD-3B50DCEB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C35EE-8BF9-4B96-8886-5350702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D6FCE-21FE-4501-954E-A1DD2457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2032-1C47-43E7-BEC3-237CC742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Translation: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971D7-FB97-44BE-89C6-926973A7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37107-3910-47FC-857C-30460EDF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E39E5-8ABA-4963-845A-ED1C2A2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BE3FB-0FB7-4EAF-9390-03D9980C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81F84-AC08-4728-9A20-B022C860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918A5-8009-470E-BF7E-1634E1BF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50708-DD07-4794-8684-DB13D6C9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9EDAA-CED3-4661-9807-F98E79CE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0B367-AD3A-42E5-9BB3-C33A398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ADE44-2264-4BD3-A66B-6FEE6F4B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83110-FF1F-4C99-B170-AD7730F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A434B-A8E3-4F9C-9840-0241FDA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42E60-0033-427D-A2C1-7D0F8318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0C522-A11F-4DEA-A575-DB6BBC2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homogeneous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7D337-C6FC-4494-AE3D-9B67462D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C1E4D-E291-4068-B0D3-3353769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E64A4-14A2-4ACC-B545-1786B1F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8503F-5D23-4C4D-BD2C-32BADDB8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E895D-137D-4CF6-8BC3-597B47A3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C93AEA-5D49-4CE9-B2B0-646D30DA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A60A2-3787-47FF-A67C-9809160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3C1DF-8F19-4296-8307-50E7258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08387E-8302-47FB-AA9E-AAE47CD2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94D994-8E2E-4F10-BD86-6031074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screen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E6A998-F4ED-4F8A-A616-A885E5E4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559F2-4E65-47A5-963E-ED576A56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translation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791450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AE18E-9A25-4D03-9911-7F116CDC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3FC98-A5AA-4FE1-B704-D5BE8A9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B8408-C95B-4D40-8F37-62C4FFAE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6F8D2-F8DD-413E-B211-0593B9C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A19A9-B81E-4950-8BDF-923FB9F3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Translation: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DCC3C-0C78-4A00-A191-98A6A044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6308C-25FD-449D-8DC9-073AB630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A6A81-0EFF-4289-88E9-0632155F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C55E3-39EB-4C7B-B72F-5A12F830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98F7B-38DB-482C-BD88-E4993A0C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51CA5-FD84-42B4-A23A-2C346E7A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Translation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77A1C-49A6-4CF0-B131-04D75267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B4B34-12EC-44C8-82C0-BDA9C2E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coordinates -&gt; homogeneous point -&gt; screen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79B93-82EA-405A-8C59-EE6E62B7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5AEE9-5A74-4D9A-9EAC-074CA392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BC517-460F-4F5B-B55C-F7859E44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1BB61-9FD6-4357-9A57-E9FC7ED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7E858-3247-4263-B20F-59B9A21D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2A105-E02C-4743-ADC6-3859D6E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35DF5-B405-437D-AE94-D23017F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CA792-128A-48CC-BB34-2FF94BF7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 coordinates, matrix, homogeneous point</a:t>
            </a:r>
          </a:p>
        </p:txBody>
      </p:sp>
    </p:spTree>
    <p:extLst>
      <p:ext uri="{BB962C8B-B14F-4D97-AF65-F5344CB8AC3E}">
        <p14:creationId xmlns:p14="http://schemas.microsoft.com/office/powerpoint/2010/main" val="11790215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F79EE-B10D-4AD9-A7C8-F2491041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8976A-AC96-4FC9-85A4-EA613669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97721-0772-452D-AFFA-9FE790E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E9FF4-9047-4B44-A928-152AE5C7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F16BE-CDAC-43A8-AE26-F9DF9DBF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237A1-B6BA-439F-9A96-76BBD61F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64AB8-CF1B-45A0-9728-6C9D337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Scaling is best taught as a model coordinates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02A21-3A53-4F83-B22A-9059296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A6547-63FD-4F36-9B6F-065FA39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matrix with homogeneous point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B460F-CE61-4230-9128-0BA8EA2B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EFEDD-A3E8-4698-BB13-C8D9B66A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compose and screen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A55FF-E472-4159-A3C8-CD1B92A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8FCC6-2909-44B9-B7F5-24773590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B63D8-067C-4AAA-A862-7572233F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77F0B-336F-4D56-BDF3-8D151EB1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24E3B-D956-4D5B-92E5-05A42F52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screen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ACFEB-BDBF-44DA-BC7A-E134AEF8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A6AE5-DD6C-4C82-A1F3-0EEB72D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scaling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93063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B7952-721D-4C55-9E81-293C5458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3089E-788D-4B65-8C52-BE00F804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CAD0D-90C9-43B8-B1F4-021E1122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EE8AC-76D5-4B96-933E-FFD44169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32007-82B7-4ED0-B6F9-3B0731E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Scaling: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D8A50-9C6C-47F7-A371-6A5881A6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79EB-CC3F-4ECE-A70D-41D0E31A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4E579-6AEF-4DAD-AAA3-9792881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DA3C0-F32C-4F18-947E-D4C6EDC1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BDF9F-1DE7-4696-B6DC-55470618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0799B-CFBD-43D0-9B50-05FD2707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2A2AA-1913-4D32-BA53-8D071B63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8D453-485C-4CC6-B6A0-16D75209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66882-662B-4760-82C9-AAFA8AEC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2355A-D285-41D8-A6EE-9F61C82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B0132-EA1D-40BF-A4C6-1D864ECD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72A19-2E3C-456D-BC4B-DFF3E36F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5F423-EB9C-4B33-9E94-AFE6F22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BE563-E040-481E-909C-D0019E0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0F5AB-9D3D-4D4B-A3B5-2C8C8BB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9C18F-318F-4F07-AF8D-07EEC4C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CE169-8936-47B1-A6E9-743CCA1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5BB8E-CAC1-4EF4-9052-E55BFE2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11F82-D70E-4126-8C38-6D323380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19729-274B-4568-AB7E-091964D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383CD-B65C-45E6-82AD-C0E27456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19B00-2969-4115-AD05-8E77B84C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66886-A4E5-4DF8-BAF8-50C059F1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33F2B-B18A-4196-BB56-DA2FE44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1449716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F00E6-B1F3-4F1B-8118-F6FBCD3A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5D9CE-135A-4130-A411-8B1172BF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B8E0-6918-4A84-8480-AD7DCDF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9FE2C-B4DA-4DFD-8F0C-E2716B5C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1262D-BD01-4374-962B-9BDFBFF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Scaling: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3170D-FFD7-459C-93AE-4F03F46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D911-82E0-4256-8FEF-0B5A789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F7D2-6619-4894-86A8-D86E8D9D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B527-19B0-4680-B045-F552514D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955E5-35BF-4BD8-8A7F-4376DF2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B8ABB-2C9E-43C0-A8E2-62D6C2EB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90BB2-AB45-445E-8C9B-0454B972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D7730-0B4F-477E-8FF9-42E4AA0D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0720C-984C-4165-886C-3A9EB1C8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C2626-BE2D-4E8F-A2E7-8EFA862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3BFD7-9FD4-4EDE-B392-FD87FCE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0D19D-8C9B-4638-B06D-AECDB014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B445E-1D9A-4535-A868-36CC48E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47C0F-694E-4483-B082-0997B53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homogeneous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B9CC7-573A-4E9D-B634-4CB229E5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708E2-A7FF-402A-AFD9-4A2FE18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59499-BCAD-47BF-8F38-DDEF1FA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9BBD8-4239-4C93-9430-30BB04DB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BC5A0-2D26-4840-B7E5-CF7CAAE0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FDAA-7556-488F-B175-C144EA84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1BDDB-47FB-479C-A262-2D412B51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EC646-6CC9-4DF4-806D-D7B96F7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70FDA-2283-451B-B15D-D63C298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B76219-4D36-44C0-A17B-F45836C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screen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965CC-09CE-431D-BE16-9A74874A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B36D8-FDFD-4D8D-A118-FE53EF7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scaling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12999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D9716-73AD-4212-ACE8-F30182EB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8D62B-491D-498B-8993-D06C715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43C7C-9294-42D4-A9A6-A0F54BBF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A5A03-AD11-467C-9D98-3883D107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7564C-66B7-4E4D-A9DB-89D6902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Homogeneous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9A1C0-B657-4DA5-8E66-A8C38861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77E0A-45B8-489C-BE19-4CFA672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Homogeneous coordinates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08D16-E111-478C-977F-C821A86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BCE26-0350-457F-AA8E-1CCDF65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5944C-4466-47ED-97DB-A3A04C90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40684-5D09-4145-8A10-F7945C92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11940-A415-42B7-B7F6-5450F78E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BA974-A8FC-46C5-875E-C8486C9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00555-AEC1-465D-9D71-B9637396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E32D4-A275-4F8E-966F-03D5907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47E96-5ECF-41DF-AE61-03FFE31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B8958-50F0-4D04-8D60-64D0C018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A1DBF-6D2C-437F-9B99-235AF2DF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homogeneous coordinates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274456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0BE6D2-FFE5-41E8-A66D-8DE0903C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BBAFD-347A-4AF1-99FB-A0AD33D2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A3C34-97B1-4743-A960-D31C9947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4F9B4-9D2B-4CC8-B338-141557B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3B560-6FBB-41E2-9613-8E135E6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Homogeneous coordinates: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73AAA-C45E-48AE-89FF-4E232A5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24263-FB3C-4D40-882A-75A8ADE2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42A17-5D43-4C92-882F-221CABD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68533-1DF3-447D-8DD6-84F14533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2CB36-313F-498B-A344-9AB813F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27E4-D4F8-4EBA-9CC0-A7CF60FB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1DAD6-2C21-4E31-9FD4-8A74A34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839E6-71B9-475A-988F-5384550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B2728-C695-483D-9F7D-B1A13715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51786-022C-435F-9491-4C230812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95123-6C26-4D1E-AADB-30939BC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65160-D5F3-4FD1-A2C9-54C4728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94A3C-63ED-423C-9E34-0AA1A4C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145FD-1492-41D2-B36F-1516391F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275B1-65C8-43FE-93B6-7E64B5E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DA97A-5DE7-45F0-876E-C85CDF8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655CF-3C84-48C8-A805-F306774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BE9F7-E78C-45F9-B52C-575118A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4E331-F2A7-47C9-8737-A133995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5D750-50E8-4073-B65D-1E3757EB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1C0CB-4B11-4468-973C-222E2370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A0E7D-8C12-4D7E-B062-1DECE10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8BF37-411C-498C-BE66-CDE746A3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BF485-965E-4464-AABE-DD03078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0808584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7D5693-AB0B-47BA-B51F-E5DBBB9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A0D9D-695A-4186-ADBA-6E36A34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504EC-A2F1-4B9C-B42A-68B1C72A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D2960-EC96-4E47-BC4D-7EC3F33F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8A4B0-C903-4CE4-AFC5-2539E08D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Homogeneous coordinates: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FA737-ABA3-48BD-A0BE-BEFEC27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3488E-55C1-43C2-BE74-F01BEAE4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BCB17-24F6-42BE-A352-2470BB4E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8846E-1738-4059-8686-79A1A3C7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4690B-9C95-4CE9-8D5E-03537068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B01DF-538C-44C6-8032-231B964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9CAD1-EEA5-4C89-B4B7-B23ECC81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C7C79-83DA-40D3-ADE7-5C683142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4F406-5F52-4C87-9A75-D08E47D0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7A835-4187-4710-97EE-DC07729B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EB261-9366-4E2E-855A-6673568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03C58-0CCD-43E7-B47E-4CB56271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0632C-C94F-487D-B812-0BA0B0B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A649B-8871-4AB6-8F9B-C4CE4C08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C4EE6-6D68-4B5D-B772-C01AA2E5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EB429-AEAF-4439-82B0-FF3DB9A6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EA19C-E690-45FB-9E64-A366E2C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D5763-4394-408D-B42F-4C5CE89A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F7F37-471D-4CF2-8435-B06F15BE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F85E0-3BFD-4D97-B37B-891476C8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8F3C5-6D64-4448-BC62-BDD2E995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AF6CE-B2A0-4729-A59B-B259625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89B92E-DC74-415E-9AD3-F4BBA5B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5EF98-AC77-424F-B089-F05AC273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266724-80CB-4003-98C0-39D25D8C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A7438-F87D-436C-BB18-3D143D8B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homogeneous coordinates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932764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BE8C1-0B77-4797-A84E-7BB223E0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42CA8-FBE0-4109-9B9F-1128D1F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5981B-72C1-4B8A-9D63-055CF61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97F40-082E-4A37-ABF6-52F78D4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DAC9A-1374-4F66-9760-301B3B6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Concatenation of transformations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47652-EDCC-489B-BBC1-0161B913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E5E95-344A-4327-8D92-A633E51B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Concatenation of transformations is best taught as a model coordinates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4FB49-5982-40CC-8FEC-A26DA22F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93E22-5133-4BFA-8D65-8357C74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matrix with homogeneous point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27303-4070-44DA-9748-20B56E10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CEBA6-66EE-43B0-92DA-CA591063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compose and screen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1C453-58A0-4B19-8E92-629C21E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06667-CA6C-4131-BB19-2083D164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996C5-F537-4C0A-9DBC-3AE426A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2CD9F-2F50-4FF2-9581-3D0FF4D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F9526-0EDB-464C-8C33-337481AF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screen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9507F-5FFA-4B0D-A3EE-39E08F4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4CD0A-1C25-44D4-963C-B11745A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concatenation of transformations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937110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AABE0-F8D3-485D-AE16-5B65430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7E17B-B4FC-4426-B875-5C3F60FB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AD148-4BC5-46CC-8F8D-A678DD5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33020-FFBB-4AFF-9456-18A28C60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41816-A2BC-47BE-91B3-E0E1A36E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Concatenation of transformations: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FC88C-04C7-488D-9BB5-3E856F2D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B5881-8186-4143-B40C-8BC50F0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8B0E9-4D91-424D-A6F2-0AA60A4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504BC-F93A-4866-A77B-69B7966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69B8A-8FBC-4F4C-A246-5058FC62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DE92F-F089-4DF2-91FF-BAE2F06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EA965-D06C-482C-8765-FC950FB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434CF-3EF6-44C2-BEC5-1FB0FE1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A9B89-7F46-4023-B752-DBF0BDAB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D2E24-57F6-41D8-B297-C0B7B37D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EC12C-52AA-467D-9C38-552CAA14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DD182-09E0-4168-A5DD-1DCAA799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AEF15-53E2-4C9A-93AB-3749E10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4EBDD-939A-4C13-96AD-EFFBF80E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2DA34-AC47-460E-A947-1F34431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D6741-3F69-4380-9F16-393E19B3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81FA3-F226-48FE-94F4-EB1AE674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B6D3B-0811-4AA8-9BA6-FDDF393C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B69E5-F771-40DD-8E2C-73A72F3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94635-D473-4604-B84F-894567E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A1E12-5D89-4BBD-9736-9995552D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1B86A-43D2-4693-91D9-C15C290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71935-18CD-4483-ABAE-7C71B25B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B2E52-F377-46EC-B257-3BFF295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3324159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86117-4A9C-4B66-AD36-7064C48D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89028-5FC5-4800-B7BE-1CDD75F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8EF79-479D-4E1E-9EF6-58412436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DB291-450A-47BF-B074-F956B839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36668-EB11-4450-B61B-B315F3F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Concatenation of transformations: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D9BA5-18C5-4ACF-8DF7-BAB5DE32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BD295-5201-4039-BFA9-5717F89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CD1F2-E4FF-4EA1-8CF2-51F10A8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D26C1-1B6C-4CDF-B1D3-47059B0C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84BA-9C7F-421E-B74F-A06A0200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F60C0-B7E9-4323-9836-06D788AA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73119-8318-4C3F-8136-2190D99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249C4-2614-4BD3-A1DC-87EDEB0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7E34A-978F-4F71-B1D0-AE3CAFD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35153-4A5B-4ED7-995D-E63EEF9C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E3660-E195-4338-9E00-75935906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523E6-3335-44E9-BFE0-50BE976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06170-D991-415E-B958-7B6C8B00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15842-8B88-4F53-811E-CD44869F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homogeneous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85098-94B0-4C9C-AEBD-8DDE74D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32815-E318-4D6A-BC81-FD1F784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03738-09D6-4E8F-A2CC-0F847E2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7BFE5-E2B7-447A-A172-CD9C216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398A2-7118-440F-82F7-E621DD8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3D991-F705-486E-B693-95C853B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8C9F5-835D-4E6D-BBBD-EE605A83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ABC426-C2F8-4A5B-BFA1-20FB290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62F18-5DA6-4A58-ABDE-E9B9C1A7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ECE933-3A08-445D-9AF4-D2AE1654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screen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443123-3B95-4178-A631-1391515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E5CBE-5AF5-4C8B-9F64-5DA3565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concatenation of transformations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151614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2650C-3773-4ABC-AC1F-CD1C17B7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BC652-0311-4E18-A301-AC39FA2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07995-353C-481B-8CC0-27B0893E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B180B-B890-4D45-8B59-53A3FA2F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05D35-8AF8-4A57-BBA1-3DFD649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Concatenation of transformations: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E100F-5E28-4DA5-B729-B9DF4E85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7AAFC-7A80-4B3C-86BA-21CBE13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AAD50-3A6F-4DFE-8611-FEF5B18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A297A-BDB9-4F62-BEE5-A7721E21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C1F70-E2E0-42AF-B359-1113EDB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0B3C0-FF67-4E3C-803A-2A7D0EF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Concatenation of transformations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72C71-338B-4240-B062-F82B8EB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198FD-03C3-4E7A-AAB4-A9CBB6D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coordinates -&gt; homogeneous point -&gt; screen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5B770-10AE-4873-A73F-36BD50E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52455-B74A-47BE-8902-107B6DF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2DFB4-D84F-41D4-AF82-DBF35FA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49026-8364-47B5-AD7E-B00CCA6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31C69-D41D-4B31-8F35-4EA03070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08646-6322-4524-95F2-79093C1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10FF1-DF40-455A-BC67-0C563C2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46DEC-93CF-4C62-A7BB-7BC55809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 coordinates, matrix, homogeneous point</a:t>
            </a:r>
          </a:p>
        </p:txBody>
      </p:sp>
    </p:spTree>
    <p:extLst>
      <p:ext uri="{BB962C8B-B14F-4D97-AF65-F5344CB8AC3E}">
        <p14:creationId xmlns:p14="http://schemas.microsoft.com/office/powerpoint/2010/main" val="6477795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75E00-8E1E-436E-BC31-3A40FD0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BBC90-986F-45D4-9EC0-23E7F99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8E761-5482-4E2B-A719-8F20B2A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81D50-3297-49A3-AA45-E453514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3B4AF-BD90-4288-BCF7-2BFC1B4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Frames in OpenGL vs Modeling a colored cube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A8FF0-2F7F-4454-89C5-77B97EE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12478-3B69-44F5-8E5F-A3F07571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8B3C8-817D-44C5-ACAB-979DC0B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Frames in OpenGL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815D9-E725-4A13-9723-BCAF040A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Modeling a colored cube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3572C-94ED-42F4-BC18-5155BE5A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31A5F-9966-440B-A353-DE2E3A8A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E51AD-80B2-4F51-8F29-2D524911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B60B2-6295-4B91-A042-67FB0D8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6B45-10B0-4DF2-B663-377360E0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F47F5-A4AC-4A40-89F0-3F5675A1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B8338-8ED8-4EAF-A70B-C2BE5CDC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36462-0A60-4DEE-A34D-DF9F7742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1D9F5-4729-48CC-987A-E1AFDF5C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C5843-9C39-4A53-AA4F-37782F2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4886C-F6B9-45D5-B349-6FC0BB30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34F6E-7A89-4D36-919A-6B0B6202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DE0BE-EB5D-49CF-8DF7-D4291CA1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7FB2E-1864-4E34-A103-D46706F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C54DA-B2A4-4DAB-A9AF-97A83C4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B320A-6281-4AA0-98A1-8B27548C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03500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A8156-5C12-4B2E-812F-2041613B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7760F-BDDC-42C5-AAC6-7BF99916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741EF-8755-4BD4-85AE-793B8EF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CE0E5-968A-4EE2-A69F-2A1E0DD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3AB8F-2FEE-4320-8283-BEAC89F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Rotation vs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47E38-BEEC-46CA-8A70-39B78E8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8E015-C248-49F0-9AC0-524035FF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BAFAE-FAF7-4667-9B0D-11BAE3BB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E22B3-56C7-4855-A7E9-D225C4CC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FCB5F-6CE2-487C-90AD-CBD5C419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03B72-0243-4E8D-8A62-6BE69E05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44AAD-95E7-4364-A5F6-4484A07B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30A97-7A2B-4F9C-990E-1CA13F2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7255C-33BA-4261-9DA4-E824970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ECDD5-E807-4C8F-9962-99211BB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55121-24CA-4A20-968A-37BAD37F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CBC05-A384-4047-BD18-65797606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D7A1C-0B2F-440A-9838-799B2487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5B19D-0DDD-4F2F-B24D-692A1E79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AEA33-DD5A-483D-98E6-B8C87683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782C0-FC03-4CFB-A9F0-D31376CA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2C0B5-3D3A-438A-8E27-F142A3D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86EB6-E531-4493-984B-F31802F1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61607-95BE-48BA-8E20-4BA479D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E890D-CFC3-450E-A178-A3885C36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387424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17209-F9A0-48FB-8301-9E7A282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83A70-81CB-4E76-AEBD-CFEDA68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80E68-3981-40E1-8A43-312ADA2A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E2B60-A2AC-4D73-BB73-14CCDBA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C912E-B355-4533-97AB-9416821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Homogeneous coordinates vs Concatenation of transformations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7E3B2-1015-493B-A56E-F697214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7B7AF-6C7F-43DC-A88B-DC90B25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FD47D-B887-48E0-9D97-B93C15E8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Homogeneous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F8CB8-1747-490B-A220-D00FCE2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Concatenation of transformations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30287-37C2-40C0-944B-766B0EB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25B17-FA44-4906-AA2F-C71753FB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53230-D323-4AD0-A2B2-4782C7F4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3CF71-C665-4AE1-B3A9-23816AB6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1A686-5EDA-41C9-849D-5A36DD82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C735F-0188-4649-BDA5-5D7FC893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066BB-90E0-44A6-A006-BA0572F2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1AC7E-FEF4-44F0-AA6A-DBBE3A69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0C4B3-118F-4C35-8030-7B6EAC0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0EEFF-FB1B-4E8D-9812-ADA1FA67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FD20C-51EC-46A6-923A-8D13AE5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FEF01-B4B4-47CE-B47C-91BFDC78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5C2FA-282B-4D9D-901B-82F4745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9D702-4FA7-41A7-A71D-5516515F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064D0-F154-46C3-87FD-182B98D3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6217A-37FA-41F7-8201-CFE8E81F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653641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C7FB5-9BEC-4F63-A3CF-8F7D940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DFFCF-0ADB-4235-A482-870FBB15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0E97A-7457-4A57-B20E-1EF7D4A8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5CED7-A791-46B5-915F-A7B8EB5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DEE3-1960-4A7E-B716-3B7CE79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52C3A-A434-4BFE-BEFF-16AD7C3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3AE77-536D-4474-8464-3DFE7C2C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F78BC-CA09-462F-9C6A-4E26C865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0ABC1-AB79-4442-A3C0-CAAF2D0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7781B-616E-44A4-ADF5-6C0061CC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F0780-66DA-4144-87DD-40383CD1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72FDF-4B44-4121-8DAF-4C58AAA2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Frames in OpenGL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8136E-B272-4F21-B8CA-0FD22CED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A2476-1E9D-403F-B354-E85A5F4A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Modeling a colored cube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5B26B-BEB0-46E3-8411-AC27652F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0B4E0-B2F1-468A-84E6-9BFAB5B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Affine transformations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3D84D-1F24-49BE-9D5D-390D8EB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BF6CA-6AEA-43C4-8D44-F7B17188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Rotation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67A26-F03C-494F-9B42-4166D18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267F5-B6EE-4F97-A098-F034A9F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Translation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5CEB1-B01F-4F79-BB76-8BA11530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103FA-5ABB-4F31-B971-D17D2532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Scaling</a:t>
            </a:r>
          </a:p>
        </p:txBody>
      </p:sp>
    </p:spTree>
    <p:extLst>
      <p:ext uri="{BB962C8B-B14F-4D97-AF65-F5344CB8AC3E}">
        <p14:creationId xmlns:p14="http://schemas.microsoft.com/office/powerpoint/2010/main" val="13546875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1D9794-7646-4736-A662-DEB613B8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25DA6-30E4-4A67-8C2B-05765E6C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46757-7DDE-4B48-9302-E7D609E7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5E954-26E1-4CD0-ADF4-4C01259F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21D91-299C-4653-8D5D-1A4A309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31443-BBFC-46B7-81D0-D6E70E79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4220-5DD6-4101-9804-69BF2F2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A4C17-768E-4F09-A004-A04F52B0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03DAD-67A6-4D31-BA90-22E8538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22C27-A043-4CD7-851E-FEFB79F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F62E7-1CB3-4A2D-B622-A0680B44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Frames in OpenGL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9D6C1-C0A4-4D3C-A9B5-8E7965E3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5F042-3442-472C-A15F-6D2FA704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61A24-EB3B-462D-A299-1B7A72F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9EA24-9A43-4EA6-8A61-81E9F8CF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Modeling a colored cube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05F49-6D3A-47CD-83DA-DF8194CF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34A6A-CBF4-4976-B64F-1529CBA0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A0AE4-BFC6-4D3E-BD63-D0B06CA0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46211-DCEB-4CDB-A33D-39F3743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Affine transformations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B789D-5D3B-4508-9C8C-B7403009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2DC7B-2F2A-43A6-A14F-46CA9D2D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C4EE2-60FC-490D-886C-942C1DB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07816-DEF0-45C6-AB0D-87C46504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Rotation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8406F-9A50-461D-A729-EE26D87D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C23E9-92A5-465C-A8A8-C6421E19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8574006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36A1E-80BE-41C7-8B38-C2E0B07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6A865-2EB5-4A34-AB7D-A43729F0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779A9-73D6-44F4-B166-F39B986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A1A6-EA2D-4C74-AE7E-57425961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DDA85-0D3E-485A-969F-4794B22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F3E24-66FB-452B-AE8E-33A7FA6A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087D1-2DA2-404C-848F-8841C7C1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7678D-C74D-44E0-98ED-6FB3B179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C49F2-D9CC-490F-8883-05205A2C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AD642-E022-4D91-8122-673F37D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5076F-2F2C-4EBE-BE01-F96D7CBA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B8CAA-98FC-4758-A788-BBA5179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D2692-7A97-41B5-B2CA-D0AC549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4352233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681A0-D0E5-47B0-9B38-0CB0BED0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5579E-7BE2-4212-9FC1-9FD9FA8A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763D9-197D-4F8D-94CD-2E0C2ED6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EFE8E-29A3-4DEC-AC22-0B175DE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B8BE2-2190-498B-9CCE-F009C25A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A734A-15FF-4C20-B349-A5DA9BE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AB5F6-13D6-4CF8-B7FB-5D722BC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02584-D52C-4E80-B3C4-2F7E597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A3D6C-68E1-4F81-94EC-78A055F6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E8F3C-704E-45B6-83AA-52F52D0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3F6F8-FF64-4283-8113-5F8DD723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39AB4-190B-4273-83BC-84A374A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CE4E7-7B68-4C45-A212-60068E4F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CECAE-5273-48A6-9CBF-1BDB6608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91CC3-F36D-4017-A843-3395C79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7298823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4C870-B210-41C3-8347-181DFE95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1AEFD-C8E5-42C8-A4D0-A2244091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C342C-80B8-4A02-9D0A-77CA6AFD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7C5E8-E6CA-4C5D-90AC-662C725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8A990-240D-4231-AAD5-7D3BF2AB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8B35F-1B16-4A68-A881-2DAD48A2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575F7-57AF-4A54-ACB5-7812943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05383-5542-4433-86D0-6DDEC17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FA42F-F302-41DF-9296-BF9CC834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EA781-BA90-4217-BC91-C6A41A5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B8CA8-79D9-47F9-BA04-0AC787D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E6022-8658-44BF-BFC3-9FD93C13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6A4D4-BF60-4D54-ABE7-D83D0F5F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D2996-9CD2-4F88-BC89-3275111E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E1721-0224-4A67-BE67-ACAB028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DFF7C-331D-46E6-A233-488ECBFC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13C0C-58EB-4611-8F1B-E649DB93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A501B-F6BF-47CF-91BD-4C99D27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7246E-8037-4291-9638-64F2ACDE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BEAB4-F7BE-4942-BD67-DFAC8F05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1B2F-974B-44E5-9277-7A4326C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1207B-4AC5-4159-8905-64C796E9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D5EE9-294E-46AA-A5E7-6910FD4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8B2A1-136F-42E3-991B-D6934F4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BC6D4-9621-4E56-B88E-B6EC4341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3560571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D8CCF-778F-47F4-B89A-65876E4B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C15F1-07CD-4CEB-90D1-9EFA2BEC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CD18F-88D7-4622-A100-E49CB10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6CDA1-CFFB-4F0F-A465-50DF6BDD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3295C-B661-41BB-AEFD-1CD922C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B0287-89C1-431F-ADD5-5444738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3BC9-CB94-46BC-A92A-6FA1ADC3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Explain Frames in OpenGL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A65CD-B284-424B-9DF4-17D4426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15F3A-5DC4-4AC4-B4B6-B77F56E0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Compare two approaches from Geometric Objects and Transformations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2672F-8C3F-4F82-884F-78FCF899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8C75E-704E-4C8C-ADCB-B8A4E53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Solve a small worked example involving Affine transformations.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B3162-CB61-495F-A190-3C636FDF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AA80C-A687-43D7-AEE7-77BE5B2D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List common mistakes and how to avoid them in Geometric Objects and Transformations.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DD178-BA9A-484C-AD74-C65EC14E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1E265-6CFF-429D-961E-C8E4CC7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7757655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A42C5-2C9E-4D3F-B2A1-EE04065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EC3FF-1732-4258-A2B1-4B947CE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2B5F7-A700-40C5-9AAC-F4A7F1FF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AC419-7B87-49DB-8794-4ACCCA9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8D7E9-A3EC-45CF-9C70-44C0A38F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Frames in OpenGL vs Modeling a colored cube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BDE5-3EAA-487F-AF92-D943E7E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6F7D5-EFE3-450A-949F-566CE2DA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569D2-8C42-4BC7-A73A-900C501B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Frames in OpenGL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910B0-82CF-48BA-B046-8C963CCC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Modeling a colored cube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40D6-5BB6-456B-80E9-54FBAC9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EB05F-4BF3-4CA1-9F02-5CC526B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C0042-FC2E-49D6-BDC3-0908FAF1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E836F-FF6B-46D1-B35C-A9F0B018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79F56-1734-4A33-B8C8-33C0FC0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9A90A-74D1-4582-87AB-B707588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78390-7834-406C-B062-6E6649D8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833C2-8234-4684-A8E2-9ED74C03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B0FB4-0A3D-4C75-8662-214A399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A1520-276B-4A4E-A650-39E0DCD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74658-20E4-4775-A7EA-D2162947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525E6-4179-4EC5-83E1-8B1DD94F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7AFD1-35AE-492C-865E-EB167C99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321E6-C002-4FB4-A5EA-A9B9AF34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6BE72-D496-4F24-85B8-322FD8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B079B-8E2D-43B1-83F2-26EE5342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83211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4754D-1BF0-41FC-8DFC-837E79D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247B2-EC86-440C-A026-E6B21873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10E42-8B01-4682-9790-C652E396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4E9C8-D160-43B6-A461-C3D53D36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4654D-2A50-4712-A617-05BF0BF9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Modeling a colored cube: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51C9E-1FA9-4452-9392-AC14DF5F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9400B-88A6-4284-944D-AC510C55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501A4-7273-4CB4-8A56-4DC4CDC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5D675-0D37-4E18-961C-C95E096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39E4B-5233-4D82-86A5-27FE93A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AF571-B1BD-41E7-933F-093A378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14A96-D719-4841-88E2-38CDFB73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4BE32-080B-47AD-BAAB-04903FCA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5C711-4ABB-4B75-A4B1-D44BA544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28283-2265-4300-925C-72FA55F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9B140-8E87-41C8-93D4-1F31ABC5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370D0-F574-41DB-89D7-B65D1188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36D2-12AC-4A03-A38A-CD11CD52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A52D9-F5EB-4958-8E06-F6DBFA7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87590-C9D2-4799-8A32-D79FA39C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5536F-155B-4C38-AB5F-113178A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5D777-FC1C-4CBC-81CA-3B0F0B2D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E22DF-C315-40A2-9052-A753A092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560F5-1E31-4AE4-8758-52592540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F00EF-3AB6-42B3-9346-20B63565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7F029-FF00-473D-9E34-33EB998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2C368-C989-466E-AFDB-24E86A87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513BE-E315-49FE-A1D8-6C66641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CEA67-5D1C-4782-B6BB-63865737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B67C30-8FAB-4F02-B45F-0A93403D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ACF58-C8E3-4FBC-A716-73681346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modeling a colored cube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954278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E9C4A-74DE-4EB6-9F1A-26F608C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46E3B-EF7A-4D88-AE01-B4EB950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60383-3305-42BC-A417-97BCB972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6C534-803E-4ABF-A318-1FB22694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C6776-4810-43BD-A85A-C5AD026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Affine transformations: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87299-1429-4ED5-9C51-2946F5F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42BFC-C34B-4C8B-8D66-FDD1E71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AA64A-61EA-47FA-9E59-2484801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5043B-4FC1-4629-A00B-71BAEC5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5197B-E1BC-473A-BD0D-14883683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4D126-3FBE-4F82-9E18-0C3B0259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Affine transformations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298D3-B7EA-4598-955B-11785C41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C700B-1B06-4EA6-93D2-64C4489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coordinates -&gt; homogeneous point -&gt; screen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B9BD1-1B60-4D90-A3B5-2755352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4D4DD-429D-49D6-B1CC-D5E7AEE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6DA3C-F99F-4749-96CD-9A80B871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1DC67-964F-4806-AE4F-67A05AFC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90F0F-63FA-49C8-BCF2-031DF82D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A8CED-811E-47C5-8080-589B400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07312-153D-4C75-ACB2-08C7EE06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05BE7-7732-4429-80EE-0324CAD3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 coordinates, matrix, homogeneous point</a:t>
            </a:r>
          </a:p>
        </p:txBody>
      </p:sp>
    </p:spTree>
    <p:extLst>
      <p:ext uri="{BB962C8B-B14F-4D97-AF65-F5344CB8AC3E}">
        <p14:creationId xmlns:p14="http://schemas.microsoft.com/office/powerpoint/2010/main" val="27435068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32521-5F35-4D58-AC0F-A51671C3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AB08C-C99E-4FF7-8297-96C5238A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602CA-0866-45BB-8D66-06959A8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86BAA-3E13-402E-B1B0-4344AFF5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26CE5-B3BD-4D5F-B906-42C52E3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Rotation: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19B8C-6435-4672-888A-708F4F6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ABB4-2383-444B-AA00-3152AB93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92F67-A04B-4F41-AB31-1369FE1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EF72B-C7DC-4E27-819C-7A0ECE6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C698B-41A1-49B4-A6EE-74BB76E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4831-3C14-4C6C-92B6-12043F8F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56CFA-1790-4A54-B927-987CF3F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AFE7F-2B4E-4C59-BEF0-85BDB6D2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87609-C055-4E85-B046-D4D86821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3BC56-D26C-4A39-A0B6-B159CF7B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7BABB-6ADD-4887-9674-3F6D2C2F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A53A3-6A03-4B40-A2DB-CAFE3AC5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E1A12-E6EE-4636-A3FB-0A01DF09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3103E-0FDB-44AD-8A98-DDFE1E67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FA64C-1770-4FB0-B0C2-743DF979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57133-FD0B-4558-A681-836172C8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8143E-A60A-479D-9A1C-522EB2CF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2E21E-5E1B-429F-B1E1-F946156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DC993-600E-4670-9EE0-91A15D8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8B1D2-8911-45F2-B7E1-78521E22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2BB22-B73E-4E60-82FD-CF14DE7C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22DAE9-7545-4353-BA6A-2FED7F2D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0B252-9A6D-4CCE-A8A6-C2D5ECF8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815DA-D9D6-4421-82C9-EDDB1A8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53437465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61425-7D4A-4F02-9BC6-1802B83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140D1-A71C-45F0-92A4-FB254027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1D91F-FFEB-4553-8A75-13647692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EE21D-1FDA-4D9A-B29B-CAB5A14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4EFFA-4C84-4EA7-AB15-F75B5900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Translation vs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C8848-B8DD-44A6-9AFC-938D56E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B6356-1834-41F0-AF4A-2349429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1FFDE-BB91-4F03-8232-4A411F0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489D-A9E3-40AB-85ED-7C4F0FFF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Scaling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02FC-2DFE-416D-A706-E0B8AB7B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34A14-DE66-4821-B86F-15C170B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E9D4C-4EBA-4E0C-AC36-6CD21093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65062-0E94-4608-B5FD-7976096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4F8D4-CE86-4905-A4A5-50666B86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C79DA-6147-4935-B073-7A0ECE96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454BF-6030-4057-9B53-101111CD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721F5-F1A3-4C26-B5BD-FDE5BEE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43E51-FE23-4355-8748-9C386FE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5A3C2-3F4D-4440-8920-568993B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9F369-F2BB-4FA4-B3F1-4727828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FE917-C4AE-4188-BFCF-D1476F2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D0FF6-3E25-4B46-AA0A-A7E3830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DF4EE-41C3-4154-A59C-FC2BC2C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A6439-22FF-4125-A66A-E9EFD1A5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1F69F-145D-4DC3-97F7-6CB7EF0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458665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9D63E-35BF-4DB1-BFE9-C0F2CF7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C8D53-D6B9-48CE-838F-C94BAE23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A3048-390D-4F10-B6BF-56FCC357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28427-1134-4FF2-9B9F-30E05141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80D68-893F-4498-BC4B-A2F7799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Scaling: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1A002-F0BF-4D83-AC04-84600683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E5FFB-0677-478E-8CC9-C32EEC49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A5545-2837-438B-9218-CB1F4FF9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940B7-6DC4-4D0E-94E5-9EB764DC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1D7D1-9D24-4207-A701-F07917A4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489BD-D570-4657-8525-7D6F8C6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4024F-1E84-46F7-9DCE-57D364B4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69AF6-E299-4700-982F-A6DEEC1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7CBCA-64DE-4BA1-AC55-F899441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4E31C-CAFE-460C-A902-EC34693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6FFA0-07F7-453A-A5EE-BB40B12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1F259-AB01-468A-A1DF-7C4F4B5D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D2308-363A-4343-97D2-417CF5B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E6DF2-CFC4-4FCF-9029-19738A0C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homogeneous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48406-7E75-4ED9-B8E9-CBFE555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B0702-9C0B-4288-9690-2424357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48206-8375-4D8D-BD05-1A14FA9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79ABF-78DA-4C6A-9EA8-6E355B6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homogeneous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F9A1E-63AE-4961-92C1-B4389DA7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EE113-FA20-4D63-A945-99D2F4D9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05FF5-61EE-42D0-85D8-EA8E724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6C1C3-29EB-41C3-8CB9-1B3D6451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9D884-5CF1-4ACB-B83D-82EA179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C2CF-425C-496E-B75E-DBEB4AD9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screen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3B050-9792-4794-A784-1148C79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359BF-005D-49DF-842C-37FE7AC1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scaling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2036529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DC8A6-79CA-4836-8894-9D0607E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DF94A-C90C-4BB2-91EA-1A95CED5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7F195-C2A3-4F73-AAF5-5D7B877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C4442-9DCE-40F3-A2B0-BF5FAA6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FC0CE-98A6-431A-BC1C-D51E44C5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Homogeneous coordinates: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D354E-094C-43B1-8DD3-B38FD389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934B3-C090-46E1-8E28-757F0D61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847C7-329B-4FFA-BCDB-236A2BF2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C950E-D911-4D99-AFD0-64CDFDB0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4491A-6502-437F-B033-DC08219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86245-3710-4E4D-A1D7-28CF66C5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Homogeneous coordinates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80ED8-5A51-4BE1-8B3B-06EB48AD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96824-13DA-4582-A478-24A3EA6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1D9EA-D862-4E58-A0F4-92A886E7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ED095-E02F-44DC-A67A-04BAA1C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F0E47-B902-4626-BAC2-C1C75C9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8094A-F94B-4C5D-A442-5BEBBA84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EF4B3-FFDF-44E9-A5C5-49F131E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7E4B3-FA8F-4495-8A92-2B45D020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0DA66-4420-4F19-B530-402A172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30A99-6C61-4014-A595-523A8FAB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68747394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6CBB1-A020-465E-AE1E-6D4A83D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5CCF8-EE5B-4AC5-B69D-FBF27E29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08321-DAD5-4A47-B39B-73792D24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4C693-8926-4579-9770-CA69D71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F130F-4849-4B47-AB41-1AEF984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Concatenation of transformations: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0F1E8-A8E9-44AC-BD57-C1A79C5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CE92-D08C-40F5-91D0-9B666C5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AABC0-03AC-4BF1-978F-D77592D8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45C17-773F-42AD-8D78-9FC93418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36B3B-6181-47C3-81E0-3EA89EF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88C0E-48BA-436A-8BED-7EAD44A8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F2732-064A-4E4B-80A6-815F469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205D3-BF54-4B71-B163-3EB52158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4BC48-6333-4787-9AE8-82604C59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8D081-82C1-40CF-A99F-56501FF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D197E-D0E9-4F68-BF86-580F4EC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35EA1-B36B-4D36-BF53-A0A840F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F983B-7209-4F46-869D-4C7A8140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BFABE-A969-4FE5-B7E9-E933DA90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EABD3-725A-49EC-AB51-3EDDE55F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01B80-98A0-47B9-AF70-0C35CC81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A9B77-58A5-496F-AB28-B0C3C018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5A91D-C267-46E2-AEC6-E9AA1DBC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750D4-1BBC-4F92-B6E2-3F81D42D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BF23D-7FEE-4F09-9EB5-FA990801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FE0E2-E30D-4ACE-8CC0-0AE168C9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236A2-7159-4D0D-A9E5-2ECD591F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75B47-357D-47E0-8B55-5B409769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1BB8C0-12CD-44C0-ABA6-84E233FF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47788572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45996-58BE-4BAE-BFD3-C52F772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9DD86-6DA1-4331-B1D6-A07A0358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D4354-E570-4755-B24B-943A2C4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11F40-396C-482F-8E3E-FFACE9A1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FDE0E-41C8-4452-993C-ABECC710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Frames in OpenGL vs Modeling a colored cube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18806-AB8E-43C4-90AA-7DA6601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942EA-FC75-497D-B5BB-043DB080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16B3F-A4F0-4CB3-8506-1A5CD36E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Frames in OpenGL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F69B-B286-448B-B8D6-A799B1A0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Modeling a colored cube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94B15-7519-48AF-9F72-C0CB0A3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3EA31-36FC-48C4-8AE5-8128EC4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560B9-F9FA-4DF9-B085-2DA0370C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EE4CD-EF3D-4CB7-9EEF-CE55188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CB0A0-5BDF-4376-A521-B949E8A1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65938-92AE-4176-B664-EE63D805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59357-A91C-441F-8364-6EDB70CC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270E0-8625-4F83-AD24-1663C097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665A3-1A2A-49A1-AB19-F477F258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8482B-A49A-44E7-9DC8-7A9B669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4123B-ACD3-4890-B8FC-B61B8849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96C7D-5F22-4918-B355-C9610FCE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5B956-3827-42F0-91BC-96FD098C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1BF44-32E7-41FF-A779-C5DAAEF6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FB8FB-F286-4BFB-9392-E0227BA5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05DA3-B2B3-48A4-B9EB-7624535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907696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50BF9-FCD2-4DEA-A399-88DBF4D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42EFD-FCF9-4013-85D6-A01A2EA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3: Geometric Objects and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13808-CA96-4B6A-BD88-51AA41C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95689-4791-4D11-9B9C-6E0F5DC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76F9B-EBE6-498A-8FEF-E12DA309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00562-CE17-4FBC-8518-25BF7F68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395FE-696F-44F1-B81A-21BCA47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2F07A-5394-4D9D-ACB3-B7BC9B7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0376C-16F4-4A30-9424-C8DCD1B1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466C8-6309-45BB-A4AD-AA84AEA2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B0884-7718-496E-9677-41F2D83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B4018-F61A-44CE-960E-3EA83799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64931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2026-08-24T06:04:46.5250000Z</dcterms:created>
  <dcterms:modified xsi:type="dcterms:W3CDTF">2026-08-24T06:04:46.5250000Z</dcterms:modified>
</coreProperties>
</file>