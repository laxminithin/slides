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d9e55f594244f2" /><Relationship Type="http://schemas.openxmlformats.org/officeDocument/2006/relationships/extended-properties" Target="/docProps/app.xml" Id="R1281d1bd24ac493e" /><Relationship Type="http://schemas.openxmlformats.org/officeDocument/2006/relationships/officeDocument" Target="/ppt/presentation.xml" Id="R5ca48c24ac6e4b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a8fdfe7c24375"/>
  </p:sldMasterIdLst>
  <p:notesMasterIdLst>
    <p:notesMasterId xmlns:r="http://schemas.openxmlformats.org/officeDocument/2006/relationships" r:id="R0f074bf7b7e04faa"/>
  </p:notesMasterIdLst>
  <p:sldIdLst>
    <p:sldId xmlns:r="http://schemas.openxmlformats.org/officeDocument/2006/relationships" id="256" r:id="R94784b0fcad44d38"/>
    <p:sldId xmlns:r="http://schemas.openxmlformats.org/officeDocument/2006/relationships" id="257" r:id="R238054f9b94f49f4"/>
    <p:sldId xmlns:r="http://schemas.openxmlformats.org/officeDocument/2006/relationships" id="258" r:id="Rfb93a122d4b949f7"/>
    <p:sldId xmlns:r="http://schemas.openxmlformats.org/officeDocument/2006/relationships" id="259" r:id="Rc06123f578bb44e4"/>
    <p:sldId xmlns:r="http://schemas.openxmlformats.org/officeDocument/2006/relationships" id="260" r:id="R46457a09c5dd4ad4"/>
    <p:sldId xmlns:r="http://schemas.openxmlformats.org/officeDocument/2006/relationships" id="261" r:id="R763bcdde8e08497f"/>
    <p:sldId xmlns:r="http://schemas.openxmlformats.org/officeDocument/2006/relationships" id="262" r:id="R33372a8fdd544309"/>
    <p:sldId xmlns:r="http://schemas.openxmlformats.org/officeDocument/2006/relationships" id="263" r:id="R0d1fcdec7a0d48d0"/>
    <p:sldId xmlns:r="http://schemas.openxmlformats.org/officeDocument/2006/relationships" id="264" r:id="R832e1bca67e84df7"/>
    <p:sldId xmlns:r="http://schemas.openxmlformats.org/officeDocument/2006/relationships" id="265" r:id="R86a8f72d3a724a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61d094596949a7" /><Relationship Type="http://schemas.openxmlformats.org/officeDocument/2006/relationships/slideMaster" Target="/ppt/slideMasters/slideMaster1.xml" Id="R5b1a8fdfe7c24375" /><Relationship Type="http://schemas.openxmlformats.org/officeDocument/2006/relationships/notesMaster" Target="/ppt/notesMasters/notesMaster1.xml" Id="R0f074bf7b7e04faa" /><Relationship Type="http://schemas.openxmlformats.org/officeDocument/2006/relationships/presProps" Target="/ppt/presProps.xml" Id="R440f1cfec20941b6" /><Relationship Type="http://schemas.openxmlformats.org/officeDocument/2006/relationships/tableStyles" Target="/ppt/tableStyles.xml" Id="Re522621bd5dd4b3a" /><Relationship Type="http://schemas.openxmlformats.org/officeDocument/2006/relationships/slide" Target="/ppt/slides/slide1.xml" Id="R94784b0fcad44d38" /><Relationship Type="http://schemas.openxmlformats.org/officeDocument/2006/relationships/slide" Target="/ppt/slides/slide2.xml" Id="R238054f9b94f49f4" /><Relationship Type="http://schemas.openxmlformats.org/officeDocument/2006/relationships/slide" Target="/ppt/slides/slide3.xml" Id="Rfb93a122d4b949f7" /><Relationship Type="http://schemas.openxmlformats.org/officeDocument/2006/relationships/slide" Target="/ppt/slides/slide4.xml" Id="Rc06123f578bb44e4" /><Relationship Type="http://schemas.openxmlformats.org/officeDocument/2006/relationships/slide" Target="/ppt/slides/slide5.xml" Id="R46457a09c5dd4ad4" /><Relationship Type="http://schemas.openxmlformats.org/officeDocument/2006/relationships/slide" Target="/ppt/slides/slide6.xml" Id="R763bcdde8e08497f" /><Relationship Type="http://schemas.openxmlformats.org/officeDocument/2006/relationships/slide" Target="/ppt/slides/slide7.xml" Id="R33372a8fdd544309" /><Relationship Type="http://schemas.openxmlformats.org/officeDocument/2006/relationships/slide" Target="/ppt/slides/slide8.xml" Id="R0d1fcdec7a0d48d0" /><Relationship Type="http://schemas.openxmlformats.org/officeDocument/2006/relationships/slide" Target="/ppt/slides/slide9.xml" Id="R832e1bca67e84df7" /><Relationship Type="http://schemas.openxmlformats.org/officeDocument/2006/relationships/slide" Target="/ppt/slides/slide10.xml" Id="R86a8f72d3a724a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02630437f347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e21ac2bcf41ef" /><Relationship Type="http://schemas.openxmlformats.org/officeDocument/2006/relationships/notesMaster" Target="/ppt/notesMasters/notesMaster1.xml" Id="R35b981762f7149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3b09c7d3a141d1" /><Relationship Type="http://schemas.openxmlformats.org/officeDocument/2006/relationships/notesMaster" Target="/ppt/notesMasters/notesMaster1.xml" Id="R0d748bd0a72e42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cb478fce43417c" /><Relationship Type="http://schemas.openxmlformats.org/officeDocument/2006/relationships/notesMaster" Target="/ppt/notesMasters/notesMaster1.xml" Id="Ra2750b439b6f4b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b90f026bf64b25" /><Relationship Type="http://schemas.openxmlformats.org/officeDocument/2006/relationships/notesMaster" Target="/ppt/notesMasters/notesMaster1.xml" Id="Rf68bae903b2540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f7a6395c0a4784" /><Relationship Type="http://schemas.openxmlformats.org/officeDocument/2006/relationships/notesMaster" Target="/ppt/notesMasters/notesMaster1.xml" Id="Ra7f5582d4bde47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801ec126aa4635" /><Relationship Type="http://schemas.openxmlformats.org/officeDocument/2006/relationships/notesMaster" Target="/ppt/notesMasters/notesMaster1.xml" Id="R6c5e18a66d5c43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83f7c7caff481a" /><Relationship Type="http://schemas.openxmlformats.org/officeDocument/2006/relationships/notesMaster" Target="/ppt/notesMasters/notesMaster1.xml" Id="Rebbdc3400fb54a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1a85c01a9541e1" /><Relationship Type="http://schemas.openxmlformats.org/officeDocument/2006/relationships/notesMaster" Target="/ppt/notesMasters/notesMaster1.xml" Id="Rdd75cb09094f46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fe5c9be2804430" /><Relationship Type="http://schemas.openxmlformats.org/officeDocument/2006/relationships/notesMaster" Target="/ppt/notesMasters/notesMaster1.xml" Id="R68e4be381d964e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dc6e9ab6574564" /><Relationship Type="http://schemas.openxmlformats.org/officeDocument/2006/relationships/notesMaster" Target="/ppt/notesMasters/notesMaster1.xml" Id="R4162a4ecbd05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Connolly and Hoar, Fundamentals of Web Development, 3rd ed.; TB2: Sebesta, Programming the World Wide Web, 8th ed.; syllabus web resources.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34aabf2254d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5189cef16a44fb" /><Relationship Type="http://schemas.openxmlformats.org/officeDocument/2006/relationships/slideLayout" Target="/ppt/slideLayouts/slideLayout1.xml" Id="R73c46ef2bd464f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c46ef2bd464f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74874db841d0" /><Relationship Type="http://schemas.openxmlformats.org/officeDocument/2006/relationships/notesSlide" Target="/ppt/notesSlides/notesSlide1.xml" Id="Rb892112bf3334e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eba52a47f4656" /><Relationship Type="http://schemas.openxmlformats.org/officeDocument/2006/relationships/notesSlide" Target="/ppt/notesSlides/notesSlide2.xml" Id="R8147b64571ad42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1fb958ff4486e" /><Relationship Type="http://schemas.openxmlformats.org/officeDocument/2006/relationships/notesSlide" Target="/ppt/notesSlides/notesSlide3.xml" Id="Rd9c9df7a5ca243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fff9bbf4044d4" /><Relationship Type="http://schemas.openxmlformats.org/officeDocument/2006/relationships/notesSlide" Target="/ppt/notesSlides/notesSlide4.xml" Id="R7ad0980f09a3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f7b0140b846b2" /><Relationship Type="http://schemas.openxmlformats.org/officeDocument/2006/relationships/notesSlide" Target="/ppt/notesSlides/notesSlide5.xml" Id="R20e846954beb43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2d99e30eb4866" /><Relationship Type="http://schemas.openxmlformats.org/officeDocument/2006/relationships/notesSlide" Target="/ppt/notesSlides/notesSlide6.xml" Id="R3f8dfd7a40784d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31786814f44e7" /><Relationship Type="http://schemas.openxmlformats.org/officeDocument/2006/relationships/notesSlide" Target="/ppt/notesSlides/notesSlide7.xml" Id="R7d6ef9f3dfd049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73bbe5af04d15" /><Relationship Type="http://schemas.openxmlformats.org/officeDocument/2006/relationships/notesSlide" Target="/ppt/notesSlides/notesSlide8.xml" Id="R265ef1e04c1a42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4392c28442bd" /><Relationship Type="http://schemas.openxmlformats.org/officeDocument/2006/relationships/notesSlide" Target="/ppt/notesSlides/notesSlide9.xml" Id="R956ad92c3cdf4e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9f02e3b9249d6" /><Relationship Type="http://schemas.openxmlformats.org/officeDocument/2006/relationships/notesSlide" Target="/ppt/notesSlides/notesSlide10.xml" Id="Rbf4070cde8fc46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8059F6-DE21-4850-8F4C-A9E8C52F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7391-2D1A-4779-87C1-5C9F1629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5CED0-9CFD-46FF-AAA3-C3158030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7F8F4-FE8C-43C5-BCB6-366A60D0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8228B-571B-45FB-A352-E21D470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AJAX and JSON with JavaScript/jQuery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D5F07-503A-4110-8AE8-91498203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Web Technology Lab | Experiment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51C95-ECD8-437E-B69C-3C8AF0F6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A94B3-82E8-460E-BD5C-30102C06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043D7-58DD-4D68-B4CF-6A296C5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HTML/CSS/JS/PHP logic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8367D-DA11-45FD-B9CD-225650D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C5ED4-DB58-48C0-B154-E15D317B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5E1A6-E38E-468F-930A-1E92B77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Verify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29278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C2C9C-A0AB-4276-9BC3-70936E4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BE894-0BD5-4F04-A8E7-359BD215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2EA3F-2B76-413B-B735-34D95448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215BE-EF24-4716-9A16-8B63346B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BCFF5-0C34-465E-87C0-4DC2FE2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Lab 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2AB3D-F733-43D4-BC5E-DA57EC08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57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D14A8-9B2F-4408-A5A6-73CA9B52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ajax without jQuery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BAA20-A2DC-4122-B070-77984928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A81DE-B2A5-480A-AC88-8830CB6A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ajax with jQuery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BD759C-5412-4E47-B7B3-BDD1998B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03EEA-4F3D-4082-ADC3-DAA8101E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getJSON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FB63D-A616-47EC-A5E6-D8CB3F8A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EB5DF-EC73-486B-8442-A7BB0990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parseJSON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F0FD46-6B46-45B0-84EA-B236D442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A31ED-0168-4237-896D-FA430F22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Implement: display JSON values</a:t>
            </a:r>
          </a:p>
        </p:txBody>
      </p:sp>
    </p:spTree>
    <p:extLst>
      <p:ext uri="{BB962C8B-B14F-4D97-AF65-F5344CB8AC3E}">
        <p14:creationId xmlns:p14="http://schemas.microsoft.com/office/powerpoint/2010/main" val="4864695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11F385-1D90-45DC-84BE-1B612264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49306-3188-41A8-8F1A-49FF2AC1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94D45-C23E-485A-B6BD-B67018BA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7F7E9-C31B-469A-81BC-04058455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3F2BA-241B-490A-B412-0843312C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Page / program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B35D3-85F5-4C35-976D-C5FD41F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06E2C-16AF-45FB-A4B1-38EFC0C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Markup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C89E1-7222-4B00-B9F3-1F8FF164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3C44E-89E9-4063-B8AC-CB98AF71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3C453-C4E8-4F6A-ADF8-5132325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Output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C16F6-C618-48FF-B8FC-F561370A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7E072-159F-4C33-A300-55811440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005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Keep filenames exactly as asked where specified.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AC5F0-ECEE-4214-99A1-C994782A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57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AC7CD2-A13F-4117-8F68-C832663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Separate structure, presentation and behavior when the experiment allows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A96070-9176-494D-A2B8-787E54F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482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EE0B98-F1DF-433C-9991-56CEF71E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816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readable indentation and comments only where they explain logic.</a:t>
            </a:r>
          </a:p>
        </p:txBody>
      </p:sp>
    </p:spTree>
    <p:extLst>
      <p:ext uri="{BB962C8B-B14F-4D97-AF65-F5344CB8AC3E}">
        <p14:creationId xmlns:p14="http://schemas.microsoft.com/office/powerpoint/2010/main" val="591050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140F3-0EBD-48BD-9842-7619B56D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90018-2CE8-47E8-9BC8-BF9C0A22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F5798-C121-481B-A725-9646868E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ECADC-3E40-436A-BDF6-E3B67C1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AFDC2-9806-42DD-96D6-5795FE4C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Important code pattern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D2E95-B2B8-4475-8315-E4950C1E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function runExperiment(input) {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const result = process(input);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  document.querySelector('#output').textContent = result;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76C53-BA24-425D-BA47-4078EC66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DE0C9-D1F3-4E10-B7F6-A552F23E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CD4E56-F5A2-46B2-8529-B4528DD0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3C477-5612-47DA-8D94-A80D03B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71FA8-74ED-46C5-8422-BB0399D0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10C6B-22C0-4A57-AAB7-3915BE5D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44682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C3951-D7F2-4E61-9B82-5D923B4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6D79A-C9AA-425A-B096-900D2CFB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1055-E7B7-4661-86FB-96E559C5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3F12D-781D-4293-B978-5CF60E5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1778A-DFCA-4E83-9EFB-C9CAD11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Syntax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C6BE4-9306-40B3-9B5D-82F1E8B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6A07E-E162-4BF9-99A6-593E47ED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Construct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5FD15-8078-46A5-8F48-08769985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25CA5-7179-45AC-ABFF-564CDA23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to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71DA7-705F-4F6F-BBAF-EDDEB109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49B8D-D407-480F-8ECE-EC2A7932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88447-24C5-42BD-AEFB-743CDDB5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Structures the content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0966C-279A-4643-8EF5-8DD21ED5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Tags are closed and nested correctly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3BEA4-E5F7-4A77-9A67-FA1F153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AC4E3B-49CC-4691-89D2-9958488D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CB8A9-FF5E-470B-BFBF-35B4B0EF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Controls 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39245-7368-4FB9-91CA-6757AB65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Selectors target the intended elements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BC8B83-7F3C-46DE-B07D-4FD21E81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03484-ED0D-4F67-8E7F-FA27BD95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Script/PHP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2E075-ACAB-4A24-B5EA-9B592A32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Adds behavior or server logic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67E47-FFBA-4C59-B350-4E4623D4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Input, processing and output are connected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3D973-2118-40F6-9A56-92EBBD85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9990F-6366-498C-8736-8E7972DA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Browser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F0480-A965-4D7A-B2B1-89FF6662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Shows final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BA9A7-AE6A-4E07-8F49-30438A65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Console/server errors are resolved</a:t>
            </a:r>
          </a:p>
        </p:txBody>
      </p:sp>
    </p:spTree>
    <p:extLst>
      <p:ext uri="{BB962C8B-B14F-4D97-AF65-F5344CB8AC3E}">
        <p14:creationId xmlns:p14="http://schemas.microsoft.com/office/powerpoint/2010/main" val="2037787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9FCB6-B1C4-4AB8-A299-0282E63E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90047-81BF-486C-BE35-D15116AA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9010B-3C26-4C1A-8162-FE59C0D2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BD842-8C74-4B8C-861C-AB95C295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ADB25-B8EF-430A-9CD0-D1A2778B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Build the program in layers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FD84D-6C9F-4DC5-BD85-B8167056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Skeleton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25448-20EF-4606-AB18-D587BE3D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Required elements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C1156-5B4A-4959-BF76-DB9E753D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Styling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8B3B3-6928-44C1-BACF-25112CDE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006E0-C8CC-4781-8846-7B598732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 cases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14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FAEB3-DC1D-4238-8C5A-1A958840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Layering keeps the experiment debuggable: if output fails, the student can identify whether the fault is structure, style, script, PHP or data.</a:t>
            </a:r>
          </a:p>
        </p:txBody>
      </p:sp>
    </p:spTree>
    <p:extLst>
      <p:ext uri="{BB962C8B-B14F-4D97-AF65-F5344CB8AC3E}">
        <p14:creationId xmlns:p14="http://schemas.microsoft.com/office/powerpoint/2010/main" val="2269343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461AE-FAE8-4B1F-90AA-F342AAE9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1019F-04DF-4663-BA59-0A2001E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242BF-4C50-4185-9C1B-AC8F4CC3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4231C-D732-4F98-8CA9-497460F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71EC-69B9-4B9C-B2A0-E3E4D741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Execution and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E3961-6DE2-43F6-8096-EC57CE90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Open/run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08538-4189-4FD1-A012-471392B4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Enter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67113-57A7-402A-8DDD-041642EB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Trigger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46EC1-5853-4504-A92F-6B033E79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Observe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CD637-CA06-4EF5-BFD9-C715D056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002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Record result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384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A34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6B9F4-8734-4675-A057-B09116F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DF907-1808-48FC-8E84-546B5A4D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E92764-306E-432E-91BF-9E6633FC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Expected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6D29A-F939-4345-B98C-274270A3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Fix if wrong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16630-9CC3-4A59-995D-B0E001FD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A3BB9-7208-4544-A014-34603FC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Layout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9CBF6F-C73B-4435-A54A-E248CC0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Elements appear in the required order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A5B15-D4B4-4F14-A5E7-4BB4BF2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Inspect HTML nesting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EBD7D-0A82-46D0-8A7C-B261205B8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06DA5-025A-46F7-9B1D-2A53D9F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Style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FF8EF-1BBC-4B66-B449-32E909F9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Colours/fonts/spacing match task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0C4066-E1A3-426A-A948-357C980B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selectors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5D0D0-6FC3-4A85-BE82-38D90789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98E58-92CF-4AA2-9BFC-635DF355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Behavior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6B23D5-DDAA-45EC-897E-5F731106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output for valid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6930F-00F8-41F0-836C-933520F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event handler or PHP logic</a:t>
            </a:r>
          </a:p>
        </p:txBody>
      </p:sp>
    </p:spTree>
    <p:extLst>
      <p:ext uri="{BB962C8B-B14F-4D97-AF65-F5344CB8AC3E}">
        <p14:creationId xmlns:p14="http://schemas.microsoft.com/office/powerpoint/2010/main" val="7203629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4279A-2E2A-4940-9706-41569858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D9997-AC31-4EE7-BB75-3A47464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B699E-03A2-4F22-82D1-08951DB6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55EE1-9DEA-4C70-87B9-962A2F8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6BC7D-BA16-426E-8FA9-4EB62E71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lab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2E55C-BBD1-4133-AF9A-C099EFA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4BF71-70F0-4DFC-89DC-D87FDE96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Filename mismatch.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436-3BCB-4D56-BA9C-6B1B77A6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77290-94C9-4E05-941E-899F842B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CSS selector does not target the intended element.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C4C91-DE32-4B5B-A692-8086A99F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3FE6E7-C54A-4F84-BA68-921F13E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JavaScript runs before the DOM element exists.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7A732C-B88B-45E0-8A46-4691259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97C24-5D2E-4462-BD3A-AAA3116A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PHP/database path or permission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C83B4-A14F-4A98-BB48-97E58AC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CF8FF-D942-4C17-9CAD-555EF1F2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Output shown without validating edge cases.</a:t>
            </a:r>
          </a:p>
        </p:txBody>
      </p:sp>
    </p:spTree>
    <p:extLst>
      <p:ext uri="{BB962C8B-B14F-4D97-AF65-F5344CB8AC3E}">
        <p14:creationId xmlns:p14="http://schemas.microsoft.com/office/powerpoint/2010/main" val="20826735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AD5955-6BE4-42E4-B487-72002FD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42727-F6F5-45FC-9546-81C2DD6F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CA2B7-EFCE-4DC1-BA2F-28A271D9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BE171-1309-4739-841C-DD101DE4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C3BAAD-9330-4F3B-B4E1-687B3197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Variations to 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2FD6D-27C9-4CF4-B84D-6BDD7058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CA1C4-58F8-4432-BEB7-4E60EDA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Change one input and predict the output before running.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43D26-46D9-4E70-9206-642D46C4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92DE3-A2AB-4D93-B5FA-79A9919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one validation rule or style variant.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AB384-9C29-4AB3-8C6A-B8D54F2C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38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A4EE2-DFD3-4502-A556-CFC0724C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Test one invalid input and record the behavior.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CF0BE-934F-442C-A2DF-C4FA1DF6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433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128AD-239B-4059-AA6E-981D311B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which line of code caused the visible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CDDF1-6747-4E6F-AD31-8C4C227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1328F-AC4D-46BF-8239-EA64CB7C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Prepare one viva answer connecting syntax to purpose.</a:t>
            </a:r>
          </a:p>
        </p:txBody>
      </p:sp>
    </p:spTree>
    <p:extLst>
      <p:ext uri="{BB962C8B-B14F-4D97-AF65-F5344CB8AC3E}">
        <p14:creationId xmlns:p14="http://schemas.microsoft.com/office/powerpoint/2010/main" val="5030823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701BD-E289-43FC-A61C-A0313B11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BCSL504 | Web Technology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F6B97-EE49-44C6-B57E-C4F6671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Experiment 10: AJAX and JSON with JavaScript/jQuery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DC9CBC-D6F3-4F4A-941D-0380AEC2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7727E-61EA-4EA9-91B3-FD39E301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BA56A-D8ED-4C1B-B7FD-E66F20D1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Record and viva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28FE0-BDF2-45D7-8AE2-1DB3A848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8A3E9-467D-48BC-82BF-B6A5D07C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Aim and algorithm/logic.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04CAC-8595-46D3-A9C8-5F3C65EB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CB80A-C317-412E-A584-34292C0F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Source code with readable indentation.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5DF57-28D7-40FC-862E-0F23C9F0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58B7B3-9577-47F7-A419-CA4ECFA4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Screenshot or output 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CF71F-D388-4E3B-9CCF-5EC19334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00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510D87-3A4D-4DFD-8C62-3B1B4F87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338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Explanation of important tags, selectors, functions or PHP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D7FD7-030E-4BB0-9DE6-B572E96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02DB1-F132-4576-9DDF-CC2DDC36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Two viva questions: why this method, and what happens for invalid input?</a:t>
            </a:r>
          </a:p>
        </p:txBody>
      </p:sp>
    </p:spTree>
    <p:extLst>
      <p:ext uri="{BB962C8B-B14F-4D97-AF65-F5344CB8AC3E}">
        <p14:creationId xmlns:p14="http://schemas.microsoft.com/office/powerpoint/2010/main" val="1430280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2026-08-24T06:05:19.7710000Z</dcterms:created>
  <dcterms:modified xsi:type="dcterms:W3CDTF">2026-08-24T06:05:19.7710000Z</dcterms:modified>
</coreProperties>
</file>