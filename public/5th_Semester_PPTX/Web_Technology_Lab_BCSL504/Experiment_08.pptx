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9c328610084c7a" /><Relationship Type="http://schemas.openxmlformats.org/officeDocument/2006/relationships/extended-properties" Target="/docProps/app.xml" Id="Re91922ea83a743d1" /><Relationship Type="http://schemas.openxmlformats.org/officeDocument/2006/relationships/officeDocument" Target="/ppt/presentation.xml" Id="Rf0ab043c87f744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3cdebd624647a4"/>
  </p:sldMasterIdLst>
  <p:notesMasterIdLst>
    <p:notesMasterId xmlns:r="http://schemas.openxmlformats.org/officeDocument/2006/relationships" r:id="R892896c4899547c6"/>
  </p:notesMasterIdLst>
  <p:sldIdLst>
    <p:sldId xmlns:r="http://schemas.openxmlformats.org/officeDocument/2006/relationships" id="256" r:id="R5f1fde36a1e34db2"/>
    <p:sldId xmlns:r="http://schemas.openxmlformats.org/officeDocument/2006/relationships" id="257" r:id="R52839d18e1024c21"/>
    <p:sldId xmlns:r="http://schemas.openxmlformats.org/officeDocument/2006/relationships" id="258" r:id="R59f7f7591ab44648"/>
    <p:sldId xmlns:r="http://schemas.openxmlformats.org/officeDocument/2006/relationships" id="259" r:id="Rb9bd6a8981f1436a"/>
    <p:sldId xmlns:r="http://schemas.openxmlformats.org/officeDocument/2006/relationships" id="260" r:id="R19e9da879af64095"/>
    <p:sldId xmlns:r="http://schemas.openxmlformats.org/officeDocument/2006/relationships" id="261" r:id="R64eaa8a779ae4126"/>
    <p:sldId xmlns:r="http://schemas.openxmlformats.org/officeDocument/2006/relationships" id="262" r:id="Rb271b28ab654488c"/>
    <p:sldId xmlns:r="http://schemas.openxmlformats.org/officeDocument/2006/relationships" id="263" r:id="R1cc21c1bfb654285"/>
    <p:sldId xmlns:r="http://schemas.openxmlformats.org/officeDocument/2006/relationships" id="264" r:id="R941e2b4b116644d0"/>
    <p:sldId xmlns:r="http://schemas.openxmlformats.org/officeDocument/2006/relationships" id="265" r:id="R22dd1462e0c44e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c4ef4a9df450f" /><Relationship Type="http://schemas.openxmlformats.org/officeDocument/2006/relationships/slideMaster" Target="/ppt/slideMasters/slideMaster1.xml" Id="R393cdebd624647a4" /><Relationship Type="http://schemas.openxmlformats.org/officeDocument/2006/relationships/notesMaster" Target="/ppt/notesMasters/notesMaster1.xml" Id="R892896c4899547c6" /><Relationship Type="http://schemas.openxmlformats.org/officeDocument/2006/relationships/presProps" Target="/ppt/presProps.xml" Id="R3cae67c0c3274c27" /><Relationship Type="http://schemas.openxmlformats.org/officeDocument/2006/relationships/tableStyles" Target="/ppt/tableStyles.xml" Id="R8d8198721ca74483" /><Relationship Type="http://schemas.openxmlformats.org/officeDocument/2006/relationships/slide" Target="/ppt/slides/slide1.xml" Id="R5f1fde36a1e34db2" /><Relationship Type="http://schemas.openxmlformats.org/officeDocument/2006/relationships/slide" Target="/ppt/slides/slide2.xml" Id="R52839d18e1024c21" /><Relationship Type="http://schemas.openxmlformats.org/officeDocument/2006/relationships/slide" Target="/ppt/slides/slide3.xml" Id="R59f7f7591ab44648" /><Relationship Type="http://schemas.openxmlformats.org/officeDocument/2006/relationships/slide" Target="/ppt/slides/slide4.xml" Id="Rb9bd6a8981f1436a" /><Relationship Type="http://schemas.openxmlformats.org/officeDocument/2006/relationships/slide" Target="/ppt/slides/slide5.xml" Id="R19e9da879af64095" /><Relationship Type="http://schemas.openxmlformats.org/officeDocument/2006/relationships/slide" Target="/ppt/slides/slide6.xml" Id="R64eaa8a779ae4126" /><Relationship Type="http://schemas.openxmlformats.org/officeDocument/2006/relationships/slide" Target="/ppt/slides/slide7.xml" Id="Rb271b28ab654488c" /><Relationship Type="http://schemas.openxmlformats.org/officeDocument/2006/relationships/slide" Target="/ppt/slides/slide8.xml" Id="R1cc21c1bfb654285" /><Relationship Type="http://schemas.openxmlformats.org/officeDocument/2006/relationships/slide" Target="/ppt/slides/slide9.xml" Id="R941e2b4b116644d0" /><Relationship Type="http://schemas.openxmlformats.org/officeDocument/2006/relationships/slide" Target="/ppt/slides/slide10.xml" Id="R22dd1462e0c4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1d61dbc0c9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8eef7e3ed42c8" /><Relationship Type="http://schemas.openxmlformats.org/officeDocument/2006/relationships/notesMaster" Target="/ppt/notesMasters/notesMaster1.xml" Id="R08ec7cefdfef4a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666f334e9e4a54" /><Relationship Type="http://schemas.openxmlformats.org/officeDocument/2006/relationships/notesMaster" Target="/ppt/notesMasters/notesMaster1.xml" Id="R6f51154f8483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90d10464b74be4" /><Relationship Type="http://schemas.openxmlformats.org/officeDocument/2006/relationships/notesMaster" Target="/ppt/notesMasters/notesMaster1.xml" Id="R0f336b1d810a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da5d2f2da1404d" /><Relationship Type="http://schemas.openxmlformats.org/officeDocument/2006/relationships/notesMaster" Target="/ppt/notesMasters/notesMaster1.xml" Id="R028b7df7084a41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996f6c3024b8e" /><Relationship Type="http://schemas.openxmlformats.org/officeDocument/2006/relationships/notesMaster" Target="/ppt/notesMasters/notesMaster1.xml" Id="Rcded40ccde944b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37d3641d6c4fd3" /><Relationship Type="http://schemas.openxmlformats.org/officeDocument/2006/relationships/notesMaster" Target="/ppt/notesMasters/notesMaster1.xml" Id="Rdc41a14663eb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1689966864687" /><Relationship Type="http://schemas.openxmlformats.org/officeDocument/2006/relationships/notesMaster" Target="/ppt/notesMasters/notesMaster1.xml" Id="Re780bb2f49654e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ab50724ed54bbd" /><Relationship Type="http://schemas.openxmlformats.org/officeDocument/2006/relationships/notesMaster" Target="/ppt/notesMasters/notesMaster1.xml" Id="Rb40de3e884fb4c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77cc7c59f9409c" /><Relationship Type="http://schemas.openxmlformats.org/officeDocument/2006/relationships/notesMaster" Target="/ppt/notesMasters/notesMaster1.xml" Id="R05f98d6309ec4b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0c605ab7bb4c14" /><Relationship Type="http://schemas.openxmlformats.org/officeDocument/2006/relationships/notesMaster" Target="/ppt/notesMasters/notesMaster1.xml" Id="R24bf49cbc3c3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eb382f4ea4c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93c07986d42f7" /><Relationship Type="http://schemas.openxmlformats.org/officeDocument/2006/relationships/slideLayout" Target="/ppt/slideLayouts/slideLayout1.xml" Id="R07729cec9d4d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729cec9d4d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ca6f74424e77" /><Relationship Type="http://schemas.openxmlformats.org/officeDocument/2006/relationships/notesSlide" Target="/ppt/notesSlides/notesSlide1.xml" Id="R365045047cee46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fd0226ae04f2a" /><Relationship Type="http://schemas.openxmlformats.org/officeDocument/2006/relationships/notesSlide" Target="/ppt/notesSlides/notesSlide2.xml" Id="R12679ffc627b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4d7ec24d4886" /><Relationship Type="http://schemas.openxmlformats.org/officeDocument/2006/relationships/notesSlide" Target="/ppt/notesSlides/notesSlide3.xml" Id="R10eec5e0b29e43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22846074a4c57" /><Relationship Type="http://schemas.openxmlformats.org/officeDocument/2006/relationships/notesSlide" Target="/ppt/notesSlides/notesSlide4.xml" Id="R0760b0e4030f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2df15d6a41fa" /><Relationship Type="http://schemas.openxmlformats.org/officeDocument/2006/relationships/notesSlide" Target="/ppt/notesSlides/notesSlide5.xml" Id="R63e7e0a3095c45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a3dda41b94d99" /><Relationship Type="http://schemas.openxmlformats.org/officeDocument/2006/relationships/notesSlide" Target="/ppt/notesSlides/notesSlide6.xml" Id="Ra597637486284d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c9c19c6fd46a2" /><Relationship Type="http://schemas.openxmlformats.org/officeDocument/2006/relationships/notesSlide" Target="/ppt/notesSlides/notesSlide7.xml" Id="R801a33a7170b4f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cd1db59524e14" /><Relationship Type="http://schemas.openxmlformats.org/officeDocument/2006/relationships/notesSlide" Target="/ppt/notesSlides/notesSlide8.xml" Id="R8f906778da67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0fd98216846fa" /><Relationship Type="http://schemas.openxmlformats.org/officeDocument/2006/relationships/notesSlide" Target="/ppt/notesSlides/notesSlide9.xml" Id="R7f7ffd8d9fae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9eade1ee4ab8" /><Relationship Type="http://schemas.openxmlformats.org/officeDocument/2006/relationships/notesSlide" Target="/ppt/notesSlides/notesSlide10.xml" Id="R14844f6f9633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267A1-A8E8-4882-9DEB-2BF691AC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AE5D1-073F-4866-8043-9517CAF1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C43F5-1FD5-4E5F-B7D3-AC06A7D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42FC0-93E8-4233-8E07-F36C5B32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AA608-91AB-4CFB-BE3A-56B16C2C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PHP visitor counter and sorting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77C2A-3531-4FCF-98CE-4582C804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3BED7-181F-45B1-9BD1-C2AC6E53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7A2C2-7D7D-45DE-851A-264D84BB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389CA-F254-4DB8-A89D-95429084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F530-FD47-40E7-9AF0-A7B66D9C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2E830-0A97-4BD3-9955-CD29F004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7182E-527C-4042-A1D3-F0307658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24606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D88B2-F00A-4EBE-ABCA-2EB544BE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C5BBD-4B4C-423E-9B00-A2458D12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FF37-9FE8-4674-BC35-DB44C63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DFB5F-3DBA-4C1E-A4D5-F037FD8C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9DBD8-1083-4702-9425-68F4FCC6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0E4DF-A7F3-4C20-A205-47F11222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5D1D3-3117-4E53-90C3-1890AE7A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visitor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D0FF9-5BBD-4080-8460-ECC3C522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7CD65-89F4-4889-B232-65037D7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headings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8F177-892F-4862-A672-A9122298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127C5-E710-4B63-B61E-01C895E2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student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0CEB7-2A62-4583-BB59-0C5A114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7338C-1475-4F27-8CDB-6DB3514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database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F4714-B4D7-4EBB-99C2-4EF0C47D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48CE7-DB82-449F-9010-869FA967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selection sort</a:t>
            </a:r>
          </a:p>
        </p:txBody>
      </p:sp>
    </p:spTree>
    <p:extLst>
      <p:ext uri="{BB962C8B-B14F-4D97-AF65-F5344CB8AC3E}">
        <p14:creationId xmlns:p14="http://schemas.microsoft.com/office/powerpoint/2010/main" val="4489576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FD406-F3EC-4974-A82E-AB83ED7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318E0-8C6F-486B-9345-8AEB5A9A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EE887-4189-4496-938C-98AD13C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08588-5AF7-4BCE-B146-871DC8B3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385CB-29C0-4FCB-BA28-FCE6613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A2170-F816-4CB4-B3DA-B0BCE826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B889F-DD4B-4EB5-B0EF-41EC7FF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89553-88E5-4075-9B79-DB153E8D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FEB03-CE61-4E37-BCA1-3A972553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635A-0762-4C22-9150-FA45E39D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D1BEC-3463-4036-B936-1CF0A8AB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ABD3-9B10-42D2-8AAE-4B2E9CA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0A98D-251E-43C9-BDF0-359044E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5B9B5-E1F0-4E3A-9973-47E2742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3F695-B425-4A93-8646-DA59AF2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1F1AE-777A-4697-8FB5-DFF4BC7B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1056719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3EF36-1D6C-4FAD-9AB6-50C47E11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ADB2A-96CD-4459-8D2F-AA348B62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60B0D-ABCD-4E7B-9040-2C12AA25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9D9A8-9E99-44A6-AEB6-E0A39103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9A8EE-F979-4511-B4B9-0817D0CE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E9EFE-CFB4-4AA8-A679-EFBF757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&lt;?php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// read input / session / database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// process data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echo $result;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?&gt;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2FF48-DB90-4050-A72A-03E41B4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388FF-B2BC-4615-8376-3A3DB4F1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F8971-1F77-4E4F-9905-FFE1873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4B6DA-60A9-4739-983D-906A7A69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D4EB-FE25-4455-B1C1-30A049B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6FD38-F614-43E7-8CB2-52B2999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19607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6A281-E0F0-4DE5-94F4-2D57EC36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FB764-45B7-4635-95FD-0F9982DA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FA97A-2B5F-4403-B929-6A2D42F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40F3E-39CE-4740-860E-08D252B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01A62-6B99-47A3-8006-2E12DA8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F1319-69D3-4AD4-9963-0759BDF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A430A-B6EA-4BB9-A971-7A68363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985FA-4866-4DCF-B76B-DA2A54B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B17FB-A822-4918-9E38-3CFF4429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868C1-E64A-4921-84E1-F16FD800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7521C-22EF-4F79-A58E-B9F2C4F0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262DE-B96B-4A28-80E1-C686B185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7299D-ED6A-4811-802D-C105607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54847-5C02-4584-94FE-1910968E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9706F-225F-4140-BAD1-025C1C8D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27FE1-D58F-4211-A053-2370BAE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354ED-09BA-489A-B23F-5FFE2FC8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FFF66-9856-4FEA-AD2B-14EE2569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A0710-58B9-47F6-8D64-B7DA9C6A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D919D-5434-4F24-8A4C-9A9E62E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27D15-E61F-45E0-8D79-1C92F5A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19A24-D722-4630-9201-717FEDA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ED556-A694-498C-BEEA-25930EC8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273F8-57E1-4EA6-B46A-CCAD8930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95AE4-68B9-4CDB-A170-2AA94978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593108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FB4AA-B95B-43A2-806E-648F3B3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F5458-FACC-40EC-ACA3-90DD43E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F76F5-72F0-4985-BD77-0107FCB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C0A24-7216-450A-A764-5E54FDE7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7EAA8-A14D-471D-9DBB-33C9B4F7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356E-BBF6-407F-A423-FAD57DF4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53811-0F58-4E69-9538-65305B3F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A52F5-5EED-433B-915A-35E9A78E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F1201-16CB-45F0-8413-3F4350C1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78221-98CA-4242-8CC7-F53BD69D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E064F-C1B8-41E0-911A-D7AB155D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817611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D4070-ADB7-43CF-94CB-E63EFE67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9D272-1D1D-463F-A4C3-84C6AD8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0524-9C5F-4086-9334-2A417573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32496-1D47-48E0-A4CA-B04EE87F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C2DAC-9BA3-481F-B9F0-B1096E69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A9E69-5B6F-4736-8406-DAE68AB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A8DA9-58AE-4F7F-989B-BD30C87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73836-8C71-4AEE-B755-8FAAF38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34204-8CBA-4221-8E05-CA198E4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DFBB4-3E7B-4609-89C7-EFF4AE9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093D4-3198-43B0-A189-ACEEE4A9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B708-ECF9-470E-ACD9-E1E94CB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9592E-F68E-473E-B60C-40A7DC5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65C9A-BE44-491E-814A-ABB9C14F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F0B86-48B6-4750-BC16-AB8FD7F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4B8CB-60EA-4C04-9921-3903E7A7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D4E10-084B-421A-BF2F-EE71375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46BC9-2F75-4C4E-8A70-5E6C2ECF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2EA67-4CE1-4CB3-BF1B-820723D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3732C-C39F-4E06-8707-9C4C976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B9961-3986-4053-8D49-D02B72A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FA36A-1ED7-44EF-9C0A-4EB2D50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4A70A-A9A9-4614-AC15-84317C2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FC8C3-9926-4F00-991C-AD504D9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74B46-3B2E-4B1A-B948-613AE71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980CE-4A49-4B8D-9CB5-31BBE62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7610919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54681-BAF2-4B39-8588-C45E249F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CCF37-425D-41EF-B2FE-3BDDEECF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DEF60-051F-4D96-8768-D1E5DA0B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D1E88-B204-4DC3-89C2-F55FE98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6E580-CDE9-4B9A-BCD1-B29590A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F971B-991B-4FF6-9F5F-31BE032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77EA1-EEA6-4576-93B4-AD4B8483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26B8-9E37-4AAD-824D-889AFD6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B0CB7-782F-426A-9F0D-DAC643AC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91391-2E15-40F8-82CA-175296F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30125-0AD5-4D05-B718-ED9498B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6BA87-34FC-45C6-ACA5-BC89D72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F4756-14D7-4728-8134-A44AF8B9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D1BAD-EBE5-4BB9-8123-41C0EF6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5A8CC-AC82-4B7B-9C1A-EE192384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618498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54357-FE4B-41D7-9538-322431E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3FB75-7031-4663-B6DB-8393AA2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D36A4-84C2-40D3-B400-03283CE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5584F-5196-4808-AE03-C193F9D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F3459-1F50-46E2-850B-4EFB313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2B15D-07B1-4D44-90C0-AE34345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B16DE-ACD5-4A4A-BA4A-57C2CE4F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21552-E28B-4FA9-AE19-8C60C821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5B87D-15BB-494E-A99A-3B72DCE2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E3BB2-1C4B-40E6-947D-E5AF604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B7DDD-3555-4E45-AC25-9496B18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F9C48-331F-46E2-92EC-DFCD15D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EB94E-2948-4F65-A0AE-83109D0C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4F5C7-2CF0-4CDD-AA6B-B7717CE0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B76E4-96B8-4573-B227-DBAAEED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2136159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3A7CC-4E13-4D5C-8A0E-7DA621E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CEB26-3592-43E3-92D1-FB37BE7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08: PHP visitor counter and sorting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65AAA-06BB-4633-A8F5-1ED6642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DED27-1357-4B65-890D-0A8AF849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32E54-B05A-412B-B302-0679158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69154-BCCC-40B1-82A4-E552591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82176-5E78-485F-B978-7780F268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E9292-E8F4-4C3B-9B2B-664990FB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F96FA-6A99-4FA2-A4D3-B9AEB4B2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693A0-90AF-4F55-9D72-E6D1641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2CF38-C7F1-4732-B141-28B166F2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1CEEF-1475-4C36-81FF-BDF61E86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2C2D4-2C42-4B34-95A8-0A92004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F81A7-8920-4E87-91F8-85124C73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9A6EF-D5B6-4169-8863-7852ECFC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637595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2026-08-24T06:05:18.9910000Z</dcterms:created>
  <dcterms:modified xsi:type="dcterms:W3CDTF">2026-08-24T06:05:18.9910000Z</dcterms:modified>
</coreProperties>
</file>