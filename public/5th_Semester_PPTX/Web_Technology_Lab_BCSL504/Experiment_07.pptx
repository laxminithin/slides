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3bb95b34184d06" /><Relationship Type="http://schemas.openxmlformats.org/officeDocument/2006/relationships/extended-properties" Target="/docProps/app.xml" Id="R4790bf0d5ac44e2f" /><Relationship Type="http://schemas.openxmlformats.org/officeDocument/2006/relationships/officeDocument" Target="/ppt/presentation.xml" Id="Rd1b1a4793c1e46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d433e109f84c25"/>
  </p:sldMasterIdLst>
  <p:notesMasterIdLst>
    <p:notesMasterId xmlns:r="http://schemas.openxmlformats.org/officeDocument/2006/relationships" r:id="R0bc3c82ba4344893"/>
  </p:notesMasterIdLst>
  <p:sldIdLst>
    <p:sldId xmlns:r="http://schemas.openxmlformats.org/officeDocument/2006/relationships" id="256" r:id="Rc21cf894f5d34333"/>
    <p:sldId xmlns:r="http://schemas.openxmlformats.org/officeDocument/2006/relationships" id="257" r:id="Rf050cc7e893b4929"/>
    <p:sldId xmlns:r="http://schemas.openxmlformats.org/officeDocument/2006/relationships" id="258" r:id="R1df76a0ef6244d8b"/>
    <p:sldId xmlns:r="http://schemas.openxmlformats.org/officeDocument/2006/relationships" id="259" r:id="R8024bec5b43d4687"/>
    <p:sldId xmlns:r="http://schemas.openxmlformats.org/officeDocument/2006/relationships" id="260" r:id="R5702e134df464e3b"/>
    <p:sldId xmlns:r="http://schemas.openxmlformats.org/officeDocument/2006/relationships" id="261" r:id="Rf2dc5d01f64a4c11"/>
    <p:sldId xmlns:r="http://schemas.openxmlformats.org/officeDocument/2006/relationships" id="262" r:id="Rc4f83c49f8a54a12"/>
    <p:sldId xmlns:r="http://schemas.openxmlformats.org/officeDocument/2006/relationships" id="263" r:id="R2f4fdbe073474076"/>
    <p:sldId xmlns:r="http://schemas.openxmlformats.org/officeDocument/2006/relationships" id="264" r:id="Rcfa1b7e8e5064844"/>
    <p:sldId xmlns:r="http://schemas.openxmlformats.org/officeDocument/2006/relationships" id="265" r:id="Rb39085763e0948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d0c7d836704101" /><Relationship Type="http://schemas.openxmlformats.org/officeDocument/2006/relationships/slideMaster" Target="/ppt/slideMasters/slideMaster1.xml" Id="R20d433e109f84c25" /><Relationship Type="http://schemas.openxmlformats.org/officeDocument/2006/relationships/notesMaster" Target="/ppt/notesMasters/notesMaster1.xml" Id="R0bc3c82ba4344893" /><Relationship Type="http://schemas.openxmlformats.org/officeDocument/2006/relationships/presProps" Target="/ppt/presProps.xml" Id="R2aa81b77bd7648e7" /><Relationship Type="http://schemas.openxmlformats.org/officeDocument/2006/relationships/tableStyles" Target="/ppt/tableStyles.xml" Id="R06a4429d383744a1" /><Relationship Type="http://schemas.openxmlformats.org/officeDocument/2006/relationships/slide" Target="/ppt/slides/slide1.xml" Id="Rc21cf894f5d34333" /><Relationship Type="http://schemas.openxmlformats.org/officeDocument/2006/relationships/slide" Target="/ppt/slides/slide2.xml" Id="Rf050cc7e893b4929" /><Relationship Type="http://schemas.openxmlformats.org/officeDocument/2006/relationships/slide" Target="/ppt/slides/slide3.xml" Id="R1df76a0ef6244d8b" /><Relationship Type="http://schemas.openxmlformats.org/officeDocument/2006/relationships/slide" Target="/ppt/slides/slide4.xml" Id="R8024bec5b43d4687" /><Relationship Type="http://schemas.openxmlformats.org/officeDocument/2006/relationships/slide" Target="/ppt/slides/slide5.xml" Id="R5702e134df464e3b" /><Relationship Type="http://schemas.openxmlformats.org/officeDocument/2006/relationships/slide" Target="/ppt/slides/slide6.xml" Id="Rf2dc5d01f64a4c11" /><Relationship Type="http://schemas.openxmlformats.org/officeDocument/2006/relationships/slide" Target="/ppt/slides/slide7.xml" Id="Rc4f83c49f8a54a12" /><Relationship Type="http://schemas.openxmlformats.org/officeDocument/2006/relationships/slide" Target="/ppt/slides/slide8.xml" Id="R2f4fdbe073474076" /><Relationship Type="http://schemas.openxmlformats.org/officeDocument/2006/relationships/slide" Target="/ppt/slides/slide9.xml" Id="Rcfa1b7e8e5064844" /><Relationship Type="http://schemas.openxmlformats.org/officeDocument/2006/relationships/slide" Target="/ppt/slides/slide10.xml" Id="Rb39085763e0948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7cd232dea647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701a1627544ef9" /><Relationship Type="http://schemas.openxmlformats.org/officeDocument/2006/relationships/notesMaster" Target="/ppt/notesMasters/notesMaster1.xml" Id="Ref3ae23caf3347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ad466c468f4e41" /><Relationship Type="http://schemas.openxmlformats.org/officeDocument/2006/relationships/notesMaster" Target="/ppt/notesMasters/notesMaster1.xml" Id="Rfdac820481ec44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de8779020244f4" /><Relationship Type="http://schemas.openxmlformats.org/officeDocument/2006/relationships/notesMaster" Target="/ppt/notesMasters/notesMaster1.xml" Id="Rbd99bb38eeff4a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353091276547bc" /><Relationship Type="http://schemas.openxmlformats.org/officeDocument/2006/relationships/notesMaster" Target="/ppt/notesMasters/notesMaster1.xml" Id="R5f7fe12139e14c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786358668f4cbb" /><Relationship Type="http://schemas.openxmlformats.org/officeDocument/2006/relationships/notesMaster" Target="/ppt/notesMasters/notesMaster1.xml" Id="R5cd49ea9151748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f65c2d658d4dec" /><Relationship Type="http://schemas.openxmlformats.org/officeDocument/2006/relationships/notesMaster" Target="/ppt/notesMasters/notesMaster1.xml" Id="R95c011ff38c346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cd9069e9464660" /><Relationship Type="http://schemas.openxmlformats.org/officeDocument/2006/relationships/notesMaster" Target="/ppt/notesMasters/notesMaster1.xml" Id="R2f9432e35bfb45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50e996d2d14efe" /><Relationship Type="http://schemas.openxmlformats.org/officeDocument/2006/relationships/notesMaster" Target="/ppt/notesMasters/notesMaster1.xml" Id="R81ff394e39534f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8f6c1b213e4376" /><Relationship Type="http://schemas.openxmlformats.org/officeDocument/2006/relationships/notesMaster" Target="/ppt/notesMasters/notesMaster1.xml" Id="Rc05c23c8d60d4e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c272a7f47d436b" /><Relationship Type="http://schemas.openxmlformats.org/officeDocument/2006/relationships/notesMaster" Target="/ppt/notesMasters/notesMaster1.xml" Id="R722eca8bf9ed4d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12c3279b8c46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c2fe6d07e74512" /><Relationship Type="http://schemas.openxmlformats.org/officeDocument/2006/relationships/slideLayout" Target="/ppt/slideLayouts/slideLayout1.xml" Id="Rbed5720555a648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d5720555a648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46fd92bc84b57" /><Relationship Type="http://schemas.openxmlformats.org/officeDocument/2006/relationships/notesSlide" Target="/ppt/notesSlides/notesSlide1.xml" Id="R40025fcfb29747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d299657da4fb4" /><Relationship Type="http://schemas.openxmlformats.org/officeDocument/2006/relationships/notesSlide" Target="/ppt/notesSlides/notesSlide2.xml" Id="R1fcc51121a4a4f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15300098f450e" /><Relationship Type="http://schemas.openxmlformats.org/officeDocument/2006/relationships/notesSlide" Target="/ppt/notesSlides/notesSlide3.xml" Id="R5e9e6d27ec7f47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ea463827743bd" /><Relationship Type="http://schemas.openxmlformats.org/officeDocument/2006/relationships/notesSlide" Target="/ppt/notesSlides/notesSlide4.xml" Id="R7010ce3660e241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a97f5d6f84ad1" /><Relationship Type="http://schemas.openxmlformats.org/officeDocument/2006/relationships/notesSlide" Target="/ppt/notesSlides/notesSlide5.xml" Id="R3ad9e641744a42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bcc2e006440a8" /><Relationship Type="http://schemas.openxmlformats.org/officeDocument/2006/relationships/notesSlide" Target="/ppt/notesSlides/notesSlide6.xml" Id="R3312cda8efe646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2b341cb1447be" /><Relationship Type="http://schemas.openxmlformats.org/officeDocument/2006/relationships/notesSlide" Target="/ppt/notesSlides/notesSlide7.xml" Id="R692e7071fb2a46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3319e4d4644c8" /><Relationship Type="http://schemas.openxmlformats.org/officeDocument/2006/relationships/notesSlide" Target="/ppt/notesSlides/notesSlide8.xml" Id="Rca9f8cdfe44b4e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02befec3e4c80" /><Relationship Type="http://schemas.openxmlformats.org/officeDocument/2006/relationships/notesSlide" Target="/ppt/notesSlides/notesSlide9.xml" Id="Rd918fd5a5c3747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78d34e9164574" /><Relationship Type="http://schemas.openxmlformats.org/officeDocument/2006/relationships/notesSlide" Target="/ppt/notesSlides/notesSlide10.xml" Id="R60827c5ca56849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C1906-E049-4F43-A535-3CF84330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5859F-BEC4-4B9D-817B-01FAC9B0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07: JSON, CSV and hashing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4C33D-A8FE-479A-A0D0-8D004DE0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EFE80-4C4A-4294-8291-8A387C36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1AD8C-23B0-4E60-8001-45991CA4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JSON, CSV and hashing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7CF43-485B-4E13-B056-7B2312BF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Web Technology Lab | Experiment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0FE7D-1C76-4E46-95F9-270E58CC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9B26D-E6A5-4095-9D79-8201D232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6DF9F-0188-4C15-B9A4-F27B912E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HTML/CSS/JS/PHP 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14870-6319-40BF-BBF9-FE3F6A10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8C0F2-1E87-4094-ACEA-E84B36CB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0D38B-521B-4669-B0E9-989E8C1B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Verify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752109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CC687-ECBD-4C85-B26C-E3BFAD5B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27549-175E-45B5-9D5C-E654B977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07: JSON, CSV and hashing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DFC36-854D-4F6A-B6C9-859F6682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EFE8B-D13C-42A3-A91F-18679EEB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EB9C3-139F-4498-8273-DF816D2C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Lab 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E609F-BED7-486A-A9F6-BA2E2F79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57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016AE-BC1B-4E33-B5A1-70D89C09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90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JSON text to object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68AE7-553F-4AB4-A3ED-25EB30D8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9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243FE-D728-4324-B48D-D847A87F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JSON date conversion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7C255-8F84-4B19-AF0E-98995741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766CD-6AEB-4793-9765-F0CF3FBE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JSON to CSV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AD75B-4993-4A9C-B42E-0899C3E2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8ED31-F2FE-4479-B0AF-94B468F1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CSV to 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C5984-710B-4BB2-A549-67AE4D94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53FA8-8B05-423C-A2F7-1D7EE866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crypto.createHash</a:t>
            </a:r>
          </a:p>
        </p:txBody>
      </p:sp>
    </p:spTree>
    <p:extLst>
      <p:ext uri="{BB962C8B-B14F-4D97-AF65-F5344CB8AC3E}">
        <p14:creationId xmlns:p14="http://schemas.microsoft.com/office/powerpoint/2010/main" val="15066834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7E3B38-001D-4495-BAA3-E493F6C1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667C2-752E-4A9E-A948-8C0CCA08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07: JSON, CSV and hashing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4EBCF-38F7-4B85-BEDF-21E1090D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D7E73-6A8B-4188-A287-5447F11F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3F4E9-280F-4E48-9898-ADADA041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Page / program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1D960-9A98-4199-8D51-D4403B9C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9ED8A-E018-4B10-BD81-BCABD1D5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Markup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57A9D-CC64-4DB4-A778-FD60F4A6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Style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6918D-C46F-43F1-9FE7-6236DFE8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DC044-27F8-4127-BA51-0521651B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Output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A2612-4718-460B-9732-38D0D410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FA38D-4E67-41A3-8614-88655CB7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Keep filenames exactly as asked where specified.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6AC19E-3163-4E9A-99F4-DD3E9A04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57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7060F-5009-410F-A84F-B7CE03A0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Separate structure, presentation and behavior when the experiment allows 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40E95-BB18-4732-BB64-D57C2125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48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1A957-32FF-4CBA-B4F6-ADDE247E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816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Use readable indentation and comments only where they explain logic.</a:t>
            </a:r>
          </a:p>
        </p:txBody>
      </p:sp>
    </p:spTree>
    <p:extLst>
      <p:ext uri="{BB962C8B-B14F-4D97-AF65-F5344CB8AC3E}">
        <p14:creationId xmlns:p14="http://schemas.microsoft.com/office/powerpoint/2010/main" val="6141393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CF0D8-7564-4A89-8BF8-F6EB6F5C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D7890-46BB-48EF-9C2A-71A720DF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07: JSON, CSV and hashing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5D8AC-8250-46A0-9979-65489F8C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63EE2-6BEA-4CF8-87FE-9843B52A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1D997-7703-4027-8B6A-E400E125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Important code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07191-9B29-4A00-9FE8-948713D1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function runExperiment(input) {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const result = process(input);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document.querySelector('#output').textContent = result;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302FD-158D-4077-871A-17B10CD2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A47F0-DDFB-4F56-B8B2-B9E5E757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E5BD4-BF5A-46E7-BC2C-E60F445B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8A47B-4F57-40DE-B55C-1382839C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96BA0-D717-462F-A79F-EFBF488F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16450-C02E-4624-980C-2C03DB1C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21390986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49F3D7-BD6C-4251-A297-13498D8F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561BC-C5A3-4118-A15E-19F15B12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07: JSON, CSV and hashing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5B570-0837-4BBF-A457-226EC209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108C1-4B33-4D61-8BEC-AD4AD9BD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E4B70-7CBD-4840-8841-110D2397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Syntax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A2B80-C9E6-455B-AD57-1D665226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9854B-58EF-41D4-8FD7-CF82166A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Construct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27694-390E-4984-BB71-30109140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CE8A2-BFF1-4582-B856-9C16B8A8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to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4E379-0503-4FF1-AE10-D83A37A0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6A790-BDB8-4E4A-A70B-315BDCDB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BC8EA-A383-47F9-A5D8-AD49C1F8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Structures the 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CD29F-122E-4E6D-B624-0E5B7638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Tags are closed and nested correctly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0B50C-97A7-468F-93E6-518EDE61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89DAE-A60F-4649-B645-1656EFD8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BFC327-D5A0-4056-AD5B-9F6870C3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Controls 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4AD09-6CC4-4F5F-8545-0EABBAA4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Selectors target the intended elements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18ED7D-2115-4420-AFDE-B936B080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0B1347-6C3E-4A59-9D73-21EE0371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Script/PHP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B2486-7892-496A-B66D-4ED80DD3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Adds behavior or server logic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603590-3ADD-4D09-A8D8-374A01D5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Input, processing and output are connected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E3D9A7-7658-4523-B191-5601C676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ECF42D-0ECB-49FC-AE5A-34D43C5B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Browser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DE4604-4F70-41FB-9737-124B4A3D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Shows final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260462-CC24-4D5C-AEDC-BB2236F3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Console/server errors are resolved</a:t>
            </a:r>
          </a:p>
        </p:txBody>
      </p:sp>
    </p:spTree>
    <p:extLst>
      <p:ext uri="{BB962C8B-B14F-4D97-AF65-F5344CB8AC3E}">
        <p14:creationId xmlns:p14="http://schemas.microsoft.com/office/powerpoint/2010/main" val="14681213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A0FDE-B21C-4B95-8229-D472E472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3CA67-AA3D-475D-BDF7-D9563FFE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07: JSON, CSV and hashing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DAF2F-187C-4540-83E6-8B6B3D7C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5135D-F94D-4670-8710-34D68108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EF841-F975-4C5A-89DE-B7FC96D5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Build the program in layers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ABE84-F076-4FA9-B5A3-90740327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Skeleton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BAFE4-4791-4C5A-AB8D-902AA7B3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Required elements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B6102-94E0-4E3A-8087-C72CFBF8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Styling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AC81B-C8BE-49E5-996B-C1112678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85ADD-65F1-4716-8B2F-7B402265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Test cases</a:t>
            </a:r>
          </a:p>
        </p:txBody>
      </p: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A06F4-AE09-4496-9BD1-1569AD66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Layering keeps the experiment debuggable: if output fails, the student can identify whether the fault is structure, style, script, PHP or data.</a:t>
            </a:r>
          </a:p>
        </p:txBody>
      </p:sp>
    </p:spTree>
    <p:extLst>
      <p:ext uri="{BB962C8B-B14F-4D97-AF65-F5344CB8AC3E}">
        <p14:creationId xmlns:p14="http://schemas.microsoft.com/office/powerpoint/2010/main" val="10140531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29F3C7-6FBF-44E6-8980-A2A48571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CD389-B36B-4ED6-A699-0F647764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07: JSON, CSV and hashing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4946A-2153-4EA9-A1C7-EBD6A879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BC6C8-D215-4D3B-B458-A785D1C8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FE0D9-0BE2-4BC1-A50A-065355E5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Execution and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AF43D-BE21-49A3-9F53-C8D7AF4A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Open/run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929EC-2ED1-4C41-ABB2-B91737B1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Enter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F0C3E-C02A-455A-B1BC-9CE7D425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Trigger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879DD-FF67-4F4A-B4CD-B3FF4F70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Observe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23CC8-4164-48FC-BC84-4AA14B20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Record result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40A2E-6E9D-40CA-B8E4-F1C70EB0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39668E-B7ED-4BE8-A042-472A0594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82E563-8B38-4167-8D93-74B3A09F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Expected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EC688-F5AA-4645-B7E7-5177FCBB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Fix if wrong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F9EB44-AA48-481B-A597-5E7961F5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66263A-2C5A-4572-A25A-44CEC9D0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Layout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C8359-DBC0-445D-A98E-F59C5B5B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Elements appear in the required 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F1001-0F6C-42CD-B6A9-7BF793A8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Inspect HTML nesting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2F8A56-AF55-4E42-9915-D02B29CA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F7295C-91A6-4F35-BED6-C7747075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Style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476621-F273-4C4D-AFC1-DA112F19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Colours/fonts/spacing match 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2EAFF8-2F16-4699-BA1B-71F69644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selectors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B7CE96-5B57-4AFA-9028-97BD3C7C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0F0147-7055-4ECA-80B3-15B55EA4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B97FC2-B5CF-40D5-B5E2-5FF20BE3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Correct output for valid input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9185D4-CD4A-4922-B5DA-0037859B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event handler or PHP logic</a:t>
            </a:r>
          </a:p>
        </p:txBody>
      </p:sp>
    </p:spTree>
    <p:extLst>
      <p:ext uri="{BB962C8B-B14F-4D97-AF65-F5344CB8AC3E}">
        <p14:creationId xmlns:p14="http://schemas.microsoft.com/office/powerpoint/2010/main" val="18637450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BCD2E-24CA-4F58-B532-450B1662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D60C3-AA87-4683-BCDB-ED872B93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07: JSON, CSV and hashing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1069C-9866-4FA2-92D3-BB861E4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5E22F-A693-417D-B24F-CDD54C54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65687-9D3F-425D-86CE-C143778D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Common lab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9BE76-3E73-4B3A-99D9-3B324EAF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43BEB-7E1D-4F5E-831B-BA0AC230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Filename mismatch.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A7307-4835-4783-B813-45DD85A8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0054D-CDBE-44F4-A693-66BB56A0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CSS selector does not target the intended element.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8888F-62AE-4D8F-9EEA-18244E97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9F7BC-BBE0-4500-A341-CE2557A6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JavaScript runs before the DOM element exists.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EA049-569B-4C67-9A3D-0C0429F3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8F096-5C7F-4E8A-A534-A4C47068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PHP/database path or permission error.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E0970-959B-499F-B939-EA99530A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B8F1F-E92C-48FE-9B19-4B6D4D56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Output shown without validating edge cases.</a:t>
            </a:r>
          </a:p>
        </p:txBody>
      </p:sp>
    </p:spTree>
    <p:extLst>
      <p:ext uri="{BB962C8B-B14F-4D97-AF65-F5344CB8AC3E}">
        <p14:creationId xmlns:p14="http://schemas.microsoft.com/office/powerpoint/2010/main" val="7310916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035BF-B321-49E2-B72D-FF35F30A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BDB45-5168-44D3-8BF8-EA57AA37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07: JSON, CSV and hashing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3AEAF-6985-4C4D-A05B-AE0EFCFB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4B7F6-9C79-47A2-8126-340A5BE4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7ECEE-299E-4520-B30B-C76F1615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Variations to 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A6815-8A43-435B-83B8-4BB39343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F8C36-7A73-41D4-B433-527DBCB3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Change one input and predict the output before running.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3594E-EFCA-47AD-A017-2796175B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3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1BDEF-4E2B-45F1-B87C-FCE38570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Add one validation rule or style variant.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C235C-3008-4810-9273-C7864E93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38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2538E-C847-43A4-BCEB-E873DFF0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71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Test one invalid input and record the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0A8A3-34D2-4BA9-8B9B-0773527E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43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2F2D4-64FC-486A-9949-ECE817D0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Explain which line of code caused the visible output.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69979-B01D-4B62-9F76-97D16F0A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C896F-6929-43E1-8936-2D317393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815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Prepare one viva answer connecting syntax to purpose.</a:t>
            </a:r>
          </a:p>
        </p:txBody>
      </p:sp>
    </p:spTree>
    <p:extLst>
      <p:ext uri="{BB962C8B-B14F-4D97-AF65-F5344CB8AC3E}">
        <p14:creationId xmlns:p14="http://schemas.microsoft.com/office/powerpoint/2010/main" val="18207619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3BE4C-DC51-436A-B64E-1EF01EF1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AD955-A8A9-442D-99E4-19DFC55E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07: JSON, CSV and hashing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0B6D6-7E97-4ED7-9224-8CB5FA69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E0298-A1F5-4247-8ECC-8FB3403F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474EE-C4F6-471D-AB9B-B76B37C9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Record and viva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F71DB-416C-41A3-AD5A-B125BC7C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DF4E7-1095-4B1F-A602-88D3361F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Aim and algorithm/logic.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9331F-9F9B-47EA-89C2-F85ED2A7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09E72-8FCC-4E75-8DA6-AF3E3034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Source code with readable indentation.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982D7-8B64-4E39-BA91-82DE1727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26CB7-82C7-488E-8BA2-EA59CA93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Screenshot or output 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5D84F-EA87-4231-876E-18627DA3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0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01A74-F7CD-452D-A47A-88C1C6C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Explanation of important tags, selectors, functions or PHP logic.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CE4F6-BBDA-4606-821C-84DC7E58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D582C-4632-4B70-A3AF-FF03B3A1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Two viva questions: why this method, and what happens for invalid input?</a:t>
            </a:r>
          </a:p>
        </p:txBody>
      </p:sp>
    </p:spTree>
    <p:extLst>
      <p:ext uri="{BB962C8B-B14F-4D97-AF65-F5344CB8AC3E}">
        <p14:creationId xmlns:p14="http://schemas.microsoft.com/office/powerpoint/2010/main" val="18338437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2026-08-24T06:05:18.5570000Z</dcterms:created>
  <dcterms:modified xsi:type="dcterms:W3CDTF">2026-08-24T06:05:18.5570000Z</dcterms:modified>
</coreProperties>
</file>