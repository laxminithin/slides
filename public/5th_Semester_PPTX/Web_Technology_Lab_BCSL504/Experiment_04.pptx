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4c45377784681" /><Relationship Type="http://schemas.openxmlformats.org/officeDocument/2006/relationships/extended-properties" Target="/docProps/app.xml" Id="R0f9cfb7226624a1d" /><Relationship Type="http://schemas.openxmlformats.org/officeDocument/2006/relationships/officeDocument" Target="/ppt/presentation.xml" Id="Rad556bb5f5bc4e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583ab0d0e945a7"/>
  </p:sldMasterIdLst>
  <p:notesMasterIdLst>
    <p:notesMasterId xmlns:r="http://schemas.openxmlformats.org/officeDocument/2006/relationships" r:id="R890c43e6d0cb427c"/>
  </p:notesMasterIdLst>
  <p:sldIdLst>
    <p:sldId xmlns:r="http://schemas.openxmlformats.org/officeDocument/2006/relationships" id="256" r:id="R87774ae5e03c4e33"/>
    <p:sldId xmlns:r="http://schemas.openxmlformats.org/officeDocument/2006/relationships" id="257" r:id="R1216cc88a775403b"/>
    <p:sldId xmlns:r="http://schemas.openxmlformats.org/officeDocument/2006/relationships" id="258" r:id="R7b19ba48a9bb4ca3"/>
    <p:sldId xmlns:r="http://schemas.openxmlformats.org/officeDocument/2006/relationships" id="259" r:id="Rba60bd00bb5b499f"/>
    <p:sldId xmlns:r="http://schemas.openxmlformats.org/officeDocument/2006/relationships" id="260" r:id="R26724dbd29eb48e0"/>
    <p:sldId xmlns:r="http://schemas.openxmlformats.org/officeDocument/2006/relationships" id="261" r:id="R9e2a0b3a45784533"/>
    <p:sldId xmlns:r="http://schemas.openxmlformats.org/officeDocument/2006/relationships" id="262" r:id="R182da87116d94616"/>
    <p:sldId xmlns:r="http://schemas.openxmlformats.org/officeDocument/2006/relationships" id="263" r:id="R2929bf11f78e4a19"/>
    <p:sldId xmlns:r="http://schemas.openxmlformats.org/officeDocument/2006/relationships" id="264" r:id="Ra00f9eabc0b54dee"/>
    <p:sldId xmlns:r="http://schemas.openxmlformats.org/officeDocument/2006/relationships" id="265" r:id="Rdd97cb5e7d474b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d04a3eb6554135" /><Relationship Type="http://schemas.openxmlformats.org/officeDocument/2006/relationships/slideMaster" Target="/ppt/slideMasters/slideMaster1.xml" Id="Rb5583ab0d0e945a7" /><Relationship Type="http://schemas.openxmlformats.org/officeDocument/2006/relationships/notesMaster" Target="/ppt/notesMasters/notesMaster1.xml" Id="R890c43e6d0cb427c" /><Relationship Type="http://schemas.openxmlformats.org/officeDocument/2006/relationships/presProps" Target="/ppt/presProps.xml" Id="R160753251da14ff4" /><Relationship Type="http://schemas.openxmlformats.org/officeDocument/2006/relationships/tableStyles" Target="/ppt/tableStyles.xml" Id="R23229d93a7b647ae" /><Relationship Type="http://schemas.openxmlformats.org/officeDocument/2006/relationships/slide" Target="/ppt/slides/slide1.xml" Id="R87774ae5e03c4e33" /><Relationship Type="http://schemas.openxmlformats.org/officeDocument/2006/relationships/slide" Target="/ppt/slides/slide2.xml" Id="R1216cc88a775403b" /><Relationship Type="http://schemas.openxmlformats.org/officeDocument/2006/relationships/slide" Target="/ppt/slides/slide3.xml" Id="R7b19ba48a9bb4ca3" /><Relationship Type="http://schemas.openxmlformats.org/officeDocument/2006/relationships/slide" Target="/ppt/slides/slide4.xml" Id="Rba60bd00bb5b499f" /><Relationship Type="http://schemas.openxmlformats.org/officeDocument/2006/relationships/slide" Target="/ppt/slides/slide5.xml" Id="R26724dbd29eb48e0" /><Relationship Type="http://schemas.openxmlformats.org/officeDocument/2006/relationships/slide" Target="/ppt/slides/slide6.xml" Id="R9e2a0b3a45784533" /><Relationship Type="http://schemas.openxmlformats.org/officeDocument/2006/relationships/slide" Target="/ppt/slides/slide7.xml" Id="R182da87116d94616" /><Relationship Type="http://schemas.openxmlformats.org/officeDocument/2006/relationships/slide" Target="/ppt/slides/slide8.xml" Id="R2929bf11f78e4a19" /><Relationship Type="http://schemas.openxmlformats.org/officeDocument/2006/relationships/slide" Target="/ppt/slides/slide9.xml" Id="Ra00f9eabc0b54dee" /><Relationship Type="http://schemas.openxmlformats.org/officeDocument/2006/relationships/slide" Target="/ppt/slides/slide10.xml" Id="Rdd97cb5e7d474b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24729c36d74b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e8f83d7ff340b0" /><Relationship Type="http://schemas.openxmlformats.org/officeDocument/2006/relationships/notesMaster" Target="/ppt/notesMasters/notesMaster1.xml" Id="R34926ee7113444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0fcb90e146489b" /><Relationship Type="http://schemas.openxmlformats.org/officeDocument/2006/relationships/notesMaster" Target="/ppt/notesMasters/notesMaster1.xml" Id="Raf7bc6bc193048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70f3d01a84c61" /><Relationship Type="http://schemas.openxmlformats.org/officeDocument/2006/relationships/notesMaster" Target="/ppt/notesMasters/notesMaster1.xml" Id="Rf80d9ae230a54b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343dc696cd4e2a" /><Relationship Type="http://schemas.openxmlformats.org/officeDocument/2006/relationships/notesMaster" Target="/ppt/notesMasters/notesMaster1.xml" Id="R1dea4a43f45746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16a60d10ff45d2" /><Relationship Type="http://schemas.openxmlformats.org/officeDocument/2006/relationships/notesMaster" Target="/ppt/notesMasters/notesMaster1.xml" Id="Rfffd325296474d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85906e7f74300" /><Relationship Type="http://schemas.openxmlformats.org/officeDocument/2006/relationships/notesMaster" Target="/ppt/notesMasters/notesMaster1.xml" Id="R9f3c5f0bd71145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c5dc03c5d54410" /><Relationship Type="http://schemas.openxmlformats.org/officeDocument/2006/relationships/notesMaster" Target="/ppt/notesMasters/notesMaster1.xml" Id="Rabedcc80f5984e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c27a565aa14869" /><Relationship Type="http://schemas.openxmlformats.org/officeDocument/2006/relationships/notesMaster" Target="/ppt/notesMasters/notesMaster1.xml" Id="R2cb5722b578c49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092d9c567f43b9" /><Relationship Type="http://schemas.openxmlformats.org/officeDocument/2006/relationships/notesMaster" Target="/ppt/notesMasters/notesMaster1.xml" Id="R85630a832b7f4c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a388c062224e15" /><Relationship Type="http://schemas.openxmlformats.org/officeDocument/2006/relationships/notesMaster" Target="/ppt/notesMasters/notesMaster1.xml" Id="Rb21329e7ace6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79086b25442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f19fb6ae8642fd" /><Relationship Type="http://schemas.openxmlformats.org/officeDocument/2006/relationships/slideLayout" Target="/ppt/slideLayouts/slideLayout1.xml" Id="R887e4593993d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7e4593993d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1b07ddb494c72" /><Relationship Type="http://schemas.openxmlformats.org/officeDocument/2006/relationships/notesSlide" Target="/ppt/notesSlides/notesSlide1.xml" Id="R3e8cd0efa5c941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f304677d44ec2" /><Relationship Type="http://schemas.openxmlformats.org/officeDocument/2006/relationships/notesSlide" Target="/ppt/notesSlides/notesSlide2.xml" Id="R6d730792b5c0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d62304a334c43" /><Relationship Type="http://schemas.openxmlformats.org/officeDocument/2006/relationships/notesSlide" Target="/ppt/notesSlides/notesSlide3.xml" Id="R4f1bf24c4e1446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eef2421c34685" /><Relationship Type="http://schemas.openxmlformats.org/officeDocument/2006/relationships/notesSlide" Target="/ppt/notesSlides/notesSlide4.xml" Id="R8a32460e3c1548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b0715e3a54ec3" /><Relationship Type="http://schemas.openxmlformats.org/officeDocument/2006/relationships/notesSlide" Target="/ppt/notesSlides/notesSlide5.xml" Id="Rf8e1864f9330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bb0e89d134bda" /><Relationship Type="http://schemas.openxmlformats.org/officeDocument/2006/relationships/notesSlide" Target="/ppt/notesSlides/notesSlide6.xml" Id="Rd406f3af31f948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def931b1e4123" /><Relationship Type="http://schemas.openxmlformats.org/officeDocument/2006/relationships/notesSlide" Target="/ppt/notesSlides/notesSlide7.xml" Id="R630b47f0dfab4c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d411d67ba46b9" /><Relationship Type="http://schemas.openxmlformats.org/officeDocument/2006/relationships/notesSlide" Target="/ppt/notesSlides/notesSlide8.xml" Id="Rbe2875a5436f42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540dd711d4f5a" /><Relationship Type="http://schemas.openxmlformats.org/officeDocument/2006/relationships/notesSlide" Target="/ppt/notesSlides/notesSlide9.xml" Id="R1d87d7d5473144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519b676d94734" /><Relationship Type="http://schemas.openxmlformats.org/officeDocument/2006/relationships/notesSlide" Target="/ppt/notesSlides/notesSlide10.xml" Id="R4128998b9e364e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F23EA-032F-48A3-8EDA-6D525601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0C772-FEAF-4A09-96E1-CDB78A49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EA826-29B3-4093-9535-2FAD4CA8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703AC-15B8-4720-B471-FA16D789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6883F-E3CE-43A6-9EBC-CCD9CC95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Registration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D1370-255E-4B64-849D-98EF00D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8AC13-923E-404B-8462-AA6BF64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35F86-E4B2-40C8-B07C-6F3FF6D7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C4154-3C07-4C66-9E9C-B08D0DC2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F6B8E-030E-4A78-A9CF-FD265BE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85CBAF-2502-4A9A-BE12-6CADE793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74F57-7C1D-4A15-A949-267C8AF0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83153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A1FF7-8354-4CC5-B1FA-79F30852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8D560-4A24-4943-89E2-31D7070F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36A6C-4AD2-4B1B-B5C8-EB0A90F7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5D12B-3214-47D0-969E-45280ED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6D871-A9DF-4A49-8F2E-28EB32F2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D4C2A-28D4-4176-99C1-8EDDA9C2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B9E1C-979D-4ABC-981E-6E09214E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HTML input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0ABDE-615F-402F-84C0-99C9B95C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994BF-D37F-4C4B-8A30-3D5EC81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CSS background colours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0C866-9B14-43C1-86FC-63CC4750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6F60C-874F-4BFB-A1F9-5C08FD7B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table alignment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88EA6-22A9-46C2-B440-9B4A85FA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1CED9-02A8-4B9F-9FCB-3E35367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font colours and size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76A3F-83BE-4B79-B69E-35E2C1E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993C6-1403-4966-A2C8-A392FF65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form usability</a:t>
            </a:r>
          </a:p>
        </p:txBody>
      </p:sp>
    </p:spTree>
    <p:extLst>
      <p:ext uri="{BB962C8B-B14F-4D97-AF65-F5344CB8AC3E}">
        <p14:creationId xmlns:p14="http://schemas.microsoft.com/office/powerpoint/2010/main" val="1111850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5E7491-725D-4424-BEAD-D2615F86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2C50B-A894-4A6C-B509-21EA5EAE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90AC9-B959-4905-8FE3-7572A1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D8605-BCFB-48DB-8307-2211FC6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E7443-164A-451C-BE21-1B299294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D1815-6EC6-4E22-B061-CB4C47D4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CA5F5-CB3D-4708-8A33-AD6ACCB1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2427F-ADF7-4CA1-85A5-2206C937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3A09A-49CF-452A-AD8B-8C488B51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B0764-2F99-4DFA-90AB-4DFAA79E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D7B6A-26B3-4E69-A4DA-9B1C8B1C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F6027-85EE-4704-A51D-5A75BF0A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DC7CB-2651-4A4C-A9C4-DCF765D6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8312D-3106-4344-B37E-E7FA0850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7D10DB-C853-49B5-A965-6F0CCFC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28E3A-CBEB-461B-A341-E89B51A6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17246088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203A0-2265-494E-B14D-9D50DAE6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293CB-9118-45F9-AA17-947E1BD9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B1B84-9E02-42C1-8049-2E4B6F76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545FC-C58C-4AE1-8754-E6613078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1687E-F154-4041-9DB6-599C9746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CBD6E-5E0A-4B0B-8E3A-C141AC84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&lt;!doctype 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&lt;head&gt;&lt;title&gt;Lab&lt;/title&gt;&lt;/head&gt;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  &lt;!-- required elements here --&gt;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&lt;/body&gt;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&lt;/html&gt;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72872C-4147-47F8-B14A-A81EE399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E4273-781E-49BC-8A19-C42F5E03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B0EDC-4E04-46AE-9B2C-7BE42384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3EE78-B8C4-46A3-953E-FB46BCC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6374B-37F8-40C4-B0A3-21077964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F332F-0141-49A2-B4EC-0BC2A8A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659054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10002-7662-41E0-A1FF-E9BDE646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BC423-F960-49F2-AF91-87017C03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08E7A-8484-4312-96EC-07036503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C24F5-1708-492C-92D3-E5B79B4B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EB9A7-DEEB-4AC8-85BC-3B3202F6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54A81-09BC-4995-A1A6-12A33D7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09495-DB0D-478C-8A7C-442C2F0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B2107-EDD0-448A-904B-D136F411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C775-8653-411A-8EE5-64C3B245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A5F1C-0E61-4FAD-AEE5-A4329391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B96CF-3FB4-48C9-A43C-871E505D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3AE38-57F1-42A2-BD72-AA758BD6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8D5060-A5DF-4E6B-B93E-A746B298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06267D-DAB6-4473-A6D4-C9B6F80B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E594B-6C17-4008-90DB-DD6EB9AB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4EC81-FC9E-4646-9CAC-9136E5CE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AD812-57A8-413D-8A12-B8C50AFD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ECE08-B897-4987-AAB1-E9D780B2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2C0DD-60CE-4D6D-9F82-18E364DC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8B40D-37E2-4359-BFB0-4B2EAF8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AB21A-5439-418F-B722-FCFD7C26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2BAD6-F29A-473F-9AF2-D3176E44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76744-4B54-4D06-8866-69C8C3D7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422E3-14CC-49E5-AFB9-C261B679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F4DDFB-FB8C-4EC7-B278-77EF334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389112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89C4C-DF6C-4DC1-8572-8B176290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B97830-84D4-4404-99B7-8B6484BA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86E95-61F3-433A-812D-59686826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086B0-6F3F-4002-AC3F-9E426BD1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B4371-06DC-49D3-AB25-4432CCA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A591B-00C5-47D6-B311-0FAA2E84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DFBF2D-5D19-4E21-AC35-70C3115A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9F4C5-FF77-4D83-9083-F3595048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FC3AB-0BC1-4072-A67F-C94A6B61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1D0C8-3D24-4AC6-A85F-127DDF75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F8177-DA5D-4269-A656-9FCC5041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280662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7C392-D0F0-4487-9FC1-19B28EED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983C6-2060-446B-8B3F-961B4D13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CF3CC-07DB-4FC3-8E24-0ED37297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E20A1-F7CA-4011-AFE4-E044B738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C62D6-3A6D-4AF1-BBBF-32C8ADEA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84C2B-6C70-4D44-9630-8A10FD06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70E1A-A2DD-4ADB-B0DB-DED19149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858A3-6A19-4D0D-99D3-AFC456A1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06424-A4B8-4BF2-A27E-192A5E59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C5A26-D7D3-4426-8DEA-245FA9EA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7674A-6BCF-4F91-84B1-6B0FE8D3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CCBB6-6DAE-457C-A272-E68250DE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B0B98-2EAA-483B-B549-A0E3EA7A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B7A8D-106C-4445-B3A6-7A7B16B8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A05F7A-5118-4DBD-970E-19600E0E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548B2-459A-4A6B-B7D0-5B6A6652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2B27B-F578-46A9-B33A-61AE3818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A9BF1-E201-4F9E-B2CE-7698F40A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ACA86-B982-4A47-8E39-CC26CAD4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6B625-44D1-4541-B0F4-AA3B6EC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9A2450-A470-47DF-B270-6125ECD2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B9899-6F0E-4495-BB62-281D781D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C35AB-53F3-4F47-9245-E9AD4B05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847E9-EA6F-4550-9D48-66A8239D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2D0915-BA39-41D1-8A13-7CCC78C7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8E8D7-2C65-4F20-85A2-B0C044D0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1453621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8C8D9F-3E1B-46C7-9510-09C79FE9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144BB-E0D3-4A35-A882-12CABF5C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EFC7E-3D49-41D9-AF5E-E7969C07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242D9-2833-409A-87E4-AB6B6EF9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76296-B5EE-44CC-B8B6-4CC92112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56E22-F0A9-49C8-898B-A684849F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DC6B0-148F-43CD-BA65-E4BE6935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F989B-62AD-4A58-8AA2-28B463D6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DDA5D-34B6-4FF9-A9D6-C0830828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FE8A8-4DD8-4CB5-9E44-F114F3F9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504B55-5BF9-444B-B6AD-193FFD0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D4060-11BA-440B-A44A-9A5F1109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296D1-B446-4478-85C3-C36D4CF4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996E67-6D93-46BE-AFD6-752F1F08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71514-A6FB-4606-9420-19FCCFB3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1725787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F1254-54FC-449E-99E2-973421F1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B12AA-4310-42F0-955D-C50A3488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38D58-B0A7-4DFE-BF8D-4CFA9921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AC826-188E-43F0-B08B-BF8D9A10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F8D48-2E7D-4F49-A2BB-B5D74277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E4D13-648C-42DA-8AD4-3FC3A91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7C142-7C3D-4E73-9DAB-BCC5844B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15D93-68C8-4D24-82A5-2F0D896D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78CCC-9C34-415E-98CE-642C4804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56A16-DC0C-4D4C-87D7-9BAD5E85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04D64-273C-433D-B66E-A5E3D78C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722AB-DBC9-4B53-813C-5040AD76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BBBDC-66BF-4735-A849-31670161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3D80F-716E-45F6-BD4D-C18B7ACE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D8A926-E102-477C-966A-5A4D63E6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199633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36342-9F33-428D-A3EE-900987EF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983E5-7E32-4D2A-B581-6C6A85F3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04: Registration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56F8C-3875-4BB9-AF68-16802FF9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4C20D-84D1-4621-8ADC-2D77215E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5EBE6-9170-46B1-B925-554BB6BD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C7EB3-2E23-437E-9FEC-E5960948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CCEB0-7725-48E8-A7CA-7F34584B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7ED26-0D76-4A71-85AA-0ED4F43D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E883D-FBE4-467B-9728-C0D97DE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B2D28-3FE5-4711-8FD5-A7DBB08B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E461C-1A0C-45D9-81ED-5004F06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31597-7C13-4D09-90CA-59D94D75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342F1-7ABF-4C09-B2CA-10C152C1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204AB-E4EF-4086-B737-56B9526F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5C5E2-4827-4C86-8CB3-C136F53E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90954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2026-08-24T06:05:17.3050000Z</dcterms:created>
  <dcterms:modified xsi:type="dcterms:W3CDTF">2026-08-24T06:05:17.3050000Z</dcterms:modified>
</coreProperties>
</file>