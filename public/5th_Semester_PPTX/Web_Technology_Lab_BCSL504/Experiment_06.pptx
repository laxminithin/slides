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ed2e118dd14356" /><Relationship Type="http://schemas.openxmlformats.org/officeDocument/2006/relationships/extended-properties" Target="/docProps/app.xml" Id="Rdf1cc8c450614019" /><Relationship Type="http://schemas.openxmlformats.org/officeDocument/2006/relationships/officeDocument" Target="/ppt/presentation.xml" Id="R2df9d423b5894e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ad906f8c4340e3"/>
  </p:sldMasterIdLst>
  <p:notesMasterIdLst>
    <p:notesMasterId xmlns:r="http://schemas.openxmlformats.org/officeDocument/2006/relationships" r:id="Rf7023e648a544348"/>
  </p:notesMasterIdLst>
  <p:sldIdLst>
    <p:sldId xmlns:r="http://schemas.openxmlformats.org/officeDocument/2006/relationships" id="256" r:id="Rd9e21e7da0c64cc4"/>
    <p:sldId xmlns:r="http://schemas.openxmlformats.org/officeDocument/2006/relationships" id="257" r:id="R4a061a6aa88c47d4"/>
    <p:sldId xmlns:r="http://schemas.openxmlformats.org/officeDocument/2006/relationships" id="258" r:id="R77dc3ebd0a0f497b"/>
    <p:sldId xmlns:r="http://schemas.openxmlformats.org/officeDocument/2006/relationships" id="259" r:id="Rf62fc2328a344599"/>
    <p:sldId xmlns:r="http://schemas.openxmlformats.org/officeDocument/2006/relationships" id="260" r:id="R8c54a76f1d9e4e5d"/>
    <p:sldId xmlns:r="http://schemas.openxmlformats.org/officeDocument/2006/relationships" id="261" r:id="Rd84b03bda5f349c3"/>
    <p:sldId xmlns:r="http://schemas.openxmlformats.org/officeDocument/2006/relationships" id="262" r:id="R83262d12a97e409b"/>
    <p:sldId xmlns:r="http://schemas.openxmlformats.org/officeDocument/2006/relationships" id="263" r:id="R377dcf76d0054df9"/>
    <p:sldId xmlns:r="http://schemas.openxmlformats.org/officeDocument/2006/relationships" id="264" r:id="R4e9c52eff3414707"/>
    <p:sldId xmlns:r="http://schemas.openxmlformats.org/officeDocument/2006/relationships" id="265" r:id="Rf8bb60577b4d4b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1702b22bf4416e" /><Relationship Type="http://schemas.openxmlformats.org/officeDocument/2006/relationships/slideMaster" Target="/ppt/slideMasters/slideMaster1.xml" Id="R48ad906f8c4340e3" /><Relationship Type="http://schemas.openxmlformats.org/officeDocument/2006/relationships/notesMaster" Target="/ppt/notesMasters/notesMaster1.xml" Id="Rf7023e648a544348" /><Relationship Type="http://schemas.openxmlformats.org/officeDocument/2006/relationships/presProps" Target="/ppt/presProps.xml" Id="R4e272ab6d089457a" /><Relationship Type="http://schemas.openxmlformats.org/officeDocument/2006/relationships/tableStyles" Target="/ppt/tableStyles.xml" Id="R4c66c454591e4110" /><Relationship Type="http://schemas.openxmlformats.org/officeDocument/2006/relationships/slide" Target="/ppt/slides/slide1.xml" Id="Rd9e21e7da0c64cc4" /><Relationship Type="http://schemas.openxmlformats.org/officeDocument/2006/relationships/slide" Target="/ppt/slides/slide2.xml" Id="R4a061a6aa88c47d4" /><Relationship Type="http://schemas.openxmlformats.org/officeDocument/2006/relationships/slide" Target="/ppt/slides/slide3.xml" Id="R77dc3ebd0a0f497b" /><Relationship Type="http://schemas.openxmlformats.org/officeDocument/2006/relationships/slide" Target="/ppt/slides/slide4.xml" Id="Rf62fc2328a344599" /><Relationship Type="http://schemas.openxmlformats.org/officeDocument/2006/relationships/slide" Target="/ppt/slides/slide5.xml" Id="R8c54a76f1d9e4e5d" /><Relationship Type="http://schemas.openxmlformats.org/officeDocument/2006/relationships/slide" Target="/ppt/slides/slide6.xml" Id="Rd84b03bda5f349c3" /><Relationship Type="http://schemas.openxmlformats.org/officeDocument/2006/relationships/slide" Target="/ppt/slides/slide7.xml" Id="R83262d12a97e409b" /><Relationship Type="http://schemas.openxmlformats.org/officeDocument/2006/relationships/slide" Target="/ppt/slides/slide8.xml" Id="R377dcf76d0054df9" /><Relationship Type="http://schemas.openxmlformats.org/officeDocument/2006/relationships/slide" Target="/ppt/slides/slide9.xml" Id="R4e9c52eff3414707" /><Relationship Type="http://schemas.openxmlformats.org/officeDocument/2006/relationships/slide" Target="/ppt/slides/slide10.xml" Id="Rf8bb60577b4d4b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a6651ddab749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0ea9f80bf34c51" /><Relationship Type="http://schemas.openxmlformats.org/officeDocument/2006/relationships/notesMaster" Target="/ppt/notesMasters/notesMaster1.xml" Id="R14105c2d5a864b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d51e8a7314400f" /><Relationship Type="http://schemas.openxmlformats.org/officeDocument/2006/relationships/notesMaster" Target="/ppt/notesMasters/notesMaster1.xml" Id="R8428462bfe164e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d1dac49b4147b7" /><Relationship Type="http://schemas.openxmlformats.org/officeDocument/2006/relationships/notesMaster" Target="/ppt/notesMasters/notesMaster1.xml" Id="R01b192c7d3434e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6a3574ffdf4085" /><Relationship Type="http://schemas.openxmlformats.org/officeDocument/2006/relationships/notesMaster" Target="/ppt/notesMasters/notesMaster1.xml" Id="R1a68e7c8947c4c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334dc05dff456f" /><Relationship Type="http://schemas.openxmlformats.org/officeDocument/2006/relationships/notesMaster" Target="/ppt/notesMasters/notesMaster1.xml" Id="R940ee9f2ee1f4b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436efd90c48ad" /><Relationship Type="http://schemas.openxmlformats.org/officeDocument/2006/relationships/notesMaster" Target="/ppt/notesMasters/notesMaster1.xml" Id="Rbcbd125bfe9e46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07ec05969b4986" /><Relationship Type="http://schemas.openxmlformats.org/officeDocument/2006/relationships/notesMaster" Target="/ppt/notesMasters/notesMaster1.xml" Id="R4c13857fbe644b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197d7efa604716" /><Relationship Type="http://schemas.openxmlformats.org/officeDocument/2006/relationships/notesMaster" Target="/ppt/notesMasters/notesMaster1.xml" Id="R671ba037091446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b46f8839ac444b" /><Relationship Type="http://schemas.openxmlformats.org/officeDocument/2006/relationships/notesMaster" Target="/ppt/notesMasters/notesMaster1.xml" Id="Rde2ae7491a6644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e6896d8b1c4911" /><Relationship Type="http://schemas.openxmlformats.org/officeDocument/2006/relationships/notesMaster" Target="/ppt/notesMasters/notesMaster1.xml" Id="R9ffe625cf46940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955f986304a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ef721c0e214c03" /><Relationship Type="http://schemas.openxmlformats.org/officeDocument/2006/relationships/slideLayout" Target="/ppt/slideLayouts/slideLayout1.xml" Id="Rad79094488784d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79094488784d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b95f9d9444999" /><Relationship Type="http://schemas.openxmlformats.org/officeDocument/2006/relationships/notesSlide" Target="/ppt/notesSlides/notesSlide1.xml" Id="R11462630adce4b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fb3d7658147ba" /><Relationship Type="http://schemas.openxmlformats.org/officeDocument/2006/relationships/notesSlide" Target="/ppt/notesSlides/notesSlide2.xml" Id="Rd79e0199857d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dad5b104a4c53" /><Relationship Type="http://schemas.openxmlformats.org/officeDocument/2006/relationships/notesSlide" Target="/ppt/notesSlides/notesSlide3.xml" Id="R4a6c11df75e040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6625b96e04ae3" /><Relationship Type="http://schemas.openxmlformats.org/officeDocument/2006/relationships/notesSlide" Target="/ppt/notesSlides/notesSlide4.xml" Id="Rf439e7dd7806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73b46c39749d6" /><Relationship Type="http://schemas.openxmlformats.org/officeDocument/2006/relationships/notesSlide" Target="/ppt/notesSlides/notesSlide5.xml" Id="R14ee790ce9844f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bbd33f65f4cef" /><Relationship Type="http://schemas.openxmlformats.org/officeDocument/2006/relationships/notesSlide" Target="/ppt/notesSlides/notesSlide6.xml" Id="Re2f4fa487f304f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1b4af45bc450c" /><Relationship Type="http://schemas.openxmlformats.org/officeDocument/2006/relationships/notesSlide" Target="/ppt/notesSlides/notesSlide7.xml" Id="R63a43e2e9c404d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b527eef9c466c" /><Relationship Type="http://schemas.openxmlformats.org/officeDocument/2006/relationships/notesSlide" Target="/ppt/notesSlides/notesSlide8.xml" Id="R5f71c66a3f4546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c831434f4e9f" /><Relationship Type="http://schemas.openxmlformats.org/officeDocument/2006/relationships/notesSlide" Target="/ppt/notesSlides/notesSlide9.xml" Id="Rcdbfdde0c7e344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3b212a99c47f4" /><Relationship Type="http://schemas.openxmlformats.org/officeDocument/2006/relationships/notesSlide" Target="/ppt/notesSlides/notesSlide10.xml" Id="Rd50078029ae742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FCF29-833B-4D1B-AAD4-40EEDDBC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ECB08-1931-4084-B1ED-8F94E0A7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97B9B-6DFA-4F57-ACA7-78A1A9AE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B9922-94C2-4B7F-9A68-78F5A6FD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DBA0F-75AD-455E-9A8A-09AB771C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JavaScript calculator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DAE84-C918-4104-A853-CFC34C31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5FF37-846B-40D6-B4FA-980FF1D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5EFCC-D17B-40CA-92C2-037EEF05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F69DC-1F25-43FB-BE90-3AF81E77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13D3D-95B2-4AD1-B5EB-D63180E7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3B457-4BD1-4B0B-9D24-019C1AD3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F2A02-30E4-4C15-AE7D-5DB50E26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40788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22349-E4D0-41E9-9AB4-67FEB490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85C12-93E2-4F61-885F-4846A2A8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8D345-9F0E-437D-9D34-025A0288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FD4D1-DFA8-4860-977B-9E07F280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34ADA-CD63-4E9B-9535-C280ABDD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52932-7E26-458D-8F97-22BA9F08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1BDE4-1BCB-48DD-8C9D-0AEEF9D7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sum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8D88C-5567-4B11-B954-090D347A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2B4A8-0765-4BFB-BD2C-26AC92D6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49AB6-0525-4E99-A021-580CFF8B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CA487-37C1-413A-8DCE-2130581B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difference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7F939-69EB-4499-90AB-AF226F10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FA0C4-9BC3-4658-96BE-DA3D6BC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remainder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FD721-AE5F-4200-BF4A-BC972EB4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53620-DBBF-4301-BAE4-2F677962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quotient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5EAFE-8858-4FA4-86E3-4F432F8B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B480C-862D-43C6-9752-A035543C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power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EF69D-E892-4530-856B-C99E4C04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72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9FBAB-1224-4A1D-AE7B-7D07D7AF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square-root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66D7C-4FF8-4A45-B59D-15566138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24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F1154-DD6A-4008-A33D-E9FD5459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57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square</a:t>
            </a:r>
          </a:p>
        </p:txBody>
      </p:sp>
    </p:spTree>
    <p:extLst>
      <p:ext uri="{BB962C8B-B14F-4D97-AF65-F5344CB8AC3E}">
        <p14:creationId xmlns:p14="http://schemas.microsoft.com/office/powerpoint/2010/main" val="1685810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9F456-61A2-46DE-B691-77654F9D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AF57C-A287-4C06-B125-0EC7F095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8D4C7-A0FA-4E55-A31D-D2893ED9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86497-E923-46B5-907F-7D7EB623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C0E3C-A5A3-49D6-BE84-98AD62E5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00A95-46DA-4255-94B4-E3CE9D8F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B09B1-F4C6-4C87-B6D1-E4F8B30F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87DBC-2363-4322-A2ED-13AD7B2A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40D6D-0C18-4644-B122-41291E33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44694-EF5B-4A3D-A4CB-B559158F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E9AF0-183A-4056-8AA0-9EDE5FBC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1754F-F56C-43FF-BE91-EEA582E3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6B0E9-9521-47D3-B588-DA4221D1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82BF6-CCC7-459C-AD37-AC6C4166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AA75A-DB45-47A1-AE22-0D63569C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87824-7D14-4157-95EB-548A7C50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334073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4DD62-85EF-427E-AB51-89E25BFC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DC1E5-BC43-4894-B826-78D95101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3FDFD-A84A-4A92-BF0A-2C9E437A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A73F2-8CF0-4FFA-AC5C-972BCF3D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E3BA0-4794-40AB-94D8-E101065B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53658-85AC-4A70-9C31-5A781EC3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function runExperiment(input) {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const result = process(input);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document.querySelector('#output').textContent = result;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F3425-1B19-4689-BEFD-12526108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D1738-832E-49FF-88CB-A73D9E7A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033DC-0212-434C-9F69-2B881A0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873B4-DB73-406E-B5EA-9F0391E6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A3FA1-9E40-4D7B-935D-C3C1968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C8421-B994-4A58-B5E7-A68AB2F9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7107453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2094FC-DB27-4B14-92B0-66AB58AB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DCCAF-FF12-4FFA-B78E-0F4FA245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9FF1B-A85C-4CA9-8685-5C568A7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768D9-6302-4872-A45D-1D8E8B8D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C2309-E1B9-4795-B32A-9AB3B13E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D32F2-0A95-48DE-A7AE-5E7F2D7B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0302D-E89D-4B26-99F8-A51BDA47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2770A-1C6C-43B4-AF24-87249817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2F66B-785D-43E0-80FC-E65E8657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7401E-07AB-4E74-91FF-6C4D5668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90535-0164-43A2-A8FD-141EDE26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B6758-FE86-4DC9-A721-8729686E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F7624-AAEC-4D0F-807E-02CFDCF4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2D60F-A785-4290-B349-E31EB8B1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9578D-8EC2-483B-8B7A-04A97D79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50DC1-6DCF-45FD-8EE9-E323E7F9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90ED3-9C8F-46D5-83F6-07F5ECBB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5A98B-A086-40E8-B2B9-10BEDD75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6CED1-DE5C-41CD-B483-5C6C6A45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2E824-F942-483E-AC05-BB5794E9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FC3F8-80B4-479C-84EB-40C4FF5D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A2D66-E369-49F5-A5F3-6ADB09F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227A8-46B2-49FC-BDCA-6D3DE24F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4B478-F756-45C1-A86D-D37C6A3A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921E5-F969-4130-AFFD-81ADB2B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678266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39D50-5E57-42EC-BB18-AFD9680F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DA983-405E-4134-8DA8-130C3E1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159BD-7429-4758-86E0-8320CC82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3ABD1-3175-4F03-A4CB-F6A98013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08350-BDFA-46D5-B7E4-A0F76795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57BF2-6C08-4B5A-A641-DC4B7D83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73BAD-06C7-491B-938F-9ED74580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865C7-5AA2-4FDA-AC91-18DF0374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D0418-1475-494D-BF7D-4B9CB84F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2D867-BFD9-4B16-ABF2-B4690F5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B22A7-DDCE-45E6-9473-469ACAA0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1395952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0AE5BA-3487-46E7-8B53-40D2A26C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C66F3-F064-4BF8-8CF4-A4626AAE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8C79A-2F13-48F2-8D31-558C646C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F9672-A178-41AA-AC7D-C8AAD80F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1C9CE-A6AA-40BD-BF65-B5C4BDC3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25E7E-C405-411A-900C-32842F04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05255-07C2-4618-AFA2-CC74DB66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8B09E-8A23-451F-B6E7-3A7A76BC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F3CB1-3791-42BD-A7F1-FB874E5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BFFC8-CF1C-44F3-87B5-233D2DC1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9F13A-6B09-48FC-8963-1CFF1637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60B68-29E3-46DE-ABEA-B5F4F782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DDEF8-A121-4172-8D4B-F39B94D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11673-E2B1-4C3D-99C5-BCE2D465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B7212-61C8-4C31-BB3C-A19DF7B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6054E-8AAF-4CF4-BB76-0294844F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103F1-9E9A-4C66-9A49-D62C4B7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B1D081-65F8-46C2-9F67-686E77D3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89C3E-F208-473A-891E-C9328D74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900FD-6E28-45C8-BCEA-B085C9E2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E7414-968A-455C-914E-B4FB0066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22F19D-8159-43A2-9443-77D9AED9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AFE9C-13E3-4A2B-B7FA-667DFC29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5E301-4ABE-4029-9E50-070A945B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8DE0C-CDC6-411A-911A-04FC76BF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89D307-2356-45E5-8143-A32ACD69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464434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36C56-DB3F-4BDE-99FE-3F4887E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666CF-8ADB-4391-BDFC-B0D1714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DB4A2-2438-42D3-8963-F5AFF095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75CB7-D59F-4E23-974E-12A009CC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E4844-2A53-4FA3-88E3-7C65245C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D3ED0-6BFB-496A-AACB-F1949DCF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3588E-908E-480D-A5FF-446E9F59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9B434-D98B-4FA7-893A-5C85A1E0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8284E-7DE5-4AE7-A949-3C4EF587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91DD9-4B64-440B-8CA7-8C6E35BA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3EEB8-00DD-4B2C-A785-4E8461FE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27BEC-5CCA-4C91-828E-AF215CBE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0C1B9-2A66-4A7C-8E96-6009AAC8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419A6-2497-4C62-82DC-8758740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34924-946C-4F16-BF05-2C28D13C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1753622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7544D-7C8C-4B50-A9FB-89949519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20239-AF5A-4379-910C-E9AE2D1C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7416A-838D-44AE-8767-3D5C2751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FE498-B8F3-4514-8580-548BEB25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6934D-30E7-492E-AD62-12877144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00624-9B93-4F2C-86D7-D9FF9B01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EFE88-CC06-4229-94C7-0828E5B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BD9AA-5B1F-4AC4-B7D4-8EC09A7C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D276-9D2B-4960-AC3B-E6FFB71F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D90A7-5488-45D4-8DEF-E149EA4E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B9E38-79C3-463C-92B3-50338DD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5DC3B-9108-43DD-985A-DA020AFA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DDCBF-20D0-45A5-A2DF-A1DB5CE4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AFFFC-833E-4E95-814C-B943587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F23A3-00B6-425B-A614-03B620A8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721597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77088-2A92-4BD6-B214-526ED993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7527C-8025-4CD8-9B23-404C24A1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06: JavaScript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11F71-B656-4CD5-9B10-6FA3E753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5E71C-7C08-4F8B-AD73-B5CFBEB4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6D4A9-5819-447E-985B-513F995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B9439-C150-41D5-BC40-8E25B4DA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44D8B-1AD6-4BCE-84DF-00B22D91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30939-33DF-46A5-9F2B-305DB1B3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A0DA6-D2B6-4515-B1FD-34BE21D2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327E2-E9E0-43E5-B00F-7D3D8547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59984-FFE8-412E-9E85-FC5C4BBA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4046F-3DA5-4C9D-B9C9-43A577F6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C073A-3EB1-4404-A401-3F9747F1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7071C-8B20-466A-A772-E6CCBFEA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BC6EB-8723-4593-B5F5-2BDE89D1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1956768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2026-08-24T06:05:18.1230000Z</dcterms:created>
  <dcterms:modified xsi:type="dcterms:W3CDTF">2026-08-24T06:05:18.1230000Z</dcterms:modified>
</coreProperties>
</file>