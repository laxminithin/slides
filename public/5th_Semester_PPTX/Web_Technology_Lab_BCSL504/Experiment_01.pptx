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da69b28fe4bf4" /><Relationship Type="http://schemas.openxmlformats.org/officeDocument/2006/relationships/extended-properties" Target="/docProps/app.xml" Id="R4563db0dc411406f" /><Relationship Type="http://schemas.openxmlformats.org/officeDocument/2006/relationships/officeDocument" Target="/ppt/presentation.xml" Id="R8d89e6063f7e44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a67ea4d6954ae9"/>
  </p:sldMasterIdLst>
  <p:notesMasterIdLst>
    <p:notesMasterId xmlns:r="http://schemas.openxmlformats.org/officeDocument/2006/relationships" r:id="Radb673042cf44ee3"/>
  </p:notesMasterIdLst>
  <p:sldIdLst>
    <p:sldId xmlns:r="http://schemas.openxmlformats.org/officeDocument/2006/relationships" id="256" r:id="Rc3562028fed44ac5"/>
    <p:sldId xmlns:r="http://schemas.openxmlformats.org/officeDocument/2006/relationships" id="257" r:id="R45875d4284d945d5"/>
    <p:sldId xmlns:r="http://schemas.openxmlformats.org/officeDocument/2006/relationships" id="258" r:id="R42e57446710e40c4"/>
    <p:sldId xmlns:r="http://schemas.openxmlformats.org/officeDocument/2006/relationships" id="259" r:id="Rc6e56fa6410d4a14"/>
    <p:sldId xmlns:r="http://schemas.openxmlformats.org/officeDocument/2006/relationships" id="260" r:id="R5ea264675c484736"/>
    <p:sldId xmlns:r="http://schemas.openxmlformats.org/officeDocument/2006/relationships" id="261" r:id="R5872d636be2c431f"/>
    <p:sldId xmlns:r="http://schemas.openxmlformats.org/officeDocument/2006/relationships" id="262" r:id="R2a3c7248c34f4284"/>
    <p:sldId xmlns:r="http://schemas.openxmlformats.org/officeDocument/2006/relationships" id="263" r:id="R4ff2e3fd6335402b"/>
    <p:sldId xmlns:r="http://schemas.openxmlformats.org/officeDocument/2006/relationships" id="264" r:id="Rbb8bc7c827194200"/>
    <p:sldId xmlns:r="http://schemas.openxmlformats.org/officeDocument/2006/relationships" id="265" r:id="R146f89c7033a4d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b11a336544410e" /><Relationship Type="http://schemas.openxmlformats.org/officeDocument/2006/relationships/slideMaster" Target="/ppt/slideMasters/slideMaster1.xml" Id="Rf1a67ea4d6954ae9" /><Relationship Type="http://schemas.openxmlformats.org/officeDocument/2006/relationships/notesMaster" Target="/ppt/notesMasters/notesMaster1.xml" Id="Radb673042cf44ee3" /><Relationship Type="http://schemas.openxmlformats.org/officeDocument/2006/relationships/presProps" Target="/ppt/presProps.xml" Id="R52f98dd46e254a74" /><Relationship Type="http://schemas.openxmlformats.org/officeDocument/2006/relationships/tableStyles" Target="/ppt/tableStyles.xml" Id="R511b80b0b2ad4658" /><Relationship Type="http://schemas.openxmlformats.org/officeDocument/2006/relationships/slide" Target="/ppt/slides/slide1.xml" Id="Rc3562028fed44ac5" /><Relationship Type="http://schemas.openxmlformats.org/officeDocument/2006/relationships/slide" Target="/ppt/slides/slide2.xml" Id="R45875d4284d945d5" /><Relationship Type="http://schemas.openxmlformats.org/officeDocument/2006/relationships/slide" Target="/ppt/slides/slide3.xml" Id="R42e57446710e40c4" /><Relationship Type="http://schemas.openxmlformats.org/officeDocument/2006/relationships/slide" Target="/ppt/slides/slide4.xml" Id="Rc6e56fa6410d4a14" /><Relationship Type="http://schemas.openxmlformats.org/officeDocument/2006/relationships/slide" Target="/ppt/slides/slide5.xml" Id="R5ea264675c484736" /><Relationship Type="http://schemas.openxmlformats.org/officeDocument/2006/relationships/slide" Target="/ppt/slides/slide6.xml" Id="R5872d636be2c431f" /><Relationship Type="http://schemas.openxmlformats.org/officeDocument/2006/relationships/slide" Target="/ppt/slides/slide7.xml" Id="R2a3c7248c34f4284" /><Relationship Type="http://schemas.openxmlformats.org/officeDocument/2006/relationships/slide" Target="/ppt/slides/slide8.xml" Id="R4ff2e3fd6335402b" /><Relationship Type="http://schemas.openxmlformats.org/officeDocument/2006/relationships/slide" Target="/ppt/slides/slide9.xml" Id="Rbb8bc7c827194200" /><Relationship Type="http://schemas.openxmlformats.org/officeDocument/2006/relationships/slide" Target="/ppt/slides/slide10.xml" Id="R146f89c7033a4d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387d0b59d0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7c7797d1ba482a" /><Relationship Type="http://schemas.openxmlformats.org/officeDocument/2006/relationships/notesMaster" Target="/ppt/notesMasters/notesMaster1.xml" Id="Rbf7ec69d174543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48888200b64c27" /><Relationship Type="http://schemas.openxmlformats.org/officeDocument/2006/relationships/notesMaster" Target="/ppt/notesMasters/notesMaster1.xml" Id="R57ffb5d4045447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5d5064859e4c50" /><Relationship Type="http://schemas.openxmlformats.org/officeDocument/2006/relationships/notesMaster" Target="/ppt/notesMasters/notesMaster1.xml" Id="R807dfec6a58e4c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8e4c03ebde48f9" /><Relationship Type="http://schemas.openxmlformats.org/officeDocument/2006/relationships/notesMaster" Target="/ppt/notesMasters/notesMaster1.xml" Id="R29467aa6dc8f44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52a9d78a141ad" /><Relationship Type="http://schemas.openxmlformats.org/officeDocument/2006/relationships/notesMaster" Target="/ppt/notesMasters/notesMaster1.xml" Id="R674d4ac92da945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eb4025251a4dcc" /><Relationship Type="http://schemas.openxmlformats.org/officeDocument/2006/relationships/notesMaster" Target="/ppt/notesMasters/notesMaster1.xml" Id="R96206a73cd3140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3a22f96cde4dec" /><Relationship Type="http://schemas.openxmlformats.org/officeDocument/2006/relationships/notesMaster" Target="/ppt/notesMasters/notesMaster1.xml" Id="Rba3b4457785747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87596d89eb4642" /><Relationship Type="http://schemas.openxmlformats.org/officeDocument/2006/relationships/notesMaster" Target="/ppt/notesMasters/notesMaster1.xml" Id="Rea81286b1cb640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a5389cd2014815" /><Relationship Type="http://schemas.openxmlformats.org/officeDocument/2006/relationships/notesMaster" Target="/ppt/notesMasters/notesMaster1.xml" Id="Rce8ed872c21743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2512030c9e47ff" /><Relationship Type="http://schemas.openxmlformats.org/officeDocument/2006/relationships/notesMaster" Target="/ppt/notesMasters/notesMaster1.xml" Id="Rc2309e0be6ca4e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3fa45e3dd49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f56db7618429e" /><Relationship Type="http://schemas.openxmlformats.org/officeDocument/2006/relationships/slideLayout" Target="/ppt/slideLayouts/slideLayout1.xml" Id="R0377fcf9864249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77fcf9864249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929c2a7764fba" /><Relationship Type="http://schemas.openxmlformats.org/officeDocument/2006/relationships/notesSlide" Target="/ppt/notesSlides/notesSlide1.xml" Id="Ra837f997508a43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01109d30c47f2" /><Relationship Type="http://schemas.openxmlformats.org/officeDocument/2006/relationships/notesSlide" Target="/ppt/notesSlides/notesSlide2.xml" Id="Rcb2db258e34b4a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a7ed540cd4c11" /><Relationship Type="http://schemas.openxmlformats.org/officeDocument/2006/relationships/notesSlide" Target="/ppt/notesSlides/notesSlide3.xml" Id="R972fc733f01440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d21cd9b3c4ca2" /><Relationship Type="http://schemas.openxmlformats.org/officeDocument/2006/relationships/notesSlide" Target="/ppt/notesSlides/notesSlide4.xml" Id="R8a70831a42bf4e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afb45542d461e" /><Relationship Type="http://schemas.openxmlformats.org/officeDocument/2006/relationships/notesSlide" Target="/ppt/notesSlides/notesSlide5.xml" Id="Rfa5e5cdb3cb543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e97a78f446ec" /><Relationship Type="http://schemas.openxmlformats.org/officeDocument/2006/relationships/notesSlide" Target="/ppt/notesSlides/notesSlide6.xml" Id="R0729dac979f34f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e82c6cce04504" /><Relationship Type="http://schemas.openxmlformats.org/officeDocument/2006/relationships/notesSlide" Target="/ppt/notesSlides/notesSlide7.xml" Id="R2b0b3219688245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9f047386449b8" /><Relationship Type="http://schemas.openxmlformats.org/officeDocument/2006/relationships/notesSlide" Target="/ppt/notesSlides/notesSlide8.xml" Id="R1f1b82854fb148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baa378f7b4b73" /><Relationship Type="http://schemas.openxmlformats.org/officeDocument/2006/relationships/notesSlide" Target="/ppt/notesSlides/notesSlide9.xml" Id="R1a6301c7c7b343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9c1c155534dc7" /><Relationship Type="http://schemas.openxmlformats.org/officeDocument/2006/relationships/notesSlide" Target="/ppt/notesSlides/notesSlide10.xml" Id="R2861f358e7cc4b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139FB-E4AB-4D38-AF7D-60995340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C60AF-03DC-4F90-805D-A6179ED0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75065-F6DF-44F3-8AD2-B9EB33BA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3FE20-08CA-4696-AC05-D63A8258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9534E-8678-4AF5-B173-C4060FB0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Basic HTML tags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DFBFD-0A2B-4A81-A9CA-7C146CA1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46533-7362-478C-831A-CAE3A6F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D7B1D-F963-4FEA-AE22-C231DD05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3307F-047D-4692-8371-A2EDC77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C2194-2EB5-48CA-8D18-BA5448F8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1D88A-F6BD-4F00-ADE3-4ED22859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76471-C83E-4EB4-B753-414B5C9C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7855543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19A6D-3EBB-4ED1-B15F-69552827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3262C-7324-42B3-B607-6582FB2D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23ED2-E9A4-4273-A50E-47AEC94B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F41FE-785F-4B65-BBE6-56061D9B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DFC26-4B75-4C29-9B72-0F71A43A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81101-97AD-4237-96AF-A556F11B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D9A93-2C34-4108-9193-C7E679FC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title and body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713E7-787A-4AB0-94AA-802F590F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169A5-B4FF-49E7-8FA7-E49C23A8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moving 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64FD5-2C6D-457F-9A57-15522DC9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74FD3-F9B4-411D-A7F4-7850B98B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h1 to h6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5A349-1515-4CC1-B8EB-B2194498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5766E-345F-4C25-886B-2CC2261E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paragraphs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86C67-8BBD-438B-B730-C92C0483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945BB-E6CD-4F73-941C-C7C30512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horizontal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98104-6B5F-41D6-9980-84159E96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FC250-A913-49AC-BB0F-67E275DC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line break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9D903-DCA9-4329-9918-C6845F0F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72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DF768-87F9-4ABE-9C62-0446DF82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blockquote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2133F-D41B-4B9A-A1E5-156BD6D2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24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4E267-82CC-42D9-856A-71193E08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57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pre</a:t>
            </a:r>
          </a:p>
        </p:txBody>
      </p:sp>
    </p:spTree>
    <p:extLst>
      <p:ext uri="{BB962C8B-B14F-4D97-AF65-F5344CB8AC3E}">
        <p14:creationId xmlns:p14="http://schemas.microsoft.com/office/powerpoint/2010/main" val="380719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5CFE7-0A41-4C3C-8BA5-6BC99451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643CD-DF7D-48CD-8EBF-B281B1B0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9A014-50E8-4F48-BAF1-0A23D8A9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EBC72-3303-45B5-A3C7-4ACCD13F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3AED7-8660-48A6-9178-C21D821D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D661E-435B-401A-B438-E3C1A2AD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A76D3-E2C1-4760-A3A3-20D61A7E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5CCE7-A202-4B19-AD65-ADEECF81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4B722-3833-49D1-9D82-1945BAB0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920C2-1DFD-411B-B0A3-9DB26442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45F11-F3BB-4D1F-9CDF-E69DCFB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C2DA8-F047-4DB6-848D-AEF1474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490C8-CA1E-4FF0-9437-9664399B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CBAFC-7A51-4236-98C5-658B3B52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EE0D5-74E8-4C9A-84AC-6BF63B78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891F5-7EFC-492F-9210-7AAF2236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259387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6C338-FDD6-415A-BF51-DB1FC251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C7FBD-A4AA-46E5-948A-2A20AED9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6C668-4A5F-411F-9EFA-4BC9BFA1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31CB9-8DDB-4218-8095-AFCD2E9A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F6FFD-C551-46C9-8DEF-A2C82B22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3D8F2-616D-435A-9800-A227FEC4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&lt;!doctype 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&lt;head&gt;&lt;title&gt;Lab&lt;/title&gt;&lt;/head&gt;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  &lt;!-- required elements here --&gt;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&lt;/body&gt;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&lt;/html&gt;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D35F6-4FD1-4C92-9058-25DCDA9D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90A41-62BD-4463-9E99-811F8A67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3CC7E-3027-4E24-A63E-C0A25F9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54995-BC57-4761-A452-BCF2B058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9B23-2D65-42FC-AAAB-4878CEFA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52F47-605D-4E70-B4A8-BA1E0856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2111486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F5A6DA-87CF-4065-8448-7B40AF12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99BBD-0036-4714-8161-DF5C87B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5DA57-38C2-4D51-8D83-BC1B0B23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69653-65AD-4186-B038-600CA94A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10B9B-2D60-4CA0-909F-98CE5B92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32AE6-18D0-41A9-BCD2-40E4CDB0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B5F71-68A9-40EC-A14D-3663DAE2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19FF4-4444-46F7-9254-1213BC9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51296-C9EC-44FE-870F-61051DC8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CA646-85CB-4A20-86DB-70E1B247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75A51-8B2D-4653-A694-148F9CD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32678-EAC1-4C91-9A16-6DAFFA51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17A8A-C868-484F-8D0A-736184FC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042ED-A7ED-46C8-96AD-6EF68B3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13D2C-8FF7-4E74-949B-D70D49C0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8C083-A614-49A8-9E9E-874CC657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F46BC-3F39-457C-BD53-42B04788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791E4-E042-4881-89CA-744A2009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E4753-D9F7-4A20-87D9-3108C746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4BC2A-479C-4D56-99B7-3E0EFED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19121-00B0-433E-9A4C-1EB8383B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A4EDB-24E5-4C04-AC6B-51E04BC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BD73A-1ED0-4995-B278-455FF156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8563E8-7446-4F2F-A196-B60342B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151F5-B28D-426D-A65B-09F46E05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13934218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B73C8-F291-4049-AACA-82C9FA76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2E225-F79F-4A92-97F1-33F0C676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6242E-AF84-4C23-BF52-679A72E9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5349D-72FF-45ED-9422-E811995B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DD7B8-CC9B-483D-A1E4-049C20E4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7BC98-AAA9-4516-9D86-89B64610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D28ED-C8CD-444F-BD27-6E0EA57D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99F3A-F222-403B-95A8-88DD744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62984-73E2-45D5-BC38-78B87B65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D00A4-D5D5-47A6-B645-76528DDE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1BF3-3D8F-412B-A98C-ABB1B9C8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12050044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F2E9A7-3584-4A63-A842-94F6A0C8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60F56-A419-4D8F-8F50-6BBDFC07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6B5B0-E0E6-4328-96BB-B0228C19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0F5E7-F008-4A4B-90B0-114BF5A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68BE0-BB32-424A-8DC8-598BE9B1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778DF-3C2B-4419-9441-1927F16A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454D6-B31C-4EA0-89FB-727AFEF1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EC3AA-4BD4-4D2E-97ED-19B1E58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02D9E-5A56-422C-959F-3C7C0796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99BDE-7AC1-4E96-B389-8D664602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9DA05-BD52-4501-AEBC-397E54C6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080C1-2867-42B8-951B-F1A7A918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5432C-1C93-49A4-AD57-3364F7CA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3B050-AF7C-4D5C-8885-D4091E87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A7D37-6D5C-4099-AF4C-379B3A9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9B96D-E746-42B1-8030-4FE9D7EA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25B7C-8C8F-4502-97B8-EE854AE0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2AA94-27C1-4319-937E-E71797E8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3E737-BE49-45B3-8EC2-F762260F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E1B19-DFAF-41C5-9634-E5691B0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61F55-8A5E-43F2-ACF1-AF5F1CCD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F5F364-9CCD-44DC-A2D4-75304F6D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B19B7-1CB6-43F2-9D58-F233ACE1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A0598-375C-40E4-82DD-67375A9A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98C22-53B0-4ECE-A7D3-7DC57591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9790D9-FC10-46A9-A14B-C3CA44DE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1436063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AA2D2-3378-4D9E-BD97-D83EB4FF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1F880-C862-42BA-ADC5-A126A5B2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E6C65-486C-4F2B-9DB2-B6053A7E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3ED3C-4E29-4474-B395-D6E6A05B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A02C4-3D8E-4216-9955-7DB660A9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C43EE-41C3-4C90-8278-C4AF32D5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DF42E-17CD-4FFF-ACE9-2AE9C122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A45AC-9183-4BE6-90B2-8649A174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8DB5F-50F9-4AA8-954E-6515F08F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D81EC-7C18-4DA2-B694-4E88C217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A1134-4439-4535-97AE-DA733C4D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1CE90-9232-4EA4-9FEA-5B7FCAB5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5F46E-521F-484F-83E4-8D392816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9158E-8FCD-4F49-9763-7FDE4943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D7102-0AA1-4034-A0A8-2EE04F01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2128720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31D46-2E81-4B54-A247-939C916E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D8D9E-243D-480C-8BE0-38516FE7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80B93-6561-4C69-BF41-2BD20F2D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A3C38-8F02-4D42-961A-B9B7876F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93B01-94C5-4F36-B79B-C8E09437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554FA-FB91-4930-920E-DF9C6743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077E0-75EC-40CF-8A0A-ADA7A334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6A8AF-7741-468A-8C58-8A8AD2AE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2795F-592C-46E2-94DA-20B837EC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62AEE-67DC-453B-9CC7-5D030331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ACB1C-3A7A-452A-96E4-0DF0B36E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CC030-9D6A-4542-9558-CEFDEB13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B85F1-F99B-45C2-9102-F7055F9B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8F5FB-A6DE-4BA0-A020-E6159F8D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2B201-3EC8-4680-9E90-2F4C2EBB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18816983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0C14B-87FC-49AC-9BC6-C92DA434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0B3BD-FF9E-44D1-A651-0FC50E1B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01: Basic HTML tags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857D0-6818-4B83-A3BC-5060D3EE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4BEB2-70B8-48B7-ACEB-70346E18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8D7E3-3696-4B3F-B0F7-F740FF52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47A39-9E07-4FF4-A470-438DD7B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B4E4D-4A7E-4386-B12A-A22F08F4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49E7A-C5C0-4383-B164-C5C47A11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71E25-E236-4DBD-B12F-05CEC1CA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44A03-CA7E-4CA2-8C73-60F6F0E9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B8855-5406-41A8-8722-B9B09534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FFF57-7D03-4BF5-99D0-3911E73D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AD023-E871-429D-B26D-F6F8A55D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7971B-E731-4C1E-991B-46F28405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D9875-05BE-4801-A71D-0FC08519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1264806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2026-08-24T06:05:16.1390000Z</dcterms:created>
  <dcterms:modified xsi:type="dcterms:W3CDTF">2026-08-24T06:05:16.1390000Z</dcterms:modified>
</coreProperties>
</file>