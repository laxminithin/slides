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35050746894078" /><Relationship Type="http://schemas.openxmlformats.org/officeDocument/2006/relationships/extended-properties" Target="/docProps/app.xml" Id="R1b1056f7ec614c2b" /><Relationship Type="http://schemas.openxmlformats.org/officeDocument/2006/relationships/officeDocument" Target="/ppt/presentation.xml" Id="Rb87e3cb6ec334f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4f3103414d4d73"/>
  </p:sldMasterIdLst>
  <p:notesMasterIdLst>
    <p:notesMasterId xmlns:r="http://schemas.openxmlformats.org/officeDocument/2006/relationships" r:id="R9fd868a0522d42ad"/>
  </p:notesMasterIdLst>
  <p:sldIdLst>
    <p:sldId xmlns:r="http://schemas.openxmlformats.org/officeDocument/2006/relationships" id="256" r:id="Ra1fde41108954ec8"/>
    <p:sldId xmlns:r="http://schemas.openxmlformats.org/officeDocument/2006/relationships" id="257" r:id="R5657d39a755f43d8"/>
    <p:sldId xmlns:r="http://schemas.openxmlformats.org/officeDocument/2006/relationships" id="258" r:id="R54414f5c163f4246"/>
    <p:sldId xmlns:r="http://schemas.openxmlformats.org/officeDocument/2006/relationships" id="259" r:id="R511a6eb964e646c2"/>
    <p:sldId xmlns:r="http://schemas.openxmlformats.org/officeDocument/2006/relationships" id="260" r:id="R6bd470e418e948e3"/>
    <p:sldId xmlns:r="http://schemas.openxmlformats.org/officeDocument/2006/relationships" id="261" r:id="R16369aab4b784eb7"/>
    <p:sldId xmlns:r="http://schemas.openxmlformats.org/officeDocument/2006/relationships" id="262" r:id="R5c194c1a4b534f92"/>
    <p:sldId xmlns:r="http://schemas.openxmlformats.org/officeDocument/2006/relationships" id="263" r:id="R14d8148b6b3642ae"/>
    <p:sldId xmlns:r="http://schemas.openxmlformats.org/officeDocument/2006/relationships" id="264" r:id="R2ae7847b173e45ff"/>
    <p:sldId xmlns:r="http://schemas.openxmlformats.org/officeDocument/2006/relationships" id="265" r:id="Rea3c1d50018d4f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cc0953e7784ad0" /><Relationship Type="http://schemas.openxmlformats.org/officeDocument/2006/relationships/slideMaster" Target="/ppt/slideMasters/slideMaster1.xml" Id="Rf44f3103414d4d73" /><Relationship Type="http://schemas.openxmlformats.org/officeDocument/2006/relationships/notesMaster" Target="/ppt/notesMasters/notesMaster1.xml" Id="R9fd868a0522d42ad" /><Relationship Type="http://schemas.openxmlformats.org/officeDocument/2006/relationships/presProps" Target="/ppt/presProps.xml" Id="R19862c3436924c5a" /><Relationship Type="http://schemas.openxmlformats.org/officeDocument/2006/relationships/tableStyles" Target="/ppt/tableStyles.xml" Id="Rb992e8ca66b543ab" /><Relationship Type="http://schemas.openxmlformats.org/officeDocument/2006/relationships/slide" Target="/ppt/slides/slide1.xml" Id="Ra1fde41108954ec8" /><Relationship Type="http://schemas.openxmlformats.org/officeDocument/2006/relationships/slide" Target="/ppt/slides/slide2.xml" Id="R5657d39a755f43d8" /><Relationship Type="http://schemas.openxmlformats.org/officeDocument/2006/relationships/slide" Target="/ppt/slides/slide3.xml" Id="R54414f5c163f4246" /><Relationship Type="http://schemas.openxmlformats.org/officeDocument/2006/relationships/slide" Target="/ppt/slides/slide4.xml" Id="R511a6eb964e646c2" /><Relationship Type="http://schemas.openxmlformats.org/officeDocument/2006/relationships/slide" Target="/ppt/slides/slide5.xml" Id="R6bd470e418e948e3" /><Relationship Type="http://schemas.openxmlformats.org/officeDocument/2006/relationships/slide" Target="/ppt/slides/slide6.xml" Id="R16369aab4b784eb7" /><Relationship Type="http://schemas.openxmlformats.org/officeDocument/2006/relationships/slide" Target="/ppt/slides/slide7.xml" Id="R5c194c1a4b534f92" /><Relationship Type="http://schemas.openxmlformats.org/officeDocument/2006/relationships/slide" Target="/ppt/slides/slide8.xml" Id="R14d8148b6b3642ae" /><Relationship Type="http://schemas.openxmlformats.org/officeDocument/2006/relationships/slide" Target="/ppt/slides/slide9.xml" Id="R2ae7847b173e45ff" /><Relationship Type="http://schemas.openxmlformats.org/officeDocument/2006/relationships/slide" Target="/ppt/slides/slide10.xml" Id="Rea3c1d50018d4f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14bf9fa4e541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35371255c24db5" /><Relationship Type="http://schemas.openxmlformats.org/officeDocument/2006/relationships/notesMaster" Target="/ppt/notesMasters/notesMaster1.xml" Id="R813c04eb3de048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38606f95a64ba8" /><Relationship Type="http://schemas.openxmlformats.org/officeDocument/2006/relationships/notesMaster" Target="/ppt/notesMasters/notesMaster1.xml" Id="R7c131774614448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d492aaea374486" /><Relationship Type="http://schemas.openxmlformats.org/officeDocument/2006/relationships/notesMaster" Target="/ppt/notesMasters/notesMaster1.xml" Id="Rfe389c2c9abf4d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b6d302fde74e5f" /><Relationship Type="http://schemas.openxmlformats.org/officeDocument/2006/relationships/notesMaster" Target="/ppt/notesMasters/notesMaster1.xml" Id="R0ff5e41e7e1a48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18fcd84478414c" /><Relationship Type="http://schemas.openxmlformats.org/officeDocument/2006/relationships/notesMaster" Target="/ppt/notesMasters/notesMaster1.xml" Id="R4f5f706bbe1541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9b5414a13d4fb9" /><Relationship Type="http://schemas.openxmlformats.org/officeDocument/2006/relationships/notesMaster" Target="/ppt/notesMasters/notesMaster1.xml" Id="R525ed4d8201649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32b46fe27a47f6" /><Relationship Type="http://schemas.openxmlformats.org/officeDocument/2006/relationships/notesMaster" Target="/ppt/notesMasters/notesMaster1.xml" Id="R126d57d716ef40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3634e6dea14320" /><Relationship Type="http://schemas.openxmlformats.org/officeDocument/2006/relationships/notesMaster" Target="/ppt/notesMasters/notesMaster1.xml" Id="R356ee1df2ee647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3e0b57eba44bf2" /><Relationship Type="http://schemas.openxmlformats.org/officeDocument/2006/relationships/notesMaster" Target="/ppt/notesMasters/notesMaster1.xml" Id="R9b7b872f727846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e99e458cf24cdb" /><Relationship Type="http://schemas.openxmlformats.org/officeDocument/2006/relationships/notesMaster" Target="/ppt/notesMasters/notesMaster1.xml" Id="R9ba5b66dd20442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c64a401e04b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952129a5e0421b" /><Relationship Type="http://schemas.openxmlformats.org/officeDocument/2006/relationships/slideLayout" Target="/ppt/slideLayouts/slideLayout1.xml" Id="R64af025a52c746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af025a52c746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3a61df9f74c88" /><Relationship Type="http://schemas.openxmlformats.org/officeDocument/2006/relationships/notesSlide" Target="/ppt/notesSlides/notesSlide1.xml" Id="Rb0e0f2374d6d46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09358ea584294" /><Relationship Type="http://schemas.openxmlformats.org/officeDocument/2006/relationships/notesSlide" Target="/ppt/notesSlides/notesSlide2.xml" Id="Rae7e0ca5e62d4f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dbfab6a054280" /><Relationship Type="http://schemas.openxmlformats.org/officeDocument/2006/relationships/notesSlide" Target="/ppt/notesSlides/notesSlide3.xml" Id="R1d13e4d2bf004d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1e94edaab494b" /><Relationship Type="http://schemas.openxmlformats.org/officeDocument/2006/relationships/notesSlide" Target="/ppt/notesSlides/notesSlide4.xml" Id="R867ccc4f0d564d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74d003fcd4b98" /><Relationship Type="http://schemas.openxmlformats.org/officeDocument/2006/relationships/notesSlide" Target="/ppt/notesSlides/notesSlide5.xml" Id="Rb93ba08d627e48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e4bdf46014589" /><Relationship Type="http://schemas.openxmlformats.org/officeDocument/2006/relationships/notesSlide" Target="/ppt/notesSlides/notesSlide6.xml" Id="R7103712aeb594e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f87b2d51a4458" /><Relationship Type="http://schemas.openxmlformats.org/officeDocument/2006/relationships/notesSlide" Target="/ppt/notesSlides/notesSlide7.xml" Id="Rb9f15584880c4a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fd43226ba43e2" /><Relationship Type="http://schemas.openxmlformats.org/officeDocument/2006/relationships/notesSlide" Target="/ppt/notesSlides/notesSlide8.xml" Id="Rdee24ef43b154c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84d84bac847c2" /><Relationship Type="http://schemas.openxmlformats.org/officeDocument/2006/relationships/notesSlide" Target="/ppt/notesSlides/notesSlide9.xml" Id="R2ddc9eb0655f42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319f882af48b1" /><Relationship Type="http://schemas.openxmlformats.org/officeDocument/2006/relationships/notesSlide" Target="/ppt/notesSlides/notesSlide10.xml" Id="R5c3aa7829a304f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369C3D-CA28-44A4-B8F9-7293EE75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C65B9-9AEA-445E-A29D-9D819199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02: HTML timetable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1FBC4-062D-4BEF-B31B-A8A8B360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37082-5E69-4158-90B0-F2048345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87538-9451-4CDC-B6FA-D755E31A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HTML timetable table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6DFA6-A787-4A0D-A55D-D8DDBA12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Web Technology Lab | Experiment 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C8CFD-334B-4F84-81A6-03BCF934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BA19E-429C-49EB-900E-AC9104F4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5BA19-F916-48D6-A92B-B448AAEA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HTML/CSS/JS/PHP logic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BC919-9FEA-44C6-9354-2A9879B5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6AEFF-60BA-4541-B3F4-C94F8222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48377A-1F06-41F6-9F99-37B8633F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Verify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7817156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B9E843-625E-41A4-9C8E-6372D71D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CF85A-6B34-4B19-8C78-0A0010FD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02: HTML timetable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40619-19A7-4530-B1F9-0C469860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F2D68-5527-4706-BE78-77CA19CF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E6B0A-E9E5-45EA-8C93-1C3D00C2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Lab outcome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EE2AC-81C8-4273-A95F-9DC7FDCE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57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9711A-B323-4D29-8C65-16A65231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907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table header and footer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9CB25-E74E-4E85-B488-8F0CF11E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9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79F78-8021-42A6-BE33-504504C1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rowspan and colspan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07FF4-BF43-47BC-8AB8-F6C7330C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ABB22-EEB0-4A94-9AB4-7F770E02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cell colours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9EF91-6452-4C68-9550-29353ACB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4C7D2-3973-4AAB-B190-FDAC6464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lab and elective highlighting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5CB0F-DF83-4CF0-B170-DC0BF759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6DDC1-2720-4673-8EEE-8FBE20C1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row colours</a:t>
            </a:r>
          </a:p>
        </p:txBody>
      </p:sp>
    </p:spTree>
    <p:extLst>
      <p:ext uri="{BB962C8B-B14F-4D97-AF65-F5344CB8AC3E}">
        <p14:creationId xmlns:p14="http://schemas.microsoft.com/office/powerpoint/2010/main" val="10462285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2A6A00-9E7C-4913-9268-873466B9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BAA36-A41D-4A75-936C-63C1AA2F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02: HTML timetable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81ED6-2B5A-4547-A33B-278E46EF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60BA5-55B7-40F6-B102-DCD3EA2D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123A2-1167-40F1-A00F-7CE4D4E5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Page / program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C2632-059E-4096-8581-7E29E602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F09F4-0C91-41FE-8210-394E34AA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Markup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1BEB8-13CD-47DD-96E1-2E66AA9B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Style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9D9D2-04E0-4B9C-A26A-679F550C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A9575-ABF7-400E-8BE7-F37E485B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Output</a:t>
            </a:r>
          </a:p>
        </p:txBody>
      </p: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E1D13D-4C75-455F-837C-B0C8EA06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1E95E2-5399-4EF6-97AF-30599259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Keep filenames exactly as asked where specified.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8E6951-D00E-41D3-8C55-1784812D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57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B78CAA-7206-48C9-A5BC-9119B096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Separate structure, presentation and behavior when the experiment allows 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76D4F5-F850-441C-BF9F-D241FA3A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48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B0C7E8-AB84-498F-B647-7DA5E7C4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816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Use readable indentation and comments only where they explain logic.</a:t>
            </a:r>
          </a:p>
        </p:txBody>
      </p:sp>
    </p:spTree>
    <p:extLst>
      <p:ext uri="{BB962C8B-B14F-4D97-AF65-F5344CB8AC3E}">
        <p14:creationId xmlns:p14="http://schemas.microsoft.com/office/powerpoint/2010/main" val="20940086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0C2DF-0F3F-40AF-8C62-A20E5508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DC3AC-45AB-4F4E-A8BB-C5B67314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02: HTML timetable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51587-5470-4DC3-98CB-33423DB7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93E5D-5942-40FA-8F4F-BD7C0C1B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44EC8-C162-4C41-BE77-79ECA862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Important code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A9B05-2F31-489D-8C67-F309A9C1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&lt;!doctype html&gt;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&lt;html&gt;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&lt;head&gt;&lt;title&gt;Lab&lt;/title&gt;&lt;/head&gt;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&lt;body&gt;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  &lt;!-- required elements here --&gt;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&lt;/body&gt;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&lt;/html&gt;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4FC86-B8F3-4D48-B7FF-733F8B46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AEED8-B80B-442D-8F20-49A7B96A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BCC7C-3B52-4760-B194-64CE367D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826B8-3911-4F60-B6D4-555B17D9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37E56-F5C9-45E0-BEB6-5D1FA234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9BF02-0343-4D23-8C21-38571231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7843563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82545D-6675-4898-956F-12B609E5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75FDC-2F22-4F08-BF37-C14614BF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02: HTML timetable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8EB03-87AB-43B8-B88A-4D41157D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6669E-B4E7-4F9F-8E62-C2DF6013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4414F-30A5-4EA2-8D3C-67A1D658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Syntax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E188B-7C3F-4D21-AA28-5FD0B5A5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2AF2D-A0ED-4A1A-948D-FE58ECBB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Construct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F45B0-27DB-4BAB-9099-46E5ED99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1F514-611C-4527-A4DD-5F6A2760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to 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267F5-5BA1-47AA-8D1A-77480DA7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C522F-0687-4EAB-8C79-D7DF5C17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HTML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D9DD7-1D42-4D8A-BEBD-32AEA0E1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Structures the content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C39BD-AE67-48A2-B79B-D0AEB2F6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Tags are closed and nested correctly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5CB5B4-9CC7-45AD-8EBE-29AD2201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5E9EFF-B792-4991-A6FB-2ED37DE6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A789C-4B08-4252-ACD0-3A35A951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Controls 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0F07FD-49C1-4562-9A39-1D1474F3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Selectors target the intended elements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1F190-C5B0-4F19-9F26-A4BA3794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836D83-DE62-4518-BF27-E93BFBA9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Script/PHP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B8CD4C-19E1-4633-9772-AB9976FE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Adds behavior or server logic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0744ED-84F1-4D49-A07B-041A8D77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Input, processing and output are connected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C01428-4A01-4669-9F83-BCD42307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09D500-0DF2-4B20-8B0E-37B0643D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Browser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7FB83F-67B1-426C-B043-92164EF9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Shows final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F8BE15-AE46-4E86-9D87-92443411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Console/server errors are resolved</a:t>
            </a:r>
          </a:p>
        </p:txBody>
      </p:sp>
    </p:spTree>
    <p:extLst>
      <p:ext uri="{BB962C8B-B14F-4D97-AF65-F5344CB8AC3E}">
        <p14:creationId xmlns:p14="http://schemas.microsoft.com/office/powerpoint/2010/main" val="17935281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37AE1-C079-464E-A561-41AEC748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65586-7F2D-424B-AAFE-96FA0FCC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02: HTML timetable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3086B-E382-4323-AFF0-18ADD226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65B39-D00D-407F-AD13-5A8EABB1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DDD81-A2DB-414F-BC42-33C6D638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Build the program in layers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46EA0-B8A3-4856-BFE0-CC2BDA74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Skeleton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13404-B4A3-4797-8E45-3A651783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Required elements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06616-2745-4A3B-A98B-A6C8F96B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Styling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6C366-3252-4ACA-BE2B-8D2C21C0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25A5B-03C9-41CD-BD66-9096C448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Test cases</a:t>
            </a:r>
          </a:p>
        </p:txBody>
      </p: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38D1C4-A6E8-4E21-A066-B643DDDE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971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Layering keeps the experiment debuggable: if output fails, the student can identify whether the fault is structure, style, script, PHP or data.</a:t>
            </a:r>
          </a:p>
        </p:txBody>
      </p:sp>
    </p:spTree>
    <p:extLst>
      <p:ext uri="{BB962C8B-B14F-4D97-AF65-F5344CB8AC3E}">
        <p14:creationId xmlns:p14="http://schemas.microsoft.com/office/powerpoint/2010/main" val="1067411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1126CA-0A7B-4C55-BB85-6F9DACF9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686FA-298A-46DE-9D52-8509DC75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02: HTML timetable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6F811-E7E7-4EFF-A684-B213F4F4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62678-B98F-4755-8B4B-3521A67B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68A1D-9FB7-4073-8480-7CBC5CA2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Execution and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59420-6A16-4343-BD7B-67CE6AB5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Open/run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A7975-0AC1-4135-9BBC-F06F2412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Enter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0EB56-F597-4DCE-9323-2C5C8A16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Trigger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3B933-84BD-4E48-8F74-756B104E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Observe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18369-5B37-4F7E-A59C-FA0A7C2E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Record result</a:t>
            </a:r>
          </a:p>
        </p:txBody>
      </p: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5C6DF-8FAE-4492-A9D0-C1C9298A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647286-151B-44FE-A57D-531AFFD5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F49D7F-2028-4A37-B639-A34175D8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Expected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6AA86D-AEDF-4FA9-ABAB-212B7BF9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Fix if wrong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F44050-CF57-4C27-810E-359ECA5A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A0ADE7-931E-40AD-AFFF-A335BFC8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Layout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49F83D-DB6E-4501-AAD8-E7B098E8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Elements appear in the required order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673D63-4925-4558-82AC-5CFABAC1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Inspect HTML nesting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24E4F4-D085-4ADB-BDF9-08361F28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BF171F-D37F-4AB9-90C8-F4D5EBF6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Style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A5CE72-5F71-4B36-BCD0-B41C94E4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Colours/fonts/spacing match task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ED7E24-CC71-4BAD-9749-E6B2A39C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selectors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3470AD-55BA-4F13-9FC8-427C9A43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4403BB-31AC-422F-9187-F558279B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D41AFC-54F0-4395-9CA3-60DFBBC5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Correct output for valid input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B5DE2E-97E7-4225-B1D5-2772298B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event handler or PHP logic</a:t>
            </a:r>
          </a:p>
        </p:txBody>
      </p:sp>
    </p:spTree>
    <p:extLst>
      <p:ext uri="{BB962C8B-B14F-4D97-AF65-F5344CB8AC3E}">
        <p14:creationId xmlns:p14="http://schemas.microsoft.com/office/powerpoint/2010/main" val="6659012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923DB7-7BC4-452B-9A8E-929DC24F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6B424-AA66-4607-BB88-036A6C47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02: HTML timetable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C86F1-9BC6-4D89-B951-1C893186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00D3E-76F5-4B43-807D-A338E99C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C86A1-3566-4B7A-B5CF-9E05B878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Common lab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6A066-22B2-4D1A-917B-8A654A65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CB692-C55D-4E1C-8C05-EFC62DD6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Filename mismatch.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4AA65-15C2-437D-AC8D-92A87ED9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68920-10E0-419E-94DF-7127E9A4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CSS selector does not target the intended element.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D1673-25CE-4F0C-BC92-7F34F0E8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C195B-0D75-4801-A7A3-3E5F55DB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JavaScript runs before the DOM element exists.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D0097-9D33-488A-95CE-BFF5D5C0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D4363-1065-42D0-B438-348D4250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PHP/database path or permission error.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55A46-6880-4489-8DE3-B4146478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23BEE-2E82-4979-9162-A95C8883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Output shown without validating edge cases.</a:t>
            </a:r>
          </a:p>
        </p:txBody>
      </p:sp>
    </p:spTree>
    <p:extLst>
      <p:ext uri="{BB962C8B-B14F-4D97-AF65-F5344CB8AC3E}">
        <p14:creationId xmlns:p14="http://schemas.microsoft.com/office/powerpoint/2010/main" val="19634449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6C740D-AABB-41BF-85AF-3516EF18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7B355-D3DD-46F8-BF8E-C078BA65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02: HTML timetable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0804B-8829-4092-9006-F99E7D7F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3880D-536E-4581-9735-E3673CF2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1CB0A-B4A8-4730-8FAC-0568F2F9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Variations to 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06A54-54CE-4C8C-B7F0-2BE4DAB2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C546A-8A84-4C9F-A548-A4B92A69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Change one input and predict the output before running.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E7AFF-2B83-425C-BF85-9043F993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33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164B61-6FF9-419A-8CAD-FCA8B96C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67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Add one validation rule or style variant.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378C5-CBA3-4A6B-8596-912A76AB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38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C9B5CC-7B7A-45F8-9CFA-57CBE287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71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Test one invalid input and record the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1CCA2-499B-4B3F-A360-2A864CDE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43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E73A8-F963-48AF-8065-ABB6754C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Explain which line of code caused the visible output.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DBDDF-27EB-4B64-99FB-F5ED6DC0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F8A079-F326-4D36-87D3-9ECB4F8E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815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Prepare one viva answer connecting syntax to purpose.</a:t>
            </a:r>
          </a:p>
        </p:txBody>
      </p:sp>
    </p:spTree>
    <p:extLst>
      <p:ext uri="{BB962C8B-B14F-4D97-AF65-F5344CB8AC3E}">
        <p14:creationId xmlns:p14="http://schemas.microsoft.com/office/powerpoint/2010/main" val="15230896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9AAE3C-34A4-430B-8496-94868B3F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054FD-F882-49A7-82F9-07112547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02: HTML timetable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FA1CD-403C-4986-8B25-45B2823B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44321-E9EB-4545-BB3C-3D241531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4E590-A70F-4280-AB31-52CF41C8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Record and viva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CD432-1449-4041-A4B5-F66FD382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96B24-A796-47EA-84B1-5DB3C33F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Aim and algorithm/logic.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3C655-5859-4FAF-A2ED-855F5D83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CD653-A4E2-40C5-A903-D236B3BB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Source code with readable indentation.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13906-C269-48B7-A102-3571BD9F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76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7BCED-0DB0-430D-A5A8-E83C3353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Screenshot or output 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0367E3-548D-407D-ACCF-20CFD877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00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C8D3A-3536-433F-81CF-ABC03A25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Explanation of important tags, selectors, functions or PHP logic.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218B6-6C09-4F39-9935-AA1E7017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F69B7-18A2-4DC3-9E5E-0DE03080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Two viva questions: why this method, and what happens for invalid input?</a:t>
            </a:r>
          </a:p>
        </p:txBody>
      </p:sp>
    </p:spTree>
    <p:extLst>
      <p:ext uri="{BB962C8B-B14F-4D97-AF65-F5344CB8AC3E}">
        <p14:creationId xmlns:p14="http://schemas.microsoft.com/office/powerpoint/2010/main" val="1820823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2026-08-24T06:05:16.5730000Z</dcterms:created>
  <dcterms:modified xsi:type="dcterms:W3CDTF">2026-08-24T06:05:16.5730000Z</dcterms:modified>
</coreProperties>
</file>