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4044c9de714f99" /><Relationship Type="http://schemas.openxmlformats.org/officeDocument/2006/relationships/extended-properties" Target="/docProps/app.xml" Id="R23dfd66eebcf4eac" /><Relationship Type="http://schemas.openxmlformats.org/officeDocument/2006/relationships/officeDocument" Target="/ppt/presentation.xml" Id="Rf7559b8d21124f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85315dcc6744c9"/>
  </p:sldMasterIdLst>
  <p:notesMasterIdLst>
    <p:notesMasterId xmlns:r="http://schemas.openxmlformats.org/officeDocument/2006/relationships" r:id="R9c2e70646f754d13"/>
  </p:notesMasterIdLst>
  <p:sldIdLst>
    <p:sldId xmlns:r="http://schemas.openxmlformats.org/officeDocument/2006/relationships" id="256" r:id="Rd846025454d74f64"/>
    <p:sldId xmlns:r="http://schemas.openxmlformats.org/officeDocument/2006/relationships" id="257" r:id="R2a6c1605d6034437"/>
    <p:sldId xmlns:r="http://schemas.openxmlformats.org/officeDocument/2006/relationships" id="258" r:id="Rb61e586d5be74d7d"/>
    <p:sldId xmlns:r="http://schemas.openxmlformats.org/officeDocument/2006/relationships" id="259" r:id="Rd96dcf4e0cd047da"/>
    <p:sldId xmlns:r="http://schemas.openxmlformats.org/officeDocument/2006/relationships" id="260" r:id="Re47d6fb187ec428d"/>
    <p:sldId xmlns:r="http://schemas.openxmlformats.org/officeDocument/2006/relationships" id="261" r:id="R3a757f9ef459440e"/>
    <p:sldId xmlns:r="http://schemas.openxmlformats.org/officeDocument/2006/relationships" id="262" r:id="Rc592647259d94344"/>
    <p:sldId xmlns:r="http://schemas.openxmlformats.org/officeDocument/2006/relationships" id="263" r:id="Ree3102c8f6514a31"/>
    <p:sldId xmlns:r="http://schemas.openxmlformats.org/officeDocument/2006/relationships" id="264" r:id="R7f5b8419885e4fc0"/>
    <p:sldId xmlns:r="http://schemas.openxmlformats.org/officeDocument/2006/relationships" id="265" r:id="Raf910e88657240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66fd4f0fb94cd7" /><Relationship Type="http://schemas.openxmlformats.org/officeDocument/2006/relationships/slideMaster" Target="/ppt/slideMasters/slideMaster1.xml" Id="R0b85315dcc6744c9" /><Relationship Type="http://schemas.openxmlformats.org/officeDocument/2006/relationships/notesMaster" Target="/ppt/notesMasters/notesMaster1.xml" Id="R9c2e70646f754d13" /><Relationship Type="http://schemas.openxmlformats.org/officeDocument/2006/relationships/presProps" Target="/ppt/presProps.xml" Id="R5fc438671bbb47df" /><Relationship Type="http://schemas.openxmlformats.org/officeDocument/2006/relationships/tableStyles" Target="/ppt/tableStyles.xml" Id="Ree44dc6c520a476f" /><Relationship Type="http://schemas.openxmlformats.org/officeDocument/2006/relationships/slide" Target="/ppt/slides/slide1.xml" Id="Rd846025454d74f64" /><Relationship Type="http://schemas.openxmlformats.org/officeDocument/2006/relationships/slide" Target="/ppt/slides/slide2.xml" Id="R2a6c1605d6034437" /><Relationship Type="http://schemas.openxmlformats.org/officeDocument/2006/relationships/slide" Target="/ppt/slides/slide3.xml" Id="Rb61e586d5be74d7d" /><Relationship Type="http://schemas.openxmlformats.org/officeDocument/2006/relationships/slide" Target="/ppt/slides/slide4.xml" Id="Rd96dcf4e0cd047da" /><Relationship Type="http://schemas.openxmlformats.org/officeDocument/2006/relationships/slide" Target="/ppt/slides/slide5.xml" Id="Re47d6fb187ec428d" /><Relationship Type="http://schemas.openxmlformats.org/officeDocument/2006/relationships/slide" Target="/ppt/slides/slide6.xml" Id="R3a757f9ef459440e" /><Relationship Type="http://schemas.openxmlformats.org/officeDocument/2006/relationships/slide" Target="/ppt/slides/slide7.xml" Id="Rc592647259d94344" /><Relationship Type="http://schemas.openxmlformats.org/officeDocument/2006/relationships/slide" Target="/ppt/slides/slide8.xml" Id="Ree3102c8f6514a31" /><Relationship Type="http://schemas.openxmlformats.org/officeDocument/2006/relationships/slide" Target="/ppt/slides/slide9.xml" Id="R7f5b8419885e4fc0" /><Relationship Type="http://schemas.openxmlformats.org/officeDocument/2006/relationships/slide" Target="/ppt/slides/slide10.xml" Id="Raf910e88657240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c406ce3a904d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b9dc0777af4b63" /><Relationship Type="http://schemas.openxmlformats.org/officeDocument/2006/relationships/notesMaster" Target="/ppt/notesMasters/notesMaster1.xml" Id="Ra69f9f25190845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ff7f078b0f41af" /><Relationship Type="http://schemas.openxmlformats.org/officeDocument/2006/relationships/notesMaster" Target="/ppt/notesMasters/notesMaster1.xml" Id="Rdd6e207ef36348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e7116039c749f3" /><Relationship Type="http://schemas.openxmlformats.org/officeDocument/2006/relationships/notesMaster" Target="/ppt/notesMasters/notesMaster1.xml" Id="Rf280d181ca4c42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0b68c8fc474be4" /><Relationship Type="http://schemas.openxmlformats.org/officeDocument/2006/relationships/notesMaster" Target="/ppt/notesMasters/notesMaster1.xml" Id="Rb12f16bc836f4b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24417b353a4488" /><Relationship Type="http://schemas.openxmlformats.org/officeDocument/2006/relationships/notesMaster" Target="/ppt/notesMasters/notesMaster1.xml" Id="Rd87931222ddd46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374d07eac94fdf" /><Relationship Type="http://schemas.openxmlformats.org/officeDocument/2006/relationships/notesMaster" Target="/ppt/notesMasters/notesMaster1.xml" Id="R3bed06f9cfcd45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fe3bcb83ac4cd5" /><Relationship Type="http://schemas.openxmlformats.org/officeDocument/2006/relationships/notesMaster" Target="/ppt/notesMasters/notesMaster1.xml" Id="Rdc999c8f544743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a4525d456c4f24" /><Relationship Type="http://schemas.openxmlformats.org/officeDocument/2006/relationships/notesMaster" Target="/ppt/notesMasters/notesMaster1.xml" Id="R0cd20d1e975143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c7200f6dad4d68" /><Relationship Type="http://schemas.openxmlformats.org/officeDocument/2006/relationships/notesMaster" Target="/ppt/notesMasters/notesMaster1.xml" Id="R879bc21045ac42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0fc34862534eb2" /><Relationship Type="http://schemas.openxmlformats.org/officeDocument/2006/relationships/notesMaster" Target="/ppt/notesMasters/notesMaster1.xml" Id="Rae6ebf4aca8e4d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aaaa494974b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3bbddc565c4829" /><Relationship Type="http://schemas.openxmlformats.org/officeDocument/2006/relationships/slideLayout" Target="/ppt/slideLayouts/slideLayout1.xml" Id="Ra06f4c18509346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6f4c18509346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679c8393941d8" /><Relationship Type="http://schemas.openxmlformats.org/officeDocument/2006/relationships/notesSlide" Target="/ppt/notesSlides/notesSlide1.xml" Id="R3fc7ec1dd84a4e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da86ad09245f2" /><Relationship Type="http://schemas.openxmlformats.org/officeDocument/2006/relationships/notesSlide" Target="/ppt/notesSlides/notesSlide2.xml" Id="R242274ac779c41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04e48c32c4a8c" /><Relationship Type="http://schemas.openxmlformats.org/officeDocument/2006/relationships/notesSlide" Target="/ppt/notesSlides/notesSlide3.xml" Id="Rebb2f05d2a424a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f6a3dc25c444b" /><Relationship Type="http://schemas.openxmlformats.org/officeDocument/2006/relationships/notesSlide" Target="/ppt/notesSlides/notesSlide4.xml" Id="R0082f184f0e848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0655187594581" /><Relationship Type="http://schemas.openxmlformats.org/officeDocument/2006/relationships/notesSlide" Target="/ppt/notesSlides/notesSlide5.xml" Id="Rf4b182272bbf45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1cc421e624cc0" /><Relationship Type="http://schemas.openxmlformats.org/officeDocument/2006/relationships/notesSlide" Target="/ppt/notesSlides/notesSlide6.xml" Id="Rbfef6376eaec41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53e8d1c86a4fcc" /><Relationship Type="http://schemas.openxmlformats.org/officeDocument/2006/relationships/notesSlide" Target="/ppt/notesSlides/notesSlide7.xml" Id="R06b2e3fa96a348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fd140fd2a4307" /><Relationship Type="http://schemas.openxmlformats.org/officeDocument/2006/relationships/notesSlide" Target="/ppt/notesSlides/notesSlide8.xml" Id="Rad1dd8cdfca445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d63341fc64673" /><Relationship Type="http://schemas.openxmlformats.org/officeDocument/2006/relationships/notesSlide" Target="/ppt/notesSlides/notesSlide9.xml" Id="R7d7d46e6d8b64c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5c3adb513449f" /><Relationship Type="http://schemas.openxmlformats.org/officeDocument/2006/relationships/notesSlide" Target="/ppt/notesSlides/notesSlide10.xml" Id="R77b1433bbe3748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2B252-F30A-42F9-AFA3-180B8169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FB2E7-C6EE-42BE-9B91-E046EEF7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03: External CSS and selectors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1D07C-CDD7-423C-BE85-AC11D296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3981A-E1C1-4417-89D0-BA730620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659BD-4370-4649-9490-B026A786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External CSS and selectors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D64AD-64F2-4ACD-80BE-D2BDC1AA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Web Technology Lab | Experiment 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3FE84-264E-4C59-B40B-BC26B38F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5E712-C99B-40CC-8D4B-D3AA5447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BDB28B-100E-4B24-A23D-BF06F3E9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HTML/CSS/JS/PHP 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AE5D1-54C2-469F-B220-8D0B485E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8C0A4-1513-4975-B9A1-888EF58E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FCD70-1E7C-4227-8B12-A1E7832D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Verify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520160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9A0B7D-B531-430E-8E1B-BA2EA297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C2A51-16BA-4F39-B0AA-9746CC54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03: External CSS and selectors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D117E-EB0E-422D-A227-1E793F59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FEDC7-2014-4BDC-A86B-7400DD65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1766D-C417-4719-8ED9-B4E27E99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Lab 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1E83F-A843-4C7F-AFCA-44F00D2B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57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E2D0B-18CA-44A9-A54A-89F47CE2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907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style.css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3F83BA-16CF-4E7B-9561-375FDE6C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9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7569D-B9E8-480E-BCDD-352BFBF9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h2 h3 hr p div span time img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4662C-AFEB-451E-A4FA-796DB574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ED33C-788D-4441-95BC-F449A15A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type selectors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99B2F-2FB8-4D84-BCB0-FB2778FD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42A56-5289-41F4-B94C-4FBB532E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class selectors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358424-4AD4-49BC-87A2-44B7DF2B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D4E7DC-90CB-4875-86A7-EA909E3F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id selectors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C961F7-F90C-4282-9788-B669E376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9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2D5036-590D-4556-BBCC-3BB88A5E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52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selector significance</a:t>
            </a:r>
          </a:p>
        </p:txBody>
      </p:sp>
    </p:spTree>
    <p:extLst>
      <p:ext uri="{BB962C8B-B14F-4D97-AF65-F5344CB8AC3E}">
        <p14:creationId xmlns:p14="http://schemas.microsoft.com/office/powerpoint/2010/main" val="18683674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6F92EF-2312-4BC8-BC56-EDF04CB7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C698C-E91D-400D-9F54-70B74E0F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03: External CSS and selectors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DC36C-D5D3-4A23-868B-5D92A8F2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2643C-4A12-4895-BF0B-05B76A02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0D00A-AD58-4802-8B48-DA674C24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Page / program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43408-57C3-4B63-A024-F6027ED5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C64DD-8F0F-4088-BABF-9169C675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Markup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80610-65F7-450B-9AF7-87D2B06D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Style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90A325-20E9-451B-B3CF-4DD9E1BD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C2B51-81DE-40E0-8F7E-59A5245F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Output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DD66D-8637-4086-886C-15685D23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7B419-39FF-45AE-B661-70CCA6E3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Keep filenames exactly as asked where specified.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C295DE-3C60-45A3-B3ED-B3F27481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57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248BF-B600-4134-82E2-8FB6FEE6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Separate structure, presentation and behavior when the experiment allows 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1758FD-F9A9-48F9-B786-5433DEA2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48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A1692-9A12-43A6-B309-CCF84CE4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816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Use readable indentation and comments only where they explain logic.</a:t>
            </a:r>
          </a:p>
        </p:txBody>
      </p:sp>
    </p:spTree>
    <p:extLst>
      <p:ext uri="{BB962C8B-B14F-4D97-AF65-F5344CB8AC3E}">
        <p14:creationId xmlns:p14="http://schemas.microsoft.com/office/powerpoint/2010/main" val="10920877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E34E2-641A-4A7E-AA4B-C38626C4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42E8B-F734-4D7E-8986-54CBA5DB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03: External CSS and selectors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9D0D3-DD85-4440-B503-1673868C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BC22E-CB07-4952-8AB8-615A0695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A4A8A-B36C-4B7C-BD50-40FD872D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Important code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368F1-BE03-4F54-8AED-21A4C1EA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&lt;!doctype html&gt;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&lt;html&gt;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&lt;head&gt;&lt;title&gt;Lab&lt;/title&gt;&lt;/head&gt;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&lt;body&gt;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  &lt;!-- required elements here --&gt;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&lt;/body&gt;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&lt;/html&gt;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4ABB9-F802-45B5-8380-D5AFF837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7DE8F-0D2E-4B47-B4B9-489AAA0E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D8981-ECE9-4BF6-BE8B-64B75E38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138461-033D-44F9-81C5-3400F45D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2F7DB-11E4-43A6-BFDA-0EBBA97B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79942-3313-43BE-829E-5B1EFFF8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6622422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C2CA31-F5CB-49A6-9F76-56651606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EAD84-409C-419F-A1FB-AFA6CBAC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03: External CSS and selectors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BDE6B-9802-4E75-8AC3-7696FF76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D9B5D-8E8B-48A5-BD9B-5FA48485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567F8-57C8-45FC-B258-CFEBA09C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Syntax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76CF1-70F5-4A79-83A4-6FF78401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C3F9B-2613-4F31-88D7-24D12D0F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Construct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5F749-41CC-4E94-8F64-0A6C66C5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4C155-436C-4572-929E-5A88A8AD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to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4831D-1F1A-4AAC-AD24-36DDFC03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6BB0E1-ECEA-4569-8644-CB371FD9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52E5BB-659C-4196-9EB7-1DD7675C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Structures the 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277D4-2086-4088-8E79-8966D612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Tags are closed and nested correctly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DE438-F4CE-48BB-937E-7EDF5339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54A05-03CC-4862-A83E-85600EBE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180B0F-CC99-4875-9D71-22457E14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Controls 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356E55-54D4-4043-BC8B-0D5A58D9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Selectors target the intended elements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3DF65A-8E9E-4820-9C3C-F5E5A078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98C8A-9D90-4B71-8024-EF24442A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Script/PHP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EC8A6E-9AF7-419A-9CA3-F36D3D20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Adds behavior or server logic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6D0B44-A4D1-414A-BC2A-88809D2C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Input, processing and output are connected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A370FB-B26D-4BF6-9899-96ACAE58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BD078D-E1AF-43A7-9CCF-023A12D6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Browser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844B72-7E96-4962-908B-D0EE0963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Shows final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96EAE7-2980-438E-A288-17389CE2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Console/server errors are resolved</a:t>
            </a:r>
          </a:p>
        </p:txBody>
      </p:sp>
    </p:spTree>
    <p:extLst>
      <p:ext uri="{BB962C8B-B14F-4D97-AF65-F5344CB8AC3E}">
        <p14:creationId xmlns:p14="http://schemas.microsoft.com/office/powerpoint/2010/main" val="14753794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88A7FE-E0D0-4B3E-83B4-D2C21AD5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42E5F-CFBF-49CF-98B9-AB7DC8CB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03: External CSS and selectors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8FF18-B05D-49DB-83B6-4A396076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05B2A-79FF-4695-974A-69E1B512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64415-7526-429A-917F-E8160308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Build the program in layers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5303E-6B79-4F6A-B4B6-636B9422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Skeleton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C239A-E6C8-4213-85C7-1569657A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Required elements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2C209-2AC9-4793-A895-8E65E650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Styling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156AF-4F91-46DE-B698-99A26D9C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1075B-44FD-4C34-81C3-57FE49CA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Test cases</a:t>
            </a:r>
          </a:p>
        </p:txBody>
      </p: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DF3219-DA0E-4732-9A0C-D1A68D70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Layering keeps the experiment debuggable: if output fails, the student can identify whether the fault is structure, style, script, PHP or data.</a:t>
            </a:r>
          </a:p>
        </p:txBody>
      </p:sp>
    </p:spTree>
    <p:extLst>
      <p:ext uri="{BB962C8B-B14F-4D97-AF65-F5344CB8AC3E}">
        <p14:creationId xmlns:p14="http://schemas.microsoft.com/office/powerpoint/2010/main" val="12806397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ED016E-7E04-4F4F-8F63-0E7F46E0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C9AA4-AE98-4039-A697-83626A1D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03: External CSS and selectors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F539E-19BE-45A2-B2F0-4355EB7D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66AD3-21BA-4250-A20E-36CB9D1A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C6AD4-49E7-4D5B-AB1D-4B546BCE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Execution and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199C7-FF8B-47BC-9C8F-5C944FEB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Open/run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93805-0226-4AAE-9451-2A4F3995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Enter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FF9E4-64EA-4359-BB8B-A70EE512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Trigger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463334-33C3-44AB-ACC7-10898446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Observe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E779D-1D00-4924-931A-6F1C5910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Record result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07578-ECEA-4657-9F9B-F9E83D1A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D8084-E39C-45EF-9972-02C3E2C5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C2D598-D639-460A-AE02-12C053F6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Expected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4EA38-F11B-43B8-817E-7FB66135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Fix if wrong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326A05-5E0C-4391-9F3D-C95D2E34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3AB46D-3FB4-4549-8D0D-B1293104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Layout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44B5F7-249F-4D6B-8112-818CBD2D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Elements appear in the required 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A57F6B-239F-4EE9-AF58-39E6635B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Inspect HTML nesting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3845F2-0065-40A2-9EB3-581DD55C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FF3663-C70F-4F0A-BA5C-630F2DE1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Style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5077A5-6416-443A-AC39-932647C2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Colours/fonts/spacing match 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2E6882-2F1A-41CC-A9A3-956ED92F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selectors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29E343-C6E3-4BE4-8EAB-56E5262D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165648-EC5B-4D45-8910-D50E9BF5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5A260F-D29E-4564-BDFA-5528BDAD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Correct output for valid input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57DE76-AFC4-4438-B21A-1C94C33E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event handler or PHP logic</a:t>
            </a:r>
          </a:p>
        </p:txBody>
      </p:sp>
    </p:spTree>
    <p:extLst>
      <p:ext uri="{BB962C8B-B14F-4D97-AF65-F5344CB8AC3E}">
        <p14:creationId xmlns:p14="http://schemas.microsoft.com/office/powerpoint/2010/main" val="140818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91B12-A5B7-4F73-800D-C8BF347D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2E861-AF85-4782-BED6-2643B1FC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03: External CSS and selectors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E81FF-E791-499C-B7B3-23E45C45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0F7F6-736D-4598-9722-AE4835E7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982EE-75E8-4A44-AD1C-E0FD4501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Common lab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FA278-53FA-4DD6-9463-4C1FD6A9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C7C96-5D88-4C6F-9C8A-500FA56C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Filename mismatch.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78FB6-48A0-4268-AE6C-A63C0E53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149E6-F8BB-47DC-9422-A60A02AE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CSS selector does not target the intended element.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C52C6-1DCF-4F34-A28E-61196C3E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9C257F-1819-4AF3-8FD7-F0F2E329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JavaScript runs before the DOM element exists.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E2859-971F-418F-B2C5-3011398A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08DA3-ABD9-43F6-8BA3-18897A75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PHP/database path or permission error.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1D631-54B2-4DE5-BF52-3018BF02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5593D-CE83-4048-A336-1BB8D7D6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Output shown without validating edge cases.</a:t>
            </a:r>
          </a:p>
        </p:txBody>
      </p:sp>
    </p:spTree>
    <p:extLst>
      <p:ext uri="{BB962C8B-B14F-4D97-AF65-F5344CB8AC3E}">
        <p14:creationId xmlns:p14="http://schemas.microsoft.com/office/powerpoint/2010/main" val="8123527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9C377-CE3C-4B6A-A4CA-7BD61EAA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87E47-5972-4BB7-8282-7C999684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03: External CSS and selectors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6B569-F9CC-4615-AD40-8B9C908F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4A982-9C15-4B8E-B96C-32B09150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453A7-5473-4ECC-B708-A22A6535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Variations to 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6FF73-9A2D-4A7F-ACDA-A3BAC583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564E5-8BED-4FB3-AE0A-B2CB0805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Change one input and predict the output before running.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36FA7-251D-44A2-A727-FC442AB8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33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CA6C4-9F5C-48BB-A4EF-8B8EC147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67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Add one validation rule or style variant.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64C0B-5F15-4BDA-BCA6-4490CB34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38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9FF17-C966-4892-9312-AA294D34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71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Test one invalid input and record the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D783C-0182-4173-B33D-DB2F010E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43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7666B8-7622-483C-9A7E-75E4A8DD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Explain which line of code caused the visible output.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B323E-E24B-40BC-828F-1145034D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163DF-6F34-498C-8D12-6720F26E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815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Prepare one viva answer connecting syntax to purpose.</a:t>
            </a:r>
          </a:p>
        </p:txBody>
      </p:sp>
    </p:spTree>
    <p:extLst>
      <p:ext uri="{BB962C8B-B14F-4D97-AF65-F5344CB8AC3E}">
        <p14:creationId xmlns:p14="http://schemas.microsoft.com/office/powerpoint/2010/main" val="12305930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860F52-18CE-48F3-9DE9-4AB3DDA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ACB9F-122E-4FE9-B3CC-4E035BEF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03: External CSS and selectors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56A69-8142-4573-8030-E9667362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D0158-4F60-44E9-96D8-3FC90320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41AF1-0735-4DF9-9823-51C67BCB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Record and viva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20A38-22FB-4089-9A3A-33B5650D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4569C-325F-425A-9F7D-C09D220F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Aim and algorithm/logic.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E08DC-9227-4D19-B9F8-A5C31479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6CF16-3D65-4199-ACB4-C3E0E91F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Source code with readable indentation.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09111-0CB1-4574-B443-46527A1A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76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D044E-B595-42EA-A838-494A21E0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Screenshot or output 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3AE3D-2A1D-4810-A21D-5A0C77D6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00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047F60-868A-4BFE-837F-847A40A0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Explanation of important tags, selectors, functions or PHP logic.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3BCBF-4A27-4D76-9EA7-B8FED707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33078-779D-4C85-9063-9AF70F2A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Two viva questions: why this method, and what happens for invalid input?</a:t>
            </a:r>
          </a:p>
        </p:txBody>
      </p:sp>
    </p:spTree>
    <p:extLst>
      <p:ext uri="{BB962C8B-B14F-4D97-AF65-F5344CB8AC3E}">
        <p14:creationId xmlns:p14="http://schemas.microsoft.com/office/powerpoint/2010/main" val="6973807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2026-08-24T06:05:16.9570000Z</dcterms:created>
  <dcterms:modified xsi:type="dcterms:W3CDTF">2026-08-24T06:05:16.9570000Z</dcterms:modified>
</coreProperties>
</file>