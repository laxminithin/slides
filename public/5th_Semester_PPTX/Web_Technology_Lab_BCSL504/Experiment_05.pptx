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63366f90ad4805" /><Relationship Type="http://schemas.openxmlformats.org/officeDocument/2006/relationships/extended-properties" Target="/docProps/app.xml" Id="R750f43ecef2d4774" /><Relationship Type="http://schemas.openxmlformats.org/officeDocument/2006/relationships/officeDocument" Target="/ppt/presentation.xml" Id="R7766b8fbe86e40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97588587e344d4"/>
  </p:sldMasterIdLst>
  <p:notesMasterIdLst>
    <p:notesMasterId xmlns:r="http://schemas.openxmlformats.org/officeDocument/2006/relationships" r:id="Ra8b45a55143f4740"/>
  </p:notesMasterIdLst>
  <p:sldIdLst>
    <p:sldId xmlns:r="http://schemas.openxmlformats.org/officeDocument/2006/relationships" id="256" r:id="R14c5cafe250f40ca"/>
    <p:sldId xmlns:r="http://schemas.openxmlformats.org/officeDocument/2006/relationships" id="257" r:id="Ra2b1ffe96c1d4d51"/>
    <p:sldId xmlns:r="http://schemas.openxmlformats.org/officeDocument/2006/relationships" id="258" r:id="R314167f7fc5e4688"/>
    <p:sldId xmlns:r="http://schemas.openxmlformats.org/officeDocument/2006/relationships" id="259" r:id="R2a1dbbf688384705"/>
    <p:sldId xmlns:r="http://schemas.openxmlformats.org/officeDocument/2006/relationships" id="260" r:id="Rbbbc4f2ad0704f7e"/>
    <p:sldId xmlns:r="http://schemas.openxmlformats.org/officeDocument/2006/relationships" id="261" r:id="R4ca4d3c4466542af"/>
    <p:sldId xmlns:r="http://schemas.openxmlformats.org/officeDocument/2006/relationships" id="262" r:id="Rf6b343fa7c6f4fa2"/>
    <p:sldId xmlns:r="http://schemas.openxmlformats.org/officeDocument/2006/relationships" id="263" r:id="R5d01d2704b58473f"/>
    <p:sldId xmlns:r="http://schemas.openxmlformats.org/officeDocument/2006/relationships" id="264" r:id="R329fe94d11e44ab0"/>
    <p:sldId xmlns:r="http://schemas.openxmlformats.org/officeDocument/2006/relationships" id="265" r:id="R83909c5bf14f46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93192d2314cd4" /><Relationship Type="http://schemas.openxmlformats.org/officeDocument/2006/relationships/slideMaster" Target="/ppt/slideMasters/slideMaster1.xml" Id="R2497588587e344d4" /><Relationship Type="http://schemas.openxmlformats.org/officeDocument/2006/relationships/notesMaster" Target="/ppt/notesMasters/notesMaster1.xml" Id="Ra8b45a55143f4740" /><Relationship Type="http://schemas.openxmlformats.org/officeDocument/2006/relationships/presProps" Target="/ppt/presProps.xml" Id="R65ba2c19bb234d44" /><Relationship Type="http://schemas.openxmlformats.org/officeDocument/2006/relationships/tableStyles" Target="/ppt/tableStyles.xml" Id="R73fa19a885d84fb6" /><Relationship Type="http://schemas.openxmlformats.org/officeDocument/2006/relationships/slide" Target="/ppt/slides/slide1.xml" Id="R14c5cafe250f40ca" /><Relationship Type="http://schemas.openxmlformats.org/officeDocument/2006/relationships/slide" Target="/ppt/slides/slide2.xml" Id="Ra2b1ffe96c1d4d51" /><Relationship Type="http://schemas.openxmlformats.org/officeDocument/2006/relationships/slide" Target="/ppt/slides/slide3.xml" Id="R314167f7fc5e4688" /><Relationship Type="http://schemas.openxmlformats.org/officeDocument/2006/relationships/slide" Target="/ppt/slides/slide4.xml" Id="R2a1dbbf688384705" /><Relationship Type="http://schemas.openxmlformats.org/officeDocument/2006/relationships/slide" Target="/ppt/slides/slide5.xml" Id="Rbbbc4f2ad0704f7e" /><Relationship Type="http://schemas.openxmlformats.org/officeDocument/2006/relationships/slide" Target="/ppt/slides/slide6.xml" Id="R4ca4d3c4466542af" /><Relationship Type="http://schemas.openxmlformats.org/officeDocument/2006/relationships/slide" Target="/ppt/slides/slide7.xml" Id="Rf6b343fa7c6f4fa2" /><Relationship Type="http://schemas.openxmlformats.org/officeDocument/2006/relationships/slide" Target="/ppt/slides/slide8.xml" Id="R5d01d2704b58473f" /><Relationship Type="http://schemas.openxmlformats.org/officeDocument/2006/relationships/slide" Target="/ppt/slides/slide9.xml" Id="R329fe94d11e44ab0" /><Relationship Type="http://schemas.openxmlformats.org/officeDocument/2006/relationships/slide" Target="/ppt/slides/slide10.xml" Id="R83909c5bf14f46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6a502bf0d4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bbdaedc8194c5d" /><Relationship Type="http://schemas.openxmlformats.org/officeDocument/2006/relationships/notesMaster" Target="/ppt/notesMasters/notesMaster1.xml" Id="R8f6c8bb5325145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73c7b2c82491e" /><Relationship Type="http://schemas.openxmlformats.org/officeDocument/2006/relationships/notesMaster" Target="/ppt/notesMasters/notesMaster1.xml" Id="Rc54fdcb59fbe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953ca4a8cb472b" /><Relationship Type="http://schemas.openxmlformats.org/officeDocument/2006/relationships/notesMaster" Target="/ppt/notesMasters/notesMaster1.xml" Id="R4ec6d976116d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30f6d54d64fb5" /><Relationship Type="http://schemas.openxmlformats.org/officeDocument/2006/relationships/notesMaster" Target="/ppt/notesMasters/notesMaster1.xml" Id="R1d2e42f57d49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886d8c4594fd5" /><Relationship Type="http://schemas.openxmlformats.org/officeDocument/2006/relationships/notesMaster" Target="/ppt/notesMasters/notesMaster1.xml" Id="Re3e5bf449b7042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65d047e1b8412b" /><Relationship Type="http://schemas.openxmlformats.org/officeDocument/2006/relationships/notesMaster" Target="/ppt/notesMasters/notesMaster1.xml" Id="R105ecd2388e0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2fda4f5e6047e6" /><Relationship Type="http://schemas.openxmlformats.org/officeDocument/2006/relationships/notesMaster" Target="/ppt/notesMasters/notesMaster1.xml" Id="R7a462c4bf107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32e6f4a17948e2" /><Relationship Type="http://schemas.openxmlformats.org/officeDocument/2006/relationships/notesMaster" Target="/ppt/notesMasters/notesMaster1.xml" Id="R4ce36640cc0846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c184bed4f4183" /><Relationship Type="http://schemas.openxmlformats.org/officeDocument/2006/relationships/notesMaster" Target="/ppt/notesMasters/notesMaster1.xml" Id="R71e7e6b2ace8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f6230dda4a485e" /><Relationship Type="http://schemas.openxmlformats.org/officeDocument/2006/relationships/notesMaster" Target="/ppt/notesMasters/notesMaster1.xml" Id="Re4f083a961bb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cf04111aa43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cbdadf0fa45e5" /><Relationship Type="http://schemas.openxmlformats.org/officeDocument/2006/relationships/slideLayout" Target="/ppt/slideLayouts/slideLayout1.xml" Id="R51dbdd19a74d4d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bdd19a74d4d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1bd1ae9944c4" /><Relationship Type="http://schemas.openxmlformats.org/officeDocument/2006/relationships/notesSlide" Target="/ppt/notesSlides/notesSlide1.xml" Id="Rfe7b86f3b7c349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73897487c4d1c" /><Relationship Type="http://schemas.openxmlformats.org/officeDocument/2006/relationships/notesSlide" Target="/ppt/notesSlides/notesSlide2.xml" Id="R622f54926fdd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a306ce9d0463e" /><Relationship Type="http://schemas.openxmlformats.org/officeDocument/2006/relationships/notesSlide" Target="/ppt/notesSlides/notesSlide3.xml" Id="Ra568d544d8b7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e8f91fe80466b" /><Relationship Type="http://schemas.openxmlformats.org/officeDocument/2006/relationships/notesSlide" Target="/ppt/notesSlides/notesSlide4.xml" Id="Rc97eeaeceacd4b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7521af2d5422d" /><Relationship Type="http://schemas.openxmlformats.org/officeDocument/2006/relationships/notesSlide" Target="/ppt/notesSlides/notesSlide5.xml" Id="Raee48ee806c144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595cc9c7b4dc2" /><Relationship Type="http://schemas.openxmlformats.org/officeDocument/2006/relationships/notesSlide" Target="/ppt/notesSlides/notesSlide6.xml" Id="Rf5f8b84675d648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5446ed554d68" /><Relationship Type="http://schemas.openxmlformats.org/officeDocument/2006/relationships/notesSlide" Target="/ppt/notesSlides/notesSlide7.xml" Id="R1938d02199604f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cf1ea18b6417c" /><Relationship Type="http://schemas.openxmlformats.org/officeDocument/2006/relationships/notesSlide" Target="/ppt/notesSlides/notesSlide8.xml" Id="Rcdd66fae453d43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c6d9167ab47dc" /><Relationship Type="http://schemas.openxmlformats.org/officeDocument/2006/relationships/notesSlide" Target="/ppt/notesSlides/notesSlide9.xml" Id="R91fc5e2c143140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629509fab4af7" /><Relationship Type="http://schemas.openxmlformats.org/officeDocument/2006/relationships/notesSlide" Target="/ppt/notesSlides/notesSlide10.xml" Id="R57dce3ff02e9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789ED-3E01-47EE-8DAD-54455D4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F445-9D30-4D18-9264-645067C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0A14B-0E33-48FB-92AF-AE40C1FE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2F8F8-7362-442E-9990-69634BF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748EB-B0EA-42B0-B396-D9CEAEBE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Semantic newspaper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66580-FAB6-42E6-9C8D-4AB968F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E76B3-F144-45CF-875E-C66DCDA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23A44-FD5A-4BC5-BED4-BCCDC65B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DCA30-4276-4A67-9A9E-EDC67E1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127FD-76C8-4500-9E2A-2AAC030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F86A8-F9E6-4925-99AE-827FD25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36DCB-53B5-4EDA-983F-D1E87FB6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62873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F92AF-ED7F-4D35-8F6C-C06315A9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A9DAE-4041-4C71-9DBC-601ACBCB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C6801-FB43-49A8-9441-048E27E3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B884F-C434-4692-BF73-E3EB8A46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AEF7-8E28-4833-9D80-697FEF7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09714-F71F-4046-8436-3518C02E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15031-0EF3-47CC-8CD5-1A7E9804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semantic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46A21-9C09-4305-AE42-76942D9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D2257-A90D-4A51-B1D2-3EC923C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7117-C6E7-42FB-9422-FD1DE24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2BB57-3973-458A-870F-7982CD9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14256-5C33-4FAE-8EDA-A3B1E62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EE2F2-6C85-4F05-8200-6B5D429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0AD61-A0D8-487F-81A1-8BEF084A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C188A-E256-429A-814D-2011274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B07AB-B6B7-404F-BCC7-9F106AD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5F8FF-3018-405D-A210-3FF55CF4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article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DA4DD-E69C-4B21-85DE-B38E71BF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31B50-396E-484C-B875-6EDA6749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header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4DE05-D11E-49E4-9EAA-266EC66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29DC8-5E7C-471C-906D-4D859AF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footer</a:t>
            </a:r>
          </a:p>
        </p:txBody>
      </p:sp>
    </p:spTree>
    <p:extLst>
      <p:ext uri="{BB962C8B-B14F-4D97-AF65-F5344CB8AC3E}">
        <p14:creationId xmlns:p14="http://schemas.microsoft.com/office/powerpoint/2010/main" val="1747667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40EEC-E498-457C-8635-ECAD24F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143A-BE4C-466A-94C2-ED523098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446AD-63B6-47D6-ABFC-58F4D6B6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1CBA5-CD52-45B7-A301-3DAF533F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14600-55C0-45AB-92A9-B91B0EE2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C6DBD-D1B0-46DE-AECC-D7266E2E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6829F-F7B6-4CBE-B148-3ABFEF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48C35-5C69-4AB8-92D3-79561405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FA625-96FA-48C2-BA31-182BF03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1CC06-1380-4FF7-A059-EF02519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FD614-2DFD-4241-811E-6EBBB6A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A0BEE-DCA7-4890-B783-2E965B7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61751-4591-42CB-A337-CB429848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559E2-A331-4E34-ABA3-4B32018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1080E-22FB-4961-B7B5-98DDBF4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A77B9-ECA5-42F0-A5F3-70771E24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724383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94D95-659E-4122-B64F-0BB5C99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573D-1344-4362-8280-C2D493F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59C64-2D76-4BFA-922D-1549D43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C68A-D8D1-407D-9B22-503BFBB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4F682-122D-4DFE-9CA1-B0758147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0A65B-1AD5-4BB2-A267-2FE1E81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&lt;head&gt;&lt;title&gt;Lab&lt;/title&gt;&lt;/head&gt;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  &lt;!-- required elements here --&gt;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&lt;/body&gt;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4708B-1E18-4C71-A1CD-1459141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0EABE-DEBA-4BB5-9583-B140E9E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7C200-15D1-4FAD-BD04-F54D6666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7336A-761C-44E8-BF92-BD3964E4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4CA67-CBA5-44D0-8583-6253539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6B3E1-1BB3-425B-9D6C-9081EA0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57747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C1F5E-872C-45E2-9EA9-F96A200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1203F-4B4B-48D6-B7F2-2A80BE2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B806-F198-47D6-9024-B858A03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371AA-8998-4E18-BEC7-9259F705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79358-CA8E-4DC8-9FE4-052B45E0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577-C58D-47DA-817C-073CE9A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7E1F3-CF1C-4790-9076-45A8CC0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B8C92-CBF4-448C-A176-7885B521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C518D-05FF-43F5-9C4A-5CA9A79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183AC-1273-4CA7-91FF-469CFBF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69CAC-1647-4C20-91E2-09199409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542FB-563C-4994-9349-993C53A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A02E7-0352-4F32-BA2C-9A1A48A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6EFD0-55B8-4C4C-901E-729781A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DFDD4-8C53-4ECB-AA7D-808F7A3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E2162-982E-46E3-979A-DEA766E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FABE8-B409-4433-A6CB-0CE9DB68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62DEC-C590-4EEE-88F3-9BFA368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0C694-294E-4AB1-A7EA-0CFC4051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AD59C-9F48-4704-938F-25C4FCF4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774A4-C338-4769-A047-032275A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B083B-44D5-462A-9EAD-A6E1CE72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E6296-F163-429F-8ACE-BD67AA84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35246-FEE5-4E6A-AF46-36F3322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4F9DEF-D634-450C-A575-B1C93F5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56165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17FB8-D51A-4E49-B0D9-153E2D2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416B2-5584-4984-9E4C-4EC4AF1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DCCCE-FF40-44E1-A095-5A86AF4F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4CA61-FBF8-4DCB-A3AE-ED97BE00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8CBB3-505C-4A83-8C1E-08EDEF79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49369-01E9-4C5A-8CDC-1F8E89F3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AFA50-8EBD-44E0-AF13-C5DDE42F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A6F45-2F87-46EB-8CB3-347E4FD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431EA-938A-4469-885D-827FAB1C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3AA4A-7AB2-4173-8015-C4DBA9E8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2D9BC-FAAE-4268-88B8-84EB609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212796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626C2-E101-4109-81D6-2DA1AAF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897D6-F637-4B87-893C-98EA594D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66B67-BAC5-4489-81E4-D110986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A42C7-559D-45BE-BE8B-176C585C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448E6-45BA-44DE-B994-0DFE78A9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C336-13A7-418D-933C-B73DA396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314C9-4589-4C0D-B19D-0080086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DAEDF-CBA8-4532-9963-5741B4EB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917E-A281-445D-B27E-F95C172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DD790-41D5-44AC-A3DC-2FA4F61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22BFA-2058-4FF5-9F87-7F8E54F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79F0B-4C0C-4C52-88CC-2DB3695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FA71C-6C68-4F22-9CEC-0C8D9BB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E6626-59B7-4EAA-833F-23602F2B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788DF-ECE3-4A14-8BB3-E2FEBAA6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C383A-3AD3-491C-90F9-22CAE5F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31960-3914-4129-AA9A-ABE385A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F6A6C-40E0-496A-9757-0DFD33BA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AD1E1-99B5-4747-9A15-2D47C0C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8111A-9685-47F6-9FC3-17B1B9B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5FB10-3DD9-4E2F-BE02-ACF374D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1A893-A51F-4C13-AB7B-3A84333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78C65-6B1E-4C45-9880-5D7DFDE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7ADDB-2B09-451D-ABF9-143C015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BEECE9-C170-4A6D-AAF7-E920436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26350-966C-417A-834C-28E6DD3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655724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7FEF1-E5CE-4448-8564-957AF78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D5F29-2561-41D7-A73A-A6CE622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B88A8-B41C-43F3-9149-DD09262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9463-DF50-4502-BA98-98E6842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62DE2-0081-4398-A03E-4DC66D7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D68C3-0DA3-4754-84BA-4EC6175D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9FA15-6705-47EA-AD50-53627EA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097D5-CCD1-4B59-B2F7-0BB62FD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E14C9-45B0-40EA-B55B-4B95DCF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365B2-1128-4000-B2F9-3AF8E95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2CF8C-9487-4649-B7BA-F340D237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A560E-5081-414A-946D-0FA5C90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CB391-D9FD-458E-A76F-582FE51C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C706C-EA02-42E9-B9D5-CCCD419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05889-6729-44E5-B8E3-95BA644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2014336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C8841B-7F9E-4E57-A922-089AF00A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2727B-F800-48F7-AD3E-17A40D46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560F-81FA-4890-90DA-BA9A3A4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69941-E6FC-4F8A-89CE-A1EAF1E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6FED-354C-4A1F-9427-48D4403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D734-A89F-466B-8FCC-FE29D94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69E3-BFDC-4F26-AEBF-2367FFA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DD8E0-9DE1-4632-95EE-ED48A74C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DAAA9-A1B1-4F47-9150-BB8891E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AC26A-C202-49F7-8BFA-49790E4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DBA56-BFBD-492E-8EFE-9F39DDB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2D1F1-4097-4D27-841B-5F3F730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7D0D3-DDC2-4437-A82F-1526D92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FA64E-FB3D-4F1B-B282-E5939A2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847F1-D61D-4FDF-97A3-F43DFD82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526233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296AD-5C2A-490D-8E89-5705706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1110B-A2A9-44FB-A88B-F88895C9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05: Semantic newspaper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B1263-5C63-4565-ABD6-54EC126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D4E6C-C10F-498F-965B-A475042E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57DAE-31F3-4BE2-9F22-E5341D0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9FF1-07B9-4291-AD2F-55B7A852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B2966-D2C0-4F58-A996-27BA9645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A3ED2-636E-4CE2-9C85-B193899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EC27-0DD6-411B-BBE8-FAFF4C4E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A8F97-394C-43F8-8B87-102545E9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0084B-CA91-43DD-952B-A7F6AC6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3B317-57A1-4904-BE9C-AF98157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6D42C-6789-407C-9772-931893C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78885-63D1-4E00-AC53-33891AA5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5C6EA-6034-4A21-A5B3-FD8E8A5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203344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2026-08-24T06:05:17.6910000Z</dcterms:created>
  <dcterms:modified xsi:type="dcterms:W3CDTF">2026-08-24T06:05:17.6910000Z</dcterms:modified>
</coreProperties>
</file>