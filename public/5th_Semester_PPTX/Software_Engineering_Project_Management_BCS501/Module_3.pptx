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21f5d890f946c3" /><Relationship Type="http://schemas.openxmlformats.org/officeDocument/2006/relationships/extended-properties" Target="/docProps/app.xml" Id="R24df0473826d462d" /><Relationship Type="http://schemas.openxmlformats.org/officeDocument/2006/relationships/officeDocument" Target="/ppt/presentation.xml" Id="R41c1ac171b6841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6fac5877fd4f81"/>
  </p:sldMasterIdLst>
  <p:notesMasterIdLst>
    <p:notesMasterId xmlns:r="http://schemas.openxmlformats.org/officeDocument/2006/relationships" r:id="R42de947a1dc042d9"/>
  </p:notesMasterIdLst>
  <p:sldIdLst>
    <p:sldId xmlns:r="http://schemas.openxmlformats.org/officeDocument/2006/relationships" id="256" r:id="Rafb564337dba4ae7"/>
    <p:sldId xmlns:r="http://schemas.openxmlformats.org/officeDocument/2006/relationships" id="257" r:id="Rd2644c809ce54917"/>
    <p:sldId xmlns:r="http://schemas.openxmlformats.org/officeDocument/2006/relationships" id="258" r:id="R34ded72aaf38472c"/>
    <p:sldId xmlns:r="http://schemas.openxmlformats.org/officeDocument/2006/relationships" id="259" r:id="Rc63d29b4996e4591"/>
    <p:sldId xmlns:r="http://schemas.openxmlformats.org/officeDocument/2006/relationships" id="260" r:id="R4c1535dbf93e447f"/>
    <p:sldId xmlns:r="http://schemas.openxmlformats.org/officeDocument/2006/relationships" id="261" r:id="Rc4ba06fe29d3497e"/>
    <p:sldId xmlns:r="http://schemas.openxmlformats.org/officeDocument/2006/relationships" id="262" r:id="Rdd02eee1abac49ef"/>
    <p:sldId xmlns:r="http://schemas.openxmlformats.org/officeDocument/2006/relationships" id="263" r:id="Ra3c1f51c72c14f49"/>
    <p:sldId xmlns:r="http://schemas.openxmlformats.org/officeDocument/2006/relationships" id="264" r:id="R06baeb43e7804afd"/>
    <p:sldId xmlns:r="http://schemas.openxmlformats.org/officeDocument/2006/relationships" id="265" r:id="Rc1de2cd18ca84e87"/>
    <p:sldId xmlns:r="http://schemas.openxmlformats.org/officeDocument/2006/relationships" id="266" r:id="Rd74d0efca50f4023"/>
    <p:sldId xmlns:r="http://schemas.openxmlformats.org/officeDocument/2006/relationships" id="267" r:id="R9ca29c1ceaa54e9b"/>
    <p:sldId xmlns:r="http://schemas.openxmlformats.org/officeDocument/2006/relationships" id="268" r:id="R5aec231a8a6c456a"/>
    <p:sldId xmlns:r="http://schemas.openxmlformats.org/officeDocument/2006/relationships" id="269" r:id="R0944cf3c10574522"/>
    <p:sldId xmlns:r="http://schemas.openxmlformats.org/officeDocument/2006/relationships" id="270" r:id="R3cf7996d5dde43b0"/>
    <p:sldId xmlns:r="http://schemas.openxmlformats.org/officeDocument/2006/relationships" id="271" r:id="Re79ecf2a62c94dcd"/>
    <p:sldId xmlns:r="http://schemas.openxmlformats.org/officeDocument/2006/relationships" id="272" r:id="R601cef1b89934f0e"/>
    <p:sldId xmlns:r="http://schemas.openxmlformats.org/officeDocument/2006/relationships" id="273" r:id="Rc212eee986054531"/>
    <p:sldId xmlns:r="http://schemas.openxmlformats.org/officeDocument/2006/relationships" id="274" r:id="Rca5d725934964070"/>
    <p:sldId xmlns:r="http://schemas.openxmlformats.org/officeDocument/2006/relationships" id="275" r:id="Rb5b0ad4ea9ac4108"/>
    <p:sldId xmlns:r="http://schemas.openxmlformats.org/officeDocument/2006/relationships" id="276" r:id="R844f1ccf132a45ac"/>
    <p:sldId xmlns:r="http://schemas.openxmlformats.org/officeDocument/2006/relationships" id="277" r:id="R9766f39386834ea0"/>
    <p:sldId xmlns:r="http://schemas.openxmlformats.org/officeDocument/2006/relationships" id="278" r:id="R0acd37e2ce6b4bf9"/>
    <p:sldId xmlns:r="http://schemas.openxmlformats.org/officeDocument/2006/relationships" id="279" r:id="R73de3c2906364f33"/>
    <p:sldId xmlns:r="http://schemas.openxmlformats.org/officeDocument/2006/relationships" id="280" r:id="Ra3524d715a3b4699"/>
    <p:sldId xmlns:r="http://schemas.openxmlformats.org/officeDocument/2006/relationships" id="281" r:id="R65fee9881187497b"/>
    <p:sldId xmlns:r="http://schemas.openxmlformats.org/officeDocument/2006/relationships" id="282" r:id="Ref58c1922eb542de"/>
    <p:sldId xmlns:r="http://schemas.openxmlformats.org/officeDocument/2006/relationships" id="283" r:id="R906d57cd0d2a41fb"/>
    <p:sldId xmlns:r="http://schemas.openxmlformats.org/officeDocument/2006/relationships" id="284" r:id="R3a50063ee2194b09"/>
    <p:sldId xmlns:r="http://schemas.openxmlformats.org/officeDocument/2006/relationships" id="285" r:id="R28d9840b8316427d"/>
    <p:sldId xmlns:r="http://schemas.openxmlformats.org/officeDocument/2006/relationships" id="286" r:id="R41b11225570a46d1"/>
    <p:sldId xmlns:r="http://schemas.openxmlformats.org/officeDocument/2006/relationships" id="287" r:id="Rb24f174116744ed4"/>
    <p:sldId xmlns:r="http://schemas.openxmlformats.org/officeDocument/2006/relationships" id="288" r:id="R3df8437271fe4711"/>
    <p:sldId xmlns:r="http://schemas.openxmlformats.org/officeDocument/2006/relationships" id="289" r:id="R04ba59daa4de454c"/>
    <p:sldId xmlns:r="http://schemas.openxmlformats.org/officeDocument/2006/relationships" id="290" r:id="R5489f5f9edd44549"/>
    <p:sldId xmlns:r="http://schemas.openxmlformats.org/officeDocument/2006/relationships" id="291" r:id="Rb371b6ea39bd4e03"/>
    <p:sldId xmlns:r="http://schemas.openxmlformats.org/officeDocument/2006/relationships" id="292" r:id="R9b47b553845c4303"/>
    <p:sldId xmlns:r="http://schemas.openxmlformats.org/officeDocument/2006/relationships" id="293" r:id="R988ef240bd894aa9"/>
    <p:sldId xmlns:r="http://schemas.openxmlformats.org/officeDocument/2006/relationships" id="294" r:id="R00c7cb9361054fe0"/>
    <p:sldId xmlns:r="http://schemas.openxmlformats.org/officeDocument/2006/relationships" id="295" r:id="Ra9a772ea00ea41fa"/>
    <p:sldId xmlns:r="http://schemas.openxmlformats.org/officeDocument/2006/relationships" id="296" r:id="Rc67ea495a71145a6"/>
    <p:sldId xmlns:r="http://schemas.openxmlformats.org/officeDocument/2006/relationships" id="297" r:id="R03121f12ab8d4d70"/>
    <p:sldId xmlns:r="http://schemas.openxmlformats.org/officeDocument/2006/relationships" id="298" r:id="R20a721f2f9a34f1a"/>
    <p:sldId xmlns:r="http://schemas.openxmlformats.org/officeDocument/2006/relationships" id="299" r:id="R035df6c2a115481e"/>
    <p:sldId xmlns:r="http://schemas.openxmlformats.org/officeDocument/2006/relationships" id="300" r:id="Rc43af426331941df"/>
    <p:sldId xmlns:r="http://schemas.openxmlformats.org/officeDocument/2006/relationships" id="301" r:id="R89bb3944fbd742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7d4717db094b51" /><Relationship Type="http://schemas.openxmlformats.org/officeDocument/2006/relationships/slideMaster" Target="/ppt/slideMasters/slideMaster1.xml" Id="R9f6fac5877fd4f81" /><Relationship Type="http://schemas.openxmlformats.org/officeDocument/2006/relationships/notesMaster" Target="/ppt/notesMasters/notesMaster1.xml" Id="R42de947a1dc042d9" /><Relationship Type="http://schemas.openxmlformats.org/officeDocument/2006/relationships/presProps" Target="/ppt/presProps.xml" Id="Re5fc75b101e74a69" /><Relationship Type="http://schemas.openxmlformats.org/officeDocument/2006/relationships/tableStyles" Target="/ppt/tableStyles.xml" Id="R1e65cc10bab44bce" /><Relationship Type="http://schemas.openxmlformats.org/officeDocument/2006/relationships/slide" Target="/ppt/slides/slide1.xml" Id="Rafb564337dba4ae7" /><Relationship Type="http://schemas.openxmlformats.org/officeDocument/2006/relationships/slide" Target="/ppt/slides/slide2.xml" Id="Rd2644c809ce54917" /><Relationship Type="http://schemas.openxmlformats.org/officeDocument/2006/relationships/slide" Target="/ppt/slides/slide3.xml" Id="R34ded72aaf38472c" /><Relationship Type="http://schemas.openxmlformats.org/officeDocument/2006/relationships/slide" Target="/ppt/slides/slide4.xml" Id="Rc63d29b4996e4591" /><Relationship Type="http://schemas.openxmlformats.org/officeDocument/2006/relationships/slide" Target="/ppt/slides/slide5.xml" Id="R4c1535dbf93e447f" /><Relationship Type="http://schemas.openxmlformats.org/officeDocument/2006/relationships/slide" Target="/ppt/slides/slide6.xml" Id="Rc4ba06fe29d3497e" /><Relationship Type="http://schemas.openxmlformats.org/officeDocument/2006/relationships/slide" Target="/ppt/slides/slide7.xml" Id="Rdd02eee1abac49ef" /><Relationship Type="http://schemas.openxmlformats.org/officeDocument/2006/relationships/slide" Target="/ppt/slides/slide8.xml" Id="Ra3c1f51c72c14f49" /><Relationship Type="http://schemas.openxmlformats.org/officeDocument/2006/relationships/slide" Target="/ppt/slides/slide9.xml" Id="R06baeb43e7804afd" /><Relationship Type="http://schemas.openxmlformats.org/officeDocument/2006/relationships/slide" Target="/ppt/slides/slide10.xml" Id="Rc1de2cd18ca84e87" /><Relationship Type="http://schemas.openxmlformats.org/officeDocument/2006/relationships/slide" Target="/ppt/slides/slide11.xml" Id="Rd74d0efca50f4023" /><Relationship Type="http://schemas.openxmlformats.org/officeDocument/2006/relationships/slide" Target="/ppt/slides/slide12.xml" Id="R9ca29c1ceaa54e9b" /><Relationship Type="http://schemas.openxmlformats.org/officeDocument/2006/relationships/slide" Target="/ppt/slides/slide13.xml" Id="R5aec231a8a6c456a" /><Relationship Type="http://schemas.openxmlformats.org/officeDocument/2006/relationships/slide" Target="/ppt/slides/slide14.xml" Id="R0944cf3c10574522" /><Relationship Type="http://schemas.openxmlformats.org/officeDocument/2006/relationships/slide" Target="/ppt/slides/slide15.xml" Id="R3cf7996d5dde43b0" /><Relationship Type="http://schemas.openxmlformats.org/officeDocument/2006/relationships/slide" Target="/ppt/slides/slide16.xml" Id="Re79ecf2a62c94dcd" /><Relationship Type="http://schemas.openxmlformats.org/officeDocument/2006/relationships/slide" Target="/ppt/slides/slide17.xml" Id="R601cef1b89934f0e" /><Relationship Type="http://schemas.openxmlformats.org/officeDocument/2006/relationships/slide" Target="/ppt/slides/slide18.xml" Id="Rc212eee986054531" /><Relationship Type="http://schemas.openxmlformats.org/officeDocument/2006/relationships/slide" Target="/ppt/slides/slide19.xml" Id="Rca5d725934964070" /><Relationship Type="http://schemas.openxmlformats.org/officeDocument/2006/relationships/slide" Target="/ppt/slides/slide20.xml" Id="Rb5b0ad4ea9ac4108" /><Relationship Type="http://schemas.openxmlformats.org/officeDocument/2006/relationships/slide" Target="/ppt/slides/slide21.xml" Id="R844f1ccf132a45ac" /><Relationship Type="http://schemas.openxmlformats.org/officeDocument/2006/relationships/slide" Target="/ppt/slides/slide22.xml" Id="R9766f39386834ea0" /><Relationship Type="http://schemas.openxmlformats.org/officeDocument/2006/relationships/slide" Target="/ppt/slides/slide23.xml" Id="R0acd37e2ce6b4bf9" /><Relationship Type="http://schemas.openxmlformats.org/officeDocument/2006/relationships/slide" Target="/ppt/slides/slide24.xml" Id="R73de3c2906364f33" /><Relationship Type="http://schemas.openxmlformats.org/officeDocument/2006/relationships/slide" Target="/ppt/slides/slide25.xml" Id="Ra3524d715a3b4699" /><Relationship Type="http://schemas.openxmlformats.org/officeDocument/2006/relationships/slide" Target="/ppt/slides/slide26.xml" Id="R65fee9881187497b" /><Relationship Type="http://schemas.openxmlformats.org/officeDocument/2006/relationships/slide" Target="/ppt/slides/slide27.xml" Id="Ref58c1922eb542de" /><Relationship Type="http://schemas.openxmlformats.org/officeDocument/2006/relationships/slide" Target="/ppt/slides/slide28.xml" Id="R906d57cd0d2a41fb" /><Relationship Type="http://schemas.openxmlformats.org/officeDocument/2006/relationships/slide" Target="/ppt/slides/slide29.xml" Id="R3a50063ee2194b09" /><Relationship Type="http://schemas.openxmlformats.org/officeDocument/2006/relationships/slide" Target="/ppt/slides/slide30.xml" Id="R28d9840b8316427d" /><Relationship Type="http://schemas.openxmlformats.org/officeDocument/2006/relationships/slide" Target="/ppt/slides/slide31.xml" Id="R41b11225570a46d1" /><Relationship Type="http://schemas.openxmlformats.org/officeDocument/2006/relationships/slide" Target="/ppt/slides/slide32.xml" Id="Rb24f174116744ed4" /><Relationship Type="http://schemas.openxmlformats.org/officeDocument/2006/relationships/slide" Target="/ppt/slides/slide33.xml" Id="R3df8437271fe4711" /><Relationship Type="http://schemas.openxmlformats.org/officeDocument/2006/relationships/slide" Target="/ppt/slides/slide34.xml" Id="R04ba59daa4de454c" /><Relationship Type="http://schemas.openxmlformats.org/officeDocument/2006/relationships/slide" Target="/ppt/slides/slide35.xml" Id="R5489f5f9edd44549" /><Relationship Type="http://schemas.openxmlformats.org/officeDocument/2006/relationships/slide" Target="/ppt/slides/slide36.xml" Id="Rb371b6ea39bd4e03" /><Relationship Type="http://schemas.openxmlformats.org/officeDocument/2006/relationships/slide" Target="/ppt/slides/slide37.xml" Id="R9b47b553845c4303" /><Relationship Type="http://schemas.openxmlformats.org/officeDocument/2006/relationships/slide" Target="/ppt/slides/slide38.xml" Id="R988ef240bd894aa9" /><Relationship Type="http://schemas.openxmlformats.org/officeDocument/2006/relationships/slide" Target="/ppt/slides/slide39.xml" Id="R00c7cb9361054fe0" /><Relationship Type="http://schemas.openxmlformats.org/officeDocument/2006/relationships/slide" Target="/ppt/slides/slide40.xml" Id="Ra9a772ea00ea41fa" /><Relationship Type="http://schemas.openxmlformats.org/officeDocument/2006/relationships/slide" Target="/ppt/slides/slide41.xml" Id="Rc67ea495a71145a6" /><Relationship Type="http://schemas.openxmlformats.org/officeDocument/2006/relationships/slide" Target="/ppt/slides/slide42.xml" Id="R03121f12ab8d4d70" /><Relationship Type="http://schemas.openxmlformats.org/officeDocument/2006/relationships/slide" Target="/ppt/slides/slide43.xml" Id="R20a721f2f9a34f1a" /><Relationship Type="http://schemas.openxmlformats.org/officeDocument/2006/relationships/slide" Target="/ppt/slides/slide44.xml" Id="R035df6c2a115481e" /><Relationship Type="http://schemas.openxmlformats.org/officeDocument/2006/relationships/slide" Target="/ppt/slides/slide45.xml" Id="Rc43af426331941df" /><Relationship Type="http://schemas.openxmlformats.org/officeDocument/2006/relationships/slide" Target="/ppt/slides/slide46.xml" Id="R89bb3944fbd742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e900ece81a4b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3221c270304568" /><Relationship Type="http://schemas.openxmlformats.org/officeDocument/2006/relationships/notesMaster" Target="/ppt/notesMasters/notesMaster1.xml" Id="Rd94e476ac85545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90ecc7a31c4175" /><Relationship Type="http://schemas.openxmlformats.org/officeDocument/2006/relationships/notesMaster" Target="/ppt/notesMasters/notesMaster1.xml" Id="R299382bf4a7447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65e42c7111431c" /><Relationship Type="http://schemas.openxmlformats.org/officeDocument/2006/relationships/notesMaster" Target="/ppt/notesMasters/notesMaster1.xml" Id="R00fecbc1c60247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9583b1d4d9422b" /><Relationship Type="http://schemas.openxmlformats.org/officeDocument/2006/relationships/notesMaster" Target="/ppt/notesMasters/notesMaster1.xml" Id="R6a8130afd95845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6ed3cea8c445a9" /><Relationship Type="http://schemas.openxmlformats.org/officeDocument/2006/relationships/notesMaster" Target="/ppt/notesMasters/notesMaster1.xml" Id="R2a4cda7f168f4a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aeec3888a24e2c" /><Relationship Type="http://schemas.openxmlformats.org/officeDocument/2006/relationships/notesMaster" Target="/ppt/notesMasters/notesMaster1.xml" Id="R1c93b1b0a56e47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71a0f83e2c4a70" /><Relationship Type="http://schemas.openxmlformats.org/officeDocument/2006/relationships/notesMaster" Target="/ppt/notesMasters/notesMaster1.xml" Id="R53b7f486e1af4c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4648cffcde4cbd" /><Relationship Type="http://schemas.openxmlformats.org/officeDocument/2006/relationships/notesMaster" Target="/ppt/notesMasters/notesMaster1.xml" Id="Rb9cce16a27ed43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6ec6f6d89d46bc" /><Relationship Type="http://schemas.openxmlformats.org/officeDocument/2006/relationships/notesMaster" Target="/ppt/notesMasters/notesMaster1.xml" Id="R0b29a1ee9c854f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9dcf6e36a84d84" /><Relationship Type="http://schemas.openxmlformats.org/officeDocument/2006/relationships/notesMaster" Target="/ppt/notesMasters/notesMaster1.xml" Id="R3b53ca7c72a644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f6e1ff4a5641bf" /><Relationship Type="http://schemas.openxmlformats.org/officeDocument/2006/relationships/notesMaster" Target="/ppt/notesMasters/notesMaster1.xml" Id="R0e9e53853e6a4b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bb098805f54668" /><Relationship Type="http://schemas.openxmlformats.org/officeDocument/2006/relationships/notesMaster" Target="/ppt/notesMasters/notesMaster1.xml" Id="Red2454e13d6e44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c93cd132194831" /><Relationship Type="http://schemas.openxmlformats.org/officeDocument/2006/relationships/notesMaster" Target="/ppt/notesMasters/notesMaster1.xml" Id="R5a5adae1199549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617446285a4a0c" /><Relationship Type="http://schemas.openxmlformats.org/officeDocument/2006/relationships/notesMaster" Target="/ppt/notesMasters/notesMaster1.xml" Id="R757a8d44df3e42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df0d9049ef4cdb" /><Relationship Type="http://schemas.openxmlformats.org/officeDocument/2006/relationships/notesMaster" Target="/ppt/notesMasters/notesMaster1.xml" Id="R884a28869afc41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0e6b04074f4725" /><Relationship Type="http://schemas.openxmlformats.org/officeDocument/2006/relationships/notesMaster" Target="/ppt/notesMasters/notesMaster1.xml" Id="Raea3f73f76f343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e34df4d61404a10" /><Relationship Type="http://schemas.openxmlformats.org/officeDocument/2006/relationships/notesMaster" Target="/ppt/notesMasters/notesMaster1.xml" Id="Rbf869c76938c4d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56bd2dc057413a" /><Relationship Type="http://schemas.openxmlformats.org/officeDocument/2006/relationships/notesMaster" Target="/ppt/notesMasters/notesMaster1.xml" Id="R0d4a9a0854db44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46eeb7149d4d22" /><Relationship Type="http://schemas.openxmlformats.org/officeDocument/2006/relationships/notesMaster" Target="/ppt/notesMasters/notesMaster1.xml" Id="Rd902dcd2d9954b4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93787269f864527" /><Relationship Type="http://schemas.openxmlformats.org/officeDocument/2006/relationships/notesMaster" Target="/ppt/notesMasters/notesMaster1.xml" Id="R2c0b27f9f53d4e8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a843f4c690484b" /><Relationship Type="http://schemas.openxmlformats.org/officeDocument/2006/relationships/notesMaster" Target="/ppt/notesMasters/notesMaster1.xml" Id="Rb295a2cd6d2c41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f4e11ba04542ac" /><Relationship Type="http://schemas.openxmlformats.org/officeDocument/2006/relationships/notesMaster" Target="/ppt/notesMasters/notesMaster1.xml" Id="Rd3972150d6e040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2a13d67e1745cf" /><Relationship Type="http://schemas.openxmlformats.org/officeDocument/2006/relationships/notesMaster" Target="/ppt/notesMasters/notesMaster1.xml" Id="R907c1daa4e7946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3089046f30a4e3e" /><Relationship Type="http://schemas.openxmlformats.org/officeDocument/2006/relationships/notesMaster" Target="/ppt/notesMasters/notesMaster1.xml" Id="R14d1c62fec6f47e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d9cebaeb024a25" /><Relationship Type="http://schemas.openxmlformats.org/officeDocument/2006/relationships/notesMaster" Target="/ppt/notesMasters/notesMaster1.xml" Id="R600d54d4685e42f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641fb911cfd4b8f" /><Relationship Type="http://schemas.openxmlformats.org/officeDocument/2006/relationships/notesMaster" Target="/ppt/notesMasters/notesMaster1.xml" Id="Rb63c9fe42f074fd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6627ebd183341fe" /><Relationship Type="http://schemas.openxmlformats.org/officeDocument/2006/relationships/notesMaster" Target="/ppt/notesMasters/notesMaster1.xml" Id="R3ff76795f30a45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0b7b8daf9d549ca" /><Relationship Type="http://schemas.openxmlformats.org/officeDocument/2006/relationships/notesMaster" Target="/ppt/notesMasters/notesMaster1.xml" Id="R1ae1d5257365424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0ffcd4d8a294f38" /><Relationship Type="http://schemas.openxmlformats.org/officeDocument/2006/relationships/notesMaster" Target="/ppt/notesMasters/notesMaster1.xml" Id="R2dcbe3173ed74d2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8ac5175d7a74cde" /><Relationship Type="http://schemas.openxmlformats.org/officeDocument/2006/relationships/notesMaster" Target="/ppt/notesMasters/notesMaster1.xml" Id="R3f377e78c828446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e83b83753be49ba" /><Relationship Type="http://schemas.openxmlformats.org/officeDocument/2006/relationships/notesMaster" Target="/ppt/notesMasters/notesMaster1.xml" Id="Rd77fe4be23f548d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6e80b110415466a" /><Relationship Type="http://schemas.openxmlformats.org/officeDocument/2006/relationships/notesMaster" Target="/ppt/notesMasters/notesMaster1.xml" Id="Rd52cc9f6c8c24f5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0ba80583c9d4160" /><Relationship Type="http://schemas.openxmlformats.org/officeDocument/2006/relationships/notesMaster" Target="/ppt/notesMasters/notesMaster1.xml" Id="Rdcfc8e4413834da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3d401178a7041bc" /><Relationship Type="http://schemas.openxmlformats.org/officeDocument/2006/relationships/notesMaster" Target="/ppt/notesMasters/notesMaster1.xml" Id="R25976a91cb39448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e3d44299a7d4f4c" /><Relationship Type="http://schemas.openxmlformats.org/officeDocument/2006/relationships/notesMaster" Target="/ppt/notesMasters/notesMaster1.xml" Id="Rfccae48fa642401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b032bd45ad64103" /><Relationship Type="http://schemas.openxmlformats.org/officeDocument/2006/relationships/notesMaster" Target="/ppt/notesMasters/notesMaster1.xml" Id="R7793ecf2ff9d4ee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4c0074043684010" /><Relationship Type="http://schemas.openxmlformats.org/officeDocument/2006/relationships/notesMaster" Target="/ppt/notesMasters/notesMaster1.xml" Id="Rcd4d6ed3ff6e40a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25be46421804324" /><Relationship Type="http://schemas.openxmlformats.org/officeDocument/2006/relationships/notesMaster" Target="/ppt/notesMasters/notesMaster1.xml" Id="R1c3326b2fb2043f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88b5aff39994449" /><Relationship Type="http://schemas.openxmlformats.org/officeDocument/2006/relationships/notesMaster" Target="/ppt/notesMasters/notesMaster1.xml" Id="Re1a41e829bac410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2ca59ffe08b4405" /><Relationship Type="http://schemas.openxmlformats.org/officeDocument/2006/relationships/notesMaster" Target="/ppt/notesMasters/notesMaster1.xml" Id="Rd8e9af58080a4f6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3278229ecf547aa" /><Relationship Type="http://schemas.openxmlformats.org/officeDocument/2006/relationships/notesMaster" Target="/ppt/notesMasters/notesMaster1.xml" Id="R315d2d58b927409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c5a1c8162574f6e" /><Relationship Type="http://schemas.openxmlformats.org/officeDocument/2006/relationships/notesMaster" Target="/ppt/notesMasters/notesMaster1.xml" Id="R773ce913a0074ee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f0a45c7914a4c78" /><Relationship Type="http://schemas.openxmlformats.org/officeDocument/2006/relationships/notesMaster" Target="/ppt/notesMasters/notesMaster1.xml" Id="R2ddb5fb9ef8e414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ab172786c064e96" /><Relationship Type="http://schemas.openxmlformats.org/officeDocument/2006/relationships/notesMaster" Target="/ppt/notesMasters/notesMaster1.xml" Id="R53f74f011fd24aa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1a0229d88ba4b36" /><Relationship Type="http://schemas.openxmlformats.org/officeDocument/2006/relationships/notesMaster" Target="/ppt/notesMasters/notesMaster1.xml" Id="R2ea00b4402c9463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460a0eae5884204" /><Relationship Type="http://schemas.openxmlformats.org/officeDocument/2006/relationships/notesMaster" Target="/ppt/notesMasters/notesMaster1.xml" Id="Rd5f87177378b45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7039ead4640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4b7e02dc6248ac" /><Relationship Type="http://schemas.openxmlformats.org/officeDocument/2006/relationships/slideLayout" Target="/ppt/slideLayouts/slideLayout1.xml" Id="R26f119f4d0d94f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f119f4d0d94f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0742898bc4606" /><Relationship Type="http://schemas.openxmlformats.org/officeDocument/2006/relationships/notesSlide" Target="/ppt/notesSlides/notesSlide1.xml" Id="Ree48b293e29640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95ac0b14b40dd" /><Relationship Type="http://schemas.openxmlformats.org/officeDocument/2006/relationships/notesSlide" Target="/ppt/notesSlides/notesSlide2.xml" Id="R6eb63624868d49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467346b964c6d" /><Relationship Type="http://schemas.openxmlformats.org/officeDocument/2006/relationships/notesSlide" Target="/ppt/notesSlides/notesSlide3.xml" Id="R5252ef146abc41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75bfc26d942da" /><Relationship Type="http://schemas.openxmlformats.org/officeDocument/2006/relationships/notesSlide" Target="/ppt/notesSlides/notesSlide4.xml" Id="R681ee4a8e45a4a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49b81a94e4779" /><Relationship Type="http://schemas.openxmlformats.org/officeDocument/2006/relationships/notesSlide" Target="/ppt/notesSlides/notesSlide5.xml" Id="R16afb1d7c40b4b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88e0a45154cd4" /><Relationship Type="http://schemas.openxmlformats.org/officeDocument/2006/relationships/notesSlide" Target="/ppt/notesSlides/notesSlide6.xml" Id="R798282623ba749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8e115b97c4dd3" /><Relationship Type="http://schemas.openxmlformats.org/officeDocument/2006/relationships/notesSlide" Target="/ppt/notesSlides/notesSlide7.xml" Id="R1f6aac186acb43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cd18e246a47e6" /><Relationship Type="http://schemas.openxmlformats.org/officeDocument/2006/relationships/notesSlide" Target="/ppt/notesSlides/notesSlide8.xml" Id="R2a2b6eda107443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d571750854967" /><Relationship Type="http://schemas.openxmlformats.org/officeDocument/2006/relationships/notesSlide" Target="/ppt/notesSlides/notesSlide9.xml" Id="R157d18eaabff44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757368d214504" /><Relationship Type="http://schemas.openxmlformats.org/officeDocument/2006/relationships/notesSlide" Target="/ppt/notesSlides/notesSlide10.xml" Id="R2f4fe944d00b48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3ac457aad4d62" /><Relationship Type="http://schemas.openxmlformats.org/officeDocument/2006/relationships/notesSlide" Target="/ppt/notesSlides/notesSlide11.xml" Id="R08cdc61c641149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1308386d040c5" /><Relationship Type="http://schemas.openxmlformats.org/officeDocument/2006/relationships/notesSlide" Target="/ppt/notesSlides/notesSlide12.xml" Id="R6b748ac2b5d843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97bc631cc493a" /><Relationship Type="http://schemas.openxmlformats.org/officeDocument/2006/relationships/notesSlide" Target="/ppt/notesSlides/notesSlide13.xml" Id="Rae66dca71a5149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fdfaa87fa4511" /><Relationship Type="http://schemas.openxmlformats.org/officeDocument/2006/relationships/notesSlide" Target="/ppt/notesSlides/notesSlide14.xml" Id="Raf3207d51aa54e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77b11a8fe470a" /><Relationship Type="http://schemas.openxmlformats.org/officeDocument/2006/relationships/notesSlide" Target="/ppt/notesSlides/notesSlide15.xml" Id="Ra509bd643d014f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5d9eef8bb4b27" /><Relationship Type="http://schemas.openxmlformats.org/officeDocument/2006/relationships/notesSlide" Target="/ppt/notesSlides/notesSlide16.xml" Id="R9d1b9b161ab244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90152c6ea4dbe" /><Relationship Type="http://schemas.openxmlformats.org/officeDocument/2006/relationships/notesSlide" Target="/ppt/notesSlides/notesSlide17.xml" Id="R1ebc13faf13040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dec60a9254024" /><Relationship Type="http://schemas.openxmlformats.org/officeDocument/2006/relationships/notesSlide" Target="/ppt/notesSlides/notesSlide18.xml" Id="Re4859bb0bf6545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611342a894272" /><Relationship Type="http://schemas.openxmlformats.org/officeDocument/2006/relationships/notesSlide" Target="/ppt/notesSlides/notesSlide19.xml" Id="R71d299fc359546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56fc2528246e0" /><Relationship Type="http://schemas.openxmlformats.org/officeDocument/2006/relationships/notesSlide" Target="/ppt/notesSlides/notesSlide20.xml" Id="R55ab9847b9d34d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32ee1dd934c9d" /><Relationship Type="http://schemas.openxmlformats.org/officeDocument/2006/relationships/notesSlide" Target="/ppt/notesSlides/notesSlide21.xml" Id="R4f2c6c7d192c40d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3a5e829764a63" /><Relationship Type="http://schemas.openxmlformats.org/officeDocument/2006/relationships/notesSlide" Target="/ppt/notesSlides/notesSlide22.xml" Id="R87c18a74d4db41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834ebff06493b" /><Relationship Type="http://schemas.openxmlformats.org/officeDocument/2006/relationships/notesSlide" Target="/ppt/notesSlides/notesSlide23.xml" Id="R5863eeff4a184cf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c902070da4f82" /><Relationship Type="http://schemas.openxmlformats.org/officeDocument/2006/relationships/notesSlide" Target="/ppt/notesSlides/notesSlide24.xml" Id="R10cdda0cd6a1425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df9cac1f24651" /><Relationship Type="http://schemas.openxmlformats.org/officeDocument/2006/relationships/notesSlide" Target="/ppt/notesSlides/notesSlide25.xml" Id="Racf30df20ba74f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509b2ccd94883" /><Relationship Type="http://schemas.openxmlformats.org/officeDocument/2006/relationships/notesSlide" Target="/ppt/notesSlides/notesSlide26.xml" Id="Rd670e0c3562648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9ca1f50584c09" /><Relationship Type="http://schemas.openxmlformats.org/officeDocument/2006/relationships/notesSlide" Target="/ppt/notesSlides/notesSlide27.xml" Id="Re5d5d84adc4e483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b4612a5b64bb0" /><Relationship Type="http://schemas.openxmlformats.org/officeDocument/2006/relationships/notesSlide" Target="/ppt/notesSlides/notesSlide28.xml" Id="R024924dadc5249d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4b9aee57840dd" /><Relationship Type="http://schemas.openxmlformats.org/officeDocument/2006/relationships/notesSlide" Target="/ppt/notesSlides/notesSlide29.xml" Id="R69f7f0e67505472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91bf609a04877" /><Relationship Type="http://schemas.openxmlformats.org/officeDocument/2006/relationships/notesSlide" Target="/ppt/notesSlides/notesSlide30.xml" Id="Rb60f9657b2c8423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105c791ba4a26" /><Relationship Type="http://schemas.openxmlformats.org/officeDocument/2006/relationships/notesSlide" Target="/ppt/notesSlides/notesSlide31.xml" Id="R55cca68d1d2641c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118334abb46b8" /><Relationship Type="http://schemas.openxmlformats.org/officeDocument/2006/relationships/notesSlide" Target="/ppt/notesSlides/notesSlide32.xml" Id="Rf9328fbc8026451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6a133ac6041f3" /><Relationship Type="http://schemas.openxmlformats.org/officeDocument/2006/relationships/notesSlide" Target="/ppt/notesSlides/notesSlide33.xml" Id="R39e0c905b0634d6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8d71daa0449d0" /><Relationship Type="http://schemas.openxmlformats.org/officeDocument/2006/relationships/notesSlide" Target="/ppt/notesSlides/notesSlide34.xml" Id="Ra1adc1fb6ce84d4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f681ca8b04271" /><Relationship Type="http://schemas.openxmlformats.org/officeDocument/2006/relationships/notesSlide" Target="/ppt/notesSlides/notesSlide35.xml" Id="R589a951cfe2d465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ab0af147246f8" /><Relationship Type="http://schemas.openxmlformats.org/officeDocument/2006/relationships/notesSlide" Target="/ppt/notesSlides/notesSlide36.xml" Id="R357813dab099484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ac671b6f842e9" /><Relationship Type="http://schemas.openxmlformats.org/officeDocument/2006/relationships/notesSlide" Target="/ppt/notesSlides/notesSlide37.xml" Id="R9176e819ed29413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a5e51b9544175" /><Relationship Type="http://schemas.openxmlformats.org/officeDocument/2006/relationships/notesSlide" Target="/ppt/notesSlides/notesSlide38.xml" Id="R654b431947d84e3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0422ad8414f00" /><Relationship Type="http://schemas.openxmlformats.org/officeDocument/2006/relationships/notesSlide" Target="/ppt/notesSlides/notesSlide39.xml" Id="R438ef605c69e45a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8dd4ce6264d7a" /><Relationship Type="http://schemas.openxmlformats.org/officeDocument/2006/relationships/notesSlide" Target="/ppt/notesSlides/notesSlide40.xml" Id="Rc008e7b5f2684a7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40aa3a97e4ddf" /><Relationship Type="http://schemas.openxmlformats.org/officeDocument/2006/relationships/notesSlide" Target="/ppt/notesSlides/notesSlide41.xml" Id="R7989b96441f8458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253402b9141a3" /><Relationship Type="http://schemas.openxmlformats.org/officeDocument/2006/relationships/notesSlide" Target="/ppt/notesSlides/notesSlide42.xml" Id="R87cb0b6b77284f4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4baa00c974e14" /><Relationship Type="http://schemas.openxmlformats.org/officeDocument/2006/relationships/notesSlide" Target="/ppt/notesSlides/notesSlide43.xml" Id="Rb24a12762db8440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df2b8f0d24af6" /><Relationship Type="http://schemas.openxmlformats.org/officeDocument/2006/relationships/notesSlide" Target="/ppt/notesSlides/notesSlide44.xml" Id="Ra869f8c949b244e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caa4d3106427d" /><Relationship Type="http://schemas.openxmlformats.org/officeDocument/2006/relationships/notesSlide" Target="/ppt/notesSlides/notesSlide45.xml" Id="R725a0bfe9750427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8676252f24d90" /><Relationship Type="http://schemas.openxmlformats.org/officeDocument/2006/relationships/notesSlide" Target="/ppt/notesSlides/notesSlide46.xml" Id="Rc1b98a1365404e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71E1E-69AB-4BEB-8205-C48EDB3C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ED183-82DA-404F-8F12-A9F6C6E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C1F35-6A2A-453B-88A6-AFD52DC0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8C188-EB04-4E4C-A188-896E5194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3D257-CEF1-4BAE-B5F7-263C3949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Agile Development and Practice Principles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DE2B5-19A6-446C-8166-A9DA8298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Software Engineering &amp; Project Management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4A609-DA01-4747-B2A9-BC70E266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D5D62-1832-4805-A495-EBBD3E01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FB72D-62C0-426E-8C46-C00F5B02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25C3F-6CBA-466E-82CB-55C7BC81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CED3D-ED91-4110-B3DA-2E14AFE7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2280F-98D0-4B5F-8E25-7315AFF8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989404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66CF4-8C99-4FCA-830E-6DDF59F9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0F3DF-F747-469D-B20A-4DE9D058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A4C32-55E9-468B-8F8E-FDD7A4E3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62C96-232C-4194-AC3D-DC737E48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8FF26-32BA-43D8-80E9-132DF911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CCB76-E15B-4516-950B-4B28D354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E6648-0856-4714-943A-44DCE08B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4A601-3C07-4CF1-86DE-1285F8BD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40E84-8A9D-4198-917E-056559DE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23523-37E5-40AF-9F73-66E08F6B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B1CE7-4989-48DE-9F99-F198139F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81864-E05F-46B8-9792-72F77A83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BA9B2-1636-4F61-883D-24B54F34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2069594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7C5CB-530D-43FF-9151-4EEC067A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92D50-3D4D-4E36-8171-2A7F225D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964E4-D8E8-45ED-A6E8-92AA31C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99268-2E0B-4BDA-AC2A-1CECD38C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4DDE4-F3B6-4600-990C-F687C82C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AF837-E0D6-429A-9E70-AA9C3693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7A297-13F5-47AC-8BB3-3B362B87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What is agility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0B14F-64C5-476C-9E31-BD86E9D5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F3DD5-5348-4A3E-A64C-FC4719A0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Agility and cost of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57AC6-A6F5-406C-A690-AE65BD43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939BD-1C94-4E7A-9267-0A440F9C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Agile 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1B678-E3CD-48EE-ADF8-A8A74822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79B29-6656-4A0A-B0F8-C915E193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Extreme Programming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F0FD1-327A-4D65-B461-6202F144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B3306-35D6-4929-9275-9F4788B9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Other agile process models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B227B-ABED-4EAE-9FF5-5C95FEC4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69BCB-3D1C-4C71-B2F6-66886481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Agile tool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9A3CE-6A29-4369-B579-E3C4C81D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3379C-DC5B-4A63-95BE-2D002AB6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Software engineering knowledge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31FFA-C417-4B3B-A6A7-66F3AC9B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05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96D776-32FE-4B4E-8A14-4FB49D99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Core principles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83EC5-9B44-48CF-B4B8-5EC28302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5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9807A-85E2-4C68-9D31-30CC99B7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91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Principles for each framework activity</a:t>
            </a:r>
          </a:p>
        </p:txBody>
      </p:sp>
    </p:spTree>
    <p:extLst>
      <p:ext uri="{BB962C8B-B14F-4D97-AF65-F5344CB8AC3E}">
        <p14:creationId xmlns:p14="http://schemas.microsoft.com/office/powerpoint/2010/main" val="1570436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4CC4F-38B6-440E-B6A2-09DDB99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66021-9370-4D74-A0AE-053400EC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2B5CF-BF12-4AAD-A307-D455D10A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3F0F1-BED5-429F-B2AE-1AC0EE2A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E78C4-0CA0-487D-97F7-F238324F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What is agility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18506-011F-47EF-903A-D6733EA2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1DB20-7BD0-4BD8-876E-A58FD474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What is agility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0EBBD-2E35-44E8-B2C6-085A7827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09BED-130C-484A-AF36-11049842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68DDC-5B7B-45E7-AE85-619622B9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8CCDA-28A6-4C4C-9FCD-4CC7557B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44579-8F40-4A8A-897B-46BD29DF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11FAA-1452-43F9-A01F-986A8767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AD32D-D4EC-44F0-8A9C-CC90FDDD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2346D-8984-4297-84D0-B6C476DD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90FFC-F501-49E9-8989-8CF4213C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AD6D7-869C-4BDD-AE9E-7C34B4CC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DE433-ECEF-4BB8-9936-09C58B40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what is agility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533961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36E36-A0F2-48A8-B650-2FBDA3D1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6611A-1574-4E28-A63E-F3B50442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09506-F7CA-415E-9E3D-E44A78F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0B890-4F69-4312-908D-85AB67AA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6198A-4AD0-46F1-85E4-CEE22FF5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What is agility: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8CC48-3B18-4E35-AFCB-009CA21F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What is agility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0227E-B6D1-490C-BF54-7C5BE0B5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62330-C3A0-4579-89CC-34417B76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D9581-0E46-4BD5-8A84-551BCEF9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77155-CB5C-411C-AF85-43E60FD8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013E3-87D5-4647-A563-27909B15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357239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27D6EF-8E3D-4893-B191-454FE46D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150D4-80BF-4CCC-9288-B6D624E7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B0763-1874-4F5E-818E-3AC5BF5E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67D39-244F-4D23-B2E6-709ADFD2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5E106-38D7-45B8-BF5A-4F06A8C2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What is agility: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05FBE-EB31-4C2C-941A-FDEE8492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A0E54-B83D-4321-967C-F852805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8BA59-5F08-4BF7-9B85-DCE76A4F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F87A1-DB72-40AD-BFA1-AC4AFE01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D3473-7A85-4DDB-AAE4-C3CD73ED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53FDD-156D-4F04-BA74-7E5148AA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61876-91EA-4739-8945-C9A155CF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961B6-D00A-4C3E-8461-67120962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E184F-65C9-49ED-BE1D-F2B6346C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E3AA9-512B-4DA6-A302-E53B0BA7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189C2-D7E3-41C3-BEAE-AE814030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B93BA-2311-4602-8629-81127EC2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D171B-A8CE-4976-A0A5-CB625EDC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8F566-790C-4110-942C-F2E22C49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12EC8-1D47-41B8-9E49-2A5D88D7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09E11-9102-4F37-858F-6028312F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D2137-3FB9-4038-9B7A-0D7C65E2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EA4E3-38E6-4BBD-839C-3445F9A7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C51FE-3C76-4DE7-8BC4-075A5D51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F2BC4-E81D-48B8-8999-F717DF33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85F29-66BB-41B0-B7CB-BBD80E2E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8F2020-67EA-4EC2-9B3E-879727BB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ECBACB-03D0-4D3C-A081-08B3ECAE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28A708-A79F-4509-AA29-37853CDA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3B13AD-B7BD-48D6-8C31-4761B10A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453C2D-E41B-49C4-BB14-DA964831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what is agility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377998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D17BE-EB9D-43D0-8C54-3FC308E6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8C70C-A72B-4D7D-9806-B37A3D18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AF9F6-031C-4A72-9A65-368A13BA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1B3D7-C499-45C1-A7EF-E83BF6CE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22AEC-1C5B-4674-AB42-6671CDD0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Agility and cost of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C307F-5EA4-47CB-9281-FC41552F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3EDD4-5FF5-4E02-8852-02FC0368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Agility and cost of change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4F448-4647-4725-B17A-AD8028B4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6721A-1A29-4AB6-B828-99526C85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24E4F-8F47-4D1B-99AD-0EC8A818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82FE8-CF69-4089-920D-DB502704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6EE09-7D81-4AA8-BEA0-9627696B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1A63F-10D1-4445-A019-FC722784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1FB94-0741-46D5-86AE-5682B163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99010-334B-4D29-B853-6E5C2A58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E355B-8B4E-41CC-99FB-874B9408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866EA-536D-4BF4-AEDD-15F4C5FF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CBD4C-9DA1-40B9-853D-E2F44A9E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agility and cost of change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503275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59A78-0393-4B17-A7E2-4BC21A8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0D8C8-9682-423E-92B3-49C35D6A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09D5E-D9F0-45AB-B491-1CD3EBF4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2696-D771-4F2D-9EE8-2555CCFB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F5560-EBD4-4A64-A087-108F2BE8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Agility and cost of change: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7EE98-D73D-493F-97A1-42C43BB5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Agility and cost of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9289C-B60F-43C2-9561-0DE83722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773A7-6B75-46C2-8707-ACFF9FF1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9F7DA-36EE-4FBF-A8FD-56228FFA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9DF99-FCBE-444F-B55E-E124C614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470A9-7F93-43D1-9C17-56E38770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90109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1F652-5D94-407B-AB0C-BE3D0267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538BD-6193-4BC2-8029-8457B3A5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36DA9-4510-4789-BAB9-D944D851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69E29-09B7-45DC-9E73-8BBA8F08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621C4-78A7-41C7-A239-FB8BFE53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Agility and cost of change: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01278-B821-425F-AFB3-CA9E68F8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0E6E9-7EE5-4229-8B62-F44C35F0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B2314-104F-42EE-9211-A5B380A3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E5297-C2F5-4158-88E1-2B4574D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C10F0-E668-423F-9D79-E42729D3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69613-9DC0-4D67-9F12-7FCF867C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ABE54-78F1-46AC-91F1-631C65B0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6ABA9-7B78-4DCC-9E6F-80B9AD97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8CCB4-D1ED-4EDE-9A50-9008B86A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A32D3-7DDF-4143-8436-0ED0691B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261B6-2210-45FF-B7F6-20035540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0FE88-6496-4469-8906-DDE7C946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E8867-3819-4F6C-9082-0BF4ED4E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CF1C6-6C39-4792-9F76-1971D317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2805F-CBE7-4940-B3B5-6DF18C5E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B46AE-4416-4386-A221-BCB90B22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93BB0-31DD-45D6-A68D-6E9416DB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A9D4F-DEFB-4262-8307-7CE2C59A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3550A9-467A-468B-A4EE-04D825DE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A9B62-3F1F-4F99-B9F8-CF5DA01D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DE5CD1-3FA1-4156-BD51-B62A20EE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63678D-1277-45E5-A3F7-0B593DF9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3B60E6-B681-42C9-9422-EC6EC8A0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EEAE51-620E-4A41-86A7-D3AD0CFA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2C0D1-A872-4551-B927-A733C67B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26765F-EE25-4865-B428-14F33422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agility and cost of change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718014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9E23F-24C7-424B-A63E-9EE7B859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138B4-E3C1-4ED3-AFB5-F4BE0EF5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57FB7-14B0-402F-8B0B-B0421DFF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B5219-8A51-48D4-BE83-C079F1B9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586F9-BB92-464B-934A-2ECFDABA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Agility and cost of change: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FE3A5-4612-4350-8CD5-72E99BE2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FACFD-1041-44AB-996D-A398A494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7D0F9-3384-4656-8FD3-707AE3AD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ADD7E-9E38-4BA7-812B-2C192748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F9B56-DB4C-4F69-898C-D639EF5F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AE9C4-3C9B-4E0C-9EE4-FF92D8FE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Agility and cost of change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0C7A7-51FB-4201-9627-6113C223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51DB1-7964-4D11-91C6-BC50B0CE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A9C1E-C66A-4DB5-8355-16B94847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31ADA-AAFF-4F3A-A414-E6E40BE3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BDC38-8F53-414F-A6D5-3A212B73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3CB61-6A38-449B-9079-77A07216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7EF70-EA27-455D-A68E-028135D7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86A07-D30B-4368-BF82-BA3E13E6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50456-748F-409F-858F-75122C84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85CDB-5AE7-4293-B896-B5E9A321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16937451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E5584-22FB-485B-9658-CEACF6B2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7AF0F-3340-4C4F-8495-7D57B445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C5F94-2240-44A1-96FA-8206F27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DA22E-15D4-41E3-96A6-36452CCF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2EC42-020E-4F31-94CC-AA5534CB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Agile 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80E1A-378A-4812-B30B-A06D185F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FEF1A-5BED-4453-98AE-85768F8A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Agile process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2AD96-FC45-462A-B131-268F7BA3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24AF8-F4F3-428F-87BB-A48D5B31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D0163-C43B-4B93-88DF-4D25BFA8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9CAD4-D09D-4A3C-8344-DA0E6373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C69BB-BE18-4E6C-BD69-5F66F5F3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7F133-F75A-41DC-867B-C7180125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885CD-F815-4678-AB1D-A1088725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40753-9401-4C86-AA28-79C0E11D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64B61-F0EF-4D34-AE3C-F5CCF2EB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9FBC2-B06E-4912-823C-DE3F1DAF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1FD17-636A-484F-8829-6D4205D2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agile process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329006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29094-030B-4A95-AC7E-6E5EE2B8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A25F2-A405-4E2B-84A1-22471252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0E6EF-5E44-4E8C-BF4E-6918658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4C448-1F43-47D8-8AEA-4FEED013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5B1A8-533C-4557-A31A-055CB21E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Agile process: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7D2E1-FF7B-4945-808D-5BAB150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Agile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EBF1A-4EC5-4861-A0DC-3BFC7DA0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66000-3574-4E20-B474-D715EAA8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9EB0C-B26E-4ADA-B2AF-94DBBA9D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1DB22-0E6E-4158-9EF5-EA90B773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62CF8-62C6-416E-AE5D-67E3023C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20420871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39BAD1-1CD6-4E29-93B9-7C8BF7F8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7C65F-27EB-4298-B1A6-2802A002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62F11-5C3B-4313-B306-09F45254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CA60F-13D4-4220-9F09-4E0685AB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A2173-3957-4BE0-B765-EFA19FC1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Agile process: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F43E1-7061-412F-A46A-32DE6EDA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0FAAD-195F-4C62-A20A-B5E016D1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CCDA2-D2D1-4D52-93C7-AFB8826E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11E83-7D64-4E7A-8F77-4F54E206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138B6-7CF0-4947-8B87-8B2203A4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B95F8-940E-4CBB-A9DC-8C3EDDF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B32FB-CBE9-4BF2-93E9-A748884C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D9151-E7D7-4435-97CC-91BF0DC8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D621B-8A72-4E8D-AFD9-62484C0B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6AAEC-813D-4E55-A7E3-4A19D286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493BC-1A63-446D-8CF6-4C08CC5D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1E30B-A6FB-470D-9701-4C1F2BA7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5C382-AD5B-403A-9760-A1048E64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0CCBA-643C-444E-9923-3BD383FE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DC7F-CCB6-4C75-B846-95D82224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4682E-CE8A-4D7D-8CDF-54624846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B023D-7A95-490A-8EDB-3F518E81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25F84-6504-469E-A50A-1A24E25E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48B5E-4EE5-4975-BA8D-98892339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6159D3-3A9A-4577-AB30-350CABA1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D3AFC-7B17-48BD-8635-D72B236C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2C17CD-2EEC-403D-B588-7CA0774A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A12789-254C-43EC-B9A3-93E1B997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A5CE69-2517-4DBD-A224-7798F582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364E2D-CE48-418F-9D5D-8250322F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3AC36B-43B4-4F4A-8C20-65712AE3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agile process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572937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95C14-8E3F-4754-8B99-DB755157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F2D65-CBFC-4318-998F-15585F2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B3B1A-AF2E-49D6-90FB-9A0B9B88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3D0B9-6A12-4654-974D-9E734CEA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7B487-3D1A-4F7E-B3AF-C69FC4D9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Extreme Programming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0F975-1D0F-4575-8DF2-8E45CCAE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F09B0-9D06-4557-B8ED-E9C3809A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Extreme Programming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C0F51-D46B-48C6-B18F-067A2DD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06E8B-1006-4B08-B7BA-8B52A976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ED13E-DAC3-4E3C-A43A-8CE82CBF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B7786-B259-4635-ADAE-426CC6AF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BC3CB-3EF3-4C44-818A-F12689E7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89F43-5188-463B-AD20-05CBC948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C7386-488C-4337-9A26-607A896D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9816C-648E-4A79-B37E-67D4F14B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17894-EAB6-4411-9E59-DBB134AB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3842F-2CCE-4ED1-8BA1-BDCEE064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7F13E-1140-4A95-A9A6-E0A889CD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extreme programming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706370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CC953-7768-4084-8F75-AC33EC66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4E6F8-E077-4B82-8B5D-E6763C1A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9439F-050E-4585-A788-75A3074E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F6735-F03F-4FDA-BD78-05B1FA1B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B4A9C-3C73-4ED0-8E63-C5045EA1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Extreme Programming: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AEC15-E97C-4483-8BC7-BBDD4E74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Extreme Programming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F8F21-01A5-4D2B-8453-4A670061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0C71A-B4E6-4374-A7D5-BF8CFDCC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1FADA-D84A-4C79-AB4B-B1D5CA4D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317BE-C61E-4E0C-BBF8-C165EC59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CFB55-5789-4DE3-9925-078CFFF0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4273767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DB02E1-422B-484D-A967-175EDDF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AF96A-68E2-4C77-9393-2312C350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A125F-C341-4242-8038-356A7FA0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A1FBD-9503-4E0F-BC14-BB111641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6CCA4-5F94-4119-B223-CBEAEC30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Extreme Programming: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423AA-4551-404C-A7D5-A457C024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60339-872E-442B-874D-91C2ED22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72089-F48E-405D-9850-5A7B651E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559DB-0C79-4D1B-B282-5548B5CF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468A8-51EA-421F-BA96-D87B3C63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AFADF-480C-41F8-A4C2-4E01DD5A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F13AC-CA32-42B0-97C4-F25674EE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08BFA-9390-46F0-9D41-297411F4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7FFC7-ADE0-4DB0-B4D1-73F36970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DB9C8-6E84-430A-9D4E-367547E1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24530-6BB3-4F59-9233-8367E879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85A80-E4E9-48A7-AD28-29657654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C9958-8A86-484F-B5F9-0BB4A8DC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580B9-2FFA-479E-B348-634F1F6C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E7A96-4DB2-452F-920B-B81B0124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BB13A-2405-4057-800F-0462B459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707C2-E1FC-47B3-9199-70A263E6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4E4C4-1D91-4D70-8D5E-7D136B35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2561D-EC86-46B1-9EFD-181FFA20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FA9B1F-0518-457E-945E-7F6822A8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6F22F-71A4-4C4D-BDFB-C0A9590D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F3F0C-6869-4048-B50D-CDE9F217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6041B-F35F-48E1-924A-2AB21450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7C9658-4583-4E21-8F29-F1EA5D39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7E7DD2-2B49-41C0-99F4-5AEEA8C4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636D62-0795-41C3-BFBA-E37D6474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extreme programming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056915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00D28F-8FE4-4E24-ABCC-7B20BE01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D5066-5525-4662-9246-4F778885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2D2C1-DD75-446C-85E0-905D19D7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B1762-54FB-45F3-9789-BB75983E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5DE9C-4FFE-443E-8D43-475E33FA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Other agile process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63338-7D6B-46ED-8E89-04F17F9D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A1C1C-851E-4F73-BFA0-1D614BD5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Other agile process models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8BFA4-F236-4673-BE3B-0EEB33A4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3061B-26F5-433B-8692-1D788CF0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9AC35-711D-4FFA-BC36-4EC76D53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86F9E-4A6B-43CF-BE6E-4241CF65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00F57-4A89-49D8-9B4E-AD50ED47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C48B8-608F-408D-8590-B4509C5B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AAC4E-9589-4831-870C-3D97206B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4B02D-C0DD-4B0F-BB30-C9208C05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7976E-3CC1-40A6-B7C9-2BCC9DF1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6CAA5-C376-46DD-864C-5F0CE07A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EA3EB-E9D7-4154-AD41-7619AB2C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other agile process models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386281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5CA71-32CD-49A2-85F2-2BA35625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E87EC-56C5-4360-A0C3-33BA857F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C4365-1513-4026-96A3-B3482ED3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D3F5F-E24C-4796-8B3F-D075ACBC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E5085-F7F9-4BF2-A3A7-8C7669F1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Other agile process models: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F807E-A268-46A4-AAEE-9E8A8A44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Other agile process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5AE38-1D82-4305-AD1B-14A503F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A4655-3894-499F-A34F-98DBBA6D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0064F-7FEB-4CA0-8775-BDCEF34E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7D3A7-1DAC-456B-B4D8-DD5B6C98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05DA6-7F71-47ED-9C08-68086E39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195053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EA4343-C4D0-438C-B0E1-26657023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3C450-40B7-45A5-B96A-BE47A2E1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060E3-69F2-4F50-8D70-1D3D58D5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C486E-113F-4A6E-A6FD-103F4E37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D9E27-7FB8-433C-A08B-3DA52118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Other agile process models: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011C4-9084-401C-8F86-F314265F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B0786-1F2A-45C4-91B0-37D76CAC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0DF5F-9FD0-4ECE-A39D-6D2092AB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3A984-351E-47E4-8A6B-984F4EBA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92483-8111-44EA-8A61-B0438A25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C176A-C72C-4612-8508-9365E6B7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4A3D7-7C50-4BC8-B64A-771FCB3E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29F5B-ABA0-4FE9-A695-E8C2D5AE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EA6BE-3FAA-4256-BC44-CC3A9885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506D5-C1E9-406B-8608-D932A457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63B0D-92E8-4B35-A413-D81404E5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F2E80-A72E-420F-B507-23FCD814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25911-4578-4983-9798-C6617481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0BFF1-8B37-44AF-B9AB-222A3190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5C7D5-A9CF-4166-AB63-2EB4768E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C4DD5-3B0D-423B-A943-29D3943C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BE705-88BE-4E8B-A664-CEEC20E6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18215-F701-4585-A8B4-52607B0F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8A8DE-0C4E-489C-85ED-47A9FCDE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BB575-F7F2-4F33-8683-29EBE204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4C982C-BBA7-47F6-B448-E58C2E04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AD220C-A728-4904-BCBE-9DC63C76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2FDC3-DB9A-4D53-AE23-8961B671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26B0BC-E4B9-4DC5-971F-EA5935D1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3BC739-3717-4BD5-BCAD-A34CC74B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34CF75-8541-461F-9F02-EF240924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other agile process models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591575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91AF9-3DFE-4C59-9EA4-F3DA77DC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32EF5-52F1-4332-8706-9198726B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3C06A-72A4-468F-9D9A-6C795516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B0790-139A-4F77-91C7-13CF13E8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CB724-877B-43EC-99F4-CB854A6B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Other agile process models: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2EDF6-2198-4435-9788-3373559E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3E0B1-A60F-429A-A4AB-6234CF4A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BF94E-43D9-4796-905C-CDF56526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04CFA-1B13-4279-B196-26792892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8413F-6C50-47A8-A09F-2DA32AC6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BFBD0-712F-4A51-9CF6-DE866A45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Other agile process models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4FA09-E3CB-4CDF-9383-45D566BA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C607C-C66F-486D-9F74-2E03CA10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60E21-79C8-484B-9D74-D579FAEE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78029-ECD3-425D-9848-9E6E382D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4F67A-36D7-4107-A15C-ADAE9ADF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67DA7-D6AB-4234-97A3-FAE7880C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11F66-4E5A-4043-983C-B57EE679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279BF-E1BD-4C7C-933C-0C747D42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0C90C-5F45-4BD3-903E-24ECE0A6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15717-172C-4551-A3CF-81B9882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3446859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CD784-83BC-4B8A-8FF7-7D3C5FD3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8E3FD-5F7A-4DE8-8A52-F400EA3A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979FB-1724-455B-B2C9-EC8FABF5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85E34-87D1-412A-A014-5D1752A0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83F15-0C36-42A8-9BD3-79BED791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Agile tool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68552-ED20-472B-9D4C-55F2666E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51652-411F-4E01-8FAC-60F528D4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Agile tool set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45AFE-9004-475C-81C5-FBDF5E7F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917CB-BBE5-4082-9E91-BF90DF31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6E006-1EF6-414F-999A-88CA4B91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A385D-F744-431E-9ED3-766F6A02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2045E-0A10-4098-9385-5BEA2C6E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387C6-DB10-49D5-954E-20C49E5C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E3CE9-C3AE-4948-BB29-808A98A4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FC4F4-CE15-4D70-AD79-87CF7A31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A6583-3DBE-4EFF-8039-37608775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67FB8-B083-40D5-B222-3F7C99CF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0FF51-3CC3-4494-AF7B-1DE356EF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agile tool set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783335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0D7CD-1CC9-4566-B2DA-9866E96F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BA072-2175-4290-88BB-F68192A9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3EAD2-A4BF-4038-8E48-903EE2F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E7E0D-418A-42AC-B119-C7F4D796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C8BC5-1EA7-4F46-AA22-E91F4C55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Agile tool set: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62D22-CA6A-40E2-9DBE-B2F6EE2F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Agile tool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68D10-D9CC-477E-933A-99F303ED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8F0CA-01C1-4974-BF27-CFCDC47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9BD7E-844B-4849-A07A-88A70C6F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57670-9A11-4BDE-870E-E5F232DD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A4384-ED73-4BEC-9A74-BA3A29EE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0238117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8D50B-152C-413B-8758-DC25EBD4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2B5D5-51AC-466D-812D-B129515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D0E8F-61A2-49C9-80BC-F284F537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D8C2F-F39C-4D4A-8B8A-E9E92D47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36FA3-FD4B-40F1-8812-38A78495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Agile tool set: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549DD-BA8A-4E94-9456-2BBBFE96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17401-B213-4D05-9791-C618A5AD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4F4A3-1943-4464-B089-E990F947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87A18-9786-4417-8158-58BC7D0D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E45EB-D5C7-442B-9531-1716C43B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7D01A-DEAF-4B0B-AC86-E2EF3DF6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E9637-AA70-409F-9D84-73947F01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80671-40A1-4C31-9505-5D41BF95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E44E1-56A0-4944-A882-E0D2C731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D4F05-9AEE-47BB-BD3F-1E9AF3B1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B8E0A-27FA-4221-A3C5-C5DCDB54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F7D80-9353-47F4-AD25-BC71876D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064E1-AE80-45B2-AE3A-C2392B52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4A405-1B61-4A13-B9ED-EA83D344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11A4A-1883-4A9B-A23F-BFEAD46F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1C4A51-89CE-4C7D-A2AD-93012822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8126E-9086-4CFC-93EC-08229D04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C5833-DB42-4BD0-AA15-8E9C01E5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583D7-3755-406D-9CBF-8D33D48E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5E8846-AEDC-4EC0-B0E1-6C5498C0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1B3FB7-D733-4F61-9ECD-1836CE7D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6C9DA9-2D85-4D79-8606-DACEFDFF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DB7AA-9FB5-4323-AB2D-29B79FF3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68003-251B-49B3-BBCE-65508C63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C05812-E8AD-44AC-B206-22F3C01F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071B5E-33A9-4FD2-ACA9-8D9431D5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agile tool set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997863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D3D798-69CB-4F30-A531-B831582C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D5883-1952-4024-B95D-CC66E3A9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7CB38-7A00-493E-B7F0-05CFBAF9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4112D-B200-4DA9-A70B-0926C370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B0529-4AF4-46D1-AA84-498F3402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engineering knowledge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A8FE0-E6E2-4BF5-99FE-96266154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8F0C9-31A7-4509-8E55-4CBBC986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Software engineering knowledge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3B184-3982-4715-9B06-E96EEB98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4753C-F375-4329-875D-47A5C399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4E43D-DD87-473C-9063-E4B0D87E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EA305-AD3E-429B-A9C0-4813B49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26B4D-AAD7-41E0-B8E0-ABC78ECE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67D0E-06A1-4586-AC45-A42CA759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232A2-A680-4DE7-8401-3ECF9FE6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860C4-E699-4B49-AF5A-21B6595C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E2E65-4B1A-4140-9E6A-E2D77EF5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F763F-4FC0-4FA8-BE22-519804C4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0ACA4-BB72-4A17-AA38-AC66A803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software engineering knowledge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663760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71421-9ED3-420F-9D42-7E9C4F4A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DF278-9300-40C1-9D83-96DF2B06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30D09-02A4-4114-B2B1-4E94DA55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C73E0-0317-455B-A9FB-DA2E5970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2F62F-4407-401A-AE5C-48D7BCA7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engineering knowledge: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DEF79-F9C2-4C95-B552-8D9BFD30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Software engineering knowledge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696B1-C6FB-4E0B-94C1-8CBB46CB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63AF3-43FB-466A-8CC5-8948BCF3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70CF3-4A18-4972-8721-2C3C5049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77BA7-33AD-41A9-AFEC-CDFEB7F3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216B8-B102-4B70-A1F2-07B1FBE0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4494915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D80482-FEC0-4083-B5C6-D76DD57E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7BD30-AE8E-4F2A-80DB-67C6085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1F5C1-9D45-4A15-8A04-3CAEEA45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37B35-226F-4503-8FE9-E17BFFDF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01769-F295-48A4-B983-E0431561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engineering knowledge: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4AB1-46FA-426D-BAD0-DB13B11F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34EF2-586E-4FAE-8089-F27031E0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677D1-A2C3-480A-A0E7-EDF02513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22EB6-470B-4C4A-B97E-A6B86118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8F761-5E06-4BF8-BFA3-9C6A99E0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8422B-92CF-4E9C-BEC9-2E52DBE5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8C647-C568-4B7E-A572-37A6F0A3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19E6A-04F1-4310-84FF-C9BAFF2E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81DA2-0A91-48DD-8FDF-120D4B43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242FA-4C7F-4F16-B28B-18332778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A6BC6-2740-4E19-A3ED-1997C1F9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7396C-EFC3-4C7A-A047-5C987E63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4CA50-9CDB-4037-8109-5F22BAD7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46DDC-88CC-4EA9-84D0-F8FAEDBB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440B1-5D2A-4517-8C52-7BDA0245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3C50E-1818-4575-9A13-2FD7973D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B80F52-7226-4847-9ADA-CCADDA8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5DC6CC-1F34-457F-8A7F-D8648529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DFC52-BFC9-4257-940A-EC0F1A6F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250AB8-7961-4E5C-BC5B-A789EA7C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7D158D-AA1A-4E58-B06C-0C6CB2CF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AA283C-7DAF-4C78-8410-6738636F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524BF-A782-4BC6-8B3F-FA2C52F1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872221-C7C2-40A0-B45B-6BFDA61D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529F7A-0770-4101-A0E6-4B6776FB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9B7F52-D202-4CF8-88EC-EC2A48FE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software engineering knowledge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526310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B6B89-8323-4414-A9F4-ADDD3273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C35A8-2962-4528-873C-B836EC83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216FF-26FD-4111-8BA0-18563337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BB626-7C5F-4C19-B344-415A813E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83E4F-0B85-4737-9E9C-32816508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Core principles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C29B2-195D-4E52-872D-FB131059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A9E58-C077-4904-B00C-7ED41A24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Core principles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C1464-DB58-4365-A31B-4DF1B942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A2468-0678-4E15-B466-D1BBE86C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D2D41-B033-40A5-B8AA-B3B5D4C3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C349C-935A-4961-AD24-8CD6F5DA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297BD-53FB-4395-821D-36E51882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93CD4-83A7-4E6A-A8F6-D8F03CFE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FD76A-7840-4389-998B-93DA4D0C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1200E-B5A7-46D0-B06F-2F15C5E7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70472-6A0E-4A79-8A8E-69A4B096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3BE5D-8CD1-4083-99AD-F6FF5D9A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8F1D9E-39CF-4E8B-B6BB-2ACD96BD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core principles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701623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C3A8E-0F9D-44AE-8C7E-C92ED94D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143FF-0CE1-42E9-B533-D6E95D74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72250-BBE2-4BD7-A05F-946629A8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35826-B121-4DE1-B975-685112B8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1392A-B2CD-4656-96C1-EE1565CB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Core principles: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5DD8A-7D1D-4DB0-A989-D1DCD517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Core principles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CBB3A-25C9-49D4-B74F-C66B5570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A7D8D-541A-4184-B739-52C10B23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DFD2C-3362-4EC8-A7DD-2DA766DD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8C101-CEFE-47A7-9B6E-A06379A2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FB3F3-884B-4C46-BDC1-1467029F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1501830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DB23B3-6489-4E5F-9A93-5B51E5EF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C93CF-88F6-4952-9337-F5E3D030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696B0-7E78-4D74-B2D8-3C8D0992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973A1-D487-4568-B2B8-9FBE6973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6D560-C11A-4597-B1FD-F1FF8C7F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Core principles: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00F98-4649-47BF-A168-A47E3CB7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983E-3366-4878-8F74-E8B241E0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7041B-E1A0-4939-BD42-96D409D4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47A0A-B088-4F0A-A5A9-7ADE3C15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0584D-054F-4AA6-8804-9E3CFB3B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31BFC-B80A-4545-B989-41C6543C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F50FD-713D-4E56-AE0B-BDEDEDB7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4CE19-E8E6-4B3C-A877-B56215D4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C49B9-A82E-45BA-98F4-7EFC5DAD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AB322-105E-4144-90C1-27D539B0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20A75-33D7-40C4-BEF4-0C70CF7A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DC044-5775-4323-82AF-51C1EAB7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59783-3FD6-4A53-9040-68E8E1A4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055AB-48D5-45AE-B0AC-4FEFFE1B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8671C-9A76-4422-93A6-E04FAA30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61F79-3F41-4345-97F7-AA974828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6F3D0-0BED-4D4D-8A50-AE8EBAAA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54FA5-BA91-45E6-BBDE-9BE265B3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453D5-9B43-4835-BF38-014FC6BF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1A468D-E103-43BA-9081-7604C8FD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2A4D8-9545-4F1F-9E52-0F7822FB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CC8D48-BD60-4005-AC80-B08C9213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7D7760-C05E-4761-946C-02BF5F9C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3F965A-E950-4583-827C-001C01D3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F7B21F-086A-49D6-A2A1-8EF5D8C2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B6DA3C-AA8B-4BB5-8E92-F82D5F84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core principles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4389675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14DFD-86B2-4F95-B023-B9616ED4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E333E-7CE7-4702-9705-370ACD29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4A2F7-704B-452E-AC25-066D4BD9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2F128-D082-41FD-A775-FFDD4251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FF205-1005-4223-A7CB-B365A3CA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Core principles: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C6E3C-B9D8-4E14-8935-A0BFA3E2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64D64-BFB1-4D1F-B846-5D445294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698A9-6B4A-4430-9B1C-B8CE538D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A1CBA-A3DF-4B8A-90CC-E7DCC628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51A8E-D95B-4CEA-9D78-CAD15A9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845E1-42FD-45FA-89FA-C7252887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Core principles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E0B6C-00B5-4ED6-A775-84DA5482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4DBC9-DD4D-4050-A4C5-E95CF91E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276FF-5935-4E44-B53C-225A1053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111B5-E733-4E76-BACD-113DBCFC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84BC0-2779-49C5-B6B6-2517EFDC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1BBDE-E29A-494A-B491-A41C4260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06153-4FDC-44E9-A99D-9E0B1250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702FA-6125-46D8-8BB4-4668EBB1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B2EF1-FBE0-48F5-8E63-7BFFFBD6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8932D-3F7F-40BC-BCAE-FF5E9D3E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205201018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164A1-C2FC-4250-8653-DE4F483C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C10BB-E0B7-46DD-8C53-72E5CE0D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1120D-D0BD-4991-8CEC-4E04167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C5E09-50D4-4A3D-A735-49B83075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17871-2924-4514-835D-937B3D41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Principles for each framework 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2E4A6-52B1-4BA9-A54C-0BF340AF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B3D77-30F1-48D0-94F8-682D3D07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Principles for each framework activity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F56F6-A3EE-4A9C-A88A-D52ADF82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E1893-A945-47FA-8AB9-96196D8C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6223C-E94F-4AE4-9117-C032AC9E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B706B-D0AB-4C25-ABAA-1367AE7A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BDB39-D8BE-4256-A164-BC5DF584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8B340-0E54-44E1-935C-D3DFC28C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5525E-3FA9-4D1C-8E67-D5EE9A2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2E49B-9A71-4D4A-A9C4-53B9E5A9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642B9-8169-4552-9444-19CCF59C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2871F-3A26-4701-B2EC-63C78CBF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DFFEF-49E4-4891-8454-3CE6A663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principles for each framework activity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4696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F3B98-ADE8-4B94-A33A-727B6CA8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386B9-7628-4BE4-AA69-E03F7791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5537A-D909-45D7-937B-8CB994B1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478EC-5355-40B3-855D-E7C2A92C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915D1-A129-4F72-8DCE-C0ADD323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Principles for each framework activity: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F573F-1F33-4730-BB04-64439030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Principles for each framework 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10D1C-36BA-4F1E-99D3-6F2C76E0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C423E-8D73-4E37-85C8-7CF11A8A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BA1D0-55CB-4018-A4A3-FF5936E0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628CC-3DA4-4B3B-8EB3-C248F397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DCC22-B3E1-4518-8DC3-92556677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2369615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AEE016-5540-4A88-A03D-DD6040A7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4C4AB-8C84-4752-91AA-5D9377B8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6C6D4-F38B-4596-838D-C83715DA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451F5-FF61-4812-B996-57CFE79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FC377-1256-4561-894B-2B6E7506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Principles for each framework activity: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61F81-42C5-4906-AC37-29ED00E6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23633-9B4F-451D-ABA9-B0B47EAB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68FEB-5BF6-4AE4-9498-345FC79B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44BC9-65DC-4152-8195-DC64DE8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13182-B430-42EC-9051-D8813D14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D7968-91B8-44DE-8F80-5E631D7B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D1F33-4A3A-4FEC-80CD-7340A46C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8BB45-A33D-4908-B71C-9555E556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FC3F4-E301-473F-B0A2-19C68A91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983E5-BF22-43E0-94D7-365F5B4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B70A7-22A3-4064-918E-FBC76023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43661-A342-4BD2-8977-100D485E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D4623-D542-481B-BA7B-D0F82F53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F8A651-E70F-44EC-BDDB-C21DEF0E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E3169-26C8-4A52-9EE0-71975D77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A5AC9-0501-4BCD-91C4-C0353FD0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C397F-EA4C-47A9-9767-94E0E55E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D83FB-FEAB-4F6A-ADC0-3EFC7645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8AE8B2-4405-478C-99C6-3F2F1171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310A67-5DE9-4502-A998-72382AF1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0B329-1E2C-49F4-8C60-B0E923D1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7E1A0F-4FEB-4A0D-8E1B-FCBA5155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3A3553-87BE-4438-AD9E-19FA063D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9BC12B-5AD0-452B-A5FC-B94A5018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3E8906-DF94-47FA-8D78-94D87449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6FF64E-3FB6-4B7E-B7F5-D719F2D2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principles for each framework activity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9548842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C4E63-2A83-4AD6-B137-C6D98913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0E213-A826-41F8-BA22-92669401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5D9E9-FEE0-4F87-A732-2B492AB2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F662E-A383-42F5-9C88-80CEDC5E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35CC4-2645-4B77-A37F-B18040B7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What is agility vs Agility and cost of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B4107-7196-43A4-BFD3-4839F006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8D661-F0A8-4A1C-89CD-0E6773F5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B4AA4-AC62-4336-B2C8-116BD475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is agility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C05D0-9C23-47C5-915B-48BED3C1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Agility and cost of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719BA-00EF-465D-9BDA-2AB556BB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7204B-5365-4184-A543-684F4A88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7D6CE-248E-4C4F-AE25-297EC432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6DE3D-124B-4C0E-B9A2-A697D087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FBA38-54A4-4B4E-BA51-455F3566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7ACBE-5192-4E53-8492-1518AF47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D4885-C405-45EE-8896-D22708E8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E53B1-5ACA-41CE-8FDA-1C3E0A0F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20E6B-7677-4E9A-BFB2-F752F271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B9F26-A4B5-493A-9162-EB185F5B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724DE-69A9-440C-BE74-54188D6F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6B4B9-D737-4796-85AC-38C0B9A5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BC539-80EF-4915-8504-358FAB57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251C8-5F6B-4AED-BB69-E9E4D797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34655-C2E7-4F6C-871E-80655330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4DA1A-5CAF-4F9D-93E8-C813D90E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83112110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67784-F2A8-48F9-8A43-0A2E81D0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344AC-D439-43A3-9660-ADBDB43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F7FCE-E7BC-4E06-9F0C-85CE9FC2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65071-FDE5-4E9A-BD09-931020CC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3F3B8-FBF4-4917-89A8-37535B4E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Extreme Programming vs Other agile process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48A83-DFA8-48CA-BB14-A33C15FB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BCD9D-4F81-41B8-B76C-EBD5C1DC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6990C-DEE8-4515-97A3-DAF23ACE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Extreme Programming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8F2CF-608D-432B-A0EC-C7969967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Other agile process 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492F9-6A96-45B5-9927-2592DB5B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25D81-CD10-4C60-8EBA-C3520AA2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240F6-CC02-470C-ACDD-02D12E5D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2AA69-DCD9-407E-AEEF-93EB7B2A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D8BC0-EB75-4771-8A3E-8A62135D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1C3B9-4AD1-4DF6-B84D-E18E9EB2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9C1DA-D446-48EC-93EC-4A958827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AE238-473A-4E3E-B476-4EEEB673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BF9A6-238D-40D5-8076-E0446FA7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752D9-D3A6-4B7B-BCDF-06FC99CD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82589-0DF6-4A4A-B966-F9615849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797F3-5F52-423C-AC53-3FD391BF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1DBAB-6E5B-4283-AF99-8961823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CA07B4-A6A0-4E9F-878C-E465C3B3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26941-DF6B-4A70-A65D-7C2FB9C3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3F459-473C-4CD0-BA7F-A5932FCF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4654066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A031C-06F8-46B3-9590-D53876FF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F2164-B6B8-4C6C-B7B0-5E146B82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09DCC-729A-4249-9F00-69DF81DD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EBFE-68B6-4EE3-8F68-971D6D28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2AC24-2662-42A9-8ABD-749DC39A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engineering knowledge vs Core principles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CDBBD-286F-4902-BEEA-AD0C233B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08608-4322-40CD-BB1B-CDA30185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B35C6-9D9C-4B3B-A936-77F0B12D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Software engineering knowledge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27C19-6857-4D36-9F9C-3D2B3BA4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Core principles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B7500-A7F2-4C20-AFF2-16A04DA3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B29AD-64CC-4BE1-88C4-7EC5DFDF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2E7DC-4F81-431D-B129-16E51BAC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DFB1D-E4BE-4AFE-996C-1F2522F6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AA405-6156-4A5F-8B64-08B688E6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3D042-8EDA-4935-BCD7-3E15C5F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5D468-2C58-4D0C-B0F0-4C5263D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B0B6C-2DE5-4567-833A-A62AD581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A4D89-2103-4328-A468-7439615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BF16D-0231-4A81-845B-9E30120F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E5F0D-ABB4-45D1-A4BA-966982F1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FA994-9B9D-4610-897F-5BF2A2B2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43967-38BF-452F-85DA-0DAA7B07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75E11-FE77-433B-ACF9-927F661B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2FF95-1660-40A6-ACAC-D2611A8C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EEC5C2-CB6F-41DB-8815-CFDAAA71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00182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9CB78B-F2FD-4405-A463-DB8BCDCF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DF15A-731B-4BD8-A6C1-58E76088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9D4C5-1A08-49DD-82F3-F7E85FA3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51AF1-E6DE-473D-94E9-125E087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CAA4A-424A-4E7B-9529-04F02449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125BD-E196-41FB-B6D3-81A64138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EA4AA-EAB3-4EA0-89ED-B7E8D1DC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4DAAA-71E4-4AC6-AEEA-E341607E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6EA01-AA41-49B6-A51E-98D30AFF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1D208-043B-401C-96F7-F2DE0591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2F874-A3C7-4A24-BE52-049335DB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013F9-4B5F-479F-B4D5-5191565A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What is agility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9D872-FE80-49ED-A4BA-F79193F6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B5586-DD35-4B70-B878-4F704900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Agility and cost of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81BCD-8908-43E5-BC92-584D94B7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B97F4-22CB-438F-B514-5006D7CD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Agile process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0B544-8F44-49CE-AFA5-593F4907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09BFB-400F-4F58-93D1-B42EE6B9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Extreme Programming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263E87-20F7-4E8F-B181-22F4B074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1FBAB-EB2D-4F6E-8C48-484D38C8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Other agile process models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0B12-F3FF-47C9-93CC-9E155344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06F79B-29EF-4D4B-92A8-DBDBD068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Agile tool set</a:t>
            </a:r>
          </a:p>
        </p:txBody>
      </p:sp>
    </p:spTree>
    <p:extLst>
      <p:ext uri="{BB962C8B-B14F-4D97-AF65-F5344CB8AC3E}">
        <p14:creationId xmlns:p14="http://schemas.microsoft.com/office/powerpoint/2010/main" val="6235508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511A96-0DCD-42B8-A889-98A9FB0E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88D99-1372-4350-A32E-E0FA4B6B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5672F-48E4-4D0D-857E-C22410DB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7422C-85F0-4C07-ADC1-40E33ADC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DFD27-219C-4988-996B-B12EF9E4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55125-221D-4B21-8AFC-C08AC881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CF65C-A2B7-4D7D-8ACE-554B5DF8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2C320-22F2-4CAC-B702-F01BA50D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70973-4E41-42C6-BA41-8CF10E9B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667ED-001B-43EF-B130-5E033853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21122-8789-408B-BB54-961C0036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What is agility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74E72-FDE4-4112-9872-9EBA2E97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90B7D-B2B6-41A6-A9FB-F6412B96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F77A3-5E2E-4906-9781-B06A639C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13762-556A-4D22-80BB-8534745D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Agility and cost of 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5F322-CBAE-4204-A60E-DC296109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64A16-6EEF-49D1-82BD-62875623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24D81-4C74-406A-A227-36BC93C3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4B5C7-66DA-4532-8057-35FD38B4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Agile process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341EB-8695-4BF8-BDFD-EEF62864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73CCA-C2A0-4E68-AEBE-7F0B08A0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84F65-134B-4BC0-A378-2644C058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B27A7-EB6C-4E19-AFB4-9C5A0E86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Extreme Programming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236AD-3CC5-44B7-A15C-8CD379AF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4E53CD-6A39-47BC-AFC7-591E560B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19523987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79692-3BDE-4831-90B5-CD8E6165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4D2C8-1985-43DD-82CB-4B88537A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36F2C-BAA4-4077-9D4E-B63D05FC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051AD-B21C-4DCB-9A4B-0E9D88F1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27AB3-7B0C-4217-A2A2-5A04BACE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4292D-C00E-469A-B886-017E5E65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F44EE-2130-4F68-84DD-585390C4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D506C-ED04-4D05-B58D-1AEE4D12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AAF52-F3E3-451E-A327-199787A6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EA7D4-2C14-4C06-898B-C5B19228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CB863-32AE-4B13-96CA-DA85D750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933F9-3F77-4F86-AF9B-601AF36B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A60B4-1C9E-44EA-B689-94CCC909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92083971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96592-A657-4D45-B77F-8F2B7B3F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82C89-CEC6-4D3E-9830-0F8527AD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C9CBE-AC21-4A25-BF3E-6FBBB500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EE0DF-54BC-43A1-BEA2-53276E39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6C1A3-311F-4EDA-936B-FBC371A2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D17C5-EAFA-445D-8241-3AA7B79B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C10D9-92C6-4DD3-A736-AAEA30D6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DA9BF-B065-4375-BD21-FD62E8B4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14C08-FE3C-4451-9371-FE5D0ED8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44254-CBF9-4C1B-8979-CDE795A8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AA735-2AAB-4E6F-A59B-8ED86DBD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E1F06-BD1E-4004-A5D8-52AE245E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A2F67-685F-481D-9CDE-544BCE73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CA973-9386-4A6C-AD1E-8F9F6C53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107A3-21C7-4F62-BAA8-BBDE4BD8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79082003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BEBE3-6C6C-4EC4-BB73-C2DC6361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48DD5-1610-41E7-8F88-C797F84E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E36F7-FAFA-4B66-8B8E-3229E45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229DC-1A7F-4F49-865A-5CFFB92E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E58F1-5851-4F72-8367-E6BB6E99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BF401-6B10-421D-BE15-96B07C36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0FB86-AECC-4B3E-8219-3231BFF9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03190-D60C-4538-B375-368D5A03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44A4D-03E1-4D43-A687-AAAAC700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1AAF1-E8B8-4327-AA3D-BFE6918E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010AE-5C29-4D49-9B13-52DDBB90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F8376-2AA6-40EE-B4EC-2931F34F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4B9BE-E86B-4650-9F93-21D9558B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68EFB-6A3F-45E7-AA72-EB5B6D0B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80565-ADE9-43EF-8644-756C38BA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F4589-EBF0-4254-8F82-BB218B39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04427-9D73-456B-88CF-71964CEE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4FE56-40A7-4DFA-811E-E4D3F79D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275CA-66FA-4AE9-A3D0-E1C06E89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17E96-267F-4579-860E-EE076936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80AF2-A3A6-44D6-8DDB-72F0835C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7A53E-1B19-4B8E-8ED8-A31469EE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A9F86-452C-4EAF-A814-58411994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D94AD-CAE7-4ABF-93EA-D62F78D1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02081-B74E-4456-9DBA-267999D9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72479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07B78-4F26-45AE-816A-919020C9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6B61D-E6B0-4927-94C8-D15C4FDE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3215A-B246-4978-9024-BD3F85E7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D9711-CA31-471F-8CE6-3D74190E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2D96F-C846-47E0-9363-A84E604C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B7953-B987-4451-ACD0-BE14A9D4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6A886-1063-4878-9CE5-7CE00A14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What is agility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5CEBD-97E5-4232-BA58-DA030B24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8446F-E992-4806-8F09-1850668C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Compare two approaches from Agile Development and Practice Principles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6093F-5C42-44DC-A68C-CE1545CB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39681-ED59-40D1-BEF0-20C01B99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Solve a small worked example involving Agile process.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088DA-C9F0-49AA-8E23-E7F0B353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B759E-C277-4F4E-A08C-A6CD1CC7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List common mistakes and how to avoid them in Agile Development and Practice Principles.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8BC02-6605-482F-A1A5-6C5C64B7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8D0ED-1FA8-4CF7-AA5C-0A5EAE9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72684853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CB01A-0559-4141-9419-8CE4BD95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CC9CE-67F3-4B5A-8204-80CA0EC0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52DB3-1BDC-47E4-B79D-A1D1AAA5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D7F90-F1D1-45A5-9BBC-9526EDCD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794CF-4F08-4219-B630-D96FF658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What is agility vs Agility and cost of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DF1FE-C92A-4276-AB35-2C3A1A8A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959B1-F904-4370-BF1E-A77D9DA8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E7E22-4DE3-42FF-9187-3180FAEC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is agility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6953E-9104-41C1-8149-0B247779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Agility and cost of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5130A-63BA-4749-A590-C8CE2BA4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638FD-0AF0-4A7C-8772-160EA3B0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48D68-71B5-4E87-879F-E28CBBB6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B3D25-EF48-4BFC-8752-BA2D4383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A0C6C-D2A6-4192-8D83-C53A2B27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105EE-7DE3-4D9C-8267-32666388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967EC-A512-4286-9380-41A1333A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352F9-9EA0-45DA-AA4C-294C4344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AB126-5479-48B8-9454-E8E86F43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04E99-90E5-4A1C-9C00-2DDCD450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8093F-A49E-4148-B614-169562B3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8D2B94-2FBC-452B-AFE0-DDD2D83B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0F148-FCF7-4587-8ECC-B0129999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BA244-B53A-4CD5-80F9-5CAACDD7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D6465-A6C6-4C7E-99CF-285558CC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12E606-3EC3-4EFE-A0A4-E48FEF3B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7513212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B95901-F78D-4879-96DF-51180200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D0029-4087-4A32-A912-DC9323E3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8F146-4216-4255-B52F-332FF667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4190E-792D-4C05-9ABB-CA90DE0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92577-81D0-4204-9ACF-3D8163F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Agility and cost of change: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DE6A9-423C-45E9-BDF7-CCAC9FB9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1BE88-A596-4FAC-A75D-C88E2C07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53E8C-5030-4BA0-81AE-F44181BB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E70B9-4B3B-4419-A1EE-0FF056CD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E9AB9-E130-43A4-B6BD-C7FBF4EC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A2AB6-C501-48BF-B405-83B759AA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0F494-9C23-40CA-BC57-295F22C4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C3609-4DE4-4D3D-A384-56C03222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A22E8-018E-4BA6-9A8F-A790DE30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B3261-66CD-4F16-BA92-7241F3D7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5BC4A-5BDE-400F-8A6B-6FE6FA68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9CCC3-0A3C-496E-A04C-A80D5245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9ABA7-E9FC-4E5A-81CB-8E21D116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6A0E5-A2C3-417C-B6E5-A0147457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9C089-27E6-48C7-BD33-5795E86D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72D33-D696-4166-ADB6-F6ABD9F8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CAB49-C346-4BBA-810F-8DB7D67A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4C23E-6F22-4793-A514-7CE52011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A6226-90FB-4397-AB12-82DFF7D8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C7832-E527-46AB-9B9B-C04787A7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19EA1D-38E1-45C8-B595-5BD45E99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11BB7-AA01-4F4C-B86F-424A13F2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DC0BA4-C204-4A4C-ACD1-3C010DF0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917BEB-C9D2-4CE4-90AB-CB446F78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8EAE9B-2358-423B-8919-3332AF83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7B7990-81D7-43A2-9A36-89BE3075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agility and cost of change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5319324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687B2-EA7D-4286-BA06-8BE08404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F53F0-3353-40E7-9CFB-EE1B2B8A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266FC-F4FE-40ED-A318-9C5ECCB8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53062-9C1A-4698-8C32-B6DBC8CB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BE083-6C24-430A-B49F-B846FFED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Agile process: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D945C-D30B-47CC-B6C6-A2DD3F31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D9352-9F0F-488D-9D36-1879F18A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D28D9-2D18-4AE9-8449-79A70B45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704EB-5FB1-4592-A40F-FB4500FE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0E161-4C43-4204-A6C4-88036BC2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F7C6C-A01B-490C-B5A9-2D45A1D5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Agile process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C70FC-AD21-40F5-82A4-69D22F15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7A236-09E2-4B4D-96C5-4AA7CC11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74E08-AA30-4770-8B9F-65E6A36B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8C5B7-9804-45BD-8255-7E08A671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061DD-7BFE-4DE0-87C0-DC4F0489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07715-34C0-4C11-9584-4D662E29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87454-5A90-462B-9177-73B2B5B2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76DD7-91BA-42EC-8E1E-7BEB4579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F43BA-ABEB-47CC-A7F4-AB2D6DE2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877F6-4ED2-4DF0-9F2E-DF8D7180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88702866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354D9-CB1F-4163-B537-4ED71412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22122-DFD6-4708-A03D-E7990032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Agile Development and Practice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94D84-8E3F-4627-8416-4DCC7599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5D69F-8E3F-4636-8495-A1571DDF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7F0D8-597F-47A1-A564-02B31C62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6A4F9-87BA-4313-9AFE-1D981662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DAC01-3D39-4F7D-A937-059AFDF5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82231-7CEB-4776-8125-14BE3825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887B7-83C0-4865-9321-6E399623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EC0B8-B98C-4DC1-BD54-D5CA9C09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3D74B-BFD1-4CF1-9748-FED52364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04736-9AE9-4516-874A-04A2E4F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875074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2026-08-24T06:04:17.5390000Z</dcterms:created>
  <dcterms:modified xsi:type="dcterms:W3CDTF">2026-08-24T06:04:17.5390000Z</dcterms:modified>
</coreProperties>
</file>