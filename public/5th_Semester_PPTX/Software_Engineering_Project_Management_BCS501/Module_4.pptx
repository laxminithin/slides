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e7df9cab9647ab" /><Relationship Type="http://schemas.openxmlformats.org/officeDocument/2006/relationships/extended-properties" Target="/docProps/app.xml" Id="R9a5db6ba62c5444b" /><Relationship Type="http://schemas.openxmlformats.org/officeDocument/2006/relationships/officeDocument" Target="/ppt/presentation.xml" Id="R24514162a87540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d2628eb2b446b"/>
  </p:sldMasterIdLst>
  <p:notesMasterIdLst>
    <p:notesMasterId xmlns:r="http://schemas.openxmlformats.org/officeDocument/2006/relationships" r:id="R02e18ccafdf846e6"/>
  </p:notesMasterIdLst>
  <p:sldIdLst>
    <p:sldId xmlns:r="http://schemas.openxmlformats.org/officeDocument/2006/relationships" id="256" r:id="R2fe2ae75af9f4d09"/>
    <p:sldId xmlns:r="http://schemas.openxmlformats.org/officeDocument/2006/relationships" id="257" r:id="R7612f634750e4e34"/>
    <p:sldId xmlns:r="http://schemas.openxmlformats.org/officeDocument/2006/relationships" id="258" r:id="Rbae81b1960cd4414"/>
    <p:sldId xmlns:r="http://schemas.openxmlformats.org/officeDocument/2006/relationships" id="259" r:id="R37e07213042f4422"/>
    <p:sldId xmlns:r="http://schemas.openxmlformats.org/officeDocument/2006/relationships" id="260" r:id="Reade4489ef1b4b1c"/>
    <p:sldId xmlns:r="http://schemas.openxmlformats.org/officeDocument/2006/relationships" id="261" r:id="Rddc4de8a28a64b3e"/>
    <p:sldId xmlns:r="http://schemas.openxmlformats.org/officeDocument/2006/relationships" id="262" r:id="R39c1c7363cc14e59"/>
    <p:sldId xmlns:r="http://schemas.openxmlformats.org/officeDocument/2006/relationships" id="263" r:id="R6c695025bf014c09"/>
    <p:sldId xmlns:r="http://schemas.openxmlformats.org/officeDocument/2006/relationships" id="264" r:id="R293d8252c34b4920"/>
    <p:sldId xmlns:r="http://schemas.openxmlformats.org/officeDocument/2006/relationships" id="265" r:id="R14ec0de4f1f64f92"/>
    <p:sldId xmlns:r="http://schemas.openxmlformats.org/officeDocument/2006/relationships" id="266" r:id="Re3b786ce8c374492"/>
    <p:sldId xmlns:r="http://schemas.openxmlformats.org/officeDocument/2006/relationships" id="267" r:id="Rd26e0f9c67cf4d7e"/>
    <p:sldId xmlns:r="http://schemas.openxmlformats.org/officeDocument/2006/relationships" id="268" r:id="Rd587a24203aa4883"/>
    <p:sldId xmlns:r="http://schemas.openxmlformats.org/officeDocument/2006/relationships" id="269" r:id="Racde7d7120454fbf"/>
    <p:sldId xmlns:r="http://schemas.openxmlformats.org/officeDocument/2006/relationships" id="270" r:id="Re5f7952904aa4bec"/>
    <p:sldId xmlns:r="http://schemas.openxmlformats.org/officeDocument/2006/relationships" id="271" r:id="Rb3780a86349c465c"/>
    <p:sldId xmlns:r="http://schemas.openxmlformats.org/officeDocument/2006/relationships" id="272" r:id="R241ae84d0aa44814"/>
    <p:sldId xmlns:r="http://schemas.openxmlformats.org/officeDocument/2006/relationships" id="273" r:id="R148634c4d90948b0"/>
    <p:sldId xmlns:r="http://schemas.openxmlformats.org/officeDocument/2006/relationships" id="274" r:id="Rddd6c00d60d44f4e"/>
    <p:sldId xmlns:r="http://schemas.openxmlformats.org/officeDocument/2006/relationships" id="275" r:id="R34fca8d9b1f64df6"/>
    <p:sldId xmlns:r="http://schemas.openxmlformats.org/officeDocument/2006/relationships" id="276" r:id="R4e9435de0d6542a8"/>
    <p:sldId xmlns:r="http://schemas.openxmlformats.org/officeDocument/2006/relationships" id="277" r:id="R669bf8b2421e45ad"/>
    <p:sldId xmlns:r="http://schemas.openxmlformats.org/officeDocument/2006/relationships" id="278" r:id="R99c07a9272044e75"/>
    <p:sldId xmlns:r="http://schemas.openxmlformats.org/officeDocument/2006/relationships" id="279" r:id="R227f69ddb5e34320"/>
    <p:sldId xmlns:r="http://schemas.openxmlformats.org/officeDocument/2006/relationships" id="280" r:id="R0b547b480dcc4597"/>
    <p:sldId xmlns:r="http://schemas.openxmlformats.org/officeDocument/2006/relationships" id="281" r:id="R53ae2619c7664b8d"/>
    <p:sldId xmlns:r="http://schemas.openxmlformats.org/officeDocument/2006/relationships" id="282" r:id="Rfd5ea659ecc04244"/>
    <p:sldId xmlns:r="http://schemas.openxmlformats.org/officeDocument/2006/relationships" id="283" r:id="R2c425656bc5343be"/>
    <p:sldId xmlns:r="http://schemas.openxmlformats.org/officeDocument/2006/relationships" id="284" r:id="Rca5e7930ed724277"/>
    <p:sldId xmlns:r="http://schemas.openxmlformats.org/officeDocument/2006/relationships" id="285" r:id="R2b5f875e9fc643a2"/>
    <p:sldId xmlns:r="http://schemas.openxmlformats.org/officeDocument/2006/relationships" id="286" r:id="R3776c816bfa24f36"/>
    <p:sldId xmlns:r="http://schemas.openxmlformats.org/officeDocument/2006/relationships" id="287" r:id="R006b6be071344a2a"/>
    <p:sldId xmlns:r="http://schemas.openxmlformats.org/officeDocument/2006/relationships" id="288" r:id="Raacefe2daa7a4a63"/>
    <p:sldId xmlns:r="http://schemas.openxmlformats.org/officeDocument/2006/relationships" id="289" r:id="R96fb1d8ec4c645f8"/>
    <p:sldId xmlns:r="http://schemas.openxmlformats.org/officeDocument/2006/relationships" id="290" r:id="Ra9d57659005e4133"/>
    <p:sldId xmlns:r="http://schemas.openxmlformats.org/officeDocument/2006/relationships" id="291" r:id="Ra6cacd559e1a44f6"/>
    <p:sldId xmlns:r="http://schemas.openxmlformats.org/officeDocument/2006/relationships" id="292" r:id="Rcf8f4014e73143ce"/>
    <p:sldId xmlns:r="http://schemas.openxmlformats.org/officeDocument/2006/relationships" id="293" r:id="Rc1340c2810574a4e"/>
    <p:sldId xmlns:r="http://schemas.openxmlformats.org/officeDocument/2006/relationships" id="294" r:id="R571fcd0bac39469a"/>
    <p:sldId xmlns:r="http://schemas.openxmlformats.org/officeDocument/2006/relationships" id="295" r:id="R2caa5a6c4dd74384"/>
    <p:sldId xmlns:r="http://schemas.openxmlformats.org/officeDocument/2006/relationships" id="296" r:id="R7af4d121606641bb"/>
    <p:sldId xmlns:r="http://schemas.openxmlformats.org/officeDocument/2006/relationships" id="297" r:id="Rc1f702ee37cc43aa"/>
    <p:sldId xmlns:r="http://schemas.openxmlformats.org/officeDocument/2006/relationships" id="298" r:id="R927aa30d57104ddc"/>
    <p:sldId xmlns:r="http://schemas.openxmlformats.org/officeDocument/2006/relationships" id="299" r:id="Rcbdfac9e53614b11"/>
    <p:sldId xmlns:r="http://schemas.openxmlformats.org/officeDocument/2006/relationships" id="300" r:id="Rf337963f52e74425"/>
    <p:sldId xmlns:r="http://schemas.openxmlformats.org/officeDocument/2006/relationships" id="301" r:id="R539ebddac51e485b"/>
    <p:sldId xmlns:r="http://schemas.openxmlformats.org/officeDocument/2006/relationships" id="302" r:id="R269fb3c360c948e2"/>
    <p:sldId xmlns:r="http://schemas.openxmlformats.org/officeDocument/2006/relationships" id="303" r:id="Rea53fb2528a3490b"/>
    <p:sldId xmlns:r="http://schemas.openxmlformats.org/officeDocument/2006/relationships" id="304" r:id="R2e89f7e54d394fa9"/>
    <p:sldId xmlns:r="http://schemas.openxmlformats.org/officeDocument/2006/relationships" id="305" r:id="R513232687d4a4217"/>
    <p:sldId xmlns:r="http://schemas.openxmlformats.org/officeDocument/2006/relationships" id="306" r:id="Racc18a899c4e40b8"/>
    <p:sldId xmlns:r="http://schemas.openxmlformats.org/officeDocument/2006/relationships" id="307" r:id="R01d9b7ff85f34b29"/>
    <p:sldId xmlns:r="http://schemas.openxmlformats.org/officeDocument/2006/relationships" id="308" r:id="R80ffae02b3d44fd6"/>
    <p:sldId xmlns:r="http://schemas.openxmlformats.org/officeDocument/2006/relationships" id="309" r:id="R39848001e76a4a89"/>
    <p:sldId xmlns:r="http://schemas.openxmlformats.org/officeDocument/2006/relationships" id="310" r:id="R6308242861a2491a"/>
    <p:sldId xmlns:r="http://schemas.openxmlformats.org/officeDocument/2006/relationships" id="311" r:id="Ra0468ec958134b6f"/>
    <p:sldId xmlns:r="http://schemas.openxmlformats.org/officeDocument/2006/relationships" id="312" r:id="R0022e7071e574a9e"/>
    <p:sldId xmlns:r="http://schemas.openxmlformats.org/officeDocument/2006/relationships" id="313" r:id="R598535d1a51045ff"/>
    <p:sldId xmlns:r="http://schemas.openxmlformats.org/officeDocument/2006/relationships" id="314" r:id="R9f413bdeaec3433d"/>
    <p:sldId xmlns:r="http://schemas.openxmlformats.org/officeDocument/2006/relationships" id="315" r:id="Re166f91659c549d8"/>
    <p:sldId xmlns:r="http://schemas.openxmlformats.org/officeDocument/2006/relationships" id="316" r:id="R9fc2a59ea8c3405e"/>
    <p:sldId xmlns:r="http://schemas.openxmlformats.org/officeDocument/2006/relationships" id="317" r:id="R975ee54a84d643e9"/>
    <p:sldId xmlns:r="http://schemas.openxmlformats.org/officeDocument/2006/relationships" id="318" r:id="Rb413ded3ff6241f9"/>
    <p:sldId xmlns:r="http://schemas.openxmlformats.org/officeDocument/2006/relationships" id="319" r:id="R34b79b52486648a5"/>
    <p:sldId xmlns:r="http://schemas.openxmlformats.org/officeDocument/2006/relationships" id="320" r:id="Rb1b1b7fb645541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5cd4051ab435a" /><Relationship Type="http://schemas.openxmlformats.org/officeDocument/2006/relationships/slideMaster" Target="/ppt/slideMasters/slideMaster1.xml" Id="R406d2628eb2b446b" /><Relationship Type="http://schemas.openxmlformats.org/officeDocument/2006/relationships/notesMaster" Target="/ppt/notesMasters/notesMaster1.xml" Id="R02e18ccafdf846e6" /><Relationship Type="http://schemas.openxmlformats.org/officeDocument/2006/relationships/presProps" Target="/ppt/presProps.xml" Id="R48ba24890d31492f" /><Relationship Type="http://schemas.openxmlformats.org/officeDocument/2006/relationships/tableStyles" Target="/ppt/tableStyles.xml" Id="Rc9ce74e295414ef4" /><Relationship Type="http://schemas.openxmlformats.org/officeDocument/2006/relationships/slide" Target="/ppt/slides/slide1.xml" Id="R2fe2ae75af9f4d09" /><Relationship Type="http://schemas.openxmlformats.org/officeDocument/2006/relationships/slide" Target="/ppt/slides/slide2.xml" Id="R7612f634750e4e34" /><Relationship Type="http://schemas.openxmlformats.org/officeDocument/2006/relationships/slide" Target="/ppt/slides/slide3.xml" Id="Rbae81b1960cd4414" /><Relationship Type="http://schemas.openxmlformats.org/officeDocument/2006/relationships/slide" Target="/ppt/slides/slide4.xml" Id="R37e07213042f4422" /><Relationship Type="http://schemas.openxmlformats.org/officeDocument/2006/relationships/slide" Target="/ppt/slides/slide5.xml" Id="Reade4489ef1b4b1c" /><Relationship Type="http://schemas.openxmlformats.org/officeDocument/2006/relationships/slide" Target="/ppt/slides/slide6.xml" Id="Rddc4de8a28a64b3e" /><Relationship Type="http://schemas.openxmlformats.org/officeDocument/2006/relationships/slide" Target="/ppt/slides/slide7.xml" Id="R39c1c7363cc14e59" /><Relationship Type="http://schemas.openxmlformats.org/officeDocument/2006/relationships/slide" Target="/ppt/slides/slide8.xml" Id="R6c695025bf014c09" /><Relationship Type="http://schemas.openxmlformats.org/officeDocument/2006/relationships/slide" Target="/ppt/slides/slide9.xml" Id="R293d8252c34b4920" /><Relationship Type="http://schemas.openxmlformats.org/officeDocument/2006/relationships/slide" Target="/ppt/slides/slide10.xml" Id="R14ec0de4f1f64f92" /><Relationship Type="http://schemas.openxmlformats.org/officeDocument/2006/relationships/slide" Target="/ppt/slides/slide11.xml" Id="Re3b786ce8c374492" /><Relationship Type="http://schemas.openxmlformats.org/officeDocument/2006/relationships/slide" Target="/ppt/slides/slide12.xml" Id="Rd26e0f9c67cf4d7e" /><Relationship Type="http://schemas.openxmlformats.org/officeDocument/2006/relationships/slide" Target="/ppt/slides/slide13.xml" Id="Rd587a24203aa4883" /><Relationship Type="http://schemas.openxmlformats.org/officeDocument/2006/relationships/slide" Target="/ppt/slides/slide14.xml" Id="Racde7d7120454fbf" /><Relationship Type="http://schemas.openxmlformats.org/officeDocument/2006/relationships/slide" Target="/ppt/slides/slide15.xml" Id="Re5f7952904aa4bec" /><Relationship Type="http://schemas.openxmlformats.org/officeDocument/2006/relationships/slide" Target="/ppt/slides/slide16.xml" Id="Rb3780a86349c465c" /><Relationship Type="http://schemas.openxmlformats.org/officeDocument/2006/relationships/slide" Target="/ppt/slides/slide17.xml" Id="R241ae84d0aa44814" /><Relationship Type="http://schemas.openxmlformats.org/officeDocument/2006/relationships/slide" Target="/ppt/slides/slide18.xml" Id="R148634c4d90948b0" /><Relationship Type="http://schemas.openxmlformats.org/officeDocument/2006/relationships/slide" Target="/ppt/slides/slide19.xml" Id="Rddd6c00d60d44f4e" /><Relationship Type="http://schemas.openxmlformats.org/officeDocument/2006/relationships/slide" Target="/ppt/slides/slide20.xml" Id="R34fca8d9b1f64df6" /><Relationship Type="http://schemas.openxmlformats.org/officeDocument/2006/relationships/slide" Target="/ppt/slides/slide21.xml" Id="R4e9435de0d6542a8" /><Relationship Type="http://schemas.openxmlformats.org/officeDocument/2006/relationships/slide" Target="/ppt/slides/slide22.xml" Id="R669bf8b2421e45ad" /><Relationship Type="http://schemas.openxmlformats.org/officeDocument/2006/relationships/slide" Target="/ppt/slides/slide23.xml" Id="R99c07a9272044e75" /><Relationship Type="http://schemas.openxmlformats.org/officeDocument/2006/relationships/slide" Target="/ppt/slides/slide24.xml" Id="R227f69ddb5e34320" /><Relationship Type="http://schemas.openxmlformats.org/officeDocument/2006/relationships/slide" Target="/ppt/slides/slide25.xml" Id="R0b547b480dcc4597" /><Relationship Type="http://schemas.openxmlformats.org/officeDocument/2006/relationships/slide" Target="/ppt/slides/slide26.xml" Id="R53ae2619c7664b8d" /><Relationship Type="http://schemas.openxmlformats.org/officeDocument/2006/relationships/slide" Target="/ppt/slides/slide27.xml" Id="Rfd5ea659ecc04244" /><Relationship Type="http://schemas.openxmlformats.org/officeDocument/2006/relationships/slide" Target="/ppt/slides/slide28.xml" Id="R2c425656bc5343be" /><Relationship Type="http://schemas.openxmlformats.org/officeDocument/2006/relationships/slide" Target="/ppt/slides/slide29.xml" Id="Rca5e7930ed724277" /><Relationship Type="http://schemas.openxmlformats.org/officeDocument/2006/relationships/slide" Target="/ppt/slides/slide30.xml" Id="R2b5f875e9fc643a2" /><Relationship Type="http://schemas.openxmlformats.org/officeDocument/2006/relationships/slide" Target="/ppt/slides/slide31.xml" Id="R3776c816bfa24f36" /><Relationship Type="http://schemas.openxmlformats.org/officeDocument/2006/relationships/slide" Target="/ppt/slides/slide32.xml" Id="R006b6be071344a2a" /><Relationship Type="http://schemas.openxmlformats.org/officeDocument/2006/relationships/slide" Target="/ppt/slides/slide33.xml" Id="Raacefe2daa7a4a63" /><Relationship Type="http://schemas.openxmlformats.org/officeDocument/2006/relationships/slide" Target="/ppt/slides/slide34.xml" Id="R96fb1d8ec4c645f8" /><Relationship Type="http://schemas.openxmlformats.org/officeDocument/2006/relationships/slide" Target="/ppt/slides/slide35.xml" Id="Ra9d57659005e4133" /><Relationship Type="http://schemas.openxmlformats.org/officeDocument/2006/relationships/slide" Target="/ppt/slides/slide36.xml" Id="Ra6cacd559e1a44f6" /><Relationship Type="http://schemas.openxmlformats.org/officeDocument/2006/relationships/slide" Target="/ppt/slides/slide37.xml" Id="Rcf8f4014e73143ce" /><Relationship Type="http://schemas.openxmlformats.org/officeDocument/2006/relationships/slide" Target="/ppt/slides/slide38.xml" Id="Rc1340c2810574a4e" /><Relationship Type="http://schemas.openxmlformats.org/officeDocument/2006/relationships/slide" Target="/ppt/slides/slide39.xml" Id="R571fcd0bac39469a" /><Relationship Type="http://schemas.openxmlformats.org/officeDocument/2006/relationships/slide" Target="/ppt/slides/slide40.xml" Id="R2caa5a6c4dd74384" /><Relationship Type="http://schemas.openxmlformats.org/officeDocument/2006/relationships/slide" Target="/ppt/slides/slide41.xml" Id="R7af4d121606641bb" /><Relationship Type="http://schemas.openxmlformats.org/officeDocument/2006/relationships/slide" Target="/ppt/slides/slide42.xml" Id="Rc1f702ee37cc43aa" /><Relationship Type="http://schemas.openxmlformats.org/officeDocument/2006/relationships/slide" Target="/ppt/slides/slide43.xml" Id="R927aa30d57104ddc" /><Relationship Type="http://schemas.openxmlformats.org/officeDocument/2006/relationships/slide" Target="/ppt/slides/slide44.xml" Id="Rcbdfac9e53614b11" /><Relationship Type="http://schemas.openxmlformats.org/officeDocument/2006/relationships/slide" Target="/ppt/slides/slide45.xml" Id="Rf337963f52e74425" /><Relationship Type="http://schemas.openxmlformats.org/officeDocument/2006/relationships/slide" Target="/ppt/slides/slide46.xml" Id="R539ebddac51e485b" /><Relationship Type="http://schemas.openxmlformats.org/officeDocument/2006/relationships/slide" Target="/ppt/slides/slide47.xml" Id="R269fb3c360c948e2" /><Relationship Type="http://schemas.openxmlformats.org/officeDocument/2006/relationships/slide" Target="/ppt/slides/slide48.xml" Id="Rea53fb2528a3490b" /><Relationship Type="http://schemas.openxmlformats.org/officeDocument/2006/relationships/slide" Target="/ppt/slides/slide49.xml" Id="R2e89f7e54d394fa9" /><Relationship Type="http://schemas.openxmlformats.org/officeDocument/2006/relationships/slide" Target="/ppt/slides/slide50.xml" Id="R513232687d4a4217" /><Relationship Type="http://schemas.openxmlformats.org/officeDocument/2006/relationships/slide" Target="/ppt/slides/slide51.xml" Id="Racc18a899c4e40b8" /><Relationship Type="http://schemas.openxmlformats.org/officeDocument/2006/relationships/slide" Target="/ppt/slides/slide52.xml" Id="R01d9b7ff85f34b29" /><Relationship Type="http://schemas.openxmlformats.org/officeDocument/2006/relationships/slide" Target="/ppt/slides/slide53.xml" Id="R80ffae02b3d44fd6" /><Relationship Type="http://schemas.openxmlformats.org/officeDocument/2006/relationships/slide" Target="/ppt/slides/slide54.xml" Id="R39848001e76a4a89" /><Relationship Type="http://schemas.openxmlformats.org/officeDocument/2006/relationships/slide" Target="/ppt/slides/slide55.xml" Id="R6308242861a2491a" /><Relationship Type="http://schemas.openxmlformats.org/officeDocument/2006/relationships/slide" Target="/ppt/slides/slide56.xml" Id="Ra0468ec958134b6f" /><Relationship Type="http://schemas.openxmlformats.org/officeDocument/2006/relationships/slide" Target="/ppt/slides/slide57.xml" Id="R0022e7071e574a9e" /><Relationship Type="http://schemas.openxmlformats.org/officeDocument/2006/relationships/slide" Target="/ppt/slides/slide58.xml" Id="R598535d1a51045ff" /><Relationship Type="http://schemas.openxmlformats.org/officeDocument/2006/relationships/slide" Target="/ppt/slides/slide59.xml" Id="R9f413bdeaec3433d" /><Relationship Type="http://schemas.openxmlformats.org/officeDocument/2006/relationships/slide" Target="/ppt/slides/slide60.xml" Id="Re166f91659c549d8" /><Relationship Type="http://schemas.openxmlformats.org/officeDocument/2006/relationships/slide" Target="/ppt/slides/slide61.xml" Id="R9fc2a59ea8c3405e" /><Relationship Type="http://schemas.openxmlformats.org/officeDocument/2006/relationships/slide" Target="/ppt/slides/slide62.xml" Id="R975ee54a84d643e9" /><Relationship Type="http://schemas.openxmlformats.org/officeDocument/2006/relationships/slide" Target="/ppt/slides/slide63.xml" Id="Rb413ded3ff6241f9" /><Relationship Type="http://schemas.openxmlformats.org/officeDocument/2006/relationships/slide" Target="/ppt/slides/slide64.xml" Id="R34b79b52486648a5" /><Relationship Type="http://schemas.openxmlformats.org/officeDocument/2006/relationships/slide" Target="/ppt/slides/slide65.xml" Id="Rb1b1b7fb645541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4ec013066849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99f71fc7a94c40" /><Relationship Type="http://schemas.openxmlformats.org/officeDocument/2006/relationships/notesMaster" Target="/ppt/notesMasters/notesMaster1.xml" Id="Rd250e0035ea141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fef0180664dc8" /><Relationship Type="http://schemas.openxmlformats.org/officeDocument/2006/relationships/notesMaster" Target="/ppt/notesMasters/notesMaster1.xml" Id="Re49fcdd049264c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4ecffdf8f24e79" /><Relationship Type="http://schemas.openxmlformats.org/officeDocument/2006/relationships/notesMaster" Target="/ppt/notesMasters/notesMaster1.xml" Id="Rcb8e9f3036e047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c2e9d133784395" /><Relationship Type="http://schemas.openxmlformats.org/officeDocument/2006/relationships/notesMaster" Target="/ppt/notesMasters/notesMaster1.xml" Id="Rea70334309a74b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94ca63d9e4b30" /><Relationship Type="http://schemas.openxmlformats.org/officeDocument/2006/relationships/notesMaster" Target="/ppt/notesMasters/notesMaster1.xml" Id="R21aa3f4916a443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b07b01cd42448b" /><Relationship Type="http://schemas.openxmlformats.org/officeDocument/2006/relationships/notesMaster" Target="/ppt/notesMasters/notesMaster1.xml" Id="R4d9a5bd104774c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fef89ece964d75" /><Relationship Type="http://schemas.openxmlformats.org/officeDocument/2006/relationships/notesMaster" Target="/ppt/notesMasters/notesMaster1.xml" Id="R09cf428ffc1f44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ea6666903d4b03" /><Relationship Type="http://schemas.openxmlformats.org/officeDocument/2006/relationships/notesMaster" Target="/ppt/notesMasters/notesMaster1.xml" Id="Rea8fac55097c4a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16cff74dd94d7e" /><Relationship Type="http://schemas.openxmlformats.org/officeDocument/2006/relationships/notesMaster" Target="/ppt/notesMasters/notesMaster1.xml" Id="Raddac6b8360544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c4389d6f64348" /><Relationship Type="http://schemas.openxmlformats.org/officeDocument/2006/relationships/notesMaster" Target="/ppt/notesMasters/notesMaster1.xml" Id="R80d413da357b4c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48aacbdd424756" /><Relationship Type="http://schemas.openxmlformats.org/officeDocument/2006/relationships/notesMaster" Target="/ppt/notesMasters/notesMaster1.xml" Id="R50550044026241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a1cce6f04d408b" /><Relationship Type="http://schemas.openxmlformats.org/officeDocument/2006/relationships/notesMaster" Target="/ppt/notesMasters/notesMaster1.xml" Id="R9ee033bde4ea4c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5744a19c504df7" /><Relationship Type="http://schemas.openxmlformats.org/officeDocument/2006/relationships/notesMaster" Target="/ppt/notesMasters/notesMaster1.xml" Id="R6dd66f7b428f49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51c0da89f44efb" /><Relationship Type="http://schemas.openxmlformats.org/officeDocument/2006/relationships/notesMaster" Target="/ppt/notesMasters/notesMaster1.xml" Id="R3ae7b8943cca4c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640c0b86bf4d99" /><Relationship Type="http://schemas.openxmlformats.org/officeDocument/2006/relationships/notesMaster" Target="/ppt/notesMasters/notesMaster1.xml" Id="R8fda3447f99a47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c0757bf8cb4b1b" /><Relationship Type="http://schemas.openxmlformats.org/officeDocument/2006/relationships/notesMaster" Target="/ppt/notesMasters/notesMaster1.xml" Id="Rd3f0b14ff60c41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0ccb1c99d943f1" /><Relationship Type="http://schemas.openxmlformats.org/officeDocument/2006/relationships/notesMaster" Target="/ppt/notesMasters/notesMaster1.xml" Id="R9d467b7e25244b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7dacb6a4f04ac0" /><Relationship Type="http://schemas.openxmlformats.org/officeDocument/2006/relationships/notesMaster" Target="/ppt/notesMasters/notesMaster1.xml" Id="R1bca7b38dfee43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7bd1d8dfe44549" /><Relationship Type="http://schemas.openxmlformats.org/officeDocument/2006/relationships/notesMaster" Target="/ppt/notesMasters/notesMaster1.xml" Id="R473e4538465946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6937c029404b96" /><Relationship Type="http://schemas.openxmlformats.org/officeDocument/2006/relationships/notesMaster" Target="/ppt/notesMasters/notesMaster1.xml" Id="R40d1a16cb49b4b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a12ef8cd104f93" /><Relationship Type="http://schemas.openxmlformats.org/officeDocument/2006/relationships/notesMaster" Target="/ppt/notesMasters/notesMaster1.xml" Id="R3befe752eb0549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ad11d767b44b5c" /><Relationship Type="http://schemas.openxmlformats.org/officeDocument/2006/relationships/notesMaster" Target="/ppt/notesMasters/notesMaster1.xml" Id="R38d58dbb372347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ca5819d6514f9d" /><Relationship Type="http://schemas.openxmlformats.org/officeDocument/2006/relationships/notesMaster" Target="/ppt/notesMasters/notesMaster1.xml" Id="Re8daf5e9cbfd49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9dbf3e782c640ca" /><Relationship Type="http://schemas.openxmlformats.org/officeDocument/2006/relationships/notesMaster" Target="/ppt/notesMasters/notesMaster1.xml" Id="Rf17c50e8405546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7c56212a5c418e" /><Relationship Type="http://schemas.openxmlformats.org/officeDocument/2006/relationships/notesMaster" Target="/ppt/notesMasters/notesMaster1.xml" Id="R43a1b5ce30d348f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8eb207504e467e" /><Relationship Type="http://schemas.openxmlformats.org/officeDocument/2006/relationships/notesMaster" Target="/ppt/notesMasters/notesMaster1.xml" Id="R44a77a4dc25d46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31ece338294300" /><Relationship Type="http://schemas.openxmlformats.org/officeDocument/2006/relationships/notesMaster" Target="/ppt/notesMasters/notesMaster1.xml" Id="R3b8fec2368af45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9d1f3ecf9d34bed" /><Relationship Type="http://schemas.openxmlformats.org/officeDocument/2006/relationships/notesMaster" Target="/ppt/notesMasters/notesMaster1.xml" Id="R363486c66cc14d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4bd3875d304ef3" /><Relationship Type="http://schemas.openxmlformats.org/officeDocument/2006/relationships/notesMaster" Target="/ppt/notesMasters/notesMaster1.xml" Id="Rdb12a742d8fb4e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bd6aa00e9c4e38" /><Relationship Type="http://schemas.openxmlformats.org/officeDocument/2006/relationships/notesMaster" Target="/ppt/notesMasters/notesMaster1.xml" Id="R5b7d8ccf304145b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0cc4fac702e4623" /><Relationship Type="http://schemas.openxmlformats.org/officeDocument/2006/relationships/notesMaster" Target="/ppt/notesMasters/notesMaster1.xml" Id="Rc34db2c1d6f149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d7b4c2217b4e3a" /><Relationship Type="http://schemas.openxmlformats.org/officeDocument/2006/relationships/notesMaster" Target="/ppt/notesMasters/notesMaster1.xml" Id="Rc28581867c7a44d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e6ac82e56b049f3" /><Relationship Type="http://schemas.openxmlformats.org/officeDocument/2006/relationships/notesMaster" Target="/ppt/notesMasters/notesMaster1.xml" Id="Rb5f1247fabeb45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7c34cad67d44a6" /><Relationship Type="http://schemas.openxmlformats.org/officeDocument/2006/relationships/notesMaster" Target="/ppt/notesMasters/notesMaster1.xml" Id="Rd5fc49caf58b49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28c934c4be4f2d" /><Relationship Type="http://schemas.openxmlformats.org/officeDocument/2006/relationships/notesMaster" Target="/ppt/notesMasters/notesMaster1.xml" Id="R955cf0a95dad424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ef0bed22e34c5d" /><Relationship Type="http://schemas.openxmlformats.org/officeDocument/2006/relationships/notesMaster" Target="/ppt/notesMasters/notesMaster1.xml" Id="R336000196b94460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586413772b04b15" /><Relationship Type="http://schemas.openxmlformats.org/officeDocument/2006/relationships/notesMaster" Target="/ppt/notesMasters/notesMaster1.xml" Id="R44171b6e33ca444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c87d42ed1184bb0" /><Relationship Type="http://schemas.openxmlformats.org/officeDocument/2006/relationships/notesMaster" Target="/ppt/notesMasters/notesMaster1.xml" Id="Re2f58d66ee5c426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b0fede625cf44fe" /><Relationship Type="http://schemas.openxmlformats.org/officeDocument/2006/relationships/notesMaster" Target="/ppt/notesMasters/notesMaster1.xml" Id="R2cfa7940b0a047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d4c0e505dba4d71" /><Relationship Type="http://schemas.openxmlformats.org/officeDocument/2006/relationships/notesMaster" Target="/ppt/notesMasters/notesMaster1.xml" Id="Re461a0d767a945d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e304dbd01384609" /><Relationship Type="http://schemas.openxmlformats.org/officeDocument/2006/relationships/notesMaster" Target="/ppt/notesMasters/notesMaster1.xml" Id="Rc83bb46ca62641c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65925b1077143f4" /><Relationship Type="http://schemas.openxmlformats.org/officeDocument/2006/relationships/notesMaster" Target="/ppt/notesMasters/notesMaster1.xml" Id="R520f50ef3250499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30550f2ab5744eb" /><Relationship Type="http://schemas.openxmlformats.org/officeDocument/2006/relationships/notesMaster" Target="/ppt/notesMasters/notesMaster1.xml" Id="R6fa7c15e73ea486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a4653e053c34fad" /><Relationship Type="http://schemas.openxmlformats.org/officeDocument/2006/relationships/notesMaster" Target="/ppt/notesMasters/notesMaster1.xml" Id="R693e0c8ee36a474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add9995060a410f" /><Relationship Type="http://schemas.openxmlformats.org/officeDocument/2006/relationships/notesMaster" Target="/ppt/notesMasters/notesMaster1.xml" Id="R62d6ff909f0e4ac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2eca2744a8c48dd" /><Relationship Type="http://schemas.openxmlformats.org/officeDocument/2006/relationships/notesMaster" Target="/ppt/notesMasters/notesMaster1.xml" Id="R2de5e5c40b7f456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988dd45f19b4e5b" /><Relationship Type="http://schemas.openxmlformats.org/officeDocument/2006/relationships/notesMaster" Target="/ppt/notesMasters/notesMaster1.xml" Id="Rb29c2e8c6705452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2c7d8de75dd4f81" /><Relationship Type="http://schemas.openxmlformats.org/officeDocument/2006/relationships/notesMaster" Target="/ppt/notesMasters/notesMaster1.xml" Id="R774139692d464df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e5ba12189ee4d81" /><Relationship Type="http://schemas.openxmlformats.org/officeDocument/2006/relationships/notesMaster" Target="/ppt/notesMasters/notesMaster1.xml" Id="R9f6e95ada21a4c5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651fc4d5d8f416d" /><Relationship Type="http://schemas.openxmlformats.org/officeDocument/2006/relationships/notesMaster" Target="/ppt/notesMasters/notesMaster1.xml" Id="Rf9cd6549749b4ae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dadda2eddab49ce" /><Relationship Type="http://schemas.openxmlformats.org/officeDocument/2006/relationships/notesMaster" Target="/ppt/notesMasters/notesMaster1.xml" Id="R3cc025fa19e8419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ebc33d8db484c7e" /><Relationship Type="http://schemas.openxmlformats.org/officeDocument/2006/relationships/notesMaster" Target="/ppt/notesMasters/notesMaster1.xml" Id="Rf143f03bb548461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f7192fb952b4349" /><Relationship Type="http://schemas.openxmlformats.org/officeDocument/2006/relationships/notesMaster" Target="/ppt/notesMasters/notesMaster1.xml" Id="Re98f7db557d944c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9a68fbbb298484c" /><Relationship Type="http://schemas.openxmlformats.org/officeDocument/2006/relationships/notesMaster" Target="/ppt/notesMasters/notesMaster1.xml" Id="R37d02ffc6ac14cd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9e50f0fde7b4f95" /><Relationship Type="http://schemas.openxmlformats.org/officeDocument/2006/relationships/notesMaster" Target="/ppt/notesMasters/notesMaster1.xml" Id="Ra4a8c08270204e76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31c54748707405c" /><Relationship Type="http://schemas.openxmlformats.org/officeDocument/2006/relationships/notesMaster" Target="/ppt/notesMasters/notesMaster1.xml" Id="R54c42e9e02aa4baa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23bb8a252984358" /><Relationship Type="http://schemas.openxmlformats.org/officeDocument/2006/relationships/notesMaster" Target="/ppt/notesMasters/notesMaster1.xml" Id="Rf6d05f575bfe4d4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62aaa824ac94cb8" /><Relationship Type="http://schemas.openxmlformats.org/officeDocument/2006/relationships/notesMaster" Target="/ppt/notesMasters/notesMaster1.xml" Id="R9d023cfbd1654ac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59f2952d10c46a0" /><Relationship Type="http://schemas.openxmlformats.org/officeDocument/2006/relationships/notesMaster" Target="/ppt/notesMasters/notesMaster1.xml" Id="Rb72b648b5eba4ac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2f18b2a9b054a2f" /><Relationship Type="http://schemas.openxmlformats.org/officeDocument/2006/relationships/notesMaster" Target="/ppt/notesMasters/notesMaster1.xml" Id="Rfc257d8ea5a1410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350da74a466450b" /><Relationship Type="http://schemas.openxmlformats.org/officeDocument/2006/relationships/notesMaster" Target="/ppt/notesMasters/notesMaster1.xml" Id="Rc5fa33465d684a2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451867c3bfe24301" /><Relationship Type="http://schemas.openxmlformats.org/officeDocument/2006/relationships/notesMaster" Target="/ppt/notesMasters/notesMaster1.xml" Id="Rcd9c7b1d66a441b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3991f081b174242" /><Relationship Type="http://schemas.openxmlformats.org/officeDocument/2006/relationships/notesMaster" Target="/ppt/notesMasters/notesMaster1.xml" Id="R0051b2f54a0b4bc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d31c33f46424768" /><Relationship Type="http://schemas.openxmlformats.org/officeDocument/2006/relationships/notesMaster" Target="/ppt/notesMasters/notesMaster1.xml" Id="R09cffd28d6c14b1d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afec7e50be44a05" /><Relationship Type="http://schemas.openxmlformats.org/officeDocument/2006/relationships/notesMaster" Target="/ppt/notesMasters/notesMaster1.xml" Id="Rdbd4307770e2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9a47ffde34f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dca0870a7142b5" /><Relationship Type="http://schemas.openxmlformats.org/officeDocument/2006/relationships/slideLayout" Target="/ppt/slideLayouts/slideLayout1.xml" Id="R4930cf71d1e0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30cf71d1e0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2ab144a4401c" /><Relationship Type="http://schemas.openxmlformats.org/officeDocument/2006/relationships/notesSlide" Target="/ppt/notesSlides/notesSlide1.xml" Id="R3eeaa1bebd3542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aff9f3d114f90" /><Relationship Type="http://schemas.openxmlformats.org/officeDocument/2006/relationships/notesSlide" Target="/ppt/notesSlides/notesSlide2.xml" Id="R778003856a3a4e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f9994a27546c8" /><Relationship Type="http://schemas.openxmlformats.org/officeDocument/2006/relationships/notesSlide" Target="/ppt/notesSlides/notesSlide3.xml" Id="Ree98ebb961d449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3ab1b5a34469b" /><Relationship Type="http://schemas.openxmlformats.org/officeDocument/2006/relationships/notesSlide" Target="/ppt/notesSlides/notesSlide4.xml" Id="Reb3b866c7e4743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8a427840b4433" /><Relationship Type="http://schemas.openxmlformats.org/officeDocument/2006/relationships/notesSlide" Target="/ppt/notesSlides/notesSlide5.xml" Id="Re8616fd0cf38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5854fe507455a" /><Relationship Type="http://schemas.openxmlformats.org/officeDocument/2006/relationships/notesSlide" Target="/ppt/notesSlides/notesSlide6.xml" Id="R3cfa998441fc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63d5075bb4b70" /><Relationship Type="http://schemas.openxmlformats.org/officeDocument/2006/relationships/notesSlide" Target="/ppt/notesSlides/notesSlide7.xml" Id="Ra2e2b64512ae46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e21bbb67e4a6e" /><Relationship Type="http://schemas.openxmlformats.org/officeDocument/2006/relationships/notesSlide" Target="/ppt/notesSlides/notesSlide8.xml" Id="Rd00644f10b574f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65f7759854ac1" /><Relationship Type="http://schemas.openxmlformats.org/officeDocument/2006/relationships/notesSlide" Target="/ppt/notesSlides/notesSlide9.xml" Id="Rba09866ec61240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e85f61d684696" /><Relationship Type="http://schemas.openxmlformats.org/officeDocument/2006/relationships/notesSlide" Target="/ppt/notesSlides/notesSlide10.xml" Id="R59db692a66e640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3a1ed360e4653" /><Relationship Type="http://schemas.openxmlformats.org/officeDocument/2006/relationships/notesSlide" Target="/ppt/notesSlides/notesSlide11.xml" Id="Rb0c56a07e0dc44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ff75adbfd497b" /><Relationship Type="http://schemas.openxmlformats.org/officeDocument/2006/relationships/notesSlide" Target="/ppt/notesSlides/notesSlide12.xml" Id="R9169be2c61334e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7677b1c54d62" /><Relationship Type="http://schemas.openxmlformats.org/officeDocument/2006/relationships/notesSlide" Target="/ppt/notesSlides/notesSlide13.xml" Id="Rd444c6848f6443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932621d49466d" /><Relationship Type="http://schemas.openxmlformats.org/officeDocument/2006/relationships/notesSlide" Target="/ppt/notesSlides/notesSlide14.xml" Id="R546a3fd9a66c4d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765d2500e48dd" /><Relationship Type="http://schemas.openxmlformats.org/officeDocument/2006/relationships/notesSlide" Target="/ppt/notesSlides/notesSlide15.xml" Id="Rf5501edabefd45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8c1cc04704757" /><Relationship Type="http://schemas.openxmlformats.org/officeDocument/2006/relationships/notesSlide" Target="/ppt/notesSlides/notesSlide16.xml" Id="R274df840ace345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8e56cb64b45b3" /><Relationship Type="http://schemas.openxmlformats.org/officeDocument/2006/relationships/notesSlide" Target="/ppt/notesSlides/notesSlide17.xml" Id="R4ce630170b2c49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8039cd83f44e7" /><Relationship Type="http://schemas.openxmlformats.org/officeDocument/2006/relationships/notesSlide" Target="/ppt/notesSlides/notesSlide18.xml" Id="Ra2b4b9485adf45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6020af0e24234" /><Relationship Type="http://schemas.openxmlformats.org/officeDocument/2006/relationships/notesSlide" Target="/ppt/notesSlides/notesSlide19.xml" Id="R6cb978880d104a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6716e90404c17" /><Relationship Type="http://schemas.openxmlformats.org/officeDocument/2006/relationships/notesSlide" Target="/ppt/notesSlides/notesSlide20.xml" Id="R850960d7c44e4e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9327f65d48c9" /><Relationship Type="http://schemas.openxmlformats.org/officeDocument/2006/relationships/notesSlide" Target="/ppt/notesSlides/notesSlide21.xml" Id="Rd2c1982c864749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397df66724257" /><Relationship Type="http://schemas.openxmlformats.org/officeDocument/2006/relationships/notesSlide" Target="/ppt/notesSlides/notesSlide22.xml" Id="R33a3d3954b0149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de45336a4a81" /><Relationship Type="http://schemas.openxmlformats.org/officeDocument/2006/relationships/notesSlide" Target="/ppt/notesSlides/notesSlide23.xml" Id="Re00f5f6687ee4d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8bbec4e0d483c" /><Relationship Type="http://schemas.openxmlformats.org/officeDocument/2006/relationships/notesSlide" Target="/ppt/notesSlides/notesSlide24.xml" Id="R44934f70d67946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d8ddbd5c34b68" /><Relationship Type="http://schemas.openxmlformats.org/officeDocument/2006/relationships/notesSlide" Target="/ppt/notesSlides/notesSlide25.xml" Id="Ra591c0b5385f450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42d25cdec44c5" /><Relationship Type="http://schemas.openxmlformats.org/officeDocument/2006/relationships/notesSlide" Target="/ppt/notesSlides/notesSlide26.xml" Id="R6aa5d5fd0f2e4d2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9f60b50aa4fa6" /><Relationship Type="http://schemas.openxmlformats.org/officeDocument/2006/relationships/notesSlide" Target="/ppt/notesSlides/notesSlide27.xml" Id="Rbd9151293a4949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d989549e148a6" /><Relationship Type="http://schemas.openxmlformats.org/officeDocument/2006/relationships/notesSlide" Target="/ppt/notesSlides/notesSlide28.xml" Id="R3dea10205f7a438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bee7b596047fe" /><Relationship Type="http://schemas.openxmlformats.org/officeDocument/2006/relationships/notesSlide" Target="/ppt/notesSlides/notesSlide29.xml" Id="R11accf7b664843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7d028482c45eb" /><Relationship Type="http://schemas.openxmlformats.org/officeDocument/2006/relationships/notesSlide" Target="/ppt/notesSlides/notesSlide30.xml" Id="Re89cfd9ff5004d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4f9f1b7ba4e73" /><Relationship Type="http://schemas.openxmlformats.org/officeDocument/2006/relationships/notesSlide" Target="/ppt/notesSlides/notesSlide31.xml" Id="R94a306df8b014a9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0ed0411a04f13" /><Relationship Type="http://schemas.openxmlformats.org/officeDocument/2006/relationships/notesSlide" Target="/ppt/notesSlides/notesSlide32.xml" Id="R5067c4663fd346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85f8c59d3408c" /><Relationship Type="http://schemas.openxmlformats.org/officeDocument/2006/relationships/notesSlide" Target="/ppt/notesSlides/notesSlide33.xml" Id="R1ec2f18475ad483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4ebc3d0974a62" /><Relationship Type="http://schemas.openxmlformats.org/officeDocument/2006/relationships/notesSlide" Target="/ppt/notesSlides/notesSlide34.xml" Id="Rd6902c7fdbd340e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06b8580d94c18" /><Relationship Type="http://schemas.openxmlformats.org/officeDocument/2006/relationships/notesSlide" Target="/ppt/notesSlides/notesSlide35.xml" Id="R123f77a3240842d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3b349bd874351" /><Relationship Type="http://schemas.openxmlformats.org/officeDocument/2006/relationships/notesSlide" Target="/ppt/notesSlides/notesSlide36.xml" Id="Rc0e183ed84ba4ac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4a8350f574c8e" /><Relationship Type="http://schemas.openxmlformats.org/officeDocument/2006/relationships/notesSlide" Target="/ppt/notesSlides/notesSlide37.xml" Id="R29b95ac72595402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2efd541b44351" /><Relationship Type="http://schemas.openxmlformats.org/officeDocument/2006/relationships/notesSlide" Target="/ppt/notesSlides/notesSlide38.xml" Id="R19e969bc21ae4d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62acc604c4f21" /><Relationship Type="http://schemas.openxmlformats.org/officeDocument/2006/relationships/notesSlide" Target="/ppt/notesSlides/notesSlide39.xml" Id="Re9aeb4d642aa45a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c5c74eec44f75" /><Relationship Type="http://schemas.openxmlformats.org/officeDocument/2006/relationships/notesSlide" Target="/ppt/notesSlides/notesSlide40.xml" Id="R5420892c5f8c49b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d808ce48c44e0" /><Relationship Type="http://schemas.openxmlformats.org/officeDocument/2006/relationships/notesSlide" Target="/ppt/notesSlides/notesSlide41.xml" Id="R78cbda4309dd4e1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07b03f76f4751" /><Relationship Type="http://schemas.openxmlformats.org/officeDocument/2006/relationships/notesSlide" Target="/ppt/notesSlides/notesSlide42.xml" Id="R53d55959fd07450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51866df84470b" /><Relationship Type="http://schemas.openxmlformats.org/officeDocument/2006/relationships/notesSlide" Target="/ppt/notesSlides/notesSlide43.xml" Id="R97bb07353c3f433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3a743e4b145f2" /><Relationship Type="http://schemas.openxmlformats.org/officeDocument/2006/relationships/notesSlide" Target="/ppt/notesSlides/notesSlide44.xml" Id="Rbfbc2706c3514df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5e6a941344e7e" /><Relationship Type="http://schemas.openxmlformats.org/officeDocument/2006/relationships/notesSlide" Target="/ppt/notesSlides/notesSlide45.xml" Id="R5012fe59fef64f1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23aeaaef34a9e" /><Relationship Type="http://schemas.openxmlformats.org/officeDocument/2006/relationships/notesSlide" Target="/ppt/notesSlides/notesSlide46.xml" Id="Rf61e230c7291472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10f2278de4994" /><Relationship Type="http://schemas.openxmlformats.org/officeDocument/2006/relationships/notesSlide" Target="/ppt/notesSlides/notesSlide47.xml" Id="Rdd1e372eafb9440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ee78dc1ff4bdf" /><Relationship Type="http://schemas.openxmlformats.org/officeDocument/2006/relationships/notesSlide" Target="/ppt/notesSlides/notesSlide48.xml" Id="R6a2340a2f0aa491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790d937c34041" /><Relationship Type="http://schemas.openxmlformats.org/officeDocument/2006/relationships/notesSlide" Target="/ppt/notesSlides/notesSlide49.xml" Id="R79c25b2a7f974b3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c9c5c3db14042" /><Relationship Type="http://schemas.openxmlformats.org/officeDocument/2006/relationships/notesSlide" Target="/ppt/notesSlides/notesSlide50.xml" Id="R73d1719f331c442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7920b33a14987" /><Relationship Type="http://schemas.openxmlformats.org/officeDocument/2006/relationships/notesSlide" Target="/ppt/notesSlides/notesSlide51.xml" Id="Rc9c2d081d19b4e3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55b24863941db" /><Relationship Type="http://schemas.openxmlformats.org/officeDocument/2006/relationships/notesSlide" Target="/ppt/notesSlides/notesSlide52.xml" Id="R76d1dd63aeb34bc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7f45e64e94d73" /><Relationship Type="http://schemas.openxmlformats.org/officeDocument/2006/relationships/notesSlide" Target="/ppt/notesSlides/notesSlide53.xml" Id="R75031ab93fee4d2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ee0e04e634cbc" /><Relationship Type="http://schemas.openxmlformats.org/officeDocument/2006/relationships/notesSlide" Target="/ppt/notesSlides/notesSlide54.xml" Id="R82797171d7df4f0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00162b1d4b7f" /><Relationship Type="http://schemas.openxmlformats.org/officeDocument/2006/relationships/notesSlide" Target="/ppt/notesSlides/notesSlide55.xml" Id="R9873d719df2343d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b041ec8e44ef6" /><Relationship Type="http://schemas.openxmlformats.org/officeDocument/2006/relationships/notesSlide" Target="/ppt/notesSlides/notesSlide56.xml" Id="Ra7de69825cd2445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7994273834864" /><Relationship Type="http://schemas.openxmlformats.org/officeDocument/2006/relationships/notesSlide" Target="/ppt/notesSlides/notesSlide57.xml" Id="Rcda9685f07a84dd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f41b4b9b34a52" /><Relationship Type="http://schemas.openxmlformats.org/officeDocument/2006/relationships/notesSlide" Target="/ppt/notesSlides/notesSlide58.xml" Id="Rdb9dd89774024f5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ebe28644447c3" /><Relationship Type="http://schemas.openxmlformats.org/officeDocument/2006/relationships/notesSlide" Target="/ppt/notesSlides/notesSlide59.xml" Id="Rbc8767ae9509409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50570fc904432" /><Relationship Type="http://schemas.openxmlformats.org/officeDocument/2006/relationships/notesSlide" Target="/ppt/notesSlides/notesSlide60.xml" Id="Rf9c20772fe87454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82232ca684333" /><Relationship Type="http://schemas.openxmlformats.org/officeDocument/2006/relationships/notesSlide" Target="/ppt/notesSlides/notesSlide61.xml" Id="R94f674b784c9492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a9257fb024469" /><Relationship Type="http://schemas.openxmlformats.org/officeDocument/2006/relationships/notesSlide" Target="/ppt/notesSlides/notesSlide62.xml" Id="Rf83d21c41e1c41b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127ecd9c34350" /><Relationship Type="http://schemas.openxmlformats.org/officeDocument/2006/relationships/notesSlide" Target="/ppt/notesSlides/notesSlide63.xml" Id="R5437a86cdd284da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9044b83fd4f94" /><Relationship Type="http://schemas.openxmlformats.org/officeDocument/2006/relationships/notesSlide" Target="/ppt/notesSlides/notesSlide64.xml" Id="R07f8c7804e77465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fb4592df94139" /><Relationship Type="http://schemas.openxmlformats.org/officeDocument/2006/relationships/notesSlide" Target="/ppt/notesSlides/notesSlide65.xml" Id="R412a6a60b89c47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68884-A00B-4E62-8B5B-728C7CE4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A490C-0E2A-4AC8-A823-C9A12C6C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186B8-A66B-4D2E-A576-76C0AEEE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E8D6B-44EE-48DD-89A6-829DFC4D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231EB-095B-4813-ADB7-2BA57E32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Project Management and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8FBA7-D18F-4D79-9D6A-517DAFBA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Software Engineering &amp; Project Management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35F00-EECB-4CF7-B92F-BBFF3A1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38A4B-48E4-4723-938F-03369E2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F4FBA-7640-448C-871D-C6A9E5B8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358D5-FE4D-4B13-A94B-C220BA70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2594E-6E25-407A-9664-FC9479D1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6AA9-818A-4676-928D-F1C49A3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75746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3B637-F5B4-40DC-BBAD-8B754A5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73DA8-D66C-4081-A84F-269CAC70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DBC3F-2B11-4909-983E-88A6D52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99340-9F43-4685-B971-2FC03C7A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6A247-FE71-4411-B477-E434792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77CBE-3757-4FEC-9347-4F3993B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A43CD-290D-46F2-9EFB-851D5A1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6EDBE-C516-4F49-9271-7386D66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34B1A-AFC5-484F-8F42-D7468E8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41376-4E15-4501-A16F-3D893C16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92C85-AA70-43F4-AF04-0A656CF0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BA203-B5F5-4DD2-B8E4-BC63C1C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E7416-E8FC-49F7-9FA9-49B5B867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268823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4A51E-94E2-4AE1-8BBC-89998774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B6045-A182-4DC9-96D9-D9A050A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DCDC2-0FF5-491C-936B-058E7C1B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45792-D5C1-4AE2-B812-7B0D961A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A1389-4885-4CD3-8642-05582AF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049B8-2667-4D7F-8C1A-4B6128B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D3F01-4054-45CD-A5D9-595C7F2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Project and importance of project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309CD-FCAA-40F3-B2C8-24A9C995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CB735-2ECA-4740-85E5-D42FCB0E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Contract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C65DC-F9B0-4DA6-9154-00E5928C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DC00D-19BE-458B-8DF9-E9B2465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Activities covered by software project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F03FB-916D-4F70-9257-64C1F133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2BC27-AFF1-4D29-A946-09EB605D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Plans methods and methodologies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D25A3-3FE0-4C1B-AE28-1C19F393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BDAC6-1F4B-40E2-A622-BB80B41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Categorizing software 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255AB-4F26-425D-BA2E-3139602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E0256-6D21-4FF3-A43A-C751C8C1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Stakeholders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5931E-833F-47E7-9CC7-5951480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365F3-DBA5-49E8-883A-A85F7FFB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Setting objectives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0823B-2B11-49EB-A42C-B0499262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28343-9401-452E-9CA1-59A314A9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Business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021C9-E510-4B8A-A54A-FD1A5122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FE352-136B-4866-A7E5-06D4672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Project success and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C8349-A2CE-450A-ABF4-31412C77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+ 6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885059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3EA54-E047-4BA9-AA87-325136C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808D0-9F85-43B9-BD1C-7580D8C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BE9C0-3DF9-437D-B04F-A4EA0C9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6B883-8614-4C72-8C7F-8A4644E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E5770-A12F-45F3-8C45-B1C6587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and importance of project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940B4-7CC6-4FFF-857B-66A94F35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113B5-3846-4E30-806D-BCBEB95C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Project and importance of project management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744C3-0177-48BE-B409-BFEF1D11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A05D0-A868-40E6-96FE-CF2D740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CF760-1A5B-4F70-9DE0-58721364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26CEA-237A-4727-9D6F-24E09CB9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96524-3CB7-4DED-AC50-BBB4E732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986F6-9841-464C-B213-34253F20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82365-AF0E-4B01-96DA-054F272C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04CC0-A179-4CA1-AA13-CFC53BF8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522EB-625F-4635-AADA-00299771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D7FE0-3C79-420B-868D-B113AB5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91950-66D2-4490-A7B6-7ED681F2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project and importance of project management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44611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37F82-FBEE-4188-B761-7BF3EA36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07863-C1BE-4248-92B0-A9CE2DD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BD03-F5ED-4C3E-9141-ABF658A6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6E274-3319-488A-86DA-550580B2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C255F-A6B2-4548-A804-0CEAC25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and importance of project management: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78B51-43AE-413A-8385-1CBEEA1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Project and importance of projec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4078-48F8-4114-A2E6-210940E8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7E935-C741-41EC-B9F3-6223B73E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29C4F-CE07-47BE-8A39-398E080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52082-FEFC-44B4-AAA8-15161AA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56890-69E0-4229-B165-3E05772C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859246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707BE6-7B65-44F0-B829-436FBAF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6CAE1-493E-4204-90E2-177E381E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5C048-9D02-4E50-A133-181B3EB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7EBE5-70AE-41C7-8079-BB9B6A4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1E0A7-651A-42E3-BA16-7E47D63C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and importance of project management: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06865-55AA-43E4-9370-3B5B0B4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69F6A-6652-4D37-A786-33A334C9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47004-5E31-42BE-BF39-8C00622B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1E6A4-97FE-4C7A-899B-135DEFB4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4C755-138F-4F4D-8E44-50EB62FF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34C2C-DCE6-47E4-99C0-1A84B08F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4F1D7-9B2C-4C7B-82D4-AEAA90B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ADBA6-66A3-42A8-ADEE-316CE586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D55DA-9661-4075-A86B-33940764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E407F-9B28-4A9E-8EF5-29763844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88425-EF0E-4A6C-A95D-FAB4AC0A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816A9-FAC8-449D-9C16-5955489F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90FC3-64EF-4794-A5FD-46EBE7A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CEFBF-46E9-4767-9322-D4F079A1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3E612-DC5C-470C-99CA-B18A80A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68A2E-7AAD-4A78-8A34-3DE11B52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CABF4-CB48-42E9-A5E8-94CD629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0AAF2-E660-4064-B17E-E90A9ED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4E6F1-4C0D-4D0F-8CC8-42345F75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5FD75-1F1C-4626-BC4E-BCB2847B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9D49D-6097-4A9B-B8DD-D92D6D30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C1DE26-A342-49AB-9098-2D79A6F8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B9C4A9-5FA0-48C7-8B14-D2A5E450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5C8EC-926E-409E-89CA-84A6C0B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39E0C-4E80-4B95-84C9-C3CEA9F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DA51A-85B3-4B91-99FB-807AF2B9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project and importance of project management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2514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C7EFA-B417-45AC-AD8F-F281ED2A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9FE07-B8D7-482B-A483-D7641E82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CCB87-4E4E-4651-BF31-FAB76D4C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3C3FD-2548-45E7-AA68-19DC38A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FD6EB-3511-4C72-8D19-12E4F000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Contract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C6C5F-68A6-4108-A61E-FFEA33EB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B8DA-989E-45CA-A771-BB3C5F4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Contract management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7A91D-B05A-49E6-9C2D-A00DBF5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05C0B-0C86-44EB-A10C-57D9F87D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CB205-6EB3-4A65-8BFE-15A220B1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679D0-9ED4-4F46-B9E3-69017FBF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5E971-7E5F-4EBD-AF6E-46211A43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B4C48-DDAC-4082-BCCE-9B77476D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60521-012D-450A-927A-C1E5CCD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E1F11-8CE4-4D36-AFBC-DEBE1E59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FD1E0-BABA-4902-94B4-FF56EF9E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4905C-6369-4904-8090-A036E94F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C59B6-A212-4978-8754-74049BD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contract management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30553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57008-60A2-49BC-92B9-1C6CDE4F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6643F-60B1-484A-A75C-14182865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F4EED-FD41-4BBF-B9CE-301561A2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CDEDD-2E9A-4C27-8E36-CEF0752D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5164-8115-477E-8754-1AB08512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Contract management: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CC155-E395-4A44-B723-E134EC6E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Contract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A4A3-03E5-418F-8C09-8647E9D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D0330-2BA8-4BC4-8B77-BCA17AAE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953E5-25AD-42A9-BE36-D7EFCFB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B0527-6466-4FFE-8384-CD7E877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50D6D-FB38-4A04-9476-F51488F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068110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24E23-56CF-459B-B862-6CD6AFE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DDF41-634B-4B0F-9AE6-144DCB1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1DF96-A403-4323-8BF8-5325EE1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F4F61-89CD-44E4-9F4D-2F68D66A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9F04B-9E50-4967-AF72-816777A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Contract management: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E6D37-7F0C-4022-A926-FA24C34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1EE88-0512-4644-BB29-1DA77AF0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14770-CF22-42A5-9F91-92BD421E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37502-DDAD-4BCA-956B-CE04C7E9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FBADC-6DE9-4972-A770-CD10AB24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9E415-21D5-4BC5-B23C-C67CBF9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F3AC2-5FD1-44A0-BC0A-663F5EF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509C2-BF11-4FE9-803B-0E0E8FEC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177A5-4B66-4AD4-89DA-5B9E3CD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C944A-A31B-495E-81D4-462CB5E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F382A-B165-483B-99F6-0D47F09E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8AED9-F799-469E-A7DF-BB5ECE99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4A31C-92F4-4935-AE94-3E658B5C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7BCA1-F474-4BBB-A73C-A32ADD6A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29866-3A4B-40AE-8458-E771821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9183E-73ED-4D7E-9B67-7D35310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0B746-35D2-435B-9DDD-57023A63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E3015-5213-4D25-90EA-9775B829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C4969-8C75-413F-86CC-EEA8A6B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F91B3-3A37-475A-AE23-FBB1E2A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7E672-3CE1-4D7A-A77B-AAC2F753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597DAF-5C2A-49B9-99AF-965400E0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512B1F-AF35-4EB6-B260-BF09908C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E656FA-30E8-4F59-B2C8-60239171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34A0A-6E13-4D78-B8F5-70FDF04E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8EEF7-A21A-49FF-B04C-A17FC816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contract management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536080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E51BA-AECA-4149-B370-3E241C64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30868-E88B-4F3D-A16B-31CE901E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17DCF-E664-4E28-ACD8-2FC25BFD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C772D-140F-4339-8BA2-C3D50919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6D9BB-C094-4C8B-95DB-E8A07218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Contract management: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C7650-A21C-4FCC-BB92-05A327F5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CA0BF-68CD-41AB-8254-64ED483D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56516-1AD4-402B-A937-7C52425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3B608-8F68-45B1-8131-4296175E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4E6CA-6A24-440B-AAE7-85087E0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4B00E-E1FA-40BE-9AF9-F095910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Contract management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BDEB8-15FE-4F0D-9C81-714EDD9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7B3E1-08F8-4887-9AAD-01E4C06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82F0E-2D96-4E4F-930C-D06F838F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50C1D-4D7E-4C4A-8F89-E59A57C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9A3DB-5E1C-476A-B7FA-ACC0EF1E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7B50D-7D25-4423-B3A8-C6EF04B3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BB9E7-28D2-4379-852F-8D072DA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16281-5899-4865-BE4E-D1379D8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6257D-FC2F-46BD-84C2-D01FED14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1CD28-2FCF-4FE7-85AA-25116FB0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915892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B3506-9A2B-4FA8-8587-203E9DAD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D77D4-450E-41B8-B587-C45F6071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B0FFB-2074-4DD2-AD77-43180C1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1B0AA-C94D-49D1-A1F6-603519B3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E3F3F-5A79-49D6-9C1E-597B687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Activities covered by software project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BCFEA-19BD-4539-8816-2A59C4F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9672A-762B-43E2-8DC1-C969F7B4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Activities covered by software project management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65A80-A1D9-4FDE-A779-3AF15E84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692BE-5F26-450E-AD83-C3AE928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82158-91DB-4B9E-929E-9E7027A2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8DEDE-4FF5-4AB8-AAD5-9D704A0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FC5F4-5303-4E2E-8449-637573F4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44482-1908-4458-8C22-066BC794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C4693-B664-48BD-9026-2EFA2690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F1581-FA5B-499E-8099-28C6CD7A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C4570-2227-4B3D-90A9-CB72F76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1555B-4313-4557-B11F-36742862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F2714-7366-44B5-8BC0-054C043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activities covered by software project management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83976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A401E-D76C-49CC-935D-BA958CB8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DDAD-6737-42EF-ACA7-A27ACE9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FB821-B434-44C2-A193-2659039E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261BB-CEBA-48A2-B2C7-66D228A9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364B2-A333-4E81-9459-5AC7C47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Activities covered by software project management: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1F1FA-8F38-4F91-B40F-267F344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Activities covered by software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F0C72-F0BC-4A7A-BF6F-2536431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1B20D-9237-4420-9231-BA99A15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AD02F-990B-4AC2-84CD-37E1070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91714-DA12-4E85-A1B1-0A66884F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FB412-5E98-46AD-9B86-8C1306FE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4054818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100337-5AD8-4281-8EF7-A9E417A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D46E3-BA63-48CE-9DFF-9DB85F3E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BBC0-85F9-4D17-B030-2F4F66B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7DECA-A3DD-4B27-A4AB-BC111E3E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6AF72-A921-4F1B-9BEF-8510C8B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Activities covered by software project management: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8273B-F0AC-4A80-BE7A-1EDAD15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795BA-1A46-4052-AF61-1235184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9BB00-7994-433B-AD5A-2C2024BC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1D483-9663-4E4E-9958-B07CCD3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BB3AA-9EB6-4041-B342-E01DA22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7F36D-7597-4AA2-B22D-2D62C50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F945D-FACD-4E2E-ADE5-E1F35422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D016E-9D59-4514-87EB-D2A70890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D8A8B-D07C-4729-965C-3C80785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6CB8F-2BAD-4E15-8050-41DC6A3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0C6B9-2715-49DA-A55D-A8579342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3BC80-42DB-42D1-AC4F-279CFEE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423E2-AACA-4488-BFC4-C8FA15B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2C2EB-C444-462D-9263-B177BB0C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26D91-9BE8-4767-845F-A37656AF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8AC22-10A1-4D48-84AF-09EE38D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F5117-6B1A-4CCF-BD60-AECD40FF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F4A80-CBB5-48D4-8608-5CEBF9AB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8239E-997E-4FEE-9ECC-A2DC8BA0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0BF31-7D15-4522-897F-7442ABB4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F60BC-680C-4673-B998-74170194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74A69-780F-4103-A956-EAE1357B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95AA9E-37AE-4B0D-9491-2AC93F3A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D4AF8-3B4D-4389-8E44-4AB8C0DC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DA6B5A-ADB6-40CD-8D68-23101D65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DDDD81-7466-4D79-919F-894732FC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activities covered by software project management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000554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0E9AE-B206-4BC3-AC3F-76B156CB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6F137-4015-4552-9BE7-A0ACEE36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7D162-8766-40A3-8D87-D9D4BDAA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97190-6CCF-48BB-A0AD-2757F09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713F8-8E93-4C04-84F8-C115241E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Plans methods and methodologies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144B2-9480-4175-AD9F-68F07BB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D94CF-5F3D-4FA2-A760-79442F74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Plans methods and methodologies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15B5C-A598-42B0-B883-47CB3057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9B8DC-24B3-48C4-862B-97C92839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F2AA2-A43B-41F1-9499-10AE1AF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690B2-909C-408F-8193-45904C6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DEFB2-AFD1-4A36-8445-39A31CC4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947DA-9528-43D0-883D-B1DFCD8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4E8D8-EA9A-475E-8B52-51DFFEF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C2ED6-1DD0-4FCC-A4AB-D5FCA3E5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67714-9AA1-4617-909A-51D26C2B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12B00-7D48-4979-91D4-C1E2F2DC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55599-C333-41BB-B776-4CDE6F9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plans methods and methodologies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886726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43A04-78B0-4456-A568-50472C2E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C3379-A620-469C-8DE4-548C350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4F038-95AF-4D9B-8726-8B968B3F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E46F2-60A3-4027-9043-E9F97A9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7B3F7-7923-4F79-9ECF-28F9A78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Plans methods and methodologies: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7D976-9EB8-4F11-ABF6-DA1568A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Plans methods and methodologies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4A24B-58D2-4843-B501-2F9D3BA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8153-C091-412F-BE97-0048E4A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E1128-8541-4EF8-A3C3-3EA509C7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32027-F7AF-47FF-A480-4F0ABFC2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F9FC1-51F7-44BC-8E41-CAE5D6D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836300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D388A9-AEC1-4796-B94A-2FB6D2A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F5056-E76F-4879-84A5-48D41834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4817-1127-4A8D-A3F2-B8ABC0BF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EF68A-3198-45F8-8C30-5CED0F4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202FD-DFD3-47AB-A847-35A5FCB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Plans methods and methodologies: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083E7-D8C3-4E88-914B-D0230DBD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BB9FB-FC8F-43DA-AF9C-15D8A37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1B0A0-1513-4880-B4EA-D4C8F9EE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19756-F4D4-46C2-AD82-8A941EF6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8FA80-2258-4001-86C1-F14F327D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F648A-3402-4CB1-B598-247D8738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B4E1A-331B-4DA1-B28D-193FF8E1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24D84-8311-4735-BF90-B5896772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0F49E-956A-4AFF-9D2C-F282A4DE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D4D6D-8CF3-4D77-80D7-4C7F30E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E5E2C-BEB4-48CC-A949-2BE3EF99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0E513-ED41-46E9-B64A-02F7C35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3E1A9-84D3-4E65-9923-0C1F3EE9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0B406-0FF3-4E16-AAC1-FC4920A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F8D59-3B44-4154-B058-7EBC3D61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E5B41-876E-433B-8AC7-EE6243F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2FB4A-040C-4AE0-A0FF-A5DC43E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AD96F-28E5-4A9A-BDBC-F4FD3A3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EEF736-4DA9-4415-A422-A34819A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DB924-AD88-4634-B05F-2A265DA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BD109-4FB3-44AD-A112-CF953604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CCB1B-E3E1-4F0F-AE35-36B7EE42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3B0B4-61D2-4A27-88CE-F0317F9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77EBB9-C469-41E1-B92D-35A57865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281859-1436-420C-B5E1-CF97067C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73F70-1C02-4722-A6E0-BE47E0C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plans methods and methodologies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167140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38C72-E87A-4EA0-9C3D-075F4F29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44185-F002-4F46-844F-1A0D9BBA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5553E-EBA6-44CF-A889-9430A6DB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91C5D-2767-4B21-BED2-E8E7705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A8113-2D24-41AA-930B-B9431E0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Categorizing software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30548-C2D7-4959-A280-3B6FD74A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75C6B-76A9-42A0-9CC3-4DA38275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Categorizing software projects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42E6D-E8C7-40C9-B054-C27C7E84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3EB39-B021-4889-81BE-1A6441E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BB894-DA65-40F4-A3F0-91424D8F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B7EAC-859D-4D5E-A8E9-0F39B193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57A47-1991-45C8-B0B2-5EC68DD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460C0-705F-4536-9A64-E589594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C5253-8DB9-456B-98A2-E0DDC5BE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C6DA9-C1FE-42B0-B848-CD54A9B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4BC7C-4575-4F37-BB3A-8A579CE9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C243B-9A97-43EE-8471-5CEDDDE8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C70A7-F151-43CC-9A4E-9E1353B7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categorizing software projects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379773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4A42C-6271-4E8A-9CB5-71C16F34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0179B-0D5D-475E-8BE5-25C73E9C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2BE91-8A28-484F-94C9-E5C032A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94C2F-4FF8-4003-91A3-55358776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8D14C-D807-4C78-8162-90086B2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Categorizing software projects: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2F6D6-022E-4815-9018-BCE2FE35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Categorizing software projects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BA3B0-AC34-46B2-A022-C347B7B4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C0853-FA55-436C-831D-2239F76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4D47F-416D-48D2-ACEB-ED248FC1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70498-E329-4A9D-AF53-392CAF8E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B22B2-0215-40BC-81B0-78DAC2C0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8870045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09685-A895-4F27-AF80-1AFC0004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E2127-15BF-407E-8BC6-66F0B209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70BDD-A696-4D85-83FD-AD0BB5B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CEB53-27D1-4774-B558-A2A9078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0085B-6D63-4D93-9B07-81B5C94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Categorizing software projects: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BC645-A064-47F6-8D35-1134487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3297F-D6B4-41A3-85E4-CB530A0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CD287-421A-4679-87E4-B3F4DB3D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9627-3F3B-48F1-834D-937FA6F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F997B-FF46-4AF1-B7D6-6F8D0B9E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B8C3D-7EE8-4430-9634-5177B5EB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2D9B1-F0F5-4459-BA11-DBF012AB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C672B-C755-4615-AB6E-55CF53E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E924C-67B9-413A-879A-A1182892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A9615-08DA-4F8E-9985-45CADA5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78660-9160-4A67-807F-1D8181E6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408F1-202A-44B2-955C-F982395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E6F1F-E923-49C1-B5B9-ABDEDAA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07E5F-5A38-4C65-A94C-676AFCBA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81CF7-AD1D-4A6D-BFDD-B5A2F69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37071-DAD3-486F-9261-3D81E28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FFA27-0739-47BF-81F1-35DBCC4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C19CD-B2BD-494E-8670-E2B034D3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3FA37-C9A4-44D1-9237-1A56D2B4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7A44C-1B28-492B-A938-99B1B582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E378D-F6F7-439A-833B-3FA12077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0C9EE-6D73-4473-BF1E-CF3169A3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A797F-E776-4D7E-AE34-AF03B7C5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9916C-2900-4C72-9126-A0F0BBD1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985C96-4C9F-4DF6-AEE2-0646729C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8E8D57-8DB9-4028-963E-BE886070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categorizing software projects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214779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AF81C-5641-46D5-B4B5-2A2CB27A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6A0BC-EEF2-4078-A35A-62B4005C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F3B19-ADAD-4B50-BB0E-BB30D760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AA522-D4DF-4883-9A1A-E0B9EF3B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0A3C-B530-411D-9088-9306A3A0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Categorizing software projects: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94F62-1AE1-4BD3-91CB-70241EA6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7204E-48B9-4008-B0A9-91E4822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A4C86-400D-4AA1-B026-EF45405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C1F43-308C-4477-B6ED-DBC674D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0F6BE-44F1-47DB-B6EB-92EBAAA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BD991-23FD-4116-B99F-B795B25F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Categorizing software projects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A7B95-9565-4CC6-B28B-673D1568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C6AC2-5A40-4451-A697-6A900E5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ED289-1004-4153-968A-8BF4A43B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DE2BB-6AF1-48FA-856A-E865766A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27CB8-0B6C-476B-968B-A6DDA4A6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F577B-D5AB-4F27-9540-AC1726F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795BD-74AC-4F0D-B3FA-8439A98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ED7DD-83A1-49CB-9E1E-51B444D6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92A25-BECE-4883-B51A-2A98490E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BF6C9-71F1-44B3-A09D-E720C67B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3068561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E0DF0-DB6B-4240-8887-152C742E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810B9-C52F-4B77-A414-61D0E8F4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1BB17-B110-4E2E-B1DA-A423BD0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E7420-E720-4F02-A45C-6A89848A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7A6B7-FC80-4A2E-A533-D178C7A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Stakeholders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51E78-8237-4F7B-9BD9-BCEE8511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2604F-AB3C-4BBD-855A-3066735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Stakeholders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830C8-8355-438B-AB5B-21ECC826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5FB94-49B5-4AAF-BE8A-25EBFDED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04EA2-95EF-4F6B-BC28-F1D6F63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2E404-C98D-44DA-8352-1495DDB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0D79C-76C3-41F5-A5E6-B26D173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FAC9E-9DED-41F9-B80A-1ACB0BC4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C23CC-58DB-493B-A880-D1648C5B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676E2-1EAA-4337-86FB-16EB701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C0AB5-4560-4985-A12B-72AFEC4E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77F09-9904-4673-91A2-3E3D2B0E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2A723-08F9-4C97-8549-E9D4945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stakeholders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009866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42E4-A5A5-498B-9DC6-5A33886A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FD3B2-F44F-4FAE-B6D3-F741C22C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323BC-9D31-40E8-B08D-0F2884C3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C0914-1571-4233-934F-D01AF21D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B3A6E-065A-485E-9959-150929C7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Stakeholders: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9E5EB-0219-49C4-8C63-E1B48301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Stakeholders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28A0C-89D3-4E38-9E74-27769C0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328CA-AEA1-4467-9446-68E48F1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84E4F-F904-4CBB-A378-F7A2DFB9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865AC-FA36-4FC6-8B81-1E4DBA90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3075B-8BDA-4F75-83BB-C9556017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5657371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53557-2753-47AA-BA70-9576AFE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23543-68C1-4343-8F6D-A56490C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BDD49-4E42-4CB4-A534-EA3A04FE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BA5B7-2088-4AE5-B706-66CD061A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E9A73-BFE8-424D-85EA-82BE8000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Stakeholders: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AA67C-0B42-407D-BDC4-D4AC880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4AB64-0B1F-4097-BF2D-BB25B2F1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E1F0D-D261-4B70-B400-E7301AC5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1E394-72F5-4E76-8279-B3575ED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32113-2244-44A0-9BC1-D6D6F62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220D4-CDA5-4CC2-A5FD-B8CF0905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91D7C-252F-4C95-B6EF-08B86050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E91DA-D856-41BD-84E5-E1EA2B2A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64844-1346-4DA8-BA63-711CA70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53B02-70CA-4368-BC22-8228E3D8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A6D1F-0841-437C-82C9-D5D1971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858CB-A71F-41D2-85FB-0DC47DA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B05D6-7634-4C08-BC2E-BC5A5E25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29BC0-CC60-435E-9811-D75DD48E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CE3AF-D522-4EDB-AF05-F0A9F2E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64C3A-9BAF-47FA-9D1E-E3629A4D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3A5FA-72D3-43B1-8A82-11296DC7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34FAF-F3FA-4BA2-9F94-90E56B4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56FFB-756F-452A-8A77-32D1A36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856CB-19E8-4235-B1E4-00FC7AAB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0C306-B1CF-4F07-80C5-6459495A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A1B62-8A40-4F3E-A06C-A1FCAC80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543DA-3E4D-4889-B9DD-4E0F2E03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3FF8AA-DBDC-4FC4-AC60-5E53DEF3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47CE10-84B4-4505-8285-FB85DD80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70A700-48B0-431E-A9F5-AB2FF56E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stakeholders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343576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06453-F41E-4215-966C-92E16E3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1D88A-604E-469A-995F-1F2DCE2A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4F208-21D5-4F93-86FA-356C1EA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C6E2D-35A8-4F41-8473-E1CC9FA4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4909F-7581-46B3-84DE-6B1179A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Setting objectives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9AE16-283B-4623-9542-E540E2DD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DCEDD-AF39-407A-BC13-09CD3B5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Setting objectives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C26CD-0D79-40E7-9DA2-21D94108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B9DBD-FE41-4DB0-A468-A70B29BE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AF14C-F1C4-4F00-B645-1777186E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ACA76-C72B-41A4-BD01-A04F80F2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566AA-903A-4D80-B4E5-06B4C27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18B64-CB47-4F8C-A239-F32D99F3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12B82-4B8D-4F6F-919F-B67F4E7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76EB7-DB97-4F32-BA82-AA6AEA91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1C84C-88D4-4271-AD33-373FCF8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F0D5F-EC60-4F2A-A179-111EC2CE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BE3E8-D713-4BC6-8BAA-6079D590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setting objectives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570357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75B2D-754F-4920-A7CC-CCBC4EC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DDED-3D16-47BC-A20A-468D543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148A8-0A5D-4184-B394-3C01C1D0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37484-9124-4F1E-A561-C747D1A4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87FDE-6738-429F-BCEB-E38AE966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Setting objectives: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760AF-B0A4-4EEA-B2D0-C70F8514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Setting objectives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E287D-71F5-4005-9F59-CFA081DF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CCAD-566F-450C-A10B-BE54C2B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141B2-6118-4609-80D6-759AFA9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24632-2A4B-4922-8514-1B803DD3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AC54A-97F2-4E23-A03C-615F4B7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9795622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5DB49-06FA-4EA1-83B0-123FA249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62EBE-B145-4D12-9CD4-14D565BE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518D9-EAE7-4456-87D5-C0FB7C39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5CED3-FA7F-4F24-98D5-C006A475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BB368-B696-43E1-A5B0-320E8037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Setting objectives: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1A79D-25FA-45C3-A819-B45A47BE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F1FDD-BB01-45CD-B0BB-8C9B9139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6EB25-1460-4BFF-B9CC-F7ED0F75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94631-0A7C-4636-849A-BF06317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0B7FF-196F-4C49-91ED-F2D7AB9B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935D8-4541-4E0D-B03D-A7BB5003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5387-2F19-45D8-B4BC-616BE57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876E2-6EA0-4062-B03B-E2E7F9E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FB4AE-9FD1-477A-A47E-3D6488F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8AA06-F51D-446B-91F8-4831CDE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648E3-BC7C-4505-9612-5C3C30A0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99378-BE25-4149-B320-BB63A8E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17619-6519-44D0-B66F-0C9B79E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8E536-0AB9-44D8-9F9A-7B15AE8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0B525-DD27-4604-B1C2-D252D7F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FE22B-68A9-4C21-9CF5-D6BB2AC2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F58D0-7CE2-439B-9F12-29ABC748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8689B-D266-499C-B26A-4017F5F6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F8A99-F053-4D05-9D89-E5C3E83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FB0C0-C846-47F9-9A6E-9EB32B76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9B233-5CD8-4D9A-B554-A15E506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69EB3-EEFE-4984-B1F2-DA755FA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B6213-BC8C-435A-A015-616DAE1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A02DE-697D-458A-98B3-25DF4EAE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4F169-4505-4DA2-9C6C-DDB8AC72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B37DB-EFA4-42A6-B848-40A5DA43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setting objectives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142134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45BAD-668D-4B8E-942B-5BB9ACC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2D51A-FECD-42A5-8366-88003799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2F8DD-E34A-44C6-8E5B-F1C47CE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4F855-6989-4553-A111-945F774D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5CE3F-EA77-46E6-9CEC-BB80D14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Business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617E0-EE88-4456-9FEA-54F86FC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5A9F8-DE1E-4573-A1D9-B0336274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Business case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F7F3F-9870-47CB-90B9-AD918765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95A1A-4219-4106-A8F2-55BAF8C0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87D6A-437C-4E6D-8744-06E6AD14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721A1-0492-456E-97DD-95206BBF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C1D34-B94B-48CE-9019-025D827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07B9C-4FBA-4BB8-B24C-286423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8CC8B-39ED-4D43-ABBF-B253F6E0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3D219-E184-4FDB-A6D5-DFC60FA9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3E522-861B-4196-B2C7-AF4462A4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9F6E6-8AFD-4A05-86CC-5AEC9E3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B109F-6336-4B89-84EC-1A5523B6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business case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695024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7F5C1-6122-4A3B-A4EE-7AA6412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95888-21D4-4D8A-849A-EEA63495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D9CDB-6B41-40E9-8D5D-64844EB5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EA76-05E9-409C-8E35-395474D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1CE46-AEC5-43C7-A9F4-955F7D0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Business case: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D79EC-4CC3-448A-857C-34E6F62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Business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92691-5FCE-4D84-973C-70840134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BBA64-1EB7-44F2-9F78-33F48D42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1F1CB-3609-4CA2-B6F9-99290F76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97B4D-F4BF-43B0-94C3-420CC108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E5383-BE4F-4FD0-9E37-D0533F2C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7427537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B803-6522-41A4-927F-22FEBEB0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CCCE9-1BA3-4C3D-9EF0-4C57AE17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CA453-1BED-4F87-878A-7143959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ABF8C-F713-48D6-B905-FDF012DE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9AAB-38C8-4296-9A78-E330E47F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Business case: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402D1-3CCB-40D6-8E41-AB2EE023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0894-3A20-43AD-A74A-28E40BE9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6EB4A-CAA6-44B5-AF79-227DFDA9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85C1C-3EB1-4CD2-879F-5B4640F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C710F-0A31-4E30-8689-24375A32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50732-1B61-4F14-978C-8A608134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2FED0-F91D-4203-AF3D-8071BF8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E1389-8AC9-48F8-A2CF-B4B97B42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8C2B9-21B4-47FE-BE2C-A94FF86D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4DECA-8A88-41DC-838E-F3375F9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62A80-8851-4716-B9B8-4ADF0A9B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2A519-5F4E-4973-BD28-2AD40B9A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21F14-CB79-4A0F-B566-21FBD44D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7DCAD-FE56-4121-8ABB-70A1120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2EDD9-42A7-454F-A0BB-C07E16EE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C0A0F-6DB1-4663-8F7C-214F90C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FA7D8-757A-4BB7-8E02-C06E48E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A8A44-60E1-4D6B-9691-3FD8EBF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8191F-F38A-4842-AFBA-5C4F410A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C8B9C-913E-4D01-8CA0-78D87FE8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413EE-5BC4-4D95-8B5F-7DEFCF95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BAD5E-BD3E-4986-BE86-F59E716D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5B731-FBE4-41CE-80AE-12E87138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4BE67-8E13-40FA-927D-B58A153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9A42A-65C9-410C-9225-D35DAD7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336F2-63AC-4E3A-93CC-297C434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business case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715316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D7AF8-E9DC-44AF-8DA0-C3960EB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25363-6AE9-454D-9912-87125D4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A7F08-2169-444A-9BB2-2299D940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57137-149F-4E11-9674-CDC9F76A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BEBF5-1362-4FAC-953A-F98DCD1D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Business case: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3DF4B-A8A9-4D90-9459-E2ADD681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23153-D10A-497D-B091-7CD027B2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F2C07-0ADD-4901-A0A3-6E3D9EA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338DF-3FC0-4F12-A7B3-E04F171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E3C3F-A457-49CE-B9A8-6C2F3EC1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4AC34-D45C-459C-94BD-90A3DDF8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Business case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0A107-D3E1-4ABF-96B6-DDBA31EF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ED60F-0946-4B05-8BBC-766D918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FA344-F5E9-46F5-A5DD-AA84D260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A4284-D1F3-40F4-B984-EB8A2DC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D77C1-E7C9-4F83-A488-03D8AF90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7F63A-D91C-4230-A9A6-44578FC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8B2F3-6D6B-455E-AC91-4596C4E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8C380-CE30-4849-A047-688515F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99CA8-8AA9-4356-B32D-0C45102B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D5174-AC2F-4E15-96F6-8C186498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2302854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16A27-ADB4-43DE-A459-63C941D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A9E3A-4D85-4CB2-A046-C335B29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DAFE7-A8B2-4DA6-B4F5-FEE96156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16772-11ED-4257-80BC-22546027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88922-4D95-4E75-8F66-F321AD3F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success and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553C1-6DA2-44EA-BD6E-4CAB6B5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45537-EFC4-4D15-876A-9A98C33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Project success and failure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6C99E-058A-4FCA-9E1E-E190C41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D8778-E287-4C56-8DD9-3695DEE8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D88EF-6CF1-486D-805A-69FBD50D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7963B-958F-4C7E-9535-34F6B7D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14CAA-6D71-4D39-A7D7-05D795D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C19AA-CA5A-4D37-9668-70FFCCB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AEE69-5AB5-426C-B025-1DE3D85F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FCFE9-A10A-4DFC-881D-0E65D74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23882-37E8-4E54-8BF4-EC44CFA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FDE91-C49E-4BFD-AA1F-483C1F06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9855C-AE62-494A-BC43-47EF9F25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project success and failure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8495572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EE320-7268-47FC-A816-039436E1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7B15A-4CC8-418B-83C7-F6E0937D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F5B4E-7ECD-4569-8C6A-1596BAF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FA596-FA45-4DF1-A172-C28DF683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93975-305C-4A6F-BD92-5866312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success and failure: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0A763-0502-4103-AB4D-ECD0EE51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Project success and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D99CA-C6FF-4E03-8E6F-C15B8CBF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D0BBC-D4AB-46A0-9BFE-B85A9C48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80CD3-9986-411D-ABDD-ED6FD23A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9E340-8A74-43CB-9AF0-1D11D3E5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3E2EF-FD27-4356-B3AB-028B1D9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3575829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96767-06D0-4C6B-A0F5-83ABA71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C6109-E564-4AB7-9F52-6358F65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62159-6755-4A27-8E4B-2EE1A6CC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BE7D1-33B9-43BE-9F26-EE43151E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02D15-E538-4FCD-9C36-4CE3030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success and failure: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CFD22-8181-46C0-A6CD-50A4EFA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C56E-1356-4155-B79C-B2AFA268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97E6C-D3BA-46D8-B352-24008684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1AE76-8E62-4637-966D-4EFD9E7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0153C-385C-4BF5-9D77-B674E23A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CD137-5859-4943-845B-FF55C218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7A0ED-1522-4FFC-AFAC-32E1E8E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0DA3E-5845-4B93-BB25-17C71D9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12663-2A5F-4B51-BABB-99DC53F1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1E3F8-A214-4C96-8928-F5DDC7EA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8DDB4-CB4F-48E7-AABC-25B52B00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8AE08-9690-4AA3-BB99-998614A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19F61-66A8-46B8-8057-B8B6CC7C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9AD5B-A53B-43F0-9C20-4F4930AB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67F64-0D9B-4F8E-BD37-C0F59EB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1B322-F8ED-4240-95E9-2670E52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FADCF-F648-4885-9BF5-E51487C0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FC66A-6244-4C75-8D1A-5A290CA1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37A22-4F80-4A66-861E-997E8CA4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0FED3-6C4F-4CDC-BB91-32798E95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BFB91-C390-4988-AD0A-1E2BEA19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8A4B2-E5ED-473D-805E-368A1961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0E299-E376-4B5F-8DB2-95C42D93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4A1DE-782D-4A95-BB40-E050927F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CA8B8C-CFA2-4D3F-B040-D08C0805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363F4E-1343-4F20-A522-647B2CD8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project success and failure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357686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0128D-96A1-4189-810A-7A0DC253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0CD08-4D20-4BAD-A5E9-5D03369D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7D73A-D682-42A7-81D1-D48B79CD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68357-361C-47C4-8C97-7D91C82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E4C56-133C-4130-B93D-B2FD174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Management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32532-C92F-43A0-8EF1-B2188A1E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F3EAB-15CE-467E-BED7-880E4FB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Management control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372F2-EC91-4CB6-95D6-940CEB87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72D89-448C-4572-AF82-9EFFD492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E0A2A-D6B7-492D-843B-BCDEA780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D70AE-1D52-4996-BBD8-0E6959D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06499-1718-49FB-B944-ACBD26F9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80AF4-704F-46C4-8FDB-177CE883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8F551-3F60-4B52-ABAE-B516A966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D73D9-73D3-4715-9616-625770B6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0746E-4F09-4FE0-80A0-9338B3B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A9B25-57CE-4A43-AA0A-C30CFD68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B6A10-3105-46BC-9086-26F7C31E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management control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282374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643CB-8BF9-4712-983D-928B61E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E84CD-CBB7-4C34-A3B4-65A0034D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C6B47-9902-4534-8143-FC46B366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F489D-535D-4ABD-A7FC-B779EEFA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DDE58-B760-48D4-B655-873F9498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Management control: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CA392-F689-42AB-BD37-D3B56FAB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Management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D1D4B-217A-4167-B630-640BEEE0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FF44C-3C40-439B-B087-257DF59B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E13DB-0306-4CB9-909E-64CF961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E94C9-C867-417B-AB37-E702E28A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44C05-EBB7-4C1A-9FDD-09E0D2D7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4036497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616837-E433-44D8-A9AE-E07D6387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226A3-A0EC-4B70-97C7-85D12B2C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ED915-093E-4ED7-A2F7-786712B1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63985-AC4F-4A43-9E7F-96D24E70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AAE16-8741-4B63-A504-1600DAA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Management control: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1DFB0-689C-40C3-9640-443B6020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10500-53FD-4831-9CD3-5AE9551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2CE82-6644-4932-9592-5EF28A5B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B4118-6513-4E88-A06E-392AC3D3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228C3-7A6F-4C0F-BE06-17128AB5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1AB9A-FDFE-466F-A16B-D7EA73E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F4105-9018-4B68-9048-2F52EE4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19C99-99A6-4553-A93B-56A87455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E7882-68EE-440C-A269-7972431B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CC7CE-A483-4A0D-B4B2-4855BC88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A038C-0E67-43A2-9E8A-32CE61F7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BBD37-F42E-48E7-A211-A85AAA71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3A84-CBC8-4774-B1B0-75C9D0A8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5A7B4-9A06-46F5-8E1E-944C8D4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81B7F-09A3-480C-A9B4-C7C954EA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AFA6E-9D55-420D-AC10-E4CB87E7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CD59F-B858-4211-8983-C6FD6ECA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C657F-1939-4D8D-A08A-77B05D35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15F93-E434-473A-AA34-60C5563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1E508-CB95-41A6-98FC-7BD1746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44AD8-C41D-4B79-9CFA-BB6D549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C457C-8256-4319-B4E3-4ACB5442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92FEC-BABD-4B4B-8ACD-F47167A7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7C57F-C4E3-4B3B-B63E-36E9C304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C5B3E8-FA4F-4AE8-8F3D-200595D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1082DF-BC66-4663-90B2-12DC57C0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management control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906880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05C66-37E8-4429-AF17-100DB78F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1F3C5-FF51-4AC7-9FD3-3FCB6414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3E58F-AA6E-4882-A802-85A6CA5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7885C-B8CC-49B1-B5CF-E501D18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8BFC8-2799-43B4-BAEF-2A17C094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management life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0BA49-A341-486F-A710-C03EA68C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044D0-4C29-4B9F-91BB-74DB4B3C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Project management life cycle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0293E-8740-413E-9347-19E53987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8C87C-CB80-40A4-8B81-7519828B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CE8BC-A0CB-4AE2-84A0-716EAF5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82145-9B8F-41BE-AE63-F01963E3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45BC9-6D20-4E7B-BEDB-5204F022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EAF47-0C07-4B9A-98DE-3F18C16C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DED4-EBA3-4592-8D67-20B60923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4DB14-7B6A-4149-9FE2-33D51D34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81978-256A-4EDB-AF0E-BA78BA0C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21AFE-2DD1-41E4-8A19-C578635D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10A09-7C00-4328-A7C2-FEE527D8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project management life cycle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5750812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6B1B7-2472-482A-ABA9-5226E1F8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1D147-4F44-4BE5-B5F5-3929C2A5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1C581-A548-4634-863E-84525255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CFE62-7E37-42F1-8825-5ADD9C5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C81FD-BF50-4E95-9A46-0FB93A0A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management life cycle: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55CAA-EA96-461F-8B77-32C1C009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Project management life 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77112-9723-466B-B244-15F2F58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30129-9573-4ECB-AE84-BF95784B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8270F-A6EF-4212-B8A5-84749590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C71C6-CA4F-47E1-A74C-3507BC1F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662C2-4F58-4851-A6D4-9307DDA3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1319251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2ECE71-9997-41A8-A35A-76C4595E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4867F-3D93-4160-B431-A791F1C3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F26C8-2D49-4D99-BCEA-7DEA2E04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891AD-69A4-4AD0-82CC-11D2BFDC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AD307-14D3-4767-9B70-8C64C83F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management life cycle: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48C4A-D71F-43A1-9088-C6F6CF0E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A14BC-D45A-4643-9378-7C3E4D4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B5B6C-EA5A-46F1-8C9D-4841F75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2DA51-3520-44DC-8C7D-A3543F0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1137F-2D55-45F4-A2AD-A0ED1451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F8A87-990D-4F23-ADF9-D018137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0E01B-FCA3-4040-89F4-D68ADA1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441D3-2C61-46AB-9ACE-11E4A326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AA85A-BA04-4C63-8FFC-B5F62E26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08410-4F16-4AEA-8421-94E0FCFB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FA5AF-DB88-4356-830C-4D5ECA8D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04CCE-1C10-4511-BC75-E650DB55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C7B87-34E7-47B7-8FAB-69E1494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1B768-8AA3-4EBE-B4E8-384F9785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C0B6C-5E88-455C-A5A3-04BAF66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3D92A-CCE4-4369-9FD2-100E132C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1A14F-1EBA-443A-B989-8AFEF134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5589D-01C0-4D01-ADBC-28A786E8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66A887-8ABF-4BDC-82A4-181D63DE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A38FB-3D7D-4709-8370-C018FF06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71A6A-D348-4495-B38D-9C88FB6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25D100-88F7-44CD-BFDB-75D9C2EB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C0CCF-C3FE-4098-A0EA-86ADD9A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A53B7-C72E-4E3F-9EA8-C88154F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CABC7-E8FE-4075-9CFE-73D3C03D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73ECF-3048-41A8-8E9E-17ACE12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project management life cycle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952876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E9084-012C-4536-A508-CF8495CC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957F6-988D-497C-A0B3-402AD141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501C7-33FC-4BED-9B82-CA4048F7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892A3-0A13-4B9F-9327-4D34B07C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EA574-35C9-477D-9A1A-7C15FC9E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management life cycle: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AB85-7956-4849-948A-44595A6F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AEAC-9724-48DF-A205-5D999B3D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BD655-2537-44A5-A753-564A32C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53641-7238-4398-949D-AB747E03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4D4B9-B670-4913-ACC6-471E979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A440D-A634-4FAC-8E3B-044D4BD3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Project management life cycle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0E0A-315A-45CB-B564-DCBAD74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EC547-2956-4B71-A8F9-0417F24C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E249B-94D7-4A46-A9FC-BE29B6BA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5D2AA-C5A5-44DE-A80A-130F00D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98EAE-11BB-4FF1-AD76-77006AC9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C0369-504C-4732-8A2B-C37E7978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0F3AF-CE8B-45CD-8A02-2769766C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3384E-3EBD-4369-895B-09F3CD00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EC600-3BEB-426B-8393-80F07F2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B2730-B272-4699-842B-A95D5FD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57168702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07B57-1856-4322-8727-B45666F7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1C053-E54D-442E-BAC3-249D8AD6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C462B-F159-4DFB-B5E2-60908A7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6716A-4FD7-4934-B1FF-E8F59AE0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51AA5-8D06-40C7-9920-8F30845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Traditional versus modern practices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4FC57-1A7E-437C-88F6-2C3069CB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89A35-9A00-4A10-ACAC-F52FADB8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Traditional versus modern practices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D819-167C-49C3-8E2C-2FA317F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6E024-CA14-46FC-9718-3A1012F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2DF90-F96B-4467-8F31-A5EFF851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B118B-6632-463D-8B3D-C4954BC3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BD68E-54B4-426E-9401-BED261E7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968F1-A64E-4B3B-B037-4617D4F7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BBA44-3DAF-468A-8E06-5F490DC5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E90C9-9D92-418E-9F9C-A01714C3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4ECF9-F54B-415E-91EE-82DA787F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37862-4671-4DA9-9134-C309D118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E8194-E38D-46F3-B01D-6C1ECE9B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traditional versus modern practices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478285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FB43A-A36F-454B-B6CE-E4C32579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A7F64-B73D-4030-8911-0A4A6EB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E2FEF-86F2-4440-81C8-3D25EE53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F4108-4018-4BA0-A6C8-525A3C65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6BB07-13C2-48BD-96B5-0C32E95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Traditional versus modern practices: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243E2-EE78-4B32-B763-22611A74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Traditional versus modern practi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4FF50-976F-454D-9EB3-6E0FEDC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3F529-92E8-48BE-B82F-62912376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86798-224B-4A44-A6FD-99EA150E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D8950-9214-4967-A683-811B1ABB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B1522-4E65-4D2B-9378-EC856E03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8549264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C6720-F9B5-4329-8F18-8737E5F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DA072-29A3-46A8-A172-04B6A008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CC3F-A563-4641-B487-85764334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2D67-35B4-4099-B1A1-3D6E468F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593C3-EA21-4BDC-B41B-730760E1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Traditional versus modern practices: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6BC39-ED08-4F19-882A-48444EE2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234D8-817F-415F-8D00-6882B13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3AF21-2141-494F-AB30-1F2CE8B8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078F5-E573-4162-8D4B-EE906B6C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2C10B-3D9E-41C7-BA2A-461E0CB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537D8-5FBF-4C80-B35C-F1E91782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4E26B-52C8-4956-9459-E92E49F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530F6-B405-47E7-A2F7-C695B1A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F73E1-7B54-446E-AF8F-36F6738A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6B06E-3AE1-48F4-97F5-81DA29FE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53ECB-9C44-4E80-8052-5F8702E5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7AB84-FA69-4FB3-ABCC-31052C8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85EA6-8FAD-444E-B5EB-E5C9C870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D6389-5F4C-43EA-BDD3-5BA0FFE2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A2815-6AB6-4E25-8BD7-2C58110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E3CA0-506B-4E3E-89E8-4542FFD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B669F-19E3-4BC2-A17A-F8B22173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3290B-8B3A-400D-84AE-EDBC07D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FF979-6816-4FC3-AA78-6FB37CA1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C9029-E993-43C6-8B0D-A11E47B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F1FEA-8F3B-4950-90B7-CC33AD3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C1C37-23F5-4718-9DAC-AD30E08A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24FA6D-6017-4E1F-9F1F-C6F9BAF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EA2BD3-3222-43B0-886C-4A72B15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D7696-B0EC-4DC3-B46E-E9B15451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7E90E-697E-4166-855C-24EFE85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traditional versus modern practices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6660217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4A69B-4514-4F0F-858A-6873BBEB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4C990-BFD1-46E9-8C40-869BF70B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2C4F7-61A2-409D-B919-4BF30390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18551-0A0A-4258-911B-4924CC9F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1FD8B-0DA9-4B70-9C56-B074A16C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Evaluation of individual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96F15-EA9A-47AE-9914-77DEDE1A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1D48B-1686-42D9-9563-D0D766F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Evaluation of individual projects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11AA8-877D-4663-AFEC-1409FBD6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1C9C4-3759-4B38-91C4-6067C0B8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A9FBF-6745-4109-BDAD-71FF9A3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AB20A-1C16-4133-AA9C-1550504E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D8D17-5007-41D6-8E00-12E2E964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C32AE-B612-4272-B610-84B55B2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D7869-6E5D-4A46-B9FD-22E8C71B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F886E-2BCA-485E-B2C8-ED1F26D9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79A6A-52A3-4EA4-AE1E-D2A0EC2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82877-0EDC-48C9-A23A-8DA85E94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F2552-340F-4F6C-BA95-04BA1F2D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evaluation of individual projects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311778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F63C4-487A-46A9-A3CC-C74907FE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74F4C-CC23-479F-91E3-1CE2A78A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D7DF3-2DDF-486F-BE1C-CBC9FC4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D4615-1CED-4190-841C-A97272D9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C5D9E-49D0-4C78-921F-A478337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Evaluation of individual projects: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6E9C6-5EFC-4ECB-90D2-DA3A93E6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Evaluation of individual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A3D0F-2F89-41D2-9A84-D6AE941D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8D84B-B9C8-49E0-A2D8-0546C94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F790D-0465-4292-B65C-1ADC411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ED26F-AE47-42A0-842E-4936A53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E89B2-B330-4C0F-A420-C88CE27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5829685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D3E43-173F-4F94-A285-C677C71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004B3-B459-401B-AAD2-FFCF56D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50C00-380C-4C3E-8FAD-8075A1FC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900B3-D1E5-445D-BC9D-41ECC95D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310D7-28EC-4A33-BC9C-62BFB453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Evaluation of individual projects: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9E4E9-07B0-4AD4-A4AF-339D967C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1166B-414B-4CBB-AD98-C6C14661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57186-8BDB-4092-8605-D6A3D89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2FDE5-CDCB-4E1F-8AFA-1ED9CE0B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3236C-3C4B-4211-9635-0F0180E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C3F65-B2F5-4D54-B808-B43CD4DA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A4400-F157-4217-9869-36F6AA89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323C0-501D-48FC-8E79-8B67F494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D6F64-EF7A-4A5F-8716-856AB8C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FFF49-C7EB-4B62-B4B8-9DCFC500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703FB-0585-427E-9E12-FA42B878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63A8F-10D2-4AB5-B6D8-DA38EB00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DAAFE-E5D3-4CD7-8087-5E30852E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C4504-69DD-4682-B25C-DA1DF8BE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AC0A9-F44F-47AB-A3FB-B849C095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A67DC-CDC2-4CE7-809B-774E6F70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6790E-B40D-44DD-BE85-89CE589F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327EB-922C-4DFC-A440-C383F1CB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444B9-98AB-4A4D-9396-9095D37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5FFC9-0ECD-4558-B70C-3D43F67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42C75-AF84-4FF9-8C3E-EDB56A1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B5ABB-D11B-4F71-BD1A-9A98D6D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B0044-8F7F-4538-92B5-050D96C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0BFA6-0542-49E5-B10E-B17BFD0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AEC67E-B6F9-4D1E-9DD9-49ADD471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FA7E2-CB63-4AF9-B5EB-04DA2752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evaluation of individual projects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2434189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08E65-2F0B-4C47-B4BF-CFC6527A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DC84-EFCF-456E-ABA1-39E58EE2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19409-F297-4A56-AFB8-9F44D496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9047C-23D5-4A95-BDD6-87CD4C18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A6382-61AE-4C2F-9972-8DD1270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Cost benefit evaluation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F065C-309D-4260-95AF-58D5A0F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6D06E-613E-4223-972B-492E37D5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Cost benefit evaluation techniques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07CD8-3E8F-4416-9DA3-D16DB35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D4BFF-CE06-4720-8B0C-A8CEB319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830D4-C629-490F-9E3F-9E8EBF00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87291-6E8B-42D2-A048-6FD9B25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876E6-00ED-479A-A6C2-BB88FF9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304C2-422F-4483-835C-AEF07781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C10DC-6E3E-4B5F-8E7C-EC80FAFA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BAA7A-1F24-4CD2-88A7-19FF9A73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AFFCB-E9AF-463A-8C89-BAECD703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4530B-5500-46D8-8FDE-3B88958C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020BD-54BC-4D03-B287-CC71CEB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cost benefit evaluation techniques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1935029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052E5-8C2C-40CF-B861-D551A83C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BE47D-8C56-4DFD-AC73-02A10ACE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D9032-1552-45C6-9246-E2AACB3B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473C9-F371-4DA6-A931-D5FC6363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6774-04FD-4EF8-9B67-2869BCC4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Cost benefit evaluation techniques: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7E2CA-858D-45A5-8203-3E87BA5C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Cost benefit evaluation techniqu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51AC6-91DF-4137-8DBF-345B3115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822EA-705B-4D85-99C4-75FD445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67388-FB1B-4FE0-9BB4-BF92A7F6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76F09-CA79-44FC-98C2-27009D3F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D625C-A660-4A5F-B971-FC362C2E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04162718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189DF-C975-4D5F-924C-06EFF992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331C6-4125-42E7-85DF-4F8DCC4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15D70-3621-4D81-9D59-8B120AA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03E66-D327-48C6-89D5-3BDFD94D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708F3-4277-4BD0-B2A5-B8C7AD28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Cost benefit evaluation techniques: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3B2C9-01D9-4569-B7B7-7DB09BDA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C6AEE-FDAA-4C93-B361-2A7B2A29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381C2-9480-4148-BAAC-8C947A7E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817A7-6891-4E18-A151-98FE3009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2E576-ACB3-43EE-BA78-8E00BBC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361B0-6CC3-409B-9034-305E83F5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3A7CD-B516-4D86-95F9-09A4F2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E9C3A-6A71-41FF-8738-91B27286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0D550-548D-4E94-9FAB-0EED4527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98481-4333-40E3-81DE-EBE1FE21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AC2D7-08BE-43C5-95FB-FB01CE4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2F38D-990B-4712-ACDF-7CB08360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5E635-27CA-402E-8406-CA7AEAE7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011BE-76A8-47C9-BB00-4CA4F41F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C499D-5F84-4E40-8A55-6A4CBC53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9A902-D15B-451C-8880-20040DB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1D831-B3A3-4624-B348-7BB3E27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E1FBA-727A-49D1-A000-006E7A48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FAECE-8724-45C0-AF64-6A17983D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8180E-E359-4528-8D2D-D9123C31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0EFBD-A1E0-4751-8266-82198A4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E29F2-4EB4-4562-BFB5-2B2AB2A5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29D6B-3AA8-4464-806E-7844F663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6E81C-1E88-4D73-971C-A321660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BCF61C-B3CD-4374-AED4-BE239985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A6B53F-D4C4-41A4-8CF4-C8AEFC0F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cost benefit evaluation techniques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2483358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587B2-0162-4140-9069-32833B0A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E008-3563-4689-96CF-83F9B22C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6841-0226-4672-B3B1-13C85C1D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E4BC7-6422-4B90-8A02-C47064C9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DC039-88BF-4030-8DEC-BA4EF59A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Cost benefit evaluation techniques: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EB9B-7E92-4FE0-9776-36EE6CFA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89604-DCC1-4F8C-B596-5B4EA284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B6491-7CD3-4259-B584-6545E7E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8F0D8-2F86-4082-BEC5-A8449A9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0C4FA-2889-48E3-A0B7-0383060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18C13-E8FD-4E24-BE8C-2E8FAEB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Cost benefit evaluation techniques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C5F6A-BF6E-4A76-B18B-3F3C02E2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B9E8E-C4D4-4FEB-8BA3-4747B8B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4BFCF-DC82-49E3-8509-7D4A1889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CCB7D-7EB1-465B-A982-9094A98C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AEAC1-C428-44A2-80C8-CCA757B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6B4A7-89E4-4FFE-9C65-1A15122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FCC5B-190F-4721-8209-D1F671E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55C17-9D70-436A-A33D-5BB4357D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4F950-8978-409B-A349-5EC0F18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96DE0-933B-4ED1-81ED-795FF9CA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197994119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CEAF8-65F1-4560-8061-D2DC84D6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AD68D-1219-4492-8EF2-049DAB79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07EA9-E30E-4210-AF28-A6918F9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ACE9F-6906-43B6-8F8E-1E996BC9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52939-01EC-4C99-AFD3-6F666E0A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Risk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2E871-4359-4570-8E90-15EDFDA1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09590-13F9-4A7B-9834-D7D03CC0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Risk evaluation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CE4A7-7247-442F-8D27-7B6A2F7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78EA2-2614-4DEB-9AD1-06204E5C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5F1AE-EC9A-4A14-8E00-24C5BF9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6F75C-924F-47D9-843C-B6474873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2081C-5AE1-4E96-B9C8-7912BB2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F7616-AFAD-4C5B-865D-9D464C0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E75BF-664B-4A7A-B8C5-B2BC7F0B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ECB14-9DF5-4BC7-887E-D1015ECD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2C45D-9473-4D1F-B2C7-B496C2D3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F7F76-C237-4D2D-A29E-F92E1EC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E0E56-A2FD-4C5B-8960-3D0B757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risk evaluation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8800295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96E52-6676-46F8-99BA-AA22DED0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1EE93-F7F9-4840-85A4-2C3B670D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AFBAA-3DAD-4BC9-9DDD-CCF11699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9122-0747-414B-969C-A8A0C0E5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B4ED5-BE1D-4242-89D3-E824F35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Risk evaluation: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6D3B9-DD8D-4B87-9EF9-447774A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Risk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7B4D2-BFDB-4EE1-8362-E418555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F9B0F-D27A-45B3-BF79-28D75F37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4ADC1-4895-4B67-A139-8E82856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D8563-46A8-4D44-85E8-0817B3C4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D3136-392D-422F-93A5-C2EA79ED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64553167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508ED1-7DB6-49D3-A30D-8A01337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9D041-4E8A-49F2-9FC2-A19538D1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DBEAB-53CC-4FB1-8FB5-D872469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2C28D-6BD3-41E6-9A4D-995E3D7F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506DA-6817-4D53-A873-A79F6EE4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Risk evaluation: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60088-4D28-4E72-ADFD-87D9B69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3A87B-C3ED-44AA-860C-3793817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BE016-49D6-4F72-9173-6640E24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47ED4-CD1F-452C-99AF-175A6AEE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80AA6-1E60-4BB9-A46E-7EEAE2C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065DF-053C-4F2D-ABFF-D7FA9DF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749F2-A551-437F-AC3F-FA72752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D5F89-5144-4677-9480-2AEAB3BF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BF22B-820B-43E6-9078-1748EEC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3F629-5292-4294-9EF8-E801840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0A662-C243-4B0C-B4A0-233686B6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9C5C2-B426-4128-9E55-1DADE2DA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0CDE3-0CFE-4808-86E4-E553E50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B7FA4-E70A-4F0F-A33B-17C7DC71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2E91B-54EF-4826-BB93-D5CB3A78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C7CF7-AA61-4D16-9B43-EA5B992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14041-9DA8-425F-B618-A5FC6D2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BF20C-A4D6-4028-A4D4-4C809F5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9F8C9-709C-4731-B623-0AA742F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155F8-72FE-421E-9A81-1C9137D6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198CD-6F36-4FAA-A16A-BADC6014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C0399-D446-4EAE-8BD3-C3388E62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5A51C-8154-4B01-BB6D-AC716F0A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E465B-707D-45E0-BFB3-85DE2522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D844D-B1C3-44AD-B980-2B3864D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ACF88-2F7F-469C-97BF-518CCEC3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risk evaluation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7976895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AC98D-1B85-4B64-9760-C2183EC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FB336-64DE-4C32-8F7C-BF40822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4E180-561E-4D9B-9C80-C90A58B6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13CFB-7800-441D-BA2D-3D89E59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5AB45-5D97-4770-9654-93437370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Project and importance of project management vs Contract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BE3FA-9A95-4550-9450-C4CD9066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1E25B-3B31-4E59-825D-5F669D1B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484C2-4A47-4CDA-B098-281046D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Project and importance of project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C2675-992F-4917-9825-0E688CCA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Contract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CB90D-D22C-4652-BAFF-36AA1C2F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CCB8C-5D99-43C4-BF59-61D4366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47159-BF05-4215-8527-327FB3C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924CF-B87F-446F-B4CD-B3492735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EEBAD-95ED-4B37-B764-F6BF4E2E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91ED4-C690-4A64-9DE9-3564651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A71DF-1D49-4121-92CD-F793A6CE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106D1-8BA1-45B7-89B8-4440CCCE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CD987-33D3-461E-A882-086E4342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DEFB2-D767-4FE6-B1AB-7880672A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28847-A867-49B0-A8B1-BE2712B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BEEF1-9CC6-4486-8F3C-C179EA1B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AB385-2D85-48E0-B0D1-CACF2F0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856A4-56FF-487D-B373-6F9844D9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D8D1B-8FBC-455E-9509-9F0430D2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8032A-C4B8-446F-8E74-1F0E304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8511700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F7284-B176-4112-B626-C9D523F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2E09E-FFD4-4FA8-ABAE-333AE405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7B49D-C002-4133-9295-DC72EC27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262C4-7957-437C-BD07-6C80E8E0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E2B7A-D7F1-498D-9327-9A314C41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Plans methods and methodologies vs Categorizing software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79EAA-FB69-4378-BD1E-F1C0A39A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F6339-2F0A-4780-8EA3-49F25F0C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5258D-02B6-40C7-9637-1C63E33F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Plans methods and methodologies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F584-DAA2-4D2D-B7D4-F9DEA381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Categorizing software projects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FAECC-6F42-4766-8DA1-2642C04B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695DE-7405-415C-8094-3F312DFF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A51B7-CED3-4DA2-923B-8253F677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1EC23-B1F9-4BC0-A191-32E30858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4F89D-08DE-458A-A0BF-3D6973D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808C2-7217-464C-8CBB-6A922175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C64CF-2546-4309-97A3-357284BF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BA86F-7CB0-4DDC-9EB1-353B972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1B18A-D4AC-4116-B4CF-C88FCAA9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68A91-5683-472F-AA1F-D6D590EF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D3F33-31C5-4C95-B708-3A791C08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515C1-D876-4C78-B1A5-5383A43D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86FFD-28AD-4183-AF06-E76E0F0B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306C3-6C05-48DA-BAEE-1967CCD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BE82F-C410-413F-BA95-1992E191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C4903-1666-4BFE-B0D6-159AC692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3760093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70EDE-B74F-4658-8D6F-7DF98FA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172A8-9DFB-4076-BA83-CB69881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74E56-922F-4E2E-A8F3-D350A59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361F2-CB78-4C92-B7AE-FB7451D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588C4-3EA2-4517-891E-637C27D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Setting objectives vs Business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8335A-A609-4D02-831C-01615912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0C8AA-1DC3-493B-BA58-2169448C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F5E59-ADAB-4654-BFE6-7348E48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Setting objectives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2331D-3CEE-4E8E-91C1-E9BF0A91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Business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B3428-165C-46EC-B145-0FAD730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4B8CB-669C-4FCB-8353-D5054F7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0C40C-0218-460A-83A1-17D3BFC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D5E3B-BC50-4CE2-A956-426827B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1F507-1F24-4D40-9CA1-9FBFC9D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9932D-311B-4289-8D5B-01D9D7A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17B9B-A9D5-457A-9050-8FFD964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122C5-34E7-4B27-811D-BBDD7966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CE91E-F72B-46F2-89F7-C9715432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BD67F-6C88-4D76-A976-CF1B9BCB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8EA7C-A115-453E-8155-474996F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8E316-F084-4F1D-A4BE-50EA7BE3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56037-51F1-4639-9686-66F7266F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201B50-6CEA-46EB-9B90-A7127B7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566AE-A921-4C82-B636-CC660CA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5BAEC-1F3A-43E1-B0CE-5E5E7B5C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3793251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A11D3-8242-4B85-AF38-BE936B7B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2AED3-BDFB-44EF-AF11-BD84B0F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D315F-C947-4DFE-8992-D72C441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6242C-BBEC-4357-9033-D27ED32F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D5747-6CC0-486C-9B26-AF994384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Management control vs Project management life 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77F37-8069-4A28-BAB7-14560330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FF47E-4D9E-4521-9EDD-76A1B318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9693A-3A0F-4ACE-9253-00C77318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Management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2EB0C-4B42-45E6-9A3D-3D412CDE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Project management life 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DB6F7-2DE5-4803-A83C-E61B915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A4FFF-8392-427F-A4E2-B9CF69C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3B06E-A5EC-4A34-BFA7-31C355A9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209C3-F4BF-4E85-A68A-7C5482F9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3D02F-B7BD-4DE1-8E84-88BF2B1B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8ED6A-3611-4105-9859-9AC3BA10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0184D-5047-4D1C-A25A-B9C70B4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9A3A1-974D-4BEA-BDB2-11A0F9F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2106F-8EF5-4A9E-A10C-A3C0D26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0329A-B192-47E5-9A4E-54D51F86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1495E-8F3F-4EA3-B3DA-8A1CF24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3DEEC-42A5-4979-B5D8-BAEA81AB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68C96-7F70-42AE-8867-8DD81D4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43E11-2E5E-4BFA-9980-41D13CB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75C09-5721-4EEE-BD14-98ABEC4B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1602D-DF85-4BE8-A98A-8F40258D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4189630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CF6F8-60F5-40D5-82AD-4E9C1E30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83229-5633-40FD-A602-B3F132F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56C10-2805-4D2F-8B54-DD833490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03C2F-9119-44B8-9ACC-EA65F8E3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A4000-1463-4B81-BA05-27CB786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Evaluation of individual projects vs Cost benefit evaluation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D7EFB-74A0-4FB7-BCF5-E2467908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D357B-F5C3-4F39-901C-4810551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E0542-AB94-4861-B528-07E71005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Evaluation of individual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5E012-50CA-484C-B38D-1BD00B1F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Cost benefit evaluation techniques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47A45-663A-4D8D-9FF7-58888349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971A3-B27C-4945-9394-2B47C54F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E0DB2-6EBF-41A3-A63A-8CA8394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BA323-143F-48D5-A77A-19A21BBF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F184F-15BE-4F85-851D-C8A926C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453E7-ACD6-43AF-BBA4-86FE5C91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7F41B-F687-43CB-B99B-9BA4816C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4310F-B606-438E-838F-B9A0F7D9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1007A-4FF5-419F-838B-2B559D1C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A2D59-1F69-4B15-8E07-C2FD2B0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780C3-9DCF-4B7F-886E-C05849B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E9CFE-99C4-4315-A940-F7048091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8FF83-5AC7-4064-9202-4006D33B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70E3F-08CD-4A57-8FCB-60B69FF9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876E8-112B-4C96-9E48-A5FD76D6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7BBBFF-37C4-4CA0-8DC4-3D2E428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8607624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9EF35-BD64-4DB1-97F4-BF491F51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89DA5-77ED-45E4-8C57-C73E2203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7A811-598B-43BB-B2D0-EF6D6983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5922B-5ABF-4F99-A6EB-1F63970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B484B-8613-4663-B934-D71FD731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E6455-A77E-4F85-9C43-EFBBF11A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C387E-5CAF-4E8F-B218-3CE2089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0ADA9-9BB0-4B55-AA6B-7A197C5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F658A-8F98-4E5D-AC30-E2BAFDF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BC486-83C6-438F-B838-02E622CE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C3FB1-7B05-46CD-B8A7-1612864E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25E08-C250-4BC5-9EB1-FA0F37BB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Project and importance of project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8CB8D-7DBC-4645-8B44-822CEEE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879FF-F186-474F-8B41-30238F2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Contract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C853D-0C12-4592-8251-09487EA8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E15B8-3854-4B49-A263-183C6160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Activities covered by software project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C9912-3CF7-42FD-AC51-45253517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32FAD-ABCB-4BC1-83DD-374A4C6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Plans methods and methodologies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2BB8F-EEF3-43D6-9AA5-891D786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0D9BC-0DB4-458F-8AFA-7B7BCE2F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Categorizing software projects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220D7-A87C-41E8-8EDA-AC338B24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A91A9-CD25-4E2C-8F7B-368CDC6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Stakeholders</a:t>
            </a:r>
          </a:p>
        </p:txBody>
      </p:sp>
    </p:spTree>
    <p:extLst>
      <p:ext uri="{BB962C8B-B14F-4D97-AF65-F5344CB8AC3E}">
        <p14:creationId xmlns:p14="http://schemas.microsoft.com/office/powerpoint/2010/main" val="164287956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F1B4D-4333-4F66-9FB6-A62C46C4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62BF1-561A-4CDA-BA30-7857129A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0C961-EA55-428E-BCB3-401C76C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CEE1-E05F-4ED6-B4C7-7C7D382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9C4CE-F05A-4F57-A05A-24DF416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90E78-C4E6-461C-9A71-57DB9CA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FD81F-F46A-4BC3-88C3-ABE0BDBA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5030E-6DF5-4E44-828B-332B7D6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D740-95D8-4CCD-A593-D384650F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CDA65-E8C7-4421-A6E1-7D752ED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13A08-722F-40E3-858C-C281CC9E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Project and importance of project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B8D05-100F-45BD-9168-5D6419D4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09ACB-F0D5-4BCB-9C28-3381E1B9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11D9A-8278-4357-B3BF-B30F8224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7B765-5231-4409-9D9F-6DC8C8DE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Contract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8AA06-CB6E-404A-A0BF-B4C84A8D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7B1EE-4852-485A-A8B2-5FF3167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EE637-A530-4776-9039-17744DE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4A54-572E-4B85-B1D1-CB59301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Activities covered by software project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CD4F6-B0AF-4B51-AEBB-0BD2E5EA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4E4C3-B70E-4A80-BF66-FBCA5FB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BA613-8B34-460C-8741-CCC57C71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FBEBA-B684-4A02-895D-5D99BA6F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Plans methods and methodologies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7CCDF-E44B-4BD4-BF9A-1B5EA231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C31A5-73B1-408F-94D8-5602517F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90657923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3A012-C8EE-4934-9078-C1AC1EE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1079D-15A4-4CFA-A981-18BC0F04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E21B-497B-4419-8266-F7161216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64289-AE70-4053-AA9E-A30E8B4B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6883E-4234-40A6-BAAF-BCF4795A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6B7A9-451E-4CD3-BFBD-AD97D3C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4E82E-63FA-47F3-BBC1-54989F73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F4785-11CB-4893-B682-99DBACFA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91B64-E1CE-4F78-B71C-633B1BD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AE4A0-35E1-49FD-8204-ACC81EB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A8B5-7225-4166-952F-3DAB451C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4E299-E340-4DB1-BC19-210A2D58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471C0-7DF8-4A04-8291-F7A2ABF2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99884166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4A72D-C352-4269-BC72-7F091751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4EB4-F639-42F8-B2C4-35F83300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7BB1C-91D5-4432-9709-37ED69C7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BDAB2-7588-48A3-A5F4-22DEEDE0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DCA8D-93EA-4C62-B3B6-5D81771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52B14-D4D4-41D1-A2C4-86F7DB9F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151A3-C633-435F-B9B6-70B74669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39094-C435-4F56-92DE-EBFBA9CE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99ADC-97A9-4458-9CB2-DE53B321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90305-608B-4908-88E4-D90F98C9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BA799-BF78-4AE8-A146-5FFBF9D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CE5C4-2BD6-413E-B323-741085CB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6BE83-F86B-428C-AF68-F0E5EEFF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B884C-4417-4C59-97F2-2D996CD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62927-9CB2-433B-BAE4-405AAD12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41509009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388C5D-4890-416F-9C0B-142A6277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C838F-F262-470B-9368-1C4FD726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B09BB-4470-4880-9F48-E026A93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BF191-D7E4-4652-BA2F-FEA11B2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430E3-0BE3-4CA7-A8A0-00BC3D73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8F988-713D-4366-AABC-3EE745B3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9FB82-6A76-4F98-BBE1-19C9E65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8DD48-C635-41D2-B589-319710A6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4FEF7-9C0A-4D4A-8F46-84388616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97C9C-A06B-48DB-8EE0-B8D2A81C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2505-4FD4-4393-A548-7841D7C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B7A56-2FD7-45F5-814E-E3EF6E17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4293B-E0BC-421E-BBEB-7AF8FCE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92EE2-2FA9-47B5-973A-368D3127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2E682-8A87-4AF3-8232-D10BDA90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F2419-81DA-4A0E-B2E8-F3438FEE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E3EAE-6FDB-4AC3-907B-0BAF1A30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A91F3-389A-43C3-BE7B-B22CF0DD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DB767-D945-4D32-9595-617D6D2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CA2C0-3957-42D1-AC55-9C9355C3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2117C-85CD-44DB-88F1-C79053E2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3D85B-7A05-45E9-8712-CA7D94C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B4265-EDEC-4D9D-B71D-EA04776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62D2F-51F8-4162-AE28-174720C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479F5-82E7-4D7F-8F4A-108C99EB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31652863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51377-F900-4088-BB12-785CEA8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62A59-CE5E-4215-88EC-A4ADD39C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B45F6-D62D-4D25-B6BD-0D3249F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C1A42-8035-4C4B-9C06-3EDB65E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A4297-93F9-4966-ABCC-4F5B882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37D79-CB12-4508-AFFB-9A384B85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EA8D3-D7F0-4CE4-BE5D-2D044A07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Project and importance of project management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09F2-EE36-4C99-BCA6-024D875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5D575-CD79-4564-8E20-9CA0904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Compare two approaches from Project Management and Evaluation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5DBF2-4B04-4783-9210-68CAC6F0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FA970-8A10-4436-BCAA-30285BF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Solve a small worked example involving Activities covered by software project management.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B48CB-0906-43F6-922A-8D7B4C97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F8B4B-44C3-4183-8377-7DF5A187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List common mistakes and how to avoid them in Project Management and Evaluation.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2767A-2A1A-46F6-8248-8BA19A6E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01B92-5C74-41F2-91D5-0B8A1B4F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62445961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7006D-2A85-429F-9C1E-00C4A09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551E1-D4AF-4A15-B206-50E1166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4: Project Management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1B8E-3263-4EF7-AE97-79F4D7F6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586EC-A61F-428F-96F5-522C07D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6415D-EC3E-4FBA-93E8-CCB4739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8981-BC6A-4C71-87BD-202630FE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88593-BF58-47F0-BDE3-983D8A96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F16DE-5002-404E-BDAB-2FD2BC80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AD6BA-7273-4DC8-A930-48C77033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B0651-6D0F-49BE-BE9A-0CCB7CDE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8A6A1-C8AE-4605-89EA-4AA693A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B7B73-A330-4D5B-8F19-83EC97BB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754284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2026-08-24T06:04:20.0470000Z</dcterms:created>
  <dcterms:modified xsi:type="dcterms:W3CDTF">2026-08-24T06:04:20.0470000Z</dcterms:modified>
</coreProperties>
</file>