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e0e00fcc4e446c" /><Relationship Type="http://schemas.openxmlformats.org/officeDocument/2006/relationships/extended-properties" Target="/docProps/app.xml" Id="Ref93f2b928504ee3" /><Relationship Type="http://schemas.openxmlformats.org/officeDocument/2006/relationships/officeDocument" Target="/ppt/presentation.xml" Id="R98247f5e6136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89ebc6834d4ec2"/>
  </p:sldMasterIdLst>
  <p:notesMasterIdLst>
    <p:notesMasterId xmlns:r="http://schemas.openxmlformats.org/officeDocument/2006/relationships" r:id="Rbebd413b28964656"/>
  </p:notesMasterIdLst>
  <p:sldIdLst>
    <p:sldId xmlns:r="http://schemas.openxmlformats.org/officeDocument/2006/relationships" id="256" r:id="Rd8239451946b43b2"/>
    <p:sldId xmlns:r="http://schemas.openxmlformats.org/officeDocument/2006/relationships" id="257" r:id="R9c910ec567434af0"/>
    <p:sldId xmlns:r="http://schemas.openxmlformats.org/officeDocument/2006/relationships" id="258" r:id="Raf82c8d42d4e4af9"/>
    <p:sldId xmlns:r="http://schemas.openxmlformats.org/officeDocument/2006/relationships" id="259" r:id="R91d12d6567fc4724"/>
    <p:sldId xmlns:r="http://schemas.openxmlformats.org/officeDocument/2006/relationships" id="260" r:id="R397ca76e092e4d38"/>
    <p:sldId xmlns:r="http://schemas.openxmlformats.org/officeDocument/2006/relationships" id="261" r:id="R3b45262946ae4d72"/>
    <p:sldId xmlns:r="http://schemas.openxmlformats.org/officeDocument/2006/relationships" id="262" r:id="Ra62a66682b4d410a"/>
    <p:sldId xmlns:r="http://schemas.openxmlformats.org/officeDocument/2006/relationships" id="263" r:id="Rcf0a3a1c6d37437b"/>
    <p:sldId xmlns:r="http://schemas.openxmlformats.org/officeDocument/2006/relationships" id="264" r:id="Redd4e881fd5a4c49"/>
    <p:sldId xmlns:r="http://schemas.openxmlformats.org/officeDocument/2006/relationships" id="265" r:id="R004f98619ceb4b9f"/>
    <p:sldId xmlns:r="http://schemas.openxmlformats.org/officeDocument/2006/relationships" id="266" r:id="R85848a385b84463f"/>
    <p:sldId xmlns:r="http://schemas.openxmlformats.org/officeDocument/2006/relationships" id="267" r:id="R7a4a74477ae74afa"/>
    <p:sldId xmlns:r="http://schemas.openxmlformats.org/officeDocument/2006/relationships" id="268" r:id="R7eac5173aa694d4d"/>
    <p:sldId xmlns:r="http://schemas.openxmlformats.org/officeDocument/2006/relationships" id="269" r:id="Rcaa294d10d50449a"/>
    <p:sldId xmlns:r="http://schemas.openxmlformats.org/officeDocument/2006/relationships" id="270" r:id="R29bd15cd869043d0"/>
    <p:sldId xmlns:r="http://schemas.openxmlformats.org/officeDocument/2006/relationships" id="271" r:id="Reba09f40aba54719"/>
    <p:sldId xmlns:r="http://schemas.openxmlformats.org/officeDocument/2006/relationships" id="272" r:id="R7d07b72f6b144110"/>
    <p:sldId xmlns:r="http://schemas.openxmlformats.org/officeDocument/2006/relationships" id="273" r:id="Rf09e7b3df25b4979"/>
    <p:sldId xmlns:r="http://schemas.openxmlformats.org/officeDocument/2006/relationships" id="274" r:id="R95cc7956f4b847c6"/>
    <p:sldId xmlns:r="http://schemas.openxmlformats.org/officeDocument/2006/relationships" id="275" r:id="R4585dff7fae04d1d"/>
    <p:sldId xmlns:r="http://schemas.openxmlformats.org/officeDocument/2006/relationships" id="276" r:id="R57e10397daa3434e"/>
    <p:sldId xmlns:r="http://schemas.openxmlformats.org/officeDocument/2006/relationships" id="277" r:id="Ra52780e89cae4bbb"/>
    <p:sldId xmlns:r="http://schemas.openxmlformats.org/officeDocument/2006/relationships" id="278" r:id="R6463d2b5bb104ede"/>
    <p:sldId xmlns:r="http://schemas.openxmlformats.org/officeDocument/2006/relationships" id="279" r:id="R460fbbf853494cd2"/>
    <p:sldId xmlns:r="http://schemas.openxmlformats.org/officeDocument/2006/relationships" id="280" r:id="Rbcd9e4e11e624b1e"/>
    <p:sldId xmlns:r="http://schemas.openxmlformats.org/officeDocument/2006/relationships" id="281" r:id="Ra1b3e5702a3b4815"/>
    <p:sldId xmlns:r="http://schemas.openxmlformats.org/officeDocument/2006/relationships" id="282" r:id="R2af0436ea3f84f74"/>
    <p:sldId xmlns:r="http://schemas.openxmlformats.org/officeDocument/2006/relationships" id="283" r:id="Rd39852e3132e4fae"/>
    <p:sldId xmlns:r="http://schemas.openxmlformats.org/officeDocument/2006/relationships" id="284" r:id="R8bd3411ddb364d16"/>
    <p:sldId xmlns:r="http://schemas.openxmlformats.org/officeDocument/2006/relationships" id="285" r:id="R99fad37fe1ca479d"/>
    <p:sldId xmlns:r="http://schemas.openxmlformats.org/officeDocument/2006/relationships" id="286" r:id="Rfe252c32cebe45a5"/>
    <p:sldId xmlns:r="http://schemas.openxmlformats.org/officeDocument/2006/relationships" id="287" r:id="R9b3441bf13fd4284"/>
    <p:sldId xmlns:r="http://schemas.openxmlformats.org/officeDocument/2006/relationships" id="288" r:id="R37d127a7b95e4652"/>
    <p:sldId xmlns:r="http://schemas.openxmlformats.org/officeDocument/2006/relationships" id="289" r:id="R2b9217c5eb9b476c"/>
    <p:sldId xmlns:r="http://schemas.openxmlformats.org/officeDocument/2006/relationships" id="290" r:id="R1152431690ea42ac"/>
    <p:sldId xmlns:r="http://schemas.openxmlformats.org/officeDocument/2006/relationships" id="291" r:id="Rc4f875fd590945f0"/>
    <p:sldId xmlns:r="http://schemas.openxmlformats.org/officeDocument/2006/relationships" id="292" r:id="R40c8d2042f684918"/>
    <p:sldId xmlns:r="http://schemas.openxmlformats.org/officeDocument/2006/relationships" id="293" r:id="R6339c7e7c5f84512"/>
    <p:sldId xmlns:r="http://schemas.openxmlformats.org/officeDocument/2006/relationships" id="294" r:id="Ra5d920b347be4f88"/>
    <p:sldId xmlns:r="http://schemas.openxmlformats.org/officeDocument/2006/relationships" id="295" r:id="Rd5f0500761e845dc"/>
    <p:sldId xmlns:r="http://schemas.openxmlformats.org/officeDocument/2006/relationships" id="296" r:id="R16801c62b20941c6"/>
    <p:sldId xmlns:r="http://schemas.openxmlformats.org/officeDocument/2006/relationships" id="297" r:id="R9f3ac53d045446e4"/>
    <p:sldId xmlns:r="http://schemas.openxmlformats.org/officeDocument/2006/relationships" id="298" r:id="R19c55da11d484219"/>
    <p:sldId xmlns:r="http://schemas.openxmlformats.org/officeDocument/2006/relationships" id="299" r:id="Rbcfbde66a7e84532"/>
    <p:sldId xmlns:r="http://schemas.openxmlformats.org/officeDocument/2006/relationships" id="300" r:id="Rd1ab5bb331ba42b1"/>
    <p:sldId xmlns:r="http://schemas.openxmlformats.org/officeDocument/2006/relationships" id="301" r:id="R282fad1a370b47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42ad3a1f8444ef" /><Relationship Type="http://schemas.openxmlformats.org/officeDocument/2006/relationships/slideMaster" Target="/ppt/slideMasters/slideMaster1.xml" Id="R5b89ebc6834d4ec2" /><Relationship Type="http://schemas.openxmlformats.org/officeDocument/2006/relationships/notesMaster" Target="/ppt/notesMasters/notesMaster1.xml" Id="Rbebd413b28964656" /><Relationship Type="http://schemas.openxmlformats.org/officeDocument/2006/relationships/presProps" Target="/ppt/presProps.xml" Id="R59e7658925384379" /><Relationship Type="http://schemas.openxmlformats.org/officeDocument/2006/relationships/tableStyles" Target="/ppt/tableStyles.xml" Id="R62674e8ce7e84038" /><Relationship Type="http://schemas.openxmlformats.org/officeDocument/2006/relationships/slide" Target="/ppt/slides/slide1.xml" Id="Rd8239451946b43b2" /><Relationship Type="http://schemas.openxmlformats.org/officeDocument/2006/relationships/slide" Target="/ppt/slides/slide2.xml" Id="R9c910ec567434af0" /><Relationship Type="http://schemas.openxmlformats.org/officeDocument/2006/relationships/slide" Target="/ppt/slides/slide3.xml" Id="Raf82c8d42d4e4af9" /><Relationship Type="http://schemas.openxmlformats.org/officeDocument/2006/relationships/slide" Target="/ppt/slides/slide4.xml" Id="R91d12d6567fc4724" /><Relationship Type="http://schemas.openxmlformats.org/officeDocument/2006/relationships/slide" Target="/ppt/slides/slide5.xml" Id="R397ca76e092e4d38" /><Relationship Type="http://schemas.openxmlformats.org/officeDocument/2006/relationships/slide" Target="/ppt/slides/slide6.xml" Id="R3b45262946ae4d72" /><Relationship Type="http://schemas.openxmlformats.org/officeDocument/2006/relationships/slide" Target="/ppt/slides/slide7.xml" Id="Ra62a66682b4d410a" /><Relationship Type="http://schemas.openxmlformats.org/officeDocument/2006/relationships/slide" Target="/ppt/slides/slide8.xml" Id="Rcf0a3a1c6d37437b" /><Relationship Type="http://schemas.openxmlformats.org/officeDocument/2006/relationships/slide" Target="/ppt/slides/slide9.xml" Id="Redd4e881fd5a4c49" /><Relationship Type="http://schemas.openxmlformats.org/officeDocument/2006/relationships/slide" Target="/ppt/slides/slide10.xml" Id="R004f98619ceb4b9f" /><Relationship Type="http://schemas.openxmlformats.org/officeDocument/2006/relationships/slide" Target="/ppt/slides/slide11.xml" Id="R85848a385b84463f" /><Relationship Type="http://schemas.openxmlformats.org/officeDocument/2006/relationships/slide" Target="/ppt/slides/slide12.xml" Id="R7a4a74477ae74afa" /><Relationship Type="http://schemas.openxmlformats.org/officeDocument/2006/relationships/slide" Target="/ppt/slides/slide13.xml" Id="R7eac5173aa694d4d" /><Relationship Type="http://schemas.openxmlformats.org/officeDocument/2006/relationships/slide" Target="/ppt/slides/slide14.xml" Id="Rcaa294d10d50449a" /><Relationship Type="http://schemas.openxmlformats.org/officeDocument/2006/relationships/slide" Target="/ppt/slides/slide15.xml" Id="R29bd15cd869043d0" /><Relationship Type="http://schemas.openxmlformats.org/officeDocument/2006/relationships/slide" Target="/ppt/slides/slide16.xml" Id="Reba09f40aba54719" /><Relationship Type="http://schemas.openxmlformats.org/officeDocument/2006/relationships/slide" Target="/ppt/slides/slide17.xml" Id="R7d07b72f6b144110" /><Relationship Type="http://schemas.openxmlformats.org/officeDocument/2006/relationships/slide" Target="/ppt/slides/slide18.xml" Id="Rf09e7b3df25b4979" /><Relationship Type="http://schemas.openxmlformats.org/officeDocument/2006/relationships/slide" Target="/ppt/slides/slide19.xml" Id="R95cc7956f4b847c6" /><Relationship Type="http://schemas.openxmlformats.org/officeDocument/2006/relationships/slide" Target="/ppt/slides/slide20.xml" Id="R4585dff7fae04d1d" /><Relationship Type="http://schemas.openxmlformats.org/officeDocument/2006/relationships/slide" Target="/ppt/slides/slide21.xml" Id="R57e10397daa3434e" /><Relationship Type="http://schemas.openxmlformats.org/officeDocument/2006/relationships/slide" Target="/ppt/slides/slide22.xml" Id="Ra52780e89cae4bbb" /><Relationship Type="http://schemas.openxmlformats.org/officeDocument/2006/relationships/slide" Target="/ppt/slides/slide23.xml" Id="R6463d2b5bb104ede" /><Relationship Type="http://schemas.openxmlformats.org/officeDocument/2006/relationships/slide" Target="/ppt/slides/slide24.xml" Id="R460fbbf853494cd2" /><Relationship Type="http://schemas.openxmlformats.org/officeDocument/2006/relationships/slide" Target="/ppt/slides/slide25.xml" Id="Rbcd9e4e11e624b1e" /><Relationship Type="http://schemas.openxmlformats.org/officeDocument/2006/relationships/slide" Target="/ppt/slides/slide26.xml" Id="Ra1b3e5702a3b4815" /><Relationship Type="http://schemas.openxmlformats.org/officeDocument/2006/relationships/slide" Target="/ppt/slides/slide27.xml" Id="R2af0436ea3f84f74" /><Relationship Type="http://schemas.openxmlformats.org/officeDocument/2006/relationships/slide" Target="/ppt/slides/slide28.xml" Id="Rd39852e3132e4fae" /><Relationship Type="http://schemas.openxmlformats.org/officeDocument/2006/relationships/slide" Target="/ppt/slides/slide29.xml" Id="R8bd3411ddb364d16" /><Relationship Type="http://schemas.openxmlformats.org/officeDocument/2006/relationships/slide" Target="/ppt/slides/slide30.xml" Id="R99fad37fe1ca479d" /><Relationship Type="http://schemas.openxmlformats.org/officeDocument/2006/relationships/slide" Target="/ppt/slides/slide31.xml" Id="Rfe252c32cebe45a5" /><Relationship Type="http://schemas.openxmlformats.org/officeDocument/2006/relationships/slide" Target="/ppt/slides/slide32.xml" Id="R9b3441bf13fd4284" /><Relationship Type="http://schemas.openxmlformats.org/officeDocument/2006/relationships/slide" Target="/ppt/slides/slide33.xml" Id="R37d127a7b95e4652" /><Relationship Type="http://schemas.openxmlformats.org/officeDocument/2006/relationships/slide" Target="/ppt/slides/slide34.xml" Id="R2b9217c5eb9b476c" /><Relationship Type="http://schemas.openxmlformats.org/officeDocument/2006/relationships/slide" Target="/ppt/slides/slide35.xml" Id="R1152431690ea42ac" /><Relationship Type="http://schemas.openxmlformats.org/officeDocument/2006/relationships/slide" Target="/ppt/slides/slide36.xml" Id="Rc4f875fd590945f0" /><Relationship Type="http://schemas.openxmlformats.org/officeDocument/2006/relationships/slide" Target="/ppt/slides/slide37.xml" Id="R40c8d2042f684918" /><Relationship Type="http://schemas.openxmlformats.org/officeDocument/2006/relationships/slide" Target="/ppt/slides/slide38.xml" Id="R6339c7e7c5f84512" /><Relationship Type="http://schemas.openxmlformats.org/officeDocument/2006/relationships/slide" Target="/ppt/slides/slide39.xml" Id="Ra5d920b347be4f88" /><Relationship Type="http://schemas.openxmlformats.org/officeDocument/2006/relationships/slide" Target="/ppt/slides/slide40.xml" Id="Rd5f0500761e845dc" /><Relationship Type="http://schemas.openxmlformats.org/officeDocument/2006/relationships/slide" Target="/ppt/slides/slide41.xml" Id="R16801c62b20941c6" /><Relationship Type="http://schemas.openxmlformats.org/officeDocument/2006/relationships/slide" Target="/ppt/slides/slide42.xml" Id="R9f3ac53d045446e4" /><Relationship Type="http://schemas.openxmlformats.org/officeDocument/2006/relationships/slide" Target="/ppt/slides/slide43.xml" Id="R19c55da11d484219" /><Relationship Type="http://schemas.openxmlformats.org/officeDocument/2006/relationships/slide" Target="/ppt/slides/slide44.xml" Id="Rbcfbde66a7e84532" /><Relationship Type="http://schemas.openxmlformats.org/officeDocument/2006/relationships/slide" Target="/ppt/slides/slide45.xml" Id="Rd1ab5bb331ba42b1" /><Relationship Type="http://schemas.openxmlformats.org/officeDocument/2006/relationships/slide" Target="/ppt/slides/slide46.xml" Id="R282fad1a370b47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02b788e9e349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07b9a806384391" /><Relationship Type="http://schemas.openxmlformats.org/officeDocument/2006/relationships/notesMaster" Target="/ppt/notesMasters/notesMaster1.xml" Id="Rb7b842c502e544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aee3d61c94cbc" /><Relationship Type="http://schemas.openxmlformats.org/officeDocument/2006/relationships/notesMaster" Target="/ppt/notesMasters/notesMaster1.xml" Id="Ra623267eebd44c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bcd05947e84cd5" /><Relationship Type="http://schemas.openxmlformats.org/officeDocument/2006/relationships/notesMaster" Target="/ppt/notesMasters/notesMaster1.xml" Id="R7954fdc4fa0541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28ca065ec04184" /><Relationship Type="http://schemas.openxmlformats.org/officeDocument/2006/relationships/notesMaster" Target="/ppt/notesMasters/notesMaster1.xml" Id="R57db5cf53c8c4b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5559a58c3c4b00" /><Relationship Type="http://schemas.openxmlformats.org/officeDocument/2006/relationships/notesMaster" Target="/ppt/notesMasters/notesMaster1.xml" Id="R6fbdbfb02417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e5b25ecea74504" /><Relationship Type="http://schemas.openxmlformats.org/officeDocument/2006/relationships/notesMaster" Target="/ppt/notesMasters/notesMaster1.xml" Id="R6a1045d29f4442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d40e8350549b5" /><Relationship Type="http://schemas.openxmlformats.org/officeDocument/2006/relationships/notesMaster" Target="/ppt/notesMasters/notesMaster1.xml" Id="R9972007d2ebe4e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92c96d84ce42cd" /><Relationship Type="http://schemas.openxmlformats.org/officeDocument/2006/relationships/notesMaster" Target="/ppt/notesMasters/notesMaster1.xml" Id="R7a2f7981ec2f41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e91dbd941245f6" /><Relationship Type="http://schemas.openxmlformats.org/officeDocument/2006/relationships/notesMaster" Target="/ppt/notesMasters/notesMaster1.xml" Id="Rf7d8bc3c689140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aca152c58a4bbd" /><Relationship Type="http://schemas.openxmlformats.org/officeDocument/2006/relationships/notesMaster" Target="/ppt/notesMasters/notesMaster1.xml" Id="Rc8d74ba9086e48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d2aa6029724808" /><Relationship Type="http://schemas.openxmlformats.org/officeDocument/2006/relationships/notesMaster" Target="/ppt/notesMasters/notesMaster1.xml" Id="R290f4f9f12ed46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dccad291ae4518" /><Relationship Type="http://schemas.openxmlformats.org/officeDocument/2006/relationships/notesMaster" Target="/ppt/notesMasters/notesMaster1.xml" Id="R19cd6d29897843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298ede7e7649e8" /><Relationship Type="http://schemas.openxmlformats.org/officeDocument/2006/relationships/notesMaster" Target="/ppt/notesMasters/notesMaster1.xml" Id="R26e763bbd9f44a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5abe6a7840c4515" /><Relationship Type="http://schemas.openxmlformats.org/officeDocument/2006/relationships/notesMaster" Target="/ppt/notesMasters/notesMaster1.xml" Id="R3312dd70a31840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fbaba1ded249bd" /><Relationship Type="http://schemas.openxmlformats.org/officeDocument/2006/relationships/notesMaster" Target="/ppt/notesMasters/notesMaster1.xml" Id="R4c7ae36ccff24d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fd4d57a4ea4f08" /><Relationship Type="http://schemas.openxmlformats.org/officeDocument/2006/relationships/notesMaster" Target="/ppt/notesMasters/notesMaster1.xml" Id="R7904cfea96ec41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8cf8c2dbe6425f" /><Relationship Type="http://schemas.openxmlformats.org/officeDocument/2006/relationships/notesMaster" Target="/ppt/notesMasters/notesMaster1.xml" Id="R239fc80d846d45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b97f3ec2014e63" /><Relationship Type="http://schemas.openxmlformats.org/officeDocument/2006/relationships/notesMaster" Target="/ppt/notesMasters/notesMaster1.xml" Id="R5b6fbf98e38d49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eca5b5ccc0480f" /><Relationship Type="http://schemas.openxmlformats.org/officeDocument/2006/relationships/notesMaster" Target="/ppt/notesMasters/notesMaster1.xml" Id="R5feef6485f4c40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ecdb16b36d4adf" /><Relationship Type="http://schemas.openxmlformats.org/officeDocument/2006/relationships/notesMaster" Target="/ppt/notesMasters/notesMaster1.xml" Id="Rcd4c8f4d58674b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6ec72d78bf4d50" /><Relationship Type="http://schemas.openxmlformats.org/officeDocument/2006/relationships/notesMaster" Target="/ppt/notesMasters/notesMaster1.xml" Id="R4681e6f1a7e346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8a31d1e6495459f" /><Relationship Type="http://schemas.openxmlformats.org/officeDocument/2006/relationships/notesMaster" Target="/ppt/notesMasters/notesMaster1.xml" Id="Re888da597200462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4b9fdb01c34d4e" /><Relationship Type="http://schemas.openxmlformats.org/officeDocument/2006/relationships/notesMaster" Target="/ppt/notesMasters/notesMaster1.xml" Id="R9c8efcb5fc57406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b3151c32343498a" /><Relationship Type="http://schemas.openxmlformats.org/officeDocument/2006/relationships/notesMaster" Target="/ppt/notesMasters/notesMaster1.xml" Id="R219e89b192de4cc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c18a61457146b8" /><Relationship Type="http://schemas.openxmlformats.org/officeDocument/2006/relationships/notesMaster" Target="/ppt/notesMasters/notesMaster1.xml" Id="Rbe438193a32c446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52f3bae12a64e5d" /><Relationship Type="http://schemas.openxmlformats.org/officeDocument/2006/relationships/notesMaster" Target="/ppt/notesMasters/notesMaster1.xml" Id="R213fd338ce244f4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5277d30aa724fc9" /><Relationship Type="http://schemas.openxmlformats.org/officeDocument/2006/relationships/notesMaster" Target="/ppt/notesMasters/notesMaster1.xml" Id="R79e27b5964f144d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530909eac604696" /><Relationship Type="http://schemas.openxmlformats.org/officeDocument/2006/relationships/notesMaster" Target="/ppt/notesMasters/notesMaster1.xml" Id="Raf58e49a15f04f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17481922e144530" /><Relationship Type="http://schemas.openxmlformats.org/officeDocument/2006/relationships/notesMaster" Target="/ppt/notesMasters/notesMaster1.xml" Id="R519fff946db641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83841d2b3b4799" /><Relationship Type="http://schemas.openxmlformats.org/officeDocument/2006/relationships/notesMaster" Target="/ppt/notesMasters/notesMaster1.xml" Id="Rc982d95d29e4451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98b06ed6d254f57" /><Relationship Type="http://schemas.openxmlformats.org/officeDocument/2006/relationships/notesMaster" Target="/ppt/notesMasters/notesMaster1.xml" Id="Rc4b8d212e0e5404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87d52d7a1ae4350" /><Relationship Type="http://schemas.openxmlformats.org/officeDocument/2006/relationships/notesMaster" Target="/ppt/notesMasters/notesMaster1.xml" Id="Rb4a6635298924af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2a6adc758654df3" /><Relationship Type="http://schemas.openxmlformats.org/officeDocument/2006/relationships/notesMaster" Target="/ppt/notesMasters/notesMaster1.xml" Id="R914d078ec6b64b1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9c89bfb530e49cd" /><Relationship Type="http://schemas.openxmlformats.org/officeDocument/2006/relationships/notesMaster" Target="/ppt/notesMasters/notesMaster1.xml" Id="Re08f3a56f62848b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3fa8246f60b46e2" /><Relationship Type="http://schemas.openxmlformats.org/officeDocument/2006/relationships/notesMaster" Target="/ppt/notesMasters/notesMaster1.xml" Id="R63393a202e15499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3ea825eece4145" /><Relationship Type="http://schemas.openxmlformats.org/officeDocument/2006/relationships/notesMaster" Target="/ppt/notesMasters/notesMaster1.xml" Id="R3c7fe17bb4fe40e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c257b04522649b7" /><Relationship Type="http://schemas.openxmlformats.org/officeDocument/2006/relationships/notesMaster" Target="/ppt/notesMasters/notesMaster1.xml" Id="R2581e2b796cb4bd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8cdc30143a947ff" /><Relationship Type="http://schemas.openxmlformats.org/officeDocument/2006/relationships/notesMaster" Target="/ppt/notesMasters/notesMaster1.xml" Id="R5fba04a93a3d411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c6e57d305c44175" /><Relationship Type="http://schemas.openxmlformats.org/officeDocument/2006/relationships/notesMaster" Target="/ppt/notesMasters/notesMaster1.xml" Id="R1960223e77744a3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b0a82672558446a" /><Relationship Type="http://schemas.openxmlformats.org/officeDocument/2006/relationships/notesMaster" Target="/ppt/notesMasters/notesMaster1.xml" Id="Rb85f53dc61444be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81a727a3e9a4e4c" /><Relationship Type="http://schemas.openxmlformats.org/officeDocument/2006/relationships/notesMaster" Target="/ppt/notesMasters/notesMaster1.xml" Id="R9e25e685eb2b4bc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753d8e16bfc45d1" /><Relationship Type="http://schemas.openxmlformats.org/officeDocument/2006/relationships/notesMaster" Target="/ppt/notesMasters/notesMaster1.xml" Id="R146b6a5dc0024a6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19cc4d7ad184181" /><Relationship Type="http://schemas.openxmlformats.org/officeDocument/2006/relationships/notesMaster" Target="/ppt/notesMasters/notesMaster1.xml" Id="Rec98513b5792434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792ac4082fd4e07" /><Relationship Type="http://schemas.openxmlformats.org/officeDocument/2006/relationships/notesMaster" Target="/ppt/notesMasters/notesMaster1.xml" Id="R876ee139ea53483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def0b9e1e3741aa" /><Relationship Type="http://schemas.openxmlformats.org/officeDocument/2006/relationships/notesMaster" Target="/ppt/notesMasters/notesMaster1.xml" Id="R66bc90428d9448b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d4b1c0d170940ce" /><Relationship Type="http://schemas.openxmlformats.org/officeDocument/2006/relationships/notesMaster" Target="/ppt/notesMasters/notesMaster1.xml" Id="Rc6c01fc540f9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Roger S. Pressman, Software Engineering - A Practitioner's Approach, 7th ed.; TB2: Bob Hughes, Mike Cotterell, Rajib Mall, Software Project Management, 6th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c69bbd1d942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8d8ff5bc74ab2" /><Relationship Type="http://schemas.openxmlformats.org/officeDocument/2006/relationships/slideLayout" Target="/ppt/slideLayouts/slideLayout1.xml" Id="R54094e16e93944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094e16e93944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e9e01a25416f" /><Relationship Type="http://schemas.openxmlformats.org/officeDocument/2006/relationships/notesSlide" Target="/ppt/notesSlides/notesSlide1.xml" Id="Rb42dd58905d9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9f1be280645ac" /><Relationship Type="http://schemas.openxmlformats.org/officeDocument/2006/relationships/notesSlide" Target="/ppt/notesSlides/notesSlide2.xml" Id="Rde625e1a0a944e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d85b889c54095" /><Relationship Type="http://schemas.openxmlformats.org/officeDocument/2006/relationships/notesSlide" Target="/ppt/notesSlides/notesSlide3.xml" Id="Rfafca85a076e46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b9d99ba3848db" /><Relationship Type="http://schemas.openxmlformats.org/officeDocument/2006/relationships/notesSlide" Target="/ppt/notesSlides/notesSlide4.xml" Id="Ra3fc88ad5321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e3ba82e4f492f" /><Relationship Type="http://schemas.openxmlformats.org/officeDocument/2006/relationships/notesSlide" Target="/ppt/notesSlides/notesSlide5.xml" Id="R6038dabd3df945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4e7d678f1402e" /><Relationship Type="http://schemas.openxmlformats.org/officeDocument/2006/relationships/notesSlide" Target="/ppt/notesSlides/notesSlide6.xml" Id="R587c09aaf4cc4e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3d81ac38f473b" /><Relationship Type="http://schemas.openxmlformats.org/officeDocument/2006/relationships/notesSlide" Target="/ppt/notesSlides/notesSlide7.xml" Id="R96cea6ba834046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7d16397944568" /><Relationship Type="http://schemas.openxmlformats.org/officeDocument/2006/relationships/notesSlide" Target="/ppt/notesSlides/notesSlide8.xml" Id="R4b999f50a11648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528df6e914b35" /><Relationship Type="http://schemas.openxmlformats.org/officeDocument/2006/relationships/notesSlide" Target="/ppt/notesSlides/notesSlide9.xml" Id="R9f208ffd5e404e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5e2992bb54294" /><Relationship Type="http://schemas.openxmlformats.org/officeDocument/2006/relationships/notesSlide" Target="/ppt/notesSlides/notesSlide10.xml" Id="R452b51c06b3944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8f69bf314754" /><Relationship Type="http://schemas.openxmlformats.org/officeDocument/2006/relationships/notesSlide" Target="/ppt/notesSlides/notesSlide11.xml" Id="Rc3428f3d52374d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3d821f18453a" /><Relationship Type="http://schemas.openxmlformats.org/officeDocument/2006/relationships/notesSlide" Target="/ppt/notesSlides/notesSlide12.xml" Id="R526926bab8854f0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a573a55394ea7" /><Relationship Type="http://schemas.openxmlformats.org/officeDocument/2006/relationships/notesSlide" Target="/ppt/notesSlides/notesSlide13.xml" Id="R506c0ee292534e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35a7495704bd4" /><Relationship Type="http://schemas.openxmlformats.org/officeDocument/2006/relationships/notesSlide" Target="/ppt/notesSlides/notesSlide14.xml" Id="R84bd5b06150745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ac23dfdb4436b" /><Relationship Type="http://schemas.openxmlformats.org/officeDocument/2006/relationships/notesSlide" Target="/ppt/notesSlides/notesSlide15.xml" Id="R3339dd0f3ac1457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2737f9e4c4bab" /><Relationship Type="http://schemas.openxmlformats.org/officeDocument/2006/relationships/notesSlide" Target="/ppt/notesSlides/notesSlide16.xml" Id="Rbd83a30b4d0d42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3d814411b4e8e" /><Relationship Type="http://schemas.openxmlformats.org/officeDocument/2006/relationships/notesSlide" Target="/ppt/notesSlides/notesSlide17.xml" Id="R649cd12bff2348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f924a043a4df2" /><Relationship Type="http://schemas.openxmlformats.org/officeDocument/2006/relationships/notesSlide" Target="/ppt/notesSlides/notesSlide18.xml" Id="Racebc73ecfcc44a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25f9040c54560" /><Relationship Type="http://schemas.openxmlformats.org/officeDocument/2006/relationships/notesSlide" Target="/ppt/notesSlides/notesSlide19.xml" Id="Rd0ef02d8ef8e42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a49737a504ce2" /><Relationship Type="http://schemas.openxmlformats.org/officeDocument/2006/relationships/notesSlide" Target="/ppt/notesSlides/notesSlide20.xml" Id="R38e313e9c2464c6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af41a3e544012" /><Relationship Type="http://schemas.openxmlformats.org/officeDocument/2006/relationships/notesSlide" Target="/ppt/notesSlides/notesSlide21.xml" Id="Ra1c5de2b18f743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1b42bf7814a0a" /><Relationship Type="http://schemas.openxmlformats.org/officeDocument/2006/relationships/notesSlide" Target="/ppt/notesSlides/notesSlide22.xml" Id="R8a1d96598e8e401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dce3921d4b0b" /><Relationship Type="http://schemas.openxmlformats.org/officeDocument/2006/relationships/notesSlide" Target="/ppt/notesSlides/notesSlide23.xml" Id="R3f72f284fdb84bb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e121befea468b" /><Relationship Type="http://schemas.openxmlformats.org/officeDocument/2006/relationships/notesSlide" Target="/ppt/notesSlides/notesSlide24.xml" Id="R2fdbd947ca2048f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9fdab2bc94cce" /><Relationship Type="http://schemas.openxmlformats.org/officeDocument/2006/relationships/notesSlide" Target="/ppt/notesSlides/notesSlide25.xml" Id="R556ec0ce5b69476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bab44da484520" /><Relationship Type="http://schemas.openxmlformats.org/officeDocument/2006/relationships/notesSlide" Target="/ppt/notesSlides/notesSlide26.xml" Id="R0ee4b9e91562414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56e5d533f45cf" /><Relationship Type="http://schemas.openxmlformats.org/officeDocument/2006/relationships/notesSlide" Target="/ppt/notesSlides/notesSlide27.xml" Id="Rd685fdbb920c4b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8ab89391444bc" /><Relationship Type="http://schemas.openxmlformats.org/officeDocument/2006/relationships/notesSlide" Target="/ppt/notesSlides/notesSlide28.xml" Id="Rc1ffa804e4504b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aa662492345da" /><Relationship Type="http://schemas.openxmlformats.org/officeDocument/2006/relationships/notesSlide" Target="/ppt/notesSlides/notesSlide29.xml" Id="Rce2fcf9eb0a84e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d103b3e4d419c" /><Relationship Type="http://schemas.openxmlformats.org/officeDocument/2006/relationships/notesSlide" Target="/ppt/notesSlides/notesSlide30.xml" Id="Rbf85058799d441e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8fcd1fda14133" /><Relationship Type="http://schemas.openxmlformats.org/officeDocument/2006/relationships/notesSlide" Target="/ppt/notesSlides/notesSlide31.xml" Id="R588ce6b3a854424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7734fc2194530" /><Relationship Type="http://schemas.openxmlformats.org/officeDocument/2006/relationships/notesSlide" Target="/ppt/notesSlides/notesSlide32.xml" Id="R511da6dc3aeb48c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8027dafcf4d60" /><Relationship Type="http://schemas.openxmlformats.org/officeDocument/2006/relationships/notesSlide" Target="/ppt/notesSlides/notesSlide33.xml" Id="Rb347e48e826649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20dd01ddb4cef" /><Relationship Type="http://schemas.openxmlformats.org/officeDocument/2006/relationships/notesSlide" Target="/ppt/notesSlides/notesSlide34.xml" Id="R9cea66722b8240c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4d842864144aa" /><Relationship Type="http://schemas.openxmlformats.org/officeDocument/2006/relationships/notesSlide" Target="/ppt/notesSlides/notesSlide35.xml" Id="R0c6febae5980482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66b627c1f494b" /><Relationship Type="http://schemas.openxmlformats.org/officeDocument/2006/relationships/notesSlide" Target="/ppt/notesSlides/notesSlide36.xml" Id="R66cbc76f7e654f6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e806ca2234b47" /><Relationship Type="http://schemas.openxmlformats.org/officeDocument/2006/relationships/notesSlide" Target="/ppt/notesSlides/notesSlide37.xml" Id="R80c3796dff48450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fe46fa1314e99" /><Relationship Type="http://schemas.openxmlformats.org/officeDocument/2006/relationships/notesSlide" Target="/ppt/notesSlides/notesSlide38.xml" Id="R6069fd7117de407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2628b9d244f46" /><Relationship Type="http://schemas.openxmlformats.org/officeDocument/2006/relationships/notesSlide" Target="/ppt/notesSlides/notesSlide39.xml" Id="R64d646ddfaca4ff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0be1f22c0497d" /><Relationship Type="http://schemas.openxmlformats.org/officeDocument/2006/relationships/notesSlide" Target="/ppt/notesSlides/notesSlide40.xml" Id="R2671e0110c9e4e7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1b1782ab54673" /><Relationship Type="http://schemas.openxmlformats.org/officeDocument/2006/relationships/notesSlide" Target="/ppt/notesSlides/notesSlide41.xml" Id="R01ef8daf002d4c6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42ed56ea44f71" /><Relationship Type="http://schemas.openxmlformats.org/officeDocument/2006/relationships/notesSlide" Target="/ppt/notesSlides/notesSlide42.xml" Id="R0b3b9f7bf05e467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fcae34de4c64" /><Relationship Type="http://schemas.openxmlformats.org/officeDocument/2006/relationships/notesSlide" Target="/ppt/notesSlides/notesSlide43.xml" Id="Rfa290a9147ad4a1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62648191941eb" /><Relationship Type="http://schemas.openxmlformats.org/officeDocument/2006/relationships/notesSlide" Target="/ppt/notesSlides/notesSlide44.xml" Id="R27cfb8f7a5ab442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fc3b6b1094120" /><Relationship Type="http://schemas.openxmlformats.org/officeDocument/2006/relationships/notesSlide" Target="/ppt/notesSlides/notesSlide45.xml" Id="R1e0869d6dd40437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99943e5344520" /><Relationship Type="http://schemas.openxmlformats.org/officeDocument/2006/relationships/notesSlide" Target="/ppt/notesSlides/notesSlide46.xml" Id="Rb2d76c37e37d44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9F7AAF-C5DF-4017-927E-D51110B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5CA4BB-C555-437E-A97C-B9474683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C2714-DFBC-4AFB-B74C-A0DDD3F0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D2045-2AFF-44DC-AB22-508685C7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AA19E-5F29-4716-BB63-7A8B537C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Software Quality and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DF72F-85AB-4D25-8B4E-F54DE9D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Software Engineering &amp; Project Management | Module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96820-3555-4218-87E7-BD3308B3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D8F74-962B-4824-B49D-B8679DE0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F25BA-92C6-41E1-8559-9759130F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C847EF-2D6D-4BE3-A624-EB197B90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A4CB7-EACD-42F9-A3BC-A5F4A8B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99DCA-7848-4D8F-87CB-69331BC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52727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7A1C8E-D12A-442C-BEFA-AA819DA5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ED6E2-7246-431C-8DA9-C146224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6C455-464B-474A-90A2-2A4BB36B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A424B-4B7C-45BC-92CA-74EF2BBC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ECECBF-4373-4C1A-BE4B-6DD73878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8B376-9593-4B03-8EEA-A76E7DE8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1ABDD-1B72-4188-A4EA-A55F9719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99DEF-3B8E-43DC-A554-0E30E813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28EC4-E540-4B48-B881-5F25BB4D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C302A-8E97-48E5-B037-B90B8FD6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DF255-BA9B-4428-BF04-E7BC6EE4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D48A6-1226-43EA-B359-6E785327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59B97-C068-4988-9311-22302DF8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629277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AA5129-729D-49D9-A8A5-69A19B05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43FAA-3CCC-43C7-8DD9-58D3B7E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B68B5-A097-4664-84A7-9D0486FA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4D55D-C298-4F5E-A632-50439503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CDDD7-4175-4291-BE54-29A883B8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379CC-3334-48EB-95CD-C03F7C5B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C8D47-9EB8-4693-9776-D7399930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Place of software quality in project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D7029-8C7D-4E04-93C0-F1297674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203F0-D1BE-471D-8808-42079FFA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Importance of software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350F5-E1AB-471B-86C7-BC07870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52453-3981-4D84-84A5-405CE593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Defining software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327EB-19EC-442B-B2E8-25849C62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0BA4-B513-4761-AA94-1E7F95D6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Software quality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3F34C-3BEC-48B2-9569-D1E24658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357EA-1257-49B3-A71C-3BF87FC8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Product versus process quality management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8F34E-6E1D-4000-98F5-57951853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48738-769A-49ED-B2F5-067AE122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Observations on 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EDE41-AC3C-4F4D-A209-08529C92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06B566-19D2-4110-8A61-9F6639A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Decomposition techniques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F56B2-5BCF-4849-A4BA-C60C7872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05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0A406-97C9-4D3A-B46E-C9EBAFDA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Empirical estimation models</a:t>
            </a:r>
          </a:p>
        </p:txBody>
      </p:sp>
    </p:spTree>
    <p:extLst>
      <p:ext uri="{BB962C8B-B14F-4D97-AF65-F5344CB8AC3E}">
        <p14:creationId xmlns:p14="http://schemas.microsoft.com/office/powerpoint/2010/main" val="521453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4C44E-C772-4849-98A8-7F63EE76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ABECA-54B0-4666-BA83-5DF0E550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CCC56-8085-4083-B0B8-90C01EBA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8C94-44C9-4470-912E-5D43179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5112D-9FD6-43A0-A05C-6FEA24B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Place of software quality in project planning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93B96-DFA1-4E4E-B22A-12D366BE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CF109-0BD8-4E40-85B7-70C34D0E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Quality is planned into the process rather than inspected only at the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B4B73-CDE7-4DC3-A2BC-0232E04E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B2D53-2484-4A73-B064-1B30488A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Models help connect user-visible quality with engineering attributes.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2C94A0-3AF7-4B40-9FB3-1950CBD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C8598-9F9D-4CD5-96ED-E2AC777B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Metrics become useful only when tied to review, testing and improvement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6EBD9-060D-4362-A4EE-24971833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65574-71FA-410E-A47D-FD24126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F7D07-A4D6-4656-8072-F225A802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2A270B-2985-4415-98A8-53AA978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2EEC4-DA89-428E-9E5D-36DB1484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A8955-E3F6-45FA-8E35-39ACCCD3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5E15C3-1AFA-4224-81CF-225804F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place of software quality in project planning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36945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7B62E-A72F-4E05-9B0D-63EB7EA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107E-9AA2-487C-A6F3-CC719E94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BD797-84ED-44A5-A088-7E45A60D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04C19-2156-45C6-97E0-E5C5D27D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F60B4-0E70-4A76-AAE3-9DDF89B7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Place of software quality in project planning: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60E37-8139-4FCE-B8B6-A79586A5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Place of software quality in pro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84C20-6A2D-44FA-BD0F-61FFD73A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B4C70-9E66-416B-91F3-8F201EFE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FF035-D53E-4AE8-A7C7-F2D6095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5FCC1-1A7F-4D6B-9DAE-10FBF540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8F69E-DD92-49D3-A892-9F2C5368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7657604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9731E1-3853-416F-8E29-616D8165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96D82-AA26-471B-91DE-8A7086D9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EA6D2-BF91-4E9C-B1D1-9ACEA227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C52EB-C711-4E89-8371-9F249422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BE0C3-FB31-4794-BACE-90F65E8F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Place of software quality in project planning: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CCCD8-8781-4F94-8E89-A9DA5513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F71DA-4F57-4CCC-844D-2805729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643DD-24DC-4FCE-BF15-58C3D969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BED42-10A5-46F1-9AA5-5ED2357F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96C0B-09B2-42C7-803A-61167266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49ABD-3383-4447-94D4-41A90E52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1FD24-3166-4D35-B16A-D5FFB054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16B3F-0E6D-4CE6-B17E-D046BB3D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C44D2-766A-48C4-B1B5-0A65585A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C84DC-E295-4265-A487-4B897B5A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FBE49-BE14-44E0-807B-81FAE16C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8F13E-FE0D-4FDB-A147-007FADF5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ED80E-B1C0-4BE1-9DA0-8C6BB381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68D56-B82C-4CB3-AC98-C6682793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C0688-5F49-4977-B5C9-63A7C150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E6833-B995-4535-9772-7A37CF4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BB3EC2-1BD5-4D65-8E95-ECFFE76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649B69-AD44-42F5-A533-D4B322A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6F04F-CC02-4347-AE8F-ED579B4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68E18-EEAB-4AAE-AC6F-61373731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E6D43A-55CD-4589-9478-F5E896C1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20BDB-F11C-41B4-82E7-14AADBA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672E2D-DCE4-437E-B008-85E28B3B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B8B6A-BD4E-406F-BA43-DFA06512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EB82A-3ED4-47F9-A320-CF4869EA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624C1F-BD7F-4898-BBD6-4DA56E47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place of software quality in project planning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06407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5E88B5-F948-4D51-A83A-67426281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01883-FA1C-4215-8FAE-E2AA62FA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21DF7-472D-43D7-8430-1DEEDB20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AFBCA9-0F11-4123-9E5A-635E7DCE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14257-4FC4-4B44-A276-A60725AE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Importance of software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37896-AA80-4989-90EA-EB22A53C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B1925-3888-4FA2-9A66-53A2403D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Quality is planned into the process rather than inspected only at the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06F8-DD12-4119-ADB4-71074FB7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0FF13-849B-4822-B8CE-DFC0A5F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Models help connect user-visible quality with engineering attributes.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0C056-D8B8-4C16-8C1B-15867D63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C2745B-319E-408C-87D9-19ADE18D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Metrics become useful only when tied to review, testing and improvement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F1BE8-3F16-4081-BDEC-6B5923C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7DD54-54C5-456F-8D66-12900D6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51AC6B-BF7D-4DDE-AB4A-91684D82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E8015-6120-4E3E-8B0F-A14D8108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10364-B1EC-4B39-B5F8-F7ADCC4D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3B060-C792-4A4F-9F98-EF001573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4C45E-071B-427B-80D9-074D5499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importance of software quality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807887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480DD-6A28-4DD1-9FCC-F5FF78D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DC61A-AAF7-4E12-BF2D-511E19C5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E6182-F0EA-42AE-B036-CD92F6F0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457C0-ABEC-4B4D-9830-1388BC4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6A414-D43A-415D-A00E-96B075B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Importance of software quality: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1F422-0138-48D9-8034-B393124D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Importance of software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589AA-68DA-4267-B362-D6180C5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94225-C5E0-45CB-965D-A9D3814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12815-849D-4502-B35F-34C317A5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66E25-8323-4300-AFB3-C9D9235F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BE398-0BF8-43F7-83FF-AD4947F4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661098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7CFADA-38DD-47E1-AA49-8FCE1CC1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29C3A-205B-47DC-BCD5-1760EFCD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711ED-A763-4B00-9A1B-F07F06F3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015BC-361C-4C1C-A0C9-4C915B4D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F9BD7-FDCB-4C3C-B33C-FF36B48F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Importance of software quality: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6621C-BE4F-4780-A381-59303602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1A671-ADDC-43B9-B518-FF905DD7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20301-09F4-426B-9DB6-6E992E35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FF41B-BCAD-4BED-95E9-65FD1443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4B4E6D-7874-4641-9F72-C5C79BF2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F92980-990B-4907-9AD3-E9DA6758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93B30-6644-470F-8E08-C26985C2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87E1CD-EEC3-453D-8DDC-F7F6D6C6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4401E-91E9-4E36-A0A9-E26669F1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CD551-131B-451D-8361-F61397AA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3920D-A95B-421C-81F6-94643B57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66C17-2E35-41EC-B30D-376AEA2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46224E-38EE-41D6-B862-16D86B05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F156E4-5274-45CF-A286-0BB3931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014D9-6F84-4552-B920-390B466C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2478B-1CDA-4555-8D9F-7912F3FF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75299-CD54-44B5-B57A-5121584D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B2DDB-5773-428D-8BD8-FE8898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157E1-FF05-403E-814E-EA2D37F4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1C331-5DE3-4809-82C9-775BEFA1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09877-56AD-43D9-A7D5-FF056EF2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85718-F18F-49D8-94E3-8EA3E80A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571BB-5F81-42FB-841F-55D8F982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34892-D211-45AE-B1B0-03707E0E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8BA3FA-AC32-4C70-A0F2-CB169F71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50E1F-9228-4DA0-9313-F29EFE5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importance of software quality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13276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3DC1C-711E-4F6C-B782-4710F35C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02326-9A6D-41DE-8A15-52759FF1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D2145-2E0D-4EF6-AE2C-25151BC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9705-1C89-4955-B1E1-52C027F2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3E51A-F34E-4F5D-88B7-8E811F2A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Importance of software quality: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013BA-033E-4804-A412-D4895B25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F22FD-E20B-4A83-A166-245C4616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9B6A8-0559-4AD4-9726-7101F237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6E59C-571F-4199-BA92-097ABDD9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F6559-E5C2-4AEB-A79E-E3FA94C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55841-7354-40ED-9C31-1BF2018A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Importance of software quality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554AE-DE90-4CCC-A605-20EBF317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60D85-480E-4AB8-AF3A-049CCE59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9ACFC-13E0-4ED1-9B09-E0158381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DAE84F-0308-4E4F-ABFA-BC2292D7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AE97-0682-41E8-B58F-51AA7DC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A0439-FC5E-4DF4-BDD5-7A743EB1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EF5AD-843C-4AC2-8346-25EFA22F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EE771-387C-4EA7-9F2E-A7E0782C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EF64FF-C3A6-46A3-B5C7-8FD0103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5F604-1453-4233-AB31-6016436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6252136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39D40B-FA49-4D42-984F-C0DA028E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748A-7035-40C0-9003-012F1ED5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0AC26-0F4E-4C43-AF7F-BD8DBC3A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5B37-0691-452C-AE29-6A801B46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2A063-493B-462E-B235-08962636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Defining software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11CB3-DFDC-4711-8DF8-7631A0C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02066-1B4A-4F7B-BFE0-2908B8D2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Quality is planned into the process rather than inspected only at the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BEC1E-ECA4-4334-AE5D-C2E344E9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C4AB8-B784-41A5-B508-EA0D3A4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Models help connect user-visible quality with engineering attributes.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34B01-4666-4733-B939-E8E55B44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B3CA0-1054-461E-8E7C-EF930F15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Metrics become useful only when tied to review, testing and improvement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263642-8716-4434-8E5B-EA21D6D9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7B473-FAC9-4750-A9E7-DB46F8E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06A39-B64E-4E0F-881B-97228D7B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F7D7A-35DA-46B8-A431-AD918E2D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12B3D-19B9-4885-B2A2-4092C239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88B979-B10B-470A-9B59-84EA55D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87934-B572-49FD-A730-75B2C94F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defining software quality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045806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DFAA6-3D2F-4A1E-8455-F680BFC2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98407-3961-44D7-B3AC-0B62310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98CC8-876B-4935-B12F-BD60FC9F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1AEBD-8176-4946-997F-85137C4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61181-A19C-4E4C-BE26-4EC6C1BF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Defining software quality: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A5F3B-BB30-4D95-89EA-3A137B0D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Defining software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C44FA-ED12-4596-A164-36FF2A9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13BD43-A625-4480-BC12-5B53526D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DD1E9-DA4C-4DF7-ACDE-2DAF128B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74F2-99A3-4D64-AF2B-0824FE03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50BC6-949A-4A15-88FB-731A8816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537678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B879E3-CD12-4CA2-B0FC-83A74472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948DA-8183-4578-B46A-1421EBDE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AF763F-5011-436C-A879-CC287EA5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F44A2-C08F-4ED4-A49F-142FE7A2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E61D1-874A-4D4E-87FA-3594D73C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Defining software quality: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96FD-7F1E-4262-A05B-3F9B9FF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8E4D7-7B7A-4117-B097-A2933180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A718F1-1B87-4A53-A6A5-E9237F1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8413B-441E-4C32-868A-86F252A6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49AD7-01CF-4A7D-920C-FB4A9036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57E6A-9149-438B-84B1-A4A3063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1AF64-62D6-45D0-A7DE-CB96107B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05417-45C9-4C66-9A16-E96B6A9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EB340-367A-4B76-983D-5EAE1C2B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5D7BA-1666-43B6-A0DB-195F713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D72AE-3707-4E94-8B5A-9AFC85F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FDA6E-F219-497C-9CEA-405482F6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6C0769-E6D3-4A0E-9A8E-372BA8F3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9F66F7-65E3-420C-BAFF-FBE44DAA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D3EBC7-C4EC-4A58-AE26-36CB7D0A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B6F18-2869-418B-A220-BBB39937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DCE597-08AF-44A5-9612-91341561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2C178-97ED-44A3-9208-3788565C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29E1D0-87BB-4D82-9D93-8848DCE7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8E707A-32CA-4B65-81A3-0C4ED54F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CD2860-5723-48B8-B904-F0FC543E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5CB785-CEAF-4235-8727-ECCEE0AC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F3EC8-FBCE-4DF4-BF4A-DED081DB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1D4937-37C8-45B1-8998-8A30567D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8B7EF7-66D9-4D9E-92E2-F38884B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E55410-E4D0-4FAA-A097-9EFEE97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defining software quality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561446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8DAC9B-5555-49BD-8B31-625C567B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31B6C-E9D4-4B97-ABE2-6B3E216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15983-D2E4-4C98-A818-1A047BAC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0D87D-4F16-4C19-A56E-186BF22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AA2EC-822E-4ADC-B765-624C028D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quality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00AA1-5791-4F65-8A86-9B855D2E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D772B-F622-494A-BDFC-0F6A114C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Quality is planned into the process rather than inspected only at the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2F9E0-F7EA-47F4-A47D-DBC2928D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E5E133-95C2-403E-96B6-64FBDB42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Models help connect user-visible quality with engineering attributes.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17109-919D-464D-968E-8ED99F6E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FEF92-188E-4666-84E5-30DC9808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Metrics become useful only when tied to review, testing and improvement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EF293-75B1-48E4-A0D9-77DF2EB6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F3EE6-F860-4C63-84F8-6DB3191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323EC-B1B0-4478-A6C9-FF50FE47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91710-D371-4046-9942-FC05373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8BEE9-E4F7-45EF-9889-61BCC70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9ADEF-45B7-409C-94CF-5FE4E4F4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EF524-112F-4229-A8DF-93629674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software quality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12261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FFA19-9FEF-42C6-9CB2-D7378D84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EBD87-933A-4B84-B735-A0D68FE3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2DC10-0108-4845-A364-12ED4FCC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667E3-E59F-46FA-983C-5EFC0236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3002D-0C5D-4FF4-B69B-0130A82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quality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1860F-9037-414F-A849-D7129C5D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quality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E1492-64A5-4AFF-89E4-16394DF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3FF5F-E5D3-475D-BDA7-D77E396B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E5209-2B9A-4740-9865-34CC06B6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F7F13C-65F8-4445-B4E4-67650828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45ADD-5973-44DE-8E19-EA6F0AE02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20938409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F8AFA-FE31-4494-A548-2644B55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FEFB0-E543-41D7-8B50-0C408364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5FD9E-81ED-4CEE-A64C-696004CC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2738-A130-4102-B6CF-48E882C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B6C6A-9F1C-492F-8033-6D9BB20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quality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E9006-9293-40A6-97D1-C31991C2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033CD-1BFC-4356-9415-A098AD4B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3BA92-7039-41C5-85CD-BB30C92E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13DA3-C8D6-4555-9121-C2170584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4C440-B71B-4838-A512-49BBB746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84C34-EAD8-4B18-B7F4-B7A22AE2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606EC-1B86-4EB6-B284-0632F1FB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FFE191-E0FC-491B-AACF-69BF80C1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CC650-E0F1-4906-9F72-2BC7BCB1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3FC44-9F3D-42D9-B0CE-452E60F7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CC312-C3ED-4B72-85BF-09A0FA0A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9797D-FA9E-49E7-B7DC-C8AC571F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68D87-BD52-4369-8424-865CF0E5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857B0-1420-4C2F-A2B7-A32906C4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658FB-8EF4-4642-9800-110A6F1B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084685-390A-4B0D-82D3-676D0304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2E5A4D-D5D4-4AF3-87B5-18E12AD1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5981A-3B57-4E02-ACBF-F00DE16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26674B-342B-430E-A3B8-0C4002C7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B046B5-34D5-4CDA-8BC2-F0926B86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7B787D-102E-48C0-BC85-F2D1DED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A17C6-A363-485F-A5E4-88CE4E3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12513-3D3D-4F97-AA31-70411ABC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948606-E4EC-4783-8EB4-0B48AF32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11436-BACA-4A4E-AAF8-08B76C9E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5A1D07-D823-4B70-81F5-48F31073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software quality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574907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25173-70AE-4110-914F-FB3F3F96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34292-5646-4A3A-80D3-1FF222C6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7D92B-7CEC-4923-A587-7F1241C2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D52C0-ED69-413B-8766-5A94FADF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70E86-8522-440C-B117-FD6A5E09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Product versus process quality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52FAA-D125-44F6-BC04-709E7A65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46B35-DA76-4186-8534-04F82A67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Quality is planned into the process rather than inspected only at the 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96660-35AC-4709-B796-9B1C938D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73CB8-A49A-49A3-BA76-F83F88B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Models help connect user-visible quality with engineering attributes.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F4940-124D-4FE7-99E0-674CCC4F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EA66D-EC53-4647-A710-2BEDC81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Metrics become useful only when tied to review, testing and improvement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E56BB-48C5-4CAA-BE33-EB5ECD8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A1E83-179B-44F8-862E-1A843174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E72914-E66F-49D3-B2E9-57BED37B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08CED-0253-467B-A577-B1C05C28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9BAB8-DE97-4424-BF5D-4568F20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F23AB-57E5-4F23-965A-FB1A3306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EE673-F399-4960-BD9A-4BBA8A7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product versus process quality management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723593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31185-8AD9-48CC-BA11-40DE2EA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BFB2C-DC1F-4826-AC10-17BA889B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5BA78-35CE-4C16-8C72-D21A173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AAB5C-24AA-4368-8667-11866C1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3C6E3-8F6E-4011-88BF-5C1D7431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Product versus process quality management: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2F104-9067-4E75-8A01-F8C9A646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Product versus process quality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54702-AE93-4D42-8E96-E6418A3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A656-37DC-4588-959B-75195A32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C1DB3-A5DE-4AD3-9C75-C14847B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415B0-AC8F-4FD6-AD94-0FA45A34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CD627-31D1-4535-B3F6-1BD79402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294553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0AA40-15EE-4B11-8DD9-DB6D4DD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6FDBE-2BF5-49F9-9A3E-C59A01C2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3D72A-6FF0-42A6-B78E-1C032987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9DBDF-B41B-456B-B46B-F2F457D4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C99C6-89DC-4E20-AFA4-0511531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Product versus process quality management: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20799-B78B-4502-8E9D-78AF6060A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FA6F0-B457-4419-AA3E-9157874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1AD7D-6A68-4955-9C6B-C884F59A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DC549-557B-42C5-AAC7-6C8A2278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1BAF7-1F07-40C8-9590-84BF4A3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BC0C0-A117-471F-B285-CA0FE33E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1C95D-EB8C-4D32-B5CB-4FA17002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6BE72-77C7-4256-B3CD-69F63309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6FBA9-C415-4418-98FF-8B5F2B33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835866-6664-428E-B728-CBAA8538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AAB51-AB78-43C8-B81F-8096F42D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F68CD-D3C9-45B6-B0AD-D03D8611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FD85E-5E33-4803-911C-5A44B379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9EBBB5-040F-4ADA-B2EF-C715A355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CBD-C917-4AFD-9CA3-B98E3B14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82413-B303-4183-A95A-57B0EE2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476FE6-78D9-469B-9510-85B82A6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377221-C8B8-412C-94B0-736BA625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03EF1-24C6-43CC-AC7F-5F8EB0D7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899BE-1829-4406-A467-4BE65FF2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533DF-71CA-4689-BAD1-A83BEED5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5863B7-3E7B-4676-98B6-6C69F0F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8678E-AD2B-4877-9CD2-7FC33690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9B96A6-5E05-4ED4-9267-85BCED53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F9B2D7-E8A1-4E41-8E8D-8E751215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673F86-0919-4174-A75D-5712FA1B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product versus process quality management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842459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95844-ADDF-4279-B542-8FF6F517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98AA9-4C6F-4B58-93FF-C3410850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1DA41-CD24-4C89-B813-2939DF7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CF2A1-54BA-4902-9182-21176211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EF742-A918-44B9-9C4A-CEC0D5C0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Product versus process quality management: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3691E-A58D-402A-80A4-7A8BFE10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F1402-1DEA-4C7F-9E53-2CD2CC9F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BA5C5-7956-4FF3-95AB-20F5F849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C8319-6EAD-4BBD-8A49-F1009731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BBFDF-1EF0-4A4C-9DD0-BDF4BB50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9D1CF-B9C3-467B-81B3-A1ECFB55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Product versus process quality management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75686-BFE0-413A-9AF7-DEE4F10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33F5A-EE2C-4058-BAC3-66319CC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350A1-D5B1-4E8E-A74F-57056476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80080-0C8B-4CB8-B1FC-B52932B1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F6D16-9CD9-4845-9D62-466052CB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0E6F7-E1B5-4FFA-9337-FC11799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6723D-A575-4B9C-A6D3-D1C4FCE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9B5066-A019-4EDF-807C-47CB0E5F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73517-8E15-4E80-824E-9D90264D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72942-D4AA-4676-9C52-5CDD135C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3271568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A462B2-FC20-4CE8-B6CB-0A000992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CDD6E-9667-40B8-8AFB-54CF190E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AF8A5-75AB-499F-8132-8CFDF608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752D-CFA9-4AF2-A0BF-AF7E766A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AB133-18B8-4571-82ED-1A365971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Observations on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28F24-C811-4EA2-A060-49802607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9A574-860D-487D-8F82-2842B666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Estimation decomposes uncertain work into smaller pieces that can be reasoned about.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4B3891-14DC-4F21-8677-5E697F5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1E684-FE7D-4647-B792-004B935A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Empirical models use historical size, effort and productivity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2450-05B9-4390-881C-5A5FCB53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123B1-CCD7-4231-9EE2-E15800ED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good estimate states assumptions, range and risk, not only one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6BACC-3836-4E19-8D2A-A7630D2A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3C2BB-D806-4B7B-81BC-C4FDEDA9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EAA62-B0E7-406F-BD1C-DA52F1CF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83218-94E2-4EF0-9307-034D8427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E7E74-5156-447D-AE12-40CDC37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A836E9-3C90-4D97-B46A-0629CC6A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4E5039-362F-4C7B-98A2-1FAB308C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observations on estimation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021447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8D292-E689-4FCC-A431-54F52F12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FC1FC-F93C-4B3E-A380-7E4D6AB2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D1011-5A7D-4FC3-B003-05E9EAC7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60BB8-E497-4D57-93CA-AE97D171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E05C5-FD5A-4AC7-9530-4980F7C6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Observations on estimation: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6F7B6-22A5-4608-9748-BE397E9B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Observations on estimation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40952-81E4-4262-9D7B-F0B601F5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AB836-CDDF-47BC-BF5C-657E9FF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54801-D520-41B8-877A-F890218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496BC9-6570-4CD5-AEF5-E1BC7322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DD05C-C25F-42FB-8B33-6FC114A5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67737735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4AE76A-D2F6-4109-880F-86ECBB6C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A290A-56D0-452A-A813-36B7BAED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7A2D4-729E-4071-AB1F-427871E9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25FA1-33A8-4DFB-BB8F-17E71D46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1B9F7B-0592-463C-9FC2-0D18197F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Observations on estimation: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91754-910C-4AC6-ADEB-0BB52A0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1DF1B-E9E3-40F4-B71A-E90012B4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B6078-6628-422B-A5E1-098D32E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437D6-A99D-4DCB-979B-D1413462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20CF8-4042-42CD-B5BE-AEB95A3C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671D63-90E0-45DA-9F33-0465D660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41D09-4054-4B32-AAA5-CBD54BE5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64076-22D0-43C6-9EC2-47D1DB69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5A891-A803-4DA6-A320-01E19A3D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49ED2-5C70-42C9-8581-A8F7BE72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0699-D8AF-48BB-A633-D39F757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4D255-0E97-4A50-9E62-E6E00416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6CC6C-5B96-4C66-B0CA-0628DD45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ACE34-CFEA-4841-ABC3-77986A5C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5976BD-7588-45EE-B3CF-5378309E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58958-B5F9-4726-A04D-EDFD9272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02EED-7710-4056-B203-0CA1A22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6221B-9AC0-471C-A047-507C3736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3C4E7E-580B-4394-9D82-659B8985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38F47-C78C-404D-A29E-08FC3269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9B011E-1C1C-4CA6-9DD1-07D194F9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D5142-E0FA-479B-BABA-EC0ECC9D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8D43-A1FC-4422-AA1B-D0365AD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42D3D-775E-4980-865D-BD2EBC28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FD977-C582-4335-978D-87BEF7FC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3A60E3-8CEF-408F-9767-CC506CCD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observations on estimation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8263816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2AFC1D-EBE4-445A-8FB8-4805C2EC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4EB69-B870-40AE-82F1-6EB5ECA9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9C91D-0245-4152-A616-AC1370E8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6D0A8-2266-4717-A7B4-06AE709F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A35C4-2F98-4EA7-B4B8-3E0A4853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Decomposition techniques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517E8-025E-40C7-8AD4-F882C82D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B186F-02AB-44C2-9937-902FB283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Decomposition techniques is best taught as a problem context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FCF23-69BD-417E-AF45-ED6360F0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96032-D4F0-4812-AFB3-4370E3E8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The key mechanism connects core idea with working steps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FB375-0B57-4C90-B2E1-430EF3F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CC3BB-1EBD-4A82-B44D-D2E8C2F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For exams, draw the model first, label each step, and then explain teaching example and exam point.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7A3A8-B454-4382-A46F-DD66BC8D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9F65C-17E9-4D11-ABDB-AE673C4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6E24-CB78-48C4-9117-94DA0644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C1117-33AD-4D3E-BF43-81BA6B9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4F01E-EEB8-4F42-B573-6AA3312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725A0-67B2-4CF8-A280-668E4C75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DFD4F-407E-4C8D-B7F3-EE3A72AE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decomposition techniques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6763205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BBAEE-E796-4940-B3CB-F39EF686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8E706-7C81-420B-81CB-F2B96BB8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ED425-E3BA-4E54-9BC0-A1DD0C07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7DAA-E94C-4C57-A282-AAABD481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9011E-71DA-4F80-AD36-FAE30BAD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Decomposition techniques: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17DBCD-3C3F-4A11-AFD6-E07515FC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Decomposition techniques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87555-F4DA-4C1E-84FD-7C0549BF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25A30B-642C-42C5-9F2E-119268F0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C126C8-4FDF-4FC1-A05C-BCFC5BD5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28C3D-7111-4D1D-90BC-087DB80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E0E983-BB9E-4190-9858-0722742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11873524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9B36C-DC04-400D-B8BD-85EDD85A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EE91B-4D87-4DFF-A360-80C4F1B7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40FB5-0976-49C2-9AAE-52442D40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D6F49-19CC-48A3-B642-1DE48AB8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84EA-BBBB-443C-B41C-F68FE96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Decomposition techniques: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530FA-9F09-427B-9B55-C9ED12EF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7E4C6-1242-4D87-BA7B-DD038C0F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2CB01-BF10-4994-8257-C46C46F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AB10E-E1B5-451B-B148-1B276BE0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CADD0-2F15-47FD-B2AE-2F599AC4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3DF29-6CE2-47F5-A059-CEB9C3A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DE030-E705-491D-A2D4-EC1C6FE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2D3E8-CF91-43AC-9AC3-28D7EA54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D2E4E-2003-4344-9AFE-C6EF6C28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3A67FE-3AD4-47E3-9E66-F3E0F79E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130B2-B734-4C23-A940-2C4442A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C3483-902F-4B68-ACED-BE391B49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0AD5F9-207B-4A4C-A2BD-42B83EAA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97A91-45BB-4AB0-8FA9-6A347BF3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B1E6DB-CCA7-473F-BDDD-E81AA64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596F0-0B68-4408-86E1-C1E0C93E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5BBBB8-2E47-4498-BB5E-478773FE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6C5AC-6FD7-4FF4-9156-99CFF550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CC9400-9CFB-42AD-AA9E-A4A714CF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64A39-FA7F-44EC-B169-DE723C63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DCEBB-9C3E-4B4B-A201-AFB14DED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244A3-C511-4750-A60B-49B2075A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F4A9A-3106-4ADB-AF31-2C42647A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E43F3-4947-4D35-B389-77C45C18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E312DB-A14F-4CA6-AAA5-F6AB1A4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6662A5-A833-4859-B9A9-7FFE7A4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decomposition techniques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633519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8CEB3-A2E8-4D64-BB16-1761C9BA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7B008-B07B-43E8-A767-AF16055C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95BCD-6368-4D45-B6E8-FB51D523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D0F7D-6C2E-408D-974D-81B76AE8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C8E42-F60F-4B61-AD7E-E278591F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Empirical estimation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76115-A805-4581-BEAC-10D09B19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3625A-9C6A-4FDE-A036-EBF4A3FD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Estimation decomposes uncertain work into smaller pieces that can be reasoned about.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CDF82-7B2E-4347-BC53-F33D86A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294AA-6FEE-420B-B604-C28C731E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Empirical models use historical size, effort and productivity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2E273-D161-4FF2-8AFC-B7431B1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594495-A3F0-4288-BD03-B6A928EA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 good estimate states assumptions, range and risk, not only one number.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EDF8B-5DFB-4560-BD79-5F699AB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0E1F5-2A58-4B6F-A665-5341706B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32AFA-1D0F-4BC2-AFF3-E065DDA0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15F57C-1C7F-4072-A6A7-BD420D4E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E48CA-95BC-4521-A763-C37DDAE4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68C578-002D-4142-AE35-9AEE2B70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1AB06-CD36-42CF-B03A-F83A065D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This topic explains how empirical estimation models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966960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4B0B2F-DF0D-492A-915A-DBD26C27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FA594-AB44-4B91-83F3-95EE7C1C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87264-40F7-4956-B22D-A099C997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D2C5E7-DF7A-4B38-920D-271E0689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D3A82-48DD-456A-8485-A14AEF11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Empirical estimation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72139-1AD8-4811-86CF-FDD95BC2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Empirical estimation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AC9C2-972E-41BA-8CC7-041A1885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73A84-68C2-43DD-81CA-AFFAD989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64C79F-F9AA-4225-A613-04E21FCD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2D4D36-99F3-4B75-8F75-7F6A361C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67C0C-C514-4214-BCCE-1EF15222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82764545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D9DCF1-B2B7-4A19-A2CB-BA8B2BC9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B74BB-E9A8-4F3B-8DC8-9359517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B1E41-B7C4-471F-8491-0C2DC045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0430C-B33D-4FA5-917D-C5E6D499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19531-C8C8-4A61-9A76-103952C6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Empirical estimation models: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65BFE-3BBC-4502-BF2E-AC36D617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FC5C7-3FB1-4C4D-9563-9F7301E5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0DD65-2E6A-48EC-B244-D07B20CF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C74ED-A7B6-4F41-8E84-EE6D580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0602B-4904-48FF-9BA6-3F65900E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02470-420F-4F31-A4EB-21F126A6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1364D-E114-43BD-9BF9-DFECACC1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D939E-B597-4E64-B95F-559AD6C2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9034C-FB7A-428F-A8F3-18D073D0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C5A81-8C3D-4322-A42F-7B1E5AF4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4D472-DCC7-4702-956C-08D6237F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0FB5E-68C6-47E7-83AD-F75356DC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48927E-C8D5-4F8B-8236-CEF1899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12510-E1BE-431E-95B0-4CFB3D14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42A1E-AA8D-4B11-82C6-EA53796D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01F4DA-35AA-4107-9D9C-6245AF93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C13D84-AF05-42B5-A96C-41582BF0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81143-827E-4ED6-A82D-86788FCC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588D9-6A15-4DA4-A88B-83FE8EBD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C78B3B-67CB-4451-B101-C3379D37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8E3279-9C9E-4FDA-8A98-06D4E3F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93A94F-A45F-4B27-9411-12FB8311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A8C0C-3649-42C4-91C8-81F427A6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D30558-BF5C-4C5F-8FC5-DC55184C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AB5B5-FA2D-4E3E-BAE6-2C6B4815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F9922-8CF1-4D09-97C8-7F6BBE57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empirical estimation models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940888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0ED59-3034-448F-AD46-F795AC5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ACA22-6E47-478A-99F4-FD092FB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39188-5795-4D8B-954B-67334423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11568-AC82-4789-BE16-FA57D7B0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8F35F-D01A-4FEB-9BC3-6362F152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Empirical estimation models: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66C8F-A2F9-4CDF-AFB5-141A81F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08E5A-AC86-480E-8A96-F83CB80C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4AD0-7B63-4032-A347-902D661F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B7F0D-0782-4C9A-A57B-0F673322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E623E-01AD-40E7-A8AB-AFD2EFD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10B94-3890-4F70-9FBA-8A8BDE9A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Empirical estimation models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08D68-9A12-478D-AC74-A1D55AA5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4F9A4-8F30-46C0-9BA4-14D49A05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B786E-3381-4C2C-9263-15DFEF1E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8CCF7-789B-41EC-9A69-CA33987C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8A165-7ECC-4109-A430-3E33DA3A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7216-D76A-4AA4-B090-43899864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0CBC87-2CD3-4C2F-B282-26716ADD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449A8-B0BF-40FB-AB87-9E589AA2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51C8B-B8DD-4EC0-9526-1097E98D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E17F1-12A0-49B0-9C82-5DC0F4CA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20701409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CB526-AB94-48F9-A65F-1DE9EE6A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D40D4-8BC2-40B1-ADD6-CD374A43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352A4-1EC5-4D09-8064-5B8D36FF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A6376-F29D-416D-B08E-D450807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0A4CE-FEB6-484D-A95B-E3BF6421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Place of software quality in project planning vs Importance of software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001C3-37B8-4EA5-B8D3-94CA4CC0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E8FD2-96F5-45F6-8200-939E2635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BF81F7-A98D-48AE-9528-613A4ADA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Place of software quality in project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FAF69-840A-4757-B973-1232394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Importance of software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ACE1F2-377B-40E9-9025-E2FC3D3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C1EE0-6E3B-4301-ACDD-BE48D4A3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11C40-95A7-4199-9443-9EE4E4D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C2549-3561-4EB9-93E6-68E7BB2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B24D2-133A-43DC-8AEF-D20A75BA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7EF0F-52D8-4092-8843-21719E6B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FCD6C-4CD0-4427-AFB9-3AAC3D40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399B2-42E8-4465-A684-9FCDB596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7F836-D832-4ADA-B3A3-B8FB3C5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EF1E9-20AB-4F5A-9709-E9C617B9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BCCA0-6DA5-4569-B4F3-82C30F6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A6ED6-0878-4E84-98FF-0255E9CC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180BB-D7A6-4C13-A78E-2DDC8658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178A8-4049-4FBD-8B4E-06F56EBB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7A114A-E655-488B-A0BA-B42473D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9519A-7BBC-40BB-8029-EC545A9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831736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2A286-D0EC-41D3-B0A0-E2609363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08574-A10E-42C9-A92D-26F3CFE0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58847-825C-4267-B765-F4EBA92E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C7BBD-B8C0-4A23-B8B7-D07E76AE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8F457-3828-457E-A6C3-F669C371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quality models vs Product versus process quality management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773C3-728C-409B-BFB1-505505E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4AF59-9FE9-4432-89B4-FDDE54CD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70DB2-0129-4212-B570-A540978F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Software quality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967E52-80F4-4230-A38E-9BE044B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Product versus process quality management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2E0AEC-3C77-44CD-8E43-4C795D20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FFB1D5-AF69-4BF2-B315-B6E7A6B1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6A487-FDDA-40F8-9973-EE4A85FB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E2F2F-5AB4-4EAE-A92E-01E815C9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6718F-BB31-4AC5-A726-5821A14F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5BD83-B85F-43C4-A0DB-87A541E5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ED519E-1115-429D-9FFA-7724BCE8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5FA7E6-BBAE-4CED-8094-E687C8F4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084C3-DECC-4E0D-9BED-11A1D90E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AA792-B297-45F4-B008-AFEC7D4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49A7E0-1A34-425C-BC82-20C3CF9A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C2EC1-954A-40A9-846E-CF98FE8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1ECA8E-257B-49E5-96FB-0DA866AF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B17A0-E07D-479D-9936-5081D6B5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F05086-C689-4CAA-B83E-39558D8C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454A3C-E54C-43D8-B3C2-E07C8FB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1022995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A1B6BB-16C1-4D03-9313-40CA716D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1FEEA-B1D3-4468-A66D-0FC21EB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D769A-CDB6-4677-944C-BCBEB7D8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08292-69EB-41A9-9D19-C8634072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9E24C3-67E8-4ABB-B771-30DFD6B6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Decomposition techniques vs Empirical estimation models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F42D-4543-4A23-910D-D3AA9548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479AD-804D-4E28-B592-2AA89A45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4FC77-6559-43D0-960C-A82D1F34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Decomposition techniques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023B5C-0AEE-4D15-8A56-1C4A1E26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Empirical estimation models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7511D-0B90-46D2-9F22-9FF76678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F7424-610E-497D-A341-719CA5AE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F0C95-E53B-4145-B9A5-9748C74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5AF1F-62AC-4088-84A7-046BBBA0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4B872-439C-4334-8EE7-EA084E05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38542-A1D1-4848-82CD-12AFA51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86E880-23C3-4F90-9826-22304F5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A58DD1-B509-4AA1-ACAA-970582B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59A3E-B8CE-493F-8B35-0A35D69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FB46A-9CBA-45AA-9ECD-7D99C94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9BF70-35E9-4378-99CC-A12B86C7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EA2F3D-6B9E-4A27-AC8B-5695B94E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ADF4D-4CF7-4538-B4D1-99A2A4AA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E84E3-F2DF-46D1-BE11-E762F79C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14B7F7-E512-4194-8398-E94C6A79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182C8B-A650-45F0-8D51-6229FC26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069730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8DF9C-3BCB-4D67-A439-C62C1B6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15B9D-0433-4D6A-AFE7-DC812F0E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3FBDF2-8ADF-4AD8-912B-ED93CAA3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246AE-D452-4482-AAF3-2B31A4A5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54D1A-B487-4938-BE5D-4903F78F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B0DA8-94E6-4000-876E-A69B2E26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DDD86-6093-4925-BD55-DB03EEFB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85658-69A1-4D37-8DE2-622F8EE3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DCAA23-0261-4199-B891-07A2E3E8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EC461-D8F0-4C60-8993-B98E6271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3E55F-32A2-4A3F-A122-789D16DB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4CF81-A63F-4BDA-B481-6D447205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Place of software quality in project planning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90259-D183-416D-94B7-5C2C862E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837B3-6DC6-4646-B36C-B2DFA767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Importance of software quality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8FA02-4DE9-4C6D-AB8F-29E5AA7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08EA3-BF78-449D-B05E-25D09C02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Defining software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66ACD-4884-4223-A1C0-E5F3FB2C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4CB9B6-0AB7-4916-8934-6EC68E3B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Software quality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5E2307-55F4-464D-A503-2C00CE82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4D1463-A082-4EDD-9869-9ADB3F3D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Product versus process quality management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8C084C-4A8B-445B-8D8C-D0E79793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E87310-8018-48AF-B2D5-F74C380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Remember: Observations on estimation</a:t>
            </a:r>
          </a:p>
        </p:txBody>
      </p:sp>
    </p:spTree>
    <p:extLst>
      <p:ext uri="{BB962C8B-B14F-4D97-AF65-F5344CB8AC3E}">
        <p14:creationId xmlns:p14="http://schemas.microsoft.com/office/powerpoint/2010/main" val="187907160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D8002-3C8A-4077-B661-EE1D7E7C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246F7-7372-4038-A4C2-EF43830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E350F-633F-4D46-9305-290580B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01A1B8-5E95-4E8E-940F-AD5C2C52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E55A-97C4-4C90-9391-266637A1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365E6-F8D7-415A-923B-50E7E591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4975-153A-4275-A42B-F5D02A5E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384F3-89A0-481C-B836-06070E2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347FC-E4FB-4EE3-B164-A7D87064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CD4A5-C022-48A2-B46E-85AB3F1B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1AED7B-84E5-4BA5-9EF5-B83C8398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Place of software quality in project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8AF9A-BB9F-4760-B29A-FC857299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96D74A-80F8-4AC4-9B96-779FC28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9B4AA-4A0C-4981-BE8E-870F2526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F8C84B-1E5A-41AB-A926-9A505261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Importance of software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CD325-FC8E-4500-BCAA-90691EF8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E1359-CCD2-4A7D-8877-D867A8C1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293E3F-3201-4FCA-89DB-ED0566EC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DC654-A1C9-443B-BBE1-08898B5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Defining software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72CEE-75C1-49C3-815A-28837EC9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B9859-0D17-483B-9239-F47B635D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761C5C-8C36-4379-8A57-259F1715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10ED1-CA21-4025-A6AA-C9A4449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Software quality models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34834B-13E3-4897-90FE-B340D292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41D44C-EF6B-4B00-9E53-23B174FF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8512410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2B5028-7158-4C08-AABB-789ACC52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ECF3B-BB3B-4C82-B528-E0A353E8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CCF89-02A1-46DE-87DB-4B35FCCA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BC00F-BD63-43B8-83F9-4C8DD3FE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A2E0B-5CE2-4B99-8F1E-5461695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8768D1-0060-45AF-B18E-C0945B2A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604FC-4C82-44B7-9562-905EF924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A2159F-2C9E-45A6-AF01-8121904B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A62988-6369-4EB1-A8DF-35457FD2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0ADA8-3E65-480B-BD94-0B1E25C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D60B7-6290-446F-827F-CFBC4E6B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5B34B-DC14-4F9F-94B7-92C37DF3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8CEB9-912F-48D2-B580-6B96DEED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5036993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699E6-1E2D-4C57-B58F-709AD059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1A13F7-7754-401A-B569-D4268620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F4CD2-BFCA-43D4-B69E-C4A1F7A5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754C16-E2C5-45FD-94B2-F2ABEAE4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7A605-60FB-4875-B686-A6DFFED4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319FC-1F5C-40BF-A2D1-FD087952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3E715-28E3-4DC4-AE58-F5890F57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8C8B2-E1B5-490A-8398-61DB8ED8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6DBC6-6481-4A4F-8CD0-572957FA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049E0E-370B-4030-99C1-15B2FC45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20610-7053-4666-AD2F-A5734E53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68F2A-EAB9-44E8-910F-4361191E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F4B32-1357-4AF9-BD89-EFB3C766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3ECE92-A384-4518-A8EE-46D3739F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968DFE-0AF7-477C-A1BB-22595F1F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3797434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DEF1A9-30A2-4957-B43A-335A36C1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E3E92-3711-4E0F-BB0B-7DC70196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EAA28-4478-4974-AF47-2D9CBD9A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B5B8B-43EF-4512-A1A5-7BB052D1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B7657-EB6A-4D84-898B-C3097AC5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25602-19AB-4A9E-BA50-1EA6BF63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27B28-6EA0-447D-81C3-D84DC62F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CEDE-29E2-4538-BAC7-491824F8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1E46F5-7616-494A-9CB6-BD3B2EE4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E904E-BBAC-4064-B662-35B9DBC2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1D78CC-EFF3-46EE-A0F4-5FBBF2E8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A3FED-025A-4EF8-B9ED-8A37C2C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946C3F-FD65-436B-AB6D-97E71DFD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59BA0-61C9-46E0-B2E3-5ADDB798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65087-8837-4192-B9EC-7190918F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FAAC38-79C0-43CC-8A17-651F5C86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6CBFF-A900-443E-8AC7-E67B3143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D5624-CD7B-4C3E-BE9E-63D5D048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F0E41A-B3CE-4CB0-883B-DFD3DD9A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C7882-7100-44C2-BB29-6B82EEB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6AEE5C-DF9A-4F12-89C7-BA993FD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437C0-6B81-4632-AF8A-6C5C92CE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1F2369-894D-4BFF-96B8-79BCA8A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8AFE6-BC73-43F2-9916-27878B6E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9D307-14E7-4185-A7F5-C743145E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49556470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850DC-DD0E-4F71-9F3D-80E8B120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D5C32-B4EB-4B98-8BF8-20513670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F358AB-BE9F-445F-B792-2CF3FC9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8B14B-54D3-4137-A493-D812740F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2FDB13-F59F-4A6B-9583-222C425A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F67E5-1517-486F-B2E3-305228A7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BD452-8FB5-4F8F-B7FA-6640FC9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Explain Place of software quality in project planning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EF3AC-74FB-4A0A-B641-8014638B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528CC-8CC3-4FE8-BFC1-E113501C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Compare two approaches from Software Quality and Estimation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3E981-C4C8-4A9D-A7A0-8411858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FF470-3B74-49CE-ADBC-2D3E97AF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Solve a small worked example involving Defining software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9715EA-56A3-48A7-8B20-070F43DB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C6410-91E7-4E47-A692-1CDC629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List common mistakes and how to avoid them in Software Quality and Estimation.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4B0A7-C23A-4AB1-A76D-44443B75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366D4-B19A-4956-91CE-257C7AA2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2758170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38D13-C190-4111-82BF-6E2C12DF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53A06-8170-4763-8704-C5F45BD3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FF71F-2D77-4769-B4B3-7487B6D9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DB529-FB22-4D78-8C17-FFB64AF2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7A1F82-59EC-42FD-9AC8-DB32AE54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Place of software quality in project planning vs Importance of software quality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5B569-1DDD-4BC7-AFFD-0DBF40AC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97A33-D039-4CAD-B46A-2A05A17A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8B779-0394-4370-B8AE-781EA12D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Place of software quality in project planning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7043C5-2705-4444-AF22-C10487C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Importance of software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FAE5F-FBA1-4F03-BA0C-A133B678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507CD-08E4-46F6-8A54-1FF718A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9FCC6-9A69-42B2-81CA-515B7FCF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782B4-D7F2-448B-AC0C-9BE095F4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144C25-7371-4FB3-8077-24109FC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D1B6D5-4DA7-45EB-8BAA-AF66408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99DCD-5582-4237-8908-771AA0C0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B9908-FD10-4FDF-AFE8-A347E312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D59F1-0BC2-49D3-9381-55D890B9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1BD9A-B49D-40B5-9632-460BFC7E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F8B4E-6BC6-49C6-8E43-DDE7BFAF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A230FF-4A7F-46F7-9663-B5D82785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D4DD0-D637-4810-A8AF-8218C010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B6D3BA-A8F5-463C-80B1-F21545CA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7E227-ADF4-4D0B-8626-32918DC8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099E07-D95D-4D95-85DA-BC538D0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48723983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C737AE-673E-49AD-84B3-AFDFC34E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7EAAF-DA44-4370-B076-F678F783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A6548-881C-467E-BF89-B2AF3F87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BA0AB-F8D8-4BB5-9A80-DB544D2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8554F-5576-4D7E-B713-EC99CC7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Importance of software quality: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EB1C1-BB63-4EB9-852D-7CBEB38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02008-0FCE-488A-82BF-181DD27F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AB93E-9E3A-4234-BCE0-5D6CA371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5C2E4-6063-4DAD-84F6-DBCC8B21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97A82-0094-4FEE-94E9-F27F4E88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DC6C3-D0DC-4AFD-9871-93A0E4B4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015D5C-9998-4FF6-A789-EA1CE33B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EDD70-2D20-4DE3-8600-BA00BDE1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152E7-D1E2-41E9-AFBD-167AC4F2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F92AE-EC7F-49A5-82FB-D1DE8966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859AA-43E7-4A9A-8517-845DC988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CE7F0-BDAB-4490-A09E-4C94BC1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A01D7-5452-419F-B566-5E64A4A9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6F142-09A6-489C-80C1-F177E02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BED52-A52A-41B1-8B6E-0AD049C3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204DE-6C66-4966-BA2B-FB34E312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285D2E-62C2-4AA3-9F84-BDEC76DF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F80C2-CDED-46EB-8E53-597C0F03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3EEC8-B1AD-4AA9-866D-C8EDBCF0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18D9A-BF1C-408E-844B-8CBE529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522441-72E3-40B8-B47E-F7C2DD00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3A13A-CAC2-465E-84E3-1B65E74B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E2E49-61F3-4E2B-8795-07BF3843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D65A6C-F0CA-4211-9FE1-9C46D7CC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98E160-EDC5-4090-BFEE-38F3E85D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27A3F6-AB4B-43A1-86E7-9D58C692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importance of software quality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0252172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05DF67-EEC5-48FE-A2CA-5010EE95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F5635-72E6-4D77-953E-B234310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51689-9CC0-4D61-B748-A02A8461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15412-238E-4530-BC47-81F43A8B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A71F5-B9C1-4D69-8D97-905411ED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Defining software quality: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307BF-4C65-470B-8874-6FF90616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1531A-7206-45AB-A2F7-FD1D9CED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564E5-2C3A-46B2-965F-7F81B994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3E9B6-2F67-487A-9219-AE252FD9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DE017-41F0-4E19-AEDF-BE57374A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76CDA-4F06-4C5A-80BE-26B39DA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Treating Defining software quality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1BD29-21BF-464D-99D3-1374684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D2B3F-EC84-429B-A6E7-B2491F42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Explain problem context -&gt; working steps -&gt; exam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87B3B-693D-4FFC-AF63-347E7F7F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F50D6-CC2A-4C2A-911D-A82CD882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46533-B5CF-478C-9895-81AFB8E0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AB7FC-9672-41D9-8F58-14D058F1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F988B7-4F8F-497B-8215-46A154B0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906F7-B0EE-4756-A08E-A4FF272F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157C4-18BA-4664-A6BC-160144FF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A387E4-3C0D-4ADA-9633-612CF551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terms such as problem context, core idea, working steps</a:t>
            </a:r>
          </a:p>
        </p:txBody>
      </p:sp>
    </p:spTree>
    <p:extLst>
      <p:ext uri="{BB962C8B-B14F-4D97-AF65-F5344CB8AC3E}">
        <p14:creationId xmlns:p14="http://schemas.microsoft.com/office/powerpoint/2010/main" val="5335523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05D64-F78C-40D1-8B8D-44A4B2FD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4ABCE-C938-47E8-A0EE-9D0BF078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6B777-BC28-44E5-A09B-806BEFA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E041C-1FF7-47D7-87D3-6772F0D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BE4C5-3D3A-454E-BDF3-9256FCB6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Software quality models: visual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2AE62-E57F-4CF4-9FC3-C08ACB8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762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Software quality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6F14-DBBD-4234-A6F0-D241381E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core idea</a:t>
            </a:r>
          </a:p>
        </p:txBody>
      </p:sp>
      <p:cxnSp>
        <p:nvCxnSpPr>
          <p:cNvPr id="23" name=""/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2495550"/>
            <a:ext cx="10572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046F3-16D6-42F5-A96B-F9E14016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7645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working steps</a:t>
            </a:r>
          </a:p>
        </p:txBody>
      </p:sp>
      <p:cxnSp>
        <p:nvCxnSpPr>
          <p:cNvPr id="25" name=""/>
          <p:cNvCxnSpPr>
            <a:stCxn xmlns:a="http://schemas.openxmlformats.org/drawingml/2006/main" id="9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7477125" y="2495550"/>
            <a:ext cx="1019175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84889-B3C3-4A34-8932-BE9C423D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teaching example</a:t>
            </a:r>
          </a:p>
        </p:txBody>
      </p:sp>
      <p:cxnSp>
        <p:nvCxnSpPr>
          <p:cNvPr id="27" name=""/>
          <p:cNvCxnSpPr>
            <a:stCxn xmlns:a="http://schemas.openxmlformats.org/drawingml/2006/main" id="11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57600" y="3429000"/>
            <a:ext cx="10572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3EB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B19136-203D-419B-9041-6E725657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7813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exam point</a:t>
            </a:r>
          </a:p>
        </p:txBody>
      </p:sp>
      <p:cxnSp>
        <p:nvCxnSpPr>
          <p:cNvPr id="29" name=""/>
          <p:cNvCxnSpPr>
            <a:stCxn xmlns:a="http://schemas.openxmlformats.org/drawingml/2006/main" id="13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7477125" y="3429000"/>
            <a:ext cx="1019175" cy="1447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766E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59095-C57F-4A1A-83E6-B0743474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10250"/>
            <a:ext cx="7848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Read the diagram as a cause-and-effect chain: each outer part changes how the centre concept behaves.</a:t>
            </a:r>
          </a:p>
        </p:txBody>
      </p:sp>
    </p:spTree>
    <p:extLst>
      <p:ext uri="{BB962C8B-B14F-4D97-AF65-F5344CB8AC3E}">
        <p14:creationId xmlns:p14="http://schemas.microsoft.com/office/powerpoint/2010/main" val="71385676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C79FAF-3E66-4026-A2EC-F7EDB7EF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EC888-BF37-4049-B945-96B4797D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D103A-86F5-4DC9-836C-C49373B9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52878-539C-4151-8781-130EF030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7FFA-60A4-4B82-91CB-CD9BCD89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Product versus process quality management vs Observations on estimation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E3EAB-4D7F-4AEB-9312-69E501F0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C46EE-03D2-4386-86E4-03C1A9C0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5CA77-B3FD-4FB3-AB68-FDC90C89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Product versus process quality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45F73-5B1D-4831-9154-79111861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Observations on estimation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39033-72AF-4D34-8ED1-CBC93D7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18F21-A370-4AD1-9030-7E8ECDB5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55EC8-68B7-440D-B72B-2D79662F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36DE26-DC3E-43E9-91D7-B42CA1CC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AB2B2-A337-4A2B-8726-64E8E9A0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C36E5-39D1-4029-91C0-BA2B9845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56F56-DFF5-4141-A73E-CBD3D5E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48E0F-347E-45A7-8D5A-7336738B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67B05-DF47-4B27-B563-E382E175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08F43-1E6E-4BA3-B73A-8BF6C3EB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FC06D-007E-490C-83A6-67EF63B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3462A-D510-4475-8E35-E037A560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C7054-8448-4E03-A4E3-8929F264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9922BA-14B8-432D-9F4E-D8D4247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6103E-9554-466B-B942-B22F9C4E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7C04E-7762-44AA-ACB1-C537612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40361072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498E5-FC04-4643-93C0-775BD146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B3D79-62C4-4654-8B01-C1B464B9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8A1C2-814F-43BC-8369-0D406C7A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1D052-FDFD-48E3-AA45-20B71FB6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77713-ACC5-43A8-B34E-F475280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Observations on estimation: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23981-62F1-439E-828C-6F37134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D5044-D576-4BB5-9528-51396178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F3784-FAF3-443C-87CB-FECBFCA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88317-3991-4866-A2BD-304B894E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D1DB4-40FB-448B-A84D-B9F039F0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A32F0-EA48-4DC4-A74A-E1539B79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7B685-EAC6-4E76-B0EF-8C1CCDE6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248A0-385C-4C4B-9076-CCBDB88F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41D6-EC7C-415A-A77A-E21C7CFE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Identify core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C0AE9-BC73-4C62-917B-E2D1EC6B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6AA50F-24DE-4BF5-A72C-2354A0D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FC888-E5C0-42EA-B735-1C3E214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AE9D0-CBCF-4912-A1CA-3A021F59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core idea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D40D5-7BD1-4750-AC93-71E876AE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Apply 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C6F5E-6C62-4A92-BA1F-BC6FDB10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4B97C-7AFB-45BE-B249-D3093214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6F1151-EABB-468E-90B3-72AE4046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135F6-955D-4237-BD2A-7CA4668D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working steps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E88D3F-B4D0-48A4-9A40-692E9278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Check teaching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8BDC9-A9ED-4284-8F6C-437A02F3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3721DE-6666-46A4-9E8F-5931AC39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1AE367-8180-47C8-80EC-8EFA907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7E4BD-AF91-4166-BA82-3D0F071A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teaching example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027595-5328-4CF9-976F-EDC89079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Conclude exam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107F36-6E70-4744-8B9A-54646BDC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</a:defRPr>
            </a:pPr>
            <a:r>
              <a:rPr sz="1275" b="0">
                <a:solidFill>
                  <a:srgbClr val="111827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9B7D4A-DB68-4EEC-AA05-A96FC9EB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observations on estimation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8632248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835AE-6BDD-4CF9-A30C-87BBBDD3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BCS501 | Software Engineering &amp; Project Management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A8B19-AF3E-4749-A5E6-02A018F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5: Software Quality and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A6BFE-000C-4B07-AD2C-53CF391B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2D7F3-6819-46DF-B2A4-06510A28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FFA54-605E-4BD3-A887-64FE660E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E036E-C55D-49D2-9558-0BFA62A8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827"/>
                </a:solidFill>
              </a:defRPr>
            </a:pPr>
            <a:r>
              <a:rPr sz="2025" b="0">
                <a:solidFill>
                  <a:srgbClr val="111827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5F00D-DD35-41CA-81AF-4D17AD92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B00B87-126C-4393-9B9D-8BE0628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93971-8D23-4D36-9EDB-98B86BFB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266F1-E6F8-4AB5-B87B-450A3FC3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D6464-DBDE-43FB-896C-FC2ADD3A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606CD-5FF3-40B9-9A34-88346924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32433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2026-08-24T06:04:22.0240000Z</dcterms:created>
  <dcterms:modified xsi:type="dcterms:W3CDTF">2026-08-24T06:04:22.0240000Z</dcterms:modified>
</coreProperties>
</file>