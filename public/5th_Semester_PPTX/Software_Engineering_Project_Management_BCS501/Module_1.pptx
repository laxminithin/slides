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65dc587cf44660" /><Relationship Type="http://schemas.openxmlformats.org/officeDocument/2006/relationships/extended-properties" Target="/docProps/app.xml" Id="Rb2d360b917af4dbc" /><Relationship Type="http://schemas.openxmlformats.org/officeDocument/2006/relationships/officeDocument" Target="/ppt/presentation.xml" Id="Rf6c49c2cc98f4b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72f7bee86d43b7"/>
  </p:sldMasterIdLst>
  <p:notesMasterIdLst>
    <p:notesMasterId xmlns:r="http://schemas.openxmlformats.org/officeDocument/2006/relationships" r:id="Rc717847d417e40aa"/>
  </p:notesMasterIdLst>
  <p:sldIdLst>
    <p:sldId xmlns:r="http://schemas.openxmlformats.org/officeDocument/2006/relationships" id="256" r:id="R264dd3e5fdbd4e93"/>
    <p:sldId xmlns:r="http://schemas.openxmlformats.org/officeDocument/2006/relationships" id="257" r:id="Re4f679f460054863"/>
    <p:sldId xmlns:r="http://schemas.openxmlformats.org/officeDocument/2006/relationships" id="258" r:id="R3530071bd60747a3"/>
    <p:sldId xmlns:r="http://schemas.openxmlformats.org/officeDocument/2006/relationships" id="259" r:id="R4660dc462da742d5"/>
    <p:sldId xmlns:r="http://schemas.openxmlformats.org/officeDocument/2006/relationships" id="260" r:id="Rbfc73ccb595743c5"/>
    <p:sldId xmlns:r="http://schemas.openxmlformats.org/officeDocument/2006/relationships" id="261" r:id="R70b54b3220124a65"/>
    <p:sldId xmlns:r="http://schemas.openxmlformats.org/officeDocument/2006/relationships" id="262" r:id="R8aa6b290adc54b35"/>
    <p:sldId xmlns:r="http://schemas.openxmlformats.org/officeDocument/2006/relationships" id="263" r:id="Red455760cbde4709"/>
    <p:sldId xmlns:r="http://schemas.openxmlformats.org/officeDocument/2006/relationships" id="264" r:id="Re3745d01f2bb4a8d"/>
    <p:sldId xmlns:r="http://schemas.openxmlformats.org/officeDocument/2006/relationships" id="265" r:id="R26f28488fff84b70"/>
    <p:sldId xmlns:r="http://schemas.openxmlformats.org/officeDocument/2006/relationships" id="266" r:id="R31bc2375260f4bd0"/>
    <p:sldId xmlns:r="http://schemas.openxmlformats.org/officeDocument/2006/relationships" id="267" r:id="Recf60176ce5d4f72"/>
    <p:sldId xmlns:r="http://schemas.openxmlformats.org/officeDocument/2006/relationships" id="268" r:id="Rf50770288dbd499e"/>
    <p:sldId xmlns:r="http://schemas.openxmlformats.org/officeDocument/2006/relationships" id="269" r:id="Rbac1cd1e210848b4"/>
    <p:sldId xmlns:r="http://schemas.openxmlformats.org/officeDocument/2006/relationships" id="270" r:id="R612fac7526e74190"/>
    <p:sldId xmlns:r="http://schemas.openxmlformats.org/officeDocument/2006/relationships" id="271" r:id="R6294d26a247c4a54"/>
    <p:sldId xmlns:r="http://schemas.openxmlformats.org/officeDocument/2006/relationships" id="272" r:id="R82e7ce7ac9fa4e8c"/>
    <p:sldId xmlns:r="http://schemas.openxmlformats.org/officeDocument/2006/relationships" id="273" r:id="R4dda0d50c0df4200"/>
    <p:sldId xmlns:r="http://schemas.openxmlformats.org/officeDocument/2006/relationships" id="274" r:id="R4420fef24dd74723"/>
    <p:sldId xmlns:r="http://schemas.openxmlformats.org/officeDocument/2006/relationships" id="275" r:id="R27b749ac3bbd4bf3"/>
    <p:sldId xmlns:r="http://schemas.openxmlformats.org/officeDocument/2006/relationships" id="276" r:id="R4ef21d5d92b04613"/>
    <p:sldId xmlns:r="http://schemas.openxmlformats.org/officeDocument/2006/relationships" id="277" r:id="R855ab990a3c0470b"/>
    <p:sldId xmlns:r="http://schemas.openxmlformats.org/officeDocument/2006/relationships" id="278" r:id="Re951e4f5749e486d"/>
    <p:sldId xmlns:r="http://schemas.openxmlformats.org/officeDocument/2006/relationships" id="279" r:id="R8a69da85a3d64167"/>
    <p:sldId xmlns:r="http://schemas.openxmlformats.org/officeDocument/2006/relationships" id="280" r:id="Rc8e3a4c885ce450d"/>
    <p:sldId xmlns:r="http://schemas.openxmlformats.org/officeDocument/2006/relationships" id="281" r:id="R45a98b1aa35b49f4"/>
    <p:sldId xmlns:r="http://schemas.openxmlformats.org/officeDocument/2006/relationships" id="282" r:id="R16e498fb902f4bb3"/>
    <p:sldId xmlns:r="http://schemas.openxmlformats.org/officeDocument/2006/relationships" id="283" r:id="Rd8361780fb014747"/>
    <p:sldId xmlns:r="http://schemas.openxmlformats.org/officeDocument/2006/relationships" id="284" r:id="R0f5a8453d55244ff"/>
    <p:sldId xmlns:r="http://schemas.openxmlformats.org/officeDocument/2006/relationships" id="285" r:id="Recc4518b153c4ac3"/>
    <p:sldId xmlns:r="http://schemas.openxmlformats.org/officeDocument/2006/relationships" id="286" r:id="R41b954d7fcf247c8"/>
    <p:sldId xmlns:r="http://schemas.openxmlformats.org/officeDocument/2006/relationships" id="287" r:id="Rd996bcb81cb44a64"/>
    <p:sldId xmlns:r="http://schemas.openxmlformats.org/officeDocument/2006/relationships" id="288" r:id="R63a85e72e8744988"/>
    <p:sldId xmlns:r="http://schemas.openxmlformats.org/officeDocument/2006/relationships" id="289" r:id="Rd503fcf749a04a14"/>
    <p:sldId xmlns:r="http://schemas.openxmlformats.org/officeDocument/2006/relationships" id="290" r:id="R14f960ab683443a8"/>
    <p:sldId xmlns:r="http://schemas.openxmlformats.org/officeDocument/2006/relationships" id="291" r:id="R866b290dfead4a2b"/>
    <p:sldId xmlns:r="http://schemas.openxmlformats.org/officeDocument/2006/relationships" id="292" r:id="Rbe9e983e9125418a"/>
    <p:sldId xmlns:r="http://schemas.openxmlformats.org/officeDocument/2006/relationships" id="293" r:id="R78435b79398b4312"/>
    <p:sldId xmlns:r="http://schemas.openxmlformats.org/officeDocument/2006/relationships" id="294" r:id="Rdaf663c0f9e64313"/>
    <p:sldId xmlns:r="http://schemas.openxmlformats.org/officeDocument/2006/relationships" id="295" r:id="R087d1be70d7b4db1"/>
    <p:sldId xmlns:r="http://schemas.openxmlformats.org/officeDocument/2006/relationships" id="296" r:id="Raf20ce2a868e49a0"/>
    <p:sldId xmlns:r="http://schemas.openxmlformats.org/officeDocument/2006/relationships" id="297" r:id="R37f899acbbdc465c"/>
    <p:sldId xmlns:r="http://schemas.openxmlformats.org/officeDocument/2006/relationships" id="298" r:id="Rb756f4618a224c32"/>
    <p:sldId xmlns:r="http://schemas.openxmlformats.org/officeDocument/2006/relationships" id="299" r:id="Rf590a96a4d0f4265"/>
    <p:sldId xmlns:r="http://schemas.openxmlformats.org/officeDocument/2006/relationships" id="300" r:id="R46ab6bd13eb5409d"/>
    <p:sldId xmlns:r="http://schemas.openxmlformats.org/officeDocument/2006/relationships" id="301" r:id="Red8eed45c530401c"/>
    <p:sldId xmlns:r="http://schemas.openxmlformats.org/officeDocument/2006/relationships" id="302" r:id="R3479aceca52b40dd"/>
    <p:sldId xmlns:r="http://schemas.openxmlformats.org/officeDocument/2006/relationships" id="303" r:id="Rfecb5f096f10468b"/>
    <p:sldId xmlns:r="http://schemas.openxmlformats.org/officeDocument/2006/relationships" id="304" r:id="R996ec77e5f81424c"/>
    <p:sldId xmlns:r="http://schemas.openxmlformats.org/officeDocument/2006/relationships" id="305" r:id="R7c354e515e7b4528"/>
    <p:sldId xmlns:r="http://schemas.openxmlformats.org/officeDocument/2006/relationships" id="306" r:id="R6f69e518f5964db9"/>
    <p:sldId xmlns:r="http://schemas.openxmlformats.org/officeDocument/2006/relationships" id="307" r:id="R0c5d3040bd564148"/>
    <p:sldId xmlns:r="http://schemas.openxmlformats.org/officeDocument/2006/relationships" id="308" r:id="Rfe871e04d08d4f30"/>
    <p:sldId xmlns:r="http://schemas.openxmlformats.org/officeDocument/2006/relationships" id="309" r:id="R168a7ae9a4d544ae"/>
    <p:sldId xmlns:r="http://schemas.openxmlformats.org/officeDocument/2006/relationships" id="310" r:id="Ra9489b1170ee4614"/>
    <p:sldId xmlns:r="http://schemas.openxmlformats.org/officeDocument/2006/relationships" id="311" r:id="R3024508cc91e496d"/>
    <p:sldId xmlns:r="http://schemas.openxmlformats.org/officeDocument/2006/relationships" id="312" r:id="Re18de746566644ac"/>
    <p:sldId xmlns:r="http://schemas.openxmlformats.org/officeDocument/2006/relationships" id="313" r:id="Reeb846d49892469c"/>
    <p:sldId xmlns:r="http://schemas.openxmlformats.org/officeDocument/2006/relationships" id="314" r:id="Rc7c51ae7368848f0"/>
    <p:sldId xmlns:r="http://schemas.openxmlformats.org/officeDocument/2006/relationships" id="315" r:id="Rcd2980350283417b"/>
    <p:sldId xmlns:r="http://schemas.openxmlformats.org/officeDocument/2006/relationships" id="316" r:id="Rc632d976ed064600"/>
    <p:sldId xmlns:r="http://schemas.openxmlformats.org/officeDocument/2006/relationships" id="317" r:id="Ra94c5c63f24849b0"/>
    <p:sldId xmlns:r="http://schemas.openxmlformats.org/officeDocument/2006/relationships" id="318" r:id="Re72babe41f134fd8"/>
    <p:sldId xmlns:r="http://schemas.openxmlformats.org/officeDocument/2006/relationships" id="319" r:id="Rd127fdbeda25498b"/>
    <p:sldId xmlns:r="http://schemas.openxmlformats.org/officeDocument/2006/relationships" id="320" r:id="R88f830a22e7a4b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f0dfb3a33b4ee9" /><Relationship Type="http://schemas.openxmlformats.org/officeDocument/2006/relationships/slideMaster" Target="/ppt/slideMasters/slideMaster1.xml" Id="R3c72f7bee86d43b7" /><Relationship Type="http://schemas.openxmlformats.org/officeDocument/2006/relationships/notesMaster" Target="/ppt/notesMasters/notesMaster1.xml" Id="Rc717847d417e40aa" /><Relationship Type="http://schemas.openxmlformats.org/officeDocument/2006/relationships/presProps" Target="/ppt/presProps.xml" Id="R848a52aea6554a9c" /><Relationship Type="http://schemas.openxmlformats.org/officeDocument/2006/relationships/tableStyles" Target="/ppt/tableStyles.xml" Id="Re9f4de368aeb4dd2" /><Relationship Type="http://schemas.openxmlformats.org/officeDocument/2006/relationships/slide" Target="/ppt/slides/slide1.xml" Id="R264dd3e5fdbd4e93" /><Relationship Type="http://schemas.openxmlformats.org/officeDocument/2006/relationships/slide" Target="/ppt/slides/slide2.xml" Id="Re4f679f460054863" /><Relationship Type="http://schemas.openxmlformats.org/officeDocument/2006/relationships/slide" Target="/ppt/slides/slide3.xml" Id="R3530071bd60747a3" /><Relationship Type="http://schemas.openxmlformats.org/officeDocument/2006/relationships/slide" Target="/ppt/slides/slide4.xml" Id="R4660dc462da742d5" /><Relationship Type="http://schemas.openxmlformats.org/officeDocument/2006/relationships/slide" Target="/ppt/slides/slide5.xml" Id="Rbfc73ccb595743c5" /><Relationship Type="http://schemas.openxmlformats.org/officeDocument/2006/relationships/slide" Target="/ppt/slides/slide6.xml" Id="R70b54b3220124a65" /><Relationship Type="http://schemas.openxmlformats.org/officeDocument/2006/relationships/slide" Target="/ppt/slides/slide7.xml" Id="R8aa6b290adc54b35" /><Relationship Type="http://schemas.openxmlformats.org/officeDocument/2006/relationships/slide" Target="/ppt/slides/slide8.xml" Id="Red455760cbde4709" /><Relationship Type="http://schemas.openxmlformats.org/officeDocument/2006/relationships/slide" Target="/ppt/slides/slide9.xml" Id="Re3745d01f2bb4a8d" /><Relationship Type="http://schemas.openxmlformats.org/officeDocument/2006/relationships/slide" Target="/ppt/slides/slide10.xml" Id="R26f28488fff84b70" /><Relationship Type="http://schemas.openxmlformats.org/officeDocument/2006/relationships/slide" Target="/ppt/slides/slide11.xml" Id="R31bc2375260f4bd0" /><Relationship Type="http://schemas.openxmlformats.org/officeDocument/2006/relationships/slide" Target="/ppt/slides/slide12.xml" Id="Recf60176ce5d4f72" /><Relationship Type="http://schemas.openxmlformats.org/officeDocument/2006/relationships/slide" Target="/ppt/slides/slide13.xml" Id="Rf50770288dbd499e" /><Relationship Type="http://schemas.openxmlformats.org/officeDocument/2006/relationships/slide" Target="/ppt/slides/slide14.xml" Id="Rbac1cd1e210848b4" /><Relationship Type="http://schemas.openxmlformats.org/officeDocument/2006/relationships/slide" Target="/ppt/slides/slide15.xml" Id="R612fac7526e74190" /><Relationship Type="http://schemas.openxmlformats.org/officeDocument/2006/relationships/slide" Target="/ppt/slides/slide16.xml" Id="R6294d26a247c4a54" /><Relationship Type="http://schemas.openxmlformats.org/officeDocument/2006/relationships/slide" Target="/ppt/slides/slide17.xml" Id="R82e7ce7ac9fa4e8c" /><Relationship Type="http://schemas.openxmlformats.org/officeDocument/2006/relationships/slide" Target="/ppt/slides/slide18.xml" Id="R4dda0d50c0df4200" /><Relationship Type="http://schemas.openxmlformats.org/officeDocument/2006/relationships/slide" Target="/ppt/slides/slide19.xml" Id="R4420fef24dd74723" /><Relationship Type="http://schemas.openxmlformats.org/officeDocument/2006/relationships/slide" Target="/ppt/slides/slide20.xml" Id="R27b749ac3bbd4bf3" /><Relationship Type="http://schemas.openxmlformats.org/officeDocument/2006/relationships/slide" Target="/ppt/slides/slide21.xml" Id="R4ef21d5d92b04613" /><Relationship Type="http://schemas.openxmlformats.org/officeDocument/2006/relationships/slide" Target="/ppt/slides/slide22.xml" Id="R855ab990a3c0470b" /><Relationship Type="http://schemas.openxmlformats.org/officeDocument/2006/relationships/slide" Target="/ppt/slides/slide23.xml" Id="Re951e4f5749e486d" /><Relationship Type="http://schemas.openxmlformats.org/officeDocument/2006/relationships/slide" Target="/ppt/slides/slide24.xml" Id="R8a69da85a3d64167" /><Relationship Type="http://schemas.openxmlformats.org/officeDocument/2006/relationships/slide" Target="/ppt/slides/slide25.xml" Id="Rc8e3a4c885ce450d" /><Relationship Type="http://schemas.openxmlformats.org/officeDocument/2006/relationships/slide" Target="/ppt/slides/slide26.xml" Id="R45a98b1aa35b49f4" /><Relationship Type="http://schemas.openxmlformats.org/officeDocument/2006/relationships/slide" Target="/ppt/slides/slide27.xml" Id="R16e498fb902f4bb3" /><Relationship Type="http://schemas.openxmlformats.org/officeDocument/2006/relationships/slide" Target="/ppt/slides/slide28.xml" Id="Rd8361780fb014747" /><Relationship Type="http://schemas.openxmlformats.org/officeDocument/2006/relationships/slide" Target="/ppt/slides/slide29.xml" Id="R0f5a8453d55244ff" /><Relationship Type="http://schemas.openxmlformats.org/officeDocument/2006/relationships/slide" Target="/ppt/slides/slide30.xml" Id="Recc4518b153c4ac3" /><Relationship Type="http://schemas.openxmlformats.org/officeDocument/2006/relationships/slide" Target="/ppt/slides/slide31.xml" Id="R41b954d7fcf247c8" /><Relationship Type="http://schemas.openxmlformats.org/officeDocument/2006/relationships/slide" Target="/ppt/slides/slide32.xml" Id="Rd996bcb81cb44a64" /><Relationship Type="http://schemas.openxmlformats.org/officeDocument/2006/relationships/slide" Target="/ppt/slides/slide33.xml" Id="R63a85e72e8744988" /><Relationship Type="http://schemas.openxmlformats.org/officeDocument/2006/relationships/slide" Target="/ppt/slides/slide34.xml" Id="Rd503fcf749a04a14" /><Relationship Type="http://schemas.openxmlformats.org/officeDocument/2006/relationships/slide" Target="/ppt/slides/slide35.xml" Id="R14f960ab683443a8" /><Relationship Type="http://schemas.openxmlformats.org/officeDocument/2006/relationships/slide" Target="/ppt/slides/slide36.xml" Id="R866b290dfead4a2b" /><Relationship Type="http://schemas.openxmlformats.org/officeDocument/2006/relationships/slide" Target="/ppt/slides/slide37.xml" Id="Rbe9e983e9125418a" /><Relationship Type="http://schemas.openxmlformats.org/officeDocument/2006/relationships/slide" Target="/ppt/slides/slide38.xml" Id="R78435b79398b4312" /><Relationship Type="http://schemas.openxmlformats.org/officeDocument/2006/relationships/slide" Target="/ppt/slides/slide39.xml" Id="Rdaf663c0f9e64313" /><Relationship Type="http://schemas.openxmlformats.org/officeDocument/2006/relationships/slide" Target="/ppt/slides/slide40.xml" Id="R087d1be70d7b4db1" /><Relationship Type="http://schemas.openxmlformats.org/officeDocument/2006/relationships/slide" Target="/ppt/slides/slide41.xml" Id="Raf20ce2a868e49a0" /><Relationship Type="http://schemas.openxmlformats.org/officeDocument/2006/relationships/slide" Target="/ppt/slides/slide42.xml" Id="R37f899acbbdc465c" /><Relationship Type="http://schemas.openxmlformats.org/officeDocument/2006/relationships/slide" Target="/ppt/slides/slide43.xml" Id="Rb756f4618a224c32" /><Relationship Type="http://schemas.openxmlformats.org/officeDocument/2006/relationships/slide" Target="/ppt/slides/slide44.xml" Id="Rf590a96a4d0f4265" /><Relationship Type="http://schemas.openxmlformats.org/officeDocument/2006/relationships/slide" Target="/ppt/slides/slide45.xml" Id="R46ab6bd13eb5409d" /><Relationship Type="http://schemas.openxmlformats.org/officeDocument/2006/relationships/slide" Target="/ppt/slides/slide46.xml" Id="Red8eed45c530401c" /><Relationship Type="http://schemas.openxmlformats.org/officeDocument/2006/relationships/slide" Target="/ppt/slides/slide47.xml" Id="R3479aceca52b40dd" /><Relationship Type="http://schemas.openxmlformats.org/officeDocument/2006/relationships/slide" Target="/ppt/slides/slide48.xml" Id="Rfecb5f096f10468b" /><Relationship Type="http://schemas.openxmlformats.org/officeDocument/2006/relationships/slide" Target="/ppt/slides/slide49.xml" Id="R996ec77e5f81424c" /><Relationship Type="http://schemas.openxmlformats.org/officeDocument/2006/relationships/slide" Target="/ppt/slides/slide50.xml" Id="R7c354e515e7b4528" /><Relationship Type="http://schemas.openxmlformats.org/officeDocument/2006/relationships/slide" Target="/ppt/slides/slide51.xml" Id="R6f69e518f5964db9" /><Relationship Type="http://schemas.openxmlformats.org/officeDocument/2006/relationships/slide" Target="/ppt/slides/slide52.xml" Id="R0c5d3040bd564148" /><Relationship Type="http://schemas.openxmlformats.org/officeDocument/2006/relationships/slide" Target="/ppt/slides/slide53.xml" Id="Rfe871e04d08d4f30" /><Relationship Type="http://schemas.openxmlformats.org/officeDocument/2006/relationships/slide" Target="/ppt/slides/slide54.xml" Id="R168a7ae9a4d544ae" /><Relationship Type="http://schemas.openxmlformats.org/officeDocument/2006/relationships/slide" Target="/ppt/slides/slide55.xml" Id="Ra9489b1170ee4614" /><Relationship Type="http://schemas.openxmlformats.org/officeDocument/2006/relationships/slide" Target="/ppt/slides/slide56.xml" Id="R3024508cc91e496d" /><Relationship Type="http://schemas.openxmlformats.org/officeDocument/2006/relationships/slide" Target="/ppt/slides/slide57.xml" Id="Re18de746566644ac" /><Relationship Type="http://schemas.openxmlformats.org/officeDocument/2006/relationships/slide" Target="/ppt/slides/slide58.xml" Id="Reeb846d49892469c" /><Relationship Type="http://schemas.openxmlformats.org/officeDocument/2006/relationships/slide" Target="/ppt/slides/slide59.xml" Id="Rc7c51ae7368848f0" /><Relationship Type="http://schemas.openxmlformats.org/officeDocument/2006/relationships/slide" Target="/ppt/slides/slide60.xml" Id="Rcd2980350283417b" /><Relationship Type="http://schemas.openxmlformats.org/officeDocument/2006/relationships/slide" Target="/ppt/slides/slide61.xml" Id="Rc632d976ed064600" /><Relationship Type="http://schemas.openxmlformats.org/officeDocument/2006/relationships/slide" Target="/ppt/slides/slide62.xml" Id="Ra94c5c63f24849b0" /><Relationship Type="http://schemas.openxmlformats.org/officeDocument/2006/relationships/slide" Target="/ppt/slides/slide63.xml" Id="Re72babe41f134fd8" /><Relationship Type="http://schemas.openxmlformats.org/officeDocument/2006/relationships/slide" Target="/ppt/slides/slide64.xml" Id="Rd127fdbeda25498b" /><Relationship Type="http://schemas.openxmlformats.org/officeDocument/2006/relationships/slide" Target="/ppt/slides/slide65.xml" Id="R88f830a22e7a4b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52692a4e964b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8e12a0f8a449e9" /><Relationship Type="http://schemas.openxmlformats.org/officeDocument/2006/relationships/notesMaster" Target="/ppt/notesMasters/notesMaster1.xml" Id="Rf186424bf74d44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a18506e37e4507" /><Relationship Type="http://schemas.openxmlformats.org/officeDocument/2006/relationships/notesMaster" Target="/ppt/notesMasters/notesMaster1.xml" Id="R98ed90fe620747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1814793ab741c0" /><Relationship Type="http://schemas.openxmlformats.org/officeDocument/2006/relationships/notesMaster" Target="/ppt/notesMasters/notesMaster1.xml" Id="R1be9a78d091b4b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6c56f043ab4a80" /><Relationship Type="http://schemas.openxmlformats.org/officeDocument/2006/relationships/notesMaster" Target="/ppt/notesMasters/notesMaster1.xml" Id="R3fc9ab9a81bc44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f532ec04c44dbf" /><Relationship Type="http://schemas.openxmlformats.org/officeDocument/2006/relationships/notesMaster" Target="/ppt/notesMasters/notesMaster1.xml" Id="Rc4b4ca369f1744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fdcdaff8ff47ae" /><Relationship Type="http://schemas.openxmlformats.org/officeDocument/2006/relationships/notesMaster" Target="/ppt/notesMasters/notesMaster1.xml" Id="Re58444bd17884f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7144a6457c4283" /><Relationship Type="http://schemas.openxmlformats.org/officeDocument/2006/relationships/notesMaster" Target="/ppt/notesMasters/notesMaster1.xml" Id="R5e70a594a4c740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33efe528d4474a" /><Relationship Type="http://schemas.openxmlformats.org/officeDocument/2006/relationships/notesMaster" Target="/ppt/notesMasters/notesMaster1.xml" Id="R980cd1a3fb024e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5fa24e3ab14a7b" /><Relationship Type="http://schemas.openxmlformats.org/officeDocument/2006/relationships/notesMaster" Target="/ppt/notesMasters/notesMaster1.xml" Id="Rcd4ba3cf403142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d5633d883e4c87" /><Relationship Type="http://schemas.openxmlformats.org/officeDocument/2006/relationships/notesMaster" Target="/ppt/notesMasters/notesMaster1.xml" Id="R9f31f948815e44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a84ce777a84fe0" /><Relationship Type="http://schemas.openxmlformats.org/officeDocument/2006/relationships/notesMaster" Target="/ppt/notesMasters/notesMaster1.xml" Id="R1dfecf92560240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eaa28886984be3" /><Relationship Type="http://schemas.openxmlformats.org/officeDocument/2006/relationships/notesMaster" Target="/ppt/notesMasters/notesMaster1.xml" Id="Rb9718aab47804e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99abc044ac443d" /><Relationship Type="http://schemas.openxmlformats.org/officeDocument/2006/relationships/notesMaster" Target="/ppt/notesMasters/notesMaster1.xml" Id="R21088cc3e3d94c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810deec44b46b5" /><Relationship Type="http://schemas.openxmlformats.org/officeDocument/2006/relationships/notesMaster" Target="/ppt/notesMasters/notesMaster1.xml" Id="Rb8aab14a5e8147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4549575fe1459f" /><Relationship Type="http://schemas.openxmlformats.org/officeDocument/2006/relationships/notesMaster" Target="/ppt/notesMasters/notesMaster1.xml" Id="R312e6b2ffa1c4c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4939907da94b81" /><Relationship Type="http://schemas.openxmlformats.org/officeDocument/2006/relationships/notesMaster" Target="/ppt/notesMasters/notesMaster1.xml" Id="R199644a0baa24ba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1a0f9fbb1941a1" /><Relationship Type="http://schemas.openxmlformats.org/officeDocument/2006/relationships/notesMaster" Target="/ppt/notesMasters/notesMaster1.xml" Id="R902050c76d484d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f8e818140df42c4" /><Relationship Type="http://schemas.openxmlformats.org/officeDocument/2006/relationships/notesMaster" Target="/ppt/notesMasters/notesMaster1.xml" Id="R2916e67332364c1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d25ab12716a485b" /><Relationship Type="http://schemas.openxmlformats.org/officeDocument/2006/relationships/notesMaster" Target="/ppt/notesMasters/notesMaster1.xml" Id="Rd49fa71d1cb740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5643e13cb94c90" /><Relationship Type="http://schemas.openxmlformats.org/officeDocument/2006/relationships/notesMaster" Target="/ppt/notesMasters/notesMaster1.xml" Id="R8181918f47664fb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134c1e4aed64048" /><Relationship Type="http://schemas.openxmlformats.org/officeDocument/2006/relationships/notesMaster" Target="/ppt/notesMasters/notesMaster1.xml" Id="R1eb80e9786a340e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db8f7a70e6a4d2a" /><Relationship Type="http://schemas.openxmlformats.org/officeDocument/2006/relationships/notesMaster" Target="/ppt/notesMasters/notesMaster1.xml" Id="Rc32e6f666a804db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47dcaf5f47f4c97" /><Relationship Type="http://schemas.openxmlformats.org/officeDocument/2006/relationships/notesMaster" Target="/ppt/notesMasters/notesMaster1.xml" Id="R04f3ac5ccc564a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7b0eb05bda94227" /><Relationship Type="http://schemas.openxmlformats.org/officeDocument/2006/relationships/notesMaster" Target="/ppt/notesMasters/notesMaster1.xml" Id="R89225949bc7744e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08d68891a5943b3" /><Relationship Type="http://schemas.openxmlformats.org/officeDocument/2006/relationships/notesMaster" Target="/ppt/notesMasters/notesMaster1.xml" Id="Reaca04552dc84b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cd85b3d7d774f3a" /><Relationship Type="http://schemas.openxmlformats.org/officeDocument/2006/relationships/notesMaster" Target="/ppt/notesMasters/notesMaster1.xml" Id="R93edec9ea62a452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daa6b7810664410" /><Relationship Type="http://schemas.openxmlformats.org/officeDocument/2006/relationships/notesMaster" Target="/ppt/notesMasters/notesMaster1.xml" Id="R88043ba213bb4ea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2da162be9244947" /><Relationship Type="http://schemas.openxmlformats.org/officeDocument/2006/relationships/notesMaster" Target="/ppt/notesMasters/notesMaster1.xml" Id="R7376ff54eaa049b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71790bba3874e7d" /><Relationship Type="http://schemas.openxmlformats.org/officeDocument/2006/relationships/notesMaster" Target="/ppt/notesMasters/notesMaster1.xml" Id="R847b5713cd72475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2dc2c3ea9a94ea2" /><Relationship Type="http://schemas.openxmlformats.org/officeDocument/2006/relationships/notesMaster" Target="/ppt/notesMasters/notesMaster1.xml" Id="R27814a7fb395469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e9731f882c0429d" /><Relationship Type="http://schemas.openxmlformats.org/officeDocument/2006/relationships/notesMaster" Target="/ppt/notesMasters/notesMaster1.xml" Id="Re2fd21cb4ae047b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65be2dd22ad403b" /><Relationship Type="http://schemas.openxmlformats.org/officeDocument/2006/relationships/notesMaster" Target="/ppt/notesMasters/notesMaster1.xml" Id="R0cec38a99e30438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4ad95aa4c7c4451" /><Relationship Type="http://schemas.openxmlformats.org/officeDocument/2006/relationships/notesMaster" Target="/ppt/notesMasters/notesMaster1.xml" Id="Rb201ff205d9f43e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c828aa8121f443c" /><Relationship Type="http://schemas.openxmlformats.org/officeDocument/2006/relationships/notesMaster" Target="/ppt/notesMasters/notesMaster1.xml" Id="R143d777ab80d496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c78c2e0b4e94966" /><Relationship Type="http://schemas.openxmlformats.org/officeDocument/2006/relationships/notesMaster" Target="/ppt/notesMasters/notesMaster1.xml" Id="R2ce94a9d1cfb431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a2b67eebf774a94" /><Relationship Type="http://schemas.openxmlformats.org/officeDocument/2006/relationships/notesMaster" Target="/ppt/notesMasters/notesMaster1.xml" Id="Rc1ad061cf14c494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11d90b09e084da0" /><Relationship Type="http://schemas.openxmlformats.org/officeDocument/2006/relationships/notesMaster" Target="/ppt/notesMasters/notesMaster1.xml" Id="Rfbdf7b6af8804ae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92a0aad26fd4c33" /><Relationship Type="http://schemas.openxmlformats.org/officeDocument/2006/relationships/notesMaster" Target="/ppt/notesMasters/notesMaster1.xml" Id="R2c10106211f1498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d85bd00a1304b16" /><Relationship Type="http://schemas.openxmlformats.org/officeDocument/2006/relationships/notesMaster" Target="/ppt/notesMasters/notesMaster1.xml" Id="R2cf4fae5791d491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c5f3ae45a7643e7" /><Relationship Type="http://schemas.openxmlformats.org/officeDocument/2006/relationships/notesMaster" Target="/ppt/notesMasters/notesMaster1.xml" Id="R5bf3459883de484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19eb20d87684c9b" /><Relationship Type="http://schemas.openxmlformats.org/officeDocument/2006/relationships/notesMaster" Target="/ppt/notesMasters/notesMaster1.xml" Id="Ra134b0af437d408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9df3b81a0bf4b20" /><Relationship Type="http://schemas.openxmlformats.org/officeDocument/2006/relationships/notesMaster" Target="/ppt/notesMasters/notesMaster1.xml" Id="R30fc82000240411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69caa7ae66c49f4" /><Relationship Type="http://schemas.openxmlformats.org/officeDocument/2006/relationships/notesMaster" Target="/ppt/notesMasters/notesMaster1.xml" Id="R7951d5981a81431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8367cd88f0e4cf0" /><Relationship Type="http://schemas.openxmlformats.org/officeDocument/2006/relationships/notesMaster" Target="/ppt/notesMasters/notesMaster1.xml" Id="R1903cd2b995848f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62bdbd3423b4065" /><Relationship Type="http://schemas.openxmlformats.org/officeDocument/2006/relationships/notesMaster" Target="/ppt/notesMasters/notesMaster1.xml" Id="R32f96b0933d8407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4036b21c9bb4937" /><Relationship Type="http://schemas.openxmlformats.org/officeDocument/2006/relationships/notesMaster" Target="/ppt/notesMasters/notesMaster1.xml" Id="R58f72aac643640f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1a0c778b5234d93" /><Relationship Type="http://schemas.openxmlformats.org/officeDocument/2006/relationships/notesMaster" Target="/ppt/notesMasters/notesMaster1.xml" Id="R8baab1f6fe8c448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edb3dbee9d54849" /><Relationship Type="http://schemas.openxmlformats.org/officeDocument/2006/relationships/notesMaster" Target="/ppt/notesMasters/notesMaster1.xml" Id="Re3c54769a65d4bb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e8910fa881c4847" /><Relationship Type="http://schemas.openxmlformats.org/officeDocument/2006/relationships/notesMaster" Target="/ppt/notesMasters/notesMaster1.xml" Id="R36f0c0dee99e4c9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94d25033c204f4b" /><Relationship Type="http://schemas.openxmlformats.org/officeDocument/2006/relationships/notesMaster" Target="/ppt/notesMasters/notesMaster1.xml" Id="Recbf9d0ad351497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4ffd99d99794048" /><Relationship Type="http://schemas.openxmlformats.org/officeDocument/2006/relationships/notesMaster" Target="/ppt/notesMasters/notesMaster1.xml" Id="R44c496eac2c34df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dcbdf6521f744fb" /><Relationship Type="http://schemas.openxmlformats.org/officeDocument/2006/relationships/notesMaster" Target="/ppt/notesMasters/notesMaster1.xml" Id="R2004c7ef2038415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4092482bc224e39" /><Relationship Type="http://schemas.openxmlformats.org/officeDocument/2006/relationships/notesMaster" Target="/ppt/notesMasters/notesMaster1.xml" Id="R2094cb7b909d40e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07fd817c61f4eb7" /><Relationship Type="http://schemas.openxmlformats.org/officeDocument/2006/relationships/notesMaster" Target="/ppt/notesMasters/notesMaster1.xml" Id="Rea646608efe347d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577b39033d014ea5" /><Relationship Type="http://schemas.openxmlformats.org/officeDocument/2006/relationships/notesMaster" Target="/ppt/notesMasters/notesMaster1.xml" Id="R19ee11ebdace402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134747d0fdd43ce" /><Relationship Type="http://schemas.openxmlformats.org/officeDocument/2006/relationships/notesMaster" Target="/ppt/notesMasters/notesMaster1.xml" Id="R7f44e54fd8804ee2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2ffec27288a4c52" /><Relationship Type="http://schemas.openxmlformats.org/officeDocument/2006/relationships/notesMaster" Target="/ppt/notesMasters/notesMaster1.xml" Id="R56ce24edea2448b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07c2c1bc6e2424b" /><Relationship Type="http://schemas.openxmlformats.org/officeDocument/2006/relationships/notesMaster" Target="/ppt/notesMasters/notesMaster1.xml" Id="Reecf50b0f77f400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36497eb2f124982" /><Relationship Type="http://schemas.openxmlformats.org/officeDocument/2006/relationships/notesMaster" Target="/ppt/notesMasters/notesMaster1.xml" Id="R2b91dd948813457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228d56ef6c7c440e" /><Relationship Type="http://schemas.openxmlformats.org/officeDocument/2006/relationships/notesMaster" Target="/ppt/notesMasters/notesMaster1.xml" Id="Rbfd268a40fa84bfa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39aea06ad1c4c75" /><Relationship Type="http://schemas.openxmlformats.org/officeDocument/2006/relationships/notesMaster" Target="/ppt/notesMasters/notesMaster1.xml" Id="R50462bfe60564b77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5e2fafbd82a84e8d" /><Relationship Type="http://schemas.openxmlformats.org/officeDocument/2006/relationships/notesMaster" Target="/ppt/notesMasters/notesMaster1.xml" Id="R50588fc8cd8e4974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d338b3e987a4e50" /><Relationship Type="http://schemas.openxmlformats.org/officeDocument/2006/relationships/notesMaster" Target="/ppt/notesMasters/notesMaster1.xml" Id="Re3bad6e1354c42b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47188abcdeca44ac" /><Relationship Type="http://schemas.openxmlformats.org/officeDocument/2006/relationships/notesMaster" Target="/ppt/notesMasters/notesMaster1.xml" Id="R3f3b0f41cabb46f3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2e3c8f8427254bbe" /><Relationship Type="http://schemas.openxmlformats.org/officeDocument/2006/relationships/notesMaster" Target="/ppt/notesMasters/notesMaster1.xml" Id="R8123d4372ac940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d048f686f64e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a387261882403d" /><Relationship Type="http://schemas.openxmlformats.org/officeDocument/2006/relationships/slideLayout" Target="/ppt/slideLayouts/slideLayout1.xml" Id="Rd4c27c67bfb847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c27c67bfb847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312cb6b0240a5" /><Relationship Type="http://schemas.openxmlformats.org/officeDocument/2006/relationships/notesSlide" Target="/ppt/notesSlides/notesSlide1.xml" Id="R9d268b5b5ce94c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ea874ab4140ab" /><Relationship Type="http://schemas.openxmlformats.org/officeDocument/2006/relationships/notesSlide" Target="/ppt/notesSlides/notesSlide2.xml" Id="Refb5b6b597c94d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3f4fa3b2e4e01" /><Relationship Type="http://schemas.openxmlformats.org/officeDocument/2006/relationships/notesSlide" Target="/ppt/notesSlides/notesSlide3.xml" Id="Rbca673731d494a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813b565144571" /><Relationship Type="http://schemas.openxmlformats.org/officeDocument/2006/relationships/notesSlide" Target="/ppt/notesSlides/notesSlide4.xml" Id="R705ed9f268da40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2bddab4034a2d" /><Relationship Type="http://schemas.openxmlformats.org/officeDocument/2006/relationships/notesSlide" Target="/ppt/notesSlides/notesSlide5.xml" Id="Ra46c35074b554a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c2b97870c4c11" /><Relationship Type="http://schemas.openxmlformats.org/officeDocument/2006/relationships/notesSlide" Target="/ppt/notesSlides/notesSlide6.xml" Id="Rafd1a5af1b5241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c4cab0e7846e1" /><Relationship Type="http://schemas.openxmlformats.org/officeDocument/2006/relationships/notesSlide" Target="/ppt/notesSlides/notesSlide7.xml" Id="R8c0c104062f74c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099eeedf04dff" /><Relationship Type="http://schemas.openxmlformats.org/officeDocument/2006/relationships/notesSlide" Target="/ppt/notesSlides/notesSlide8.xml" Id="R7f42e5dc86ac40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861d11da44b85" /><Relationship Type="http://schemas.openxmlformats.org/officeDocument/2006/relationships/notesSlide" Target="/ppt/notesSlides/notesSlide9.xml" Id="R4512eb38fc514b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083fa300548b5" /><Relationship Type="http://schemas.openxmlformats.org/officeDocument/2006/relationships/notesSlide" Target="/ppt/notesSlides/notesSlide10.xml" Id="Re36bdb9d382448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ad7aa852e419d" /><Relationship Type="http://schemas.openxmlformats.org/officeDocument/2006/relationships/notesSlide" Target="/ppt/notesSlides/notesSlide11.xml" Id="Re68bff31636a4a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ca3d8f39645a3" /><Relationship Type="http://schemas.openxmlformats.org/officeDocument/2006/relationships/notesSlide" Target="/ppt/notesSlides/notesSlide12.xml" Id="Ra952b622640f47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84d7ad1904251" /><Relationship Type="http://schemas.openxmlformats.org/officeDocument/2006/relationships/notesSlide" Target="/ppt/notesSlides/notesSlide13.xml" Id="Red6e750250cd46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8877221104966" /><Relationship Type="http://schemas.openxmlformats.org/officeDocument/2006/relationships/notesSlide" Target="/ppt/notesSlides/notesSlide14.xml" Id="R07d4bf373cc44b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03f769d844df0" /><Relationship Type="http://schemas.openxmlformats.org/officeDocument/2006/relationships/notesSlide" Target="/ppt/notesSlides/notesSlide15.xml" Id="Rf1c345c199064e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e3e791bd04e82" /><Relationship Type="http://schemas.openxmlformats.org/officeDocument/2006/relationships/notesSlide" Target="/ppt/notesSlides/notesSlide16.xml" Id="Ra1f4f4cdca0d4a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a8a295aea41c8" /><Relationship Type="http://schemas.openxmlformats.org/officeDocument/2006/relationships/notesSlide" Target="/ppt/notesSlides/notesSlide17.xml" Id="Re495bdcb4d5948d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6652875bf4744" /><Relationship Type="http://schemas.openxmlformats.org/officeDocument/2006/relationships/notesSlide" Target="/ppt/notesSlides/notesSlide18.xml" Id="Rd8dba7e9c60449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c05e400b5466d" /><Relationship Type="http://schemas.openxmlformats.org/officeDocument/2006/relationships/notesSlide" Target="/ppt/notesSlides/notesSlide19.xml" Id="Ra9e1d4049213447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cbdef2cae410a" /><Relationship Type="http://schemas.openxmlformats.org/officeDocument/2006/relationships/notesSlide" Target="/ppt/notesSlides/notesSlide20.xml" Id="Ree4af7c724b24cd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a7a7bc0a84870" /><Relationship Type="http://schemas.openxmlformats.org/officeDocument/2006/relationships/notesSlide" Target="/ppt/notesSlides/notesSlide21.xml" Id="R64991a428ca846d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e0bff248a44be" /><Relationship Type="http://schemas.openxmlformats.org/officeDocument/2006/relationships/notesSlide" Target="/ppt/notesSlides/notesSlide22.xml" Id="R722adcd1453a49c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54936aa2d4c49" /><Relationship Type="http://schemas.openxmlformats.org/officeDocument/2006/relationships/notesSlide" Target="/ppt/notesSlides/notesSlide23.xml" Id="R7337737125c9417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40d25bbd64bdd" /><Relationship Type="http://schemas.openxmlformats.org/officeDocument/2006/relationships/notesSlide" Target="/ppt/notesSlides/notesSlide24.xml" Id="Reebbda6003424c5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1235aaa2e4f62" /><Relationship Type="http://schemas.openxmlformats.org/officeDocument/2006/relationships/notesSlide" Target="/ppt/notesSlides/notesSlide25.xml" Id="Rf36530d576924b0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c1a92067d429a" /><Relationship Type="http://schemas.openxmlformats.org/officeDocument/2006/relationships/notesSlide" Target="/ppt/notesSlides/notesSlide26.xml" Id="R1e2a7024ea5d4e4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441420d454beb" /><Relationship Type="http://schemas.openxmlformats.org/officeDocument/2006/relationships/notesSlide" Target="/ppt/notesSlides/notesSlide27.xml" Id="R8a4b84c808174c7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3d1b2a435482a" /><Relationship Type="http://schemas.openxmlformats.org/officeDocument/2006/relationships/notesSlide" Target="/ppt/notesSlides/notesSlide28.xml" Id="Rfaf6bbbca5514c7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cbb5cdf4e41ae" /><Relationship Type="http://schemas.openxmlformats.org/officeDocument/2006/relationships/notesSlide" Target="/ppt/notesSlides/notesSlide29.xml" Id="R5262d6d45e024f3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7a49a117d4ba0" /><Relationship Type="http://schemas.openxmlformats.org/officeDocument/2006/relationships/notesSlide" Target="/ppt/notesSlides/notesSlide30.xml" Id="Rda914b520b184dc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b8224927c45cc" /><Relationship Type="http://schemas.openxmlformats.org/officeDocument/2006/relationships/notesSlide" Target="/ppt/notesSlides/notesSlide31.xml" Id="R634937bb36c1423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5227cf1974058" /><Relationship Type="http://schemas.openxmlformats.org/officeDocument/2006/relationships/notesSlide" Target="/ppt/notesSlides/notesSlide32.xml" Id="R946bb2dbfd0647e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c5402c94847a1" /><Relationship Type="http://schemas.openxmlformats.org/officeDocument/2006/relationships/notesSlide" Target="/ppt/notesSlides/notesSlide33.xml" Id="R54a27c4a13f547f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6ffadc6c54ef9" /><Relationship Type="http://schemas.openxmlformats.org/officeDocument/2006/relationships/notesSlide" Target="/ppt/notesSlides/notesSlide34.xml" Id="R3caa6da61950439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068d6e6df4e67" /><Relationship Type="http://schemas.openxmlformats.org/officeDocument/2006/relationships/notesSlide" Target="/ppt/notesSlides/notesSlide35.xml" Id="Re4b176fc88a7415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878b3a81a48a9" /><Relationship Type="http://schemas.openxmlformats.org/officeDocument/2006/relationships/notesSlide" Target="/ppt/notesSlides/notesSlide36.xml" Id="Rd15cabce924a435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e41768f634d1f" /><Relationship Type="http://schemas.openxmlformats.org/officeDocument/2006/relationships/notesSlide" Target="/ppt/notesSlides/notesSlide37.xml" Id="R494de1b6caa843d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5e626ca3c4c1a" /><Relationship Type="http://schemas.openxmlformats.org/officeDocument/2006/relationships/notesSlide" Target="/ppt/notesSlides/notesSlide38.xml" Id="R467d41c4be11410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bc4f8c5bb46f4" /><Relationship Type="http://schemas.openxmlformats.org/officeDocument/2006/relationships/notesSlide" Target="/ppt/notesSlides/notesSlide39.xml" Id="Ra32654b1cff845f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671201f134f5f" /><Relationship Type="http://schemas.openxmlformats.org/officeDocument/2006/relationships/notesSlide" Target="/ppt/notesSlides/notesSlide40.xml" Id="Rfe51a319f1e2458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12ea31ce1473e" /><Relationship Type="http://schemas.openxmlformats.org/officeDocument/2006/relationships/notesSlide" Target="/ppt/notesSlides/notesSlide41.xml" Id="R4d89f9bb28784dd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3e744db5046a4" /><Relationship Type="http://schemas.openxmlformats.org/officeDocument/2006/relationships/notesSlide" Target="/ppt/notesSlides/notesSlide42.xml" Id="Recb4e0793d094fc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51ad1dffc497c" /><Relationship Type="http://schemas.openxmlformats.org/officeDocument/2006/relationships/notesSlide" Target="/ppt/notesSlides/notesSlide43.xml" Id="R2f2f201b0e7c47f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09b208c9b4cbc" /><Relationship Type="http://schemas.openxmlformats.org/officeDocument/2006/relationships/notesSlide" Target="/ppt/notesSlides/notesSlide44.xml" Id="R2a678b63e7f84ad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aaededc534765" /><Relationship Type="http://schemas.openxmlformats.org/officeDocument/2006/relationships/notesSlide" Target="/ppt/notesSlides/notesSlide45.xml" Id="R51c8358e97c749c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7fca591c740d8" /><Relationship Type="http://schemas.openxmlformats.org/officeDocument/2006/relationships/notesSlide" Target="/ppt/notesSlides/notesSlide46.xml" Id="R3f8992c77015464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5c92fdfee4fcf" /><Relationship Type="http://schemas.openxmlformats.org/officeDocument/2006/relationships/notesSlide" Target="/ppt/notesSlides/notesSlide47.xml" Id="R7b078558db4c4f5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2eb7116ae4e93" /><Relationship Type="http://schemas.openxmlformats.org/officeDocument/2006/relationships/notesSlide" Target="/ppt/notesSlides/notesSlide48.xml" Id="Rb8e4b7c6ce954a8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cd06ac1a94aa1" /><Relationship Type="http://schemas.openxmlformats.org/officeDocument/2006/relationships/notesSlide" Target="/ppt/notesSlides/notesSlide49.xml" Id="R0393ba317f784c3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a3d78c500429a" /><Relationship Type="http://schemas.openxmlformats.org/officeDocument/2006/relationships/notesSlide" Target="/ppt/notesSlides/notesSlide50.xml" Id="Rff1c22cf094341f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e7cd5487f483a" /><Relationship Type="http://schemas.openxmlformats.org/officeDocument/2006/relationships/notesSlide" Target="/ppt/notesSlides/notesSlide51.xml" Id="Rdd604d5f02fc4f2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166c562b744ba" /><Relationship Type="http://schemas.openxmlformats.org/officeDocument/2006/relationships/notesSlide" Target="/ppt/notesSlides/notesSlide52.xml" Id="Ra6e5d522e966492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1ecab585d4553" /><Relationship Type="http://schemas.openxmlformats.org/officeDocument/2006/relationships/notesSlide" Target="/ppt/notesSlides/notesSlide53.xml" Id="Re1c0763f491d4b9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a895f144147a6" /><Relationship Type="http://schemas.openxmlformats.org/officeDocument/2006/relationships/notesSlide" Target="/ppt/notesSlides/notesSlide54.xml" Id="Rc9e1072e515e465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7f7aba6a749e6" /><Relationship Type="http://schemas.openxmlformats.org/officeDocument/2006/relationships/notesSlide" Target="/ppt/notesSlides/notesSlide55.xml" Id="R717fbbc2af9248c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685ee21d14edc" /><Relationship Type="http://schemas.openxmlformats.org/officeDocument/2006/relationships/notesSlide" Target="/ppt/notesSlides/notesSlide56.xml" Id="R71864dd934904d2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b3393c2b24162" /><Relationship Type="http://schemas.openxmlformats.org/officeDocument/2006/relationships/notesSlide" Target="/ppt/notesSlides/notesSlide57.xml" Id="Rdc785f6104334d0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61b1df0074fcc" /><Relationship Type="http://schemas.openxmlformats.org/officeDocument/2006/relationships/notesSlide" Target="/ppt/notesSlides/notesSlide58.xml" Id="Raed7741e006b4dc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f8527e6e44b41" /><Relationship Type="http://schemas.openxmlformats.org/officeDocument/2006/relationships/notesSlide" Target="/ppt/notesSlides/notesSlide59.xml" Id="R129e3c1d9e044c9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c2703874a4ce2" /><Relationship Type="http://schemas.openxmlformats.org/officeDocument/2006/relationships/notesSlide" Target="/ppt/notesSlides/notesSlide60.xml" Id="R1017ab3bcb174904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46892299644d0" /><Relationship Type="http://schemas.openxmlformats.org/officeDocument/2006/relationships/notesSlide" Target="/ppt/notesSlides/notesSlide61.xml" Id="R22ba13ed3d084b78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b4c687d254787" /><Relationship Type="http://schemas.openxmlformats.org/officeDocument/2006/relationships/notesSlide" Target="/ppt/notesSlides/notesSlide62.xml" Id="Rdf723342152a488b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a898361d64313" /><Relationship Type="http://schemas.openxmlformats.org/officeDocument/2006/relationships/notesSlide" Target="/ppt/notesSlides/notesSlide63.xml" Id="Rc7be051a250f4492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241790549499a" /><Relationship Type="http://schemas.openxmlformats.org/officeDocument/2006/relationships/notesSlide" Target="/ppt/notesSlides/notesSlide64.xml" Id="R0b63034ba7a24060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b9cec42b44c70" /><Relationship Type="http://schemas.openxmlformats.org/officeDocument/2006/relationships/notesSlide" Target="/ppt/notesSlides/notesSlide65.xml" Id="R0fb9198453604e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9DC74-9EB7-476F-AE1D-345DB93E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DDE51-4A12-4EB2-90AF-197CF824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C178A-7565-470E-A4DE-C0E002F4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047D7-6346-43FB-B020-E45B812B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39F37-7FE0-4F6A-B3F5-502D8D73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Software and Software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17A97-78F1-4615-B77A-7025D722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Software Engineering &amp; Project Management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2171D-D57D-49A3-9A18-7A1DC1FC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AFD09-5AF6-42B4-AA79-7F5B712B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9F455-02B6-4752-BAF0-5A02C58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01869-8AAA-489C-BA62-3D10FC63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4B91F-F485-4342-A768-3A51D24F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C11A6-C590-4058-A8A3-5616066C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311214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A6627-4AE6-4746-B9B9-A51CF930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DD0B5-DF5A-4A7C-8118-CA006D73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E0F7D-E955-4D14-A733-031F1CD2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06828-D73B-4FE9-89F5-37855384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9EE6C-5C07-48B8-9324-4DE534BC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6AB43-9563-46BF-A3B7-8D9445EE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AE11B-C38A-4F38-A326-E98D0182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7DDA9-509A-45E2-ABD1-4D05DB57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156A0-46AD-480A-AF11-D5DDE630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08C62-3219-4289-BCF4-BCEB2686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C890A-594E-4088-9136-80D2914B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3AE47-F225-43E5-8C85-A8DE3C60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85C6F-5255-4EE5-AB83-7976A040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230056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73E6D1-BC90-4657-85E0-7750504F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BD301-97A7-4B18-938E-0205C6EE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F655C-02AC-49EF-886C-29062976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73034-6E79-4AA9-8667-C9A0D93E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25282-0200-4F73-A641-6F938F0C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4E477-9A0D-4F9F-B4DB-1FE193C5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599CC-2713-4393-8B2E-B8316937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Nature of software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6AEB7-72E1-4238-9BAB-4AC0A99E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D8528-16A1-43E8-9F6E-EE30EC30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Unique nature of WebApps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6FA88-E91D-4260-A095-838921F2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10304-3D55-47E8-B203-80D18C10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Software engineering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D1603-76EF-4805-BBC3-19AC6E2B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71772-D714-4BF0-9F57-4C7A2AA2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Software 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340E8-613D-4032-B189-D753A353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B5939-0048-4FA8-82B0-42ABCDD1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Software engineering practice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5E840-F77E-49D9-9A56-18143044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B362A-D7BE-4C6F-BDFB-14D4B006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Software myths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49499-2A38-4DA3-8C49-3DDDA1CA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52EAE-73E1-49CF-80B4-237B1C9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Generic process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A51921-02BE-480A-95F1-378718E2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97D94-E1DF-45D4-919D-1B791A13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Process assessment and improvement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47530-91E7-4987-9903-1C10DE2C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F391D5-D837-4696-BB9F-74E23B0B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Waterfall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B0B9D3-C94A-4EEC-B549-33C17963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38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+ 6 more syllabus items are covered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1188294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633A83-B487-4694-A0D2-476F3EB2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8F371-1AC1-40F8-9DF0-30FD7478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A5540-8379-4E22-AC64-BE4AC6B7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637D2-6A9C-413E-9180-65B537E4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43F1D-29CD-400A-BBFC-8CFB261E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Nature of software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96E04-53F4-4954-9F31-A02DF6D4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B1BF9-3D78-40D6-BA5C-1D18E572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Nature of software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23787-D2DB-4972-9FB0-C621D647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E7366-CF88-4F2F-8BC6-866C56D5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2B3E6-421D-44DC-97CB-443409A9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DC5BB-5A77-4228-9426-9A411920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D9735-F563-4BA0-B61A-6384D037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9D1B2-3616-4771-A7F6-9C1CC83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62070-0F74-4F95-A2D7-B77A818F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E0669-D975-4D47-9D8C-3B4E8071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01211-D166-4CD7-BC42-BD3347F1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3E4DE-DB9A-4DE9-BD47-C105338B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B210D-8E12-4300-B5FC-450AA896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nature of software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198048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E703F-0426-4061-BBF8-3A7B514A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76E8F-A4DE-4BCC-BDAF-C02ADC73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8B6EA-3E2F-4E27-B891-37FFAC99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F5858-F065-465F-A09C-CF74832F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2152F-1743-4191-8953-AD380FDF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Nature of software: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0086C-9E5A-4ECF-8BF5-7CC1962F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Nature of software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15C82-5647-4503-8CE2-E5E14802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5B06D-3FDF-4435-B02B-9E1A77F2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7279A-BE0C-44C3-AED6-E1537DF0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1BCAF-26E5-4CEA-AE80-3AB78D6F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26548-FA0A-4B45-984A-AF100414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4161702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56244E-536A-4D01-B9F2-74B474CB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28DC4-C6B2-4DEA-A2BA-7201E1CE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DF602-8F32-409C-847A-0535B46F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842EE-F3E4-444C-972F-C81BE169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7490B-6D83-4908-AFEB-8CBD70AC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Nature of software: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6A2BA-0274-4F5B-A14D-B2142B8D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26976-17C1-4B03-9F35-8BF3B409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0F859-3683-4C91-B8C0-93635E1D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01AAE-282A-4323-8FDD-4487BCC2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3DD44-0235-4465-80E6-F4AA5DFD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26ED9-E46F-4AAB-8507-4A3A759B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4710A-EFF2-4D7C-B4F5-983F307F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CD0E8-E5E9-40D3-85D2-C10DA689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ACB0F-4712-4E9A-90D9-7169CEBD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4CA1B-7A39-404D-8301-71DF3BC2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DB042-3A34-477F-B8F0-0768B54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28557-3848-4820-B506-0961CDB9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73ABB-57D8-4868-A5A4-56136A61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EA051-ACF1-45D5-A210-02E57D40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3D8E0-338A-4C37-96AB-EE8FB18C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8E8DAD-BF02-4951-BC6D-B0141DEB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61325-3C7C-406D-B76D-10FCF024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9659A-0C4A-429C-9510-CA0331EC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F42D6-B589-4DF8-9C59-64F19EA8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0CDEEC-FC53-4454-A339-FD89653E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1E3513-3B80-449D-ABE8-D0ABA616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C52511-43A2-4BC4-9731-00C21ABD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41DB5F-5B49-4A27-B7E6-8E8E0237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ED0DF9-6235-4C33-8EB8-6543F3BA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4AF061-8433-4453-ACC2-7DCC828B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5AD86F-AC40-4BD9-B9B4-23F3C21F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nature of software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45590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C6280-35B9-40D5-AE20-30E17A00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80892-C159-4E7B-AB8B-CCA2A2CF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310C7-55AE-4BCD-902D-3CE3AD1F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CA717-A188-4E4A-94FF-7FDC4A0F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60379-0E58-4D26-82E4-801A3408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Unique nature of WebApps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3831A-420E-4CA7-9CCB-267CADC1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18794-28A4-4C77-A03F-07A72312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Unique nature of WebApps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3F70E-82D9-4BF5-99A4-D351417D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C4AFA-ED73-4C09-9489-E35DABC6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67DE0-01CF-4EAD-AC59-46A1B25B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5D41C-AA8F-4B8C-AD64-B5CF284A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C6019-9DDD-4A1D-80F0-638E1CE0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4F086-2BF3-4293-BFB4-8BB89C32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D5508-6567-43C2-BD58-691FB1FC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F1CBA-9BB4-4365-B818-443BEBAE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BDB06-4D82-4351-A151-04B1B61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AF5B33-58FB-4076-8F0A-6EC6EAC7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587EA-3F22-420B-AAB1-482D6588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unique nature of webapps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587496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DFED8-DBCB-4693-9A21-DECB858F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E6539-558E-42D2-835E-6F730E7E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D6D4D-A62C-419F-B045-AAD40651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7D8C9-276C-4F57-B1C0-1B18EADA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27AB2-9C17-43D0-B22B-63B2CD75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Unique nature of WebApps: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381ED-6093-4578-B038-82B3F615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Unique nature of WebApps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EA8F3-1ED1-4A48-8190-54E0D796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83BF9-79E0-4EC5-81E7-94AB32E2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5D56A-E4DF-45EB-B126-CA16DA7C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71323-87E8-4B98-A5DA-30758778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2FCB0-E30F-4D12-82CD-233E7113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1358664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513011-8082-4DFD-AB2D-CC94BB04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F5FD3-E494-4816-A858-C42089B0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E5F48-E579-44D7-87AC-716F364D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02740-C552-4594-9229-83E9C8DE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3C7DA-CE8E-461A-8D63-4970561B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Unique nature of WebApps: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988CF-11A0-4508-B45C-57F57F33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D215D-197C-4CE1-8021-5EBC5A4C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B8689-CDD8-4882-8F81-88CBFA96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87F6D-BD48-479C-8D59-E232B1C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89BA7-42BB-4B6F-BD7E-DAE4A05A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0836B-7945-4DBF-8733-3F8986E3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F9A64-36C9-455D-B6BB-71B3BBEB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992B5-CDA5-4BC3-A61B-A450C270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E7EFA-509C-4E50-8AAD-C29592D6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5CBFC-E9CB-40C8-85B5-DA12312B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99369-B76C-4903-8BE4-C6B5A299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F0FF0-35D7-4930-A5CB-D7E770EB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18D04-EFBC-450A-8E7B-5D25F885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0C35F-1A52-488E-AC26-3CCB4DF7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5D858-F614-4DA3-A561-C8C4D3DB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0DD62-8E62-4ABD-B789-D4B3B10E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5B14F-F508-4E58-BA0C-F476053A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9FEF1-1872-4806-A351-073CE01D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F32697-0945-47C6-8A7A-DA21277C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69D27B-AD19-4D78-A58F-D3AB71BF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6D8C1D-AC35-4484-A911-8CAE3878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CAB6BF-FA96-46D1-A507-CE20090A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AE6994-A166-4C3B-BD9F-DB1C0CE3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2C5F68-A923-403B-BD6B-C85FF5F6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E4F616-EEDB-464F-85D0-F90B1379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E35A7D-D9CC-46B5-ACED-476FB715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unique nature of webapps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487949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206CB-71CE-4CF9-A890-2918C92D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7D3C7-64E0-498B-A418-669EB28C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9F2A0-2A49-4651-9B9A-62A01C14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EE7EA-CC43-44E1-8CE6-76CD4392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80BE9-A5E9-4FD1-A48C-3C0CD5B1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Unique nature of WebApps: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594D0-D6C2-4D9D-919A-21167D81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FC34B-6F9A-4A29-B20A-570B64A9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FA3B2-A7CD-4856-BC11-1BC6710F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2F68A-6429-4C6A-927B-B2E5609F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8249F-8686-447B-9683-D6212434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DD0AE-DB24-4B1B-A333-2630E9B6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Unique nature of WebApps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CB4A3-2845-438D-A99E-5CA669C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BB8E3-012C-47C6-989B-3D1468D5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36FD1-29F0-4005-B50E-12AA228D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8C3E4-B03A-4C99-AC1D-B843D11E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CE781-74FD-4195-9559-D2F41A02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D4706-5198-4044-99B0-7386EDB4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E0493-804D-4695-8E73-40F365EC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47820-E7CB-4E2A-AC8B-B2F38B11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5D8B4-3E23-4D32-8E19-9C1337EB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8B8FF-C93E-49D1-8DCD-F443C982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20025128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0D690-DC7F-47B1-BB75-EF541F73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E3897-D092-4B50-94C0-6A72DEC2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CB953-8E5F-4D78-8CCE-6E14E899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A70DA-D166-4101-805E-51311B3F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A0170-C9C9-4986-BE3D-7B5791FA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B6BE8-4405-478D-860D-5C995525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88951-6BA6-42B7-BFB3-F36F7F96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Software engineering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81FFD-E27E-44BE-B2B9-519D8844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9BCEF-57C3-4B16-B432-DA33AED7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05BD8-8599-493B-854A-E7AA6623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75B1E-5B43-45FC-B3A6-39D96627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88721-DD71-4EE8-8439-A83121D6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5FA52-28E3-47E5-82DC-90BED72F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6915F-0547-48AF-8D6D-A7CE5B68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423E7-EACB-4F44-BCC5-638E7A27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F80E6-5021-4B97-AFF6-2FAF7FDA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ADCF2-E85A-441B-AA46-2FD0CAC7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9771D-7406-4E19-B6B2-8B7442F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software engineering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00146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560C6-95D8-4011-B012-0FB2416A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CBCAA-77F6-45D9-BC1C-E6AB0B72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B160D-6708-4842-970C-2CA286D6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B4FBF-3921-42C9-91A0-8B33138B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F7DBB-BB1A-46C2-A290-11DF2592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engineering: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CA76E-7C47-4339-AC30-EDD63FF5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Software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AA1F1-8261-4BB2-B40E-72D29242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26986-9849-4F6C-A3E6-5E4F2492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A51E7-80FE-4F4E-BE56-5B13BFC0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CAC41-AF90-4037-A3B3-E2202927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B74FA-2337-488D-9F42-188950A7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0129522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CE92B9-19DB-465A-AAD3-41B2FE17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A7EB5-1A10-4EF9-8F2A-F3B7BD02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30E10-F899-43D8-9B6F-9CE8207F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723CF-49ED-4CD9-BAFF-D9DF2713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989EC-ABEE-43BB-9F65-8F87A89B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engineering: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2527E-197E-4CF4-9572-506F1AC1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2C399-3A93-47C5-A04B-018F97B9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DCAB3-6899-4C48-8B44-D8E2D6E3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5B0C1-A7DF-4E7A-A0F5-B680C006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4A697-CA30-42FA-A312-1553E482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FC0CB-CC78-4A5E-8156-C5E5B706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8C4D2-3C98-4B54-BEE3-CD03D2AD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0710D-26D1-4C17-8CEC-DEF424BB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B5C4C-BDE4-4302-9AD1-75FB71C2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DC371-4B90-4A94-A809-4A19860B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D1860-3A85-4D2F-A378-6C8B3A04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F2F23-E532-4952-AD50-43869B12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2FFB1-60DE-4EEA-9DB9-E0C40425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AA1B9-B536-4111-8178-1187861C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E8F95-873B-4A1A-850B-0D9422A0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FE7146-735C-40D6-8D1F-D34F8D49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DDB2A4-39FD-42D1-9704-F952E6A7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D62D0-735B-4BCB-839A-EE277AB0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65F36-7103-4D37-932C-09DE9250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627A79-9566-44ED-93C0-04FC9507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52702F-C89C-4C17-93F3-78A68557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FE6822-14EB-4557-A06F-C7C489A0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244A2E-07E6-432C-8066-21DB52C7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0A8364-BBC9-4022-91A4-573216C4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B3520E-9B9F-4D8C-9DC3-5DDD16C3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D9BFE9-D1C0-45E3-BEEC-9FC4DD4D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software engineering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174651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6A86B-9285-4FF2-A2BA-14068C35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34A92-04A5-4958-82E7-B706A613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55D8B-C50E-4E3B-B5FA-62344BD2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02B34-2D89-48EF-9583-2C4050C2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64844-EE82-4909-8071-B0F91500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F9B56-9141-47DE-8F63-FB00BB2E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BA000-C5B1-4B5D-902A-2E1FA42E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Software process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8D440-E4DD-4470-A4D4-5DC1A5DB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D5E2D-C39B-4EED-AFDA-7410E68B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9C49-18E7-4CF8-8D16-B349E759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3A060-632A-430A-9CB0-9881AEF6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28548-D1CA-4702-A7E9-56C6F8B6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F5447-2E43-4A7F-AD12-F138AE1E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C7003-9C3B-4728-AC9E-A62951B5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E3A08-C46E-4517-ADBD-38446EF8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0AE56-4B07-40FE-A354-D5D9A6AF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43F62-1923-4EDD-A06F-1DACA726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A0968-C6BE-4AE5-8B99-75221425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software process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38714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A6118-ABDA-4688-B23E-2FC93469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EFCFB-2A48-4D08-A3F4-8F1D7A21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15781-AB21-4D57-AB35-CAB44E19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532C6-5681-4AEF-B367-8F7AB5ED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EDDA4-4BCB-4ABB-9EFD-89DF9F45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process: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3B105-13B8-404A-B15F-0F6F6BFC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Software 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FE29B-A463-420E-A014-9DEA7F82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114F1-67D9-42CD-AEC6-9B586014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11AC3-4DEB-44B5-BF65-61B05B87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5C270-A6D9-4B0F-B9F6-816E930A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CF440-E86C-42CA-B53D-BC0F6A4E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2639267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B45708-D3DB-4FEB-AACB-A59D4D93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5C64C-6E4D-40E0-BABD-2D91FDA0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CEE98-5E04-40E4-BEE0-EAA02AF2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9C6C3-60D4-4AC8-93BA-D68896E6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753DF-A507-455E-A6CB-2070144B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process: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34682-2F05-436C-9037-B5FC1AF9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BBE1B-38F1-4B64-848D-82552A5F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02AB5-5B99-48D2-A492-886F274E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C065C-E9E2-4A6B-A935-1781375B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13745-3518-4217-9D3B-04D7C9A2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CC661-01C4-40DC-80A6-76FCA499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56CB1-17C0-4CC1-816B-3FC95C16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379BC-29F7-466C-BCF7-E2B41A61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89FC7-0F7C-4188-A2E6-2C0EC631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92451-400A-40DE-9209-E1CAEB34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9E80A-A0D8-4821-8075-C40272D2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8B6E4-8751-4479-9B1A-F56AC7B3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B5A5F-F157-4A69-9433-EC59356E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55DFF-5EB5-4F13-9BF4-B976D348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ED504F-9AF8-4B18-A6BC-C0828584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32E02-C427-49E2-A327-C1FE6365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E65E74-8E8F-4571-BE62-ECB91385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DDB75-963A-4181-8804-BF899BD6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D97A4B-AA6A-4E68-944C-F8282A08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9858D-FAA3-424C-9C4D-EA829B19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4E2DB7-5064-4F1F-87EE-D4DF3C7A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C5EE3D-F702-452B-AC77-861DF386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04EC0-AC1F-4A10-BAC2-1F5BDDA3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28F513-3142-4254-B7D9-742F191C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BC5B2D-6BE8-475A-BB7E-ECCF0F29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F287E2-2632-43D2-BEA1-34702B9C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software process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37128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39C4E-7CCD-4DEF-A67D-4465E21E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79E82-D35E-43E5-AB12-5264F213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70BEC-981E-40E2-97BA-27CA55D1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2D9BA-6632-4464-8334-E42E507A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A6BC5-A457-4B55-BE27-421AB49D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engineering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0A94F-E785-4A4A-AB7A-8C0FE7BC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05272-63DD-4398-9898-F78D4A89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Software engineering practice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43915-860B-4390-B132-9DA16F9C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B022F-190F-4A19-AFBC-A403DBBA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292C5-879A-4094-BF7D-6A320C06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03BCF-AC1E-492A-81A1-B54E9CBA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FB092-6A5F-4000-8D89-3A7CDA03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5C915-E9CF-49AF-A045-7FB749E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C10DA-D207-4F17-AD30-806AF83E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1B502-2B93-4F4F-A08D-91ED3BC1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7E09F-D67D-4ED4-BE47-22877768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CC51B0-3C74-487D-B77C-F6CEEB51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6EE9B-FFC3-46B2-9E47-97D00663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software engineering practice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865279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4223E-1FE3-4636-89A6-33438AE2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91BDC-A875-46A6-A5C1-34219A06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E0359-384E-4B02-9AE2-2784BB0E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D49CC-7594-40EB-B2D4-E290E21B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91797-9CA2-49B8-81A8-901D9074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engineering practice: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EF0B0-C72B-44A3-9F8C-E67B0C69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Software engineering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5BD34-4F7C-4A0C-9387-B1CA007D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91AB5-B568-41BF-AE93-63F6D58C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BC486-86B8-4CB6-955C-2410153D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FB0A6-9EDF-4DBE-831E-5CE689C6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12DAE-64BD-49AC-B944-9F8C5C87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7409122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C2BD1C-35F8-4F38-96A7-A7F5C70E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F6E56-51C8-44A1-A262-32BCC091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BE23B-DC2E-4CBB-A3FC-9D4EDB9A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F4EA8-2F59-4E1B-A249-6295F474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21C95-1D66-4D9B-99A5-C8B4C96E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engineering practice: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08BB6-96D2-42A4-A2B0-912BE8E7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595F7-145C-4BE7-B791-CD548661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43EEE-434C-4BE5-B630-46D968E3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76231-E8B1-4027-99A1-1195BE88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EB36F-0EBC-46BF-A82C-6B6A53B1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21A86-FDAD-46D0-A5F5-D3970200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522B5-3792-4AB3-8FD2-EFD09A9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E04F4-CE28-4902-9482-CC34C06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6A564-8DD2-42CF-95B1-68796246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FAB18-D728-4CA9-945A-BF05CEAA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766FD-C0D0-4D05-AD25-F668BCA8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3D09E-B98C-44D2-8FC7-3515F9BB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D2421-BEE0-4318-A858-CF1230DC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F0003-A000-4EB3-B7F7-EE1422E4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4BD4E-5C76-4D7A-B680-9CFFD075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865E6-2A06-4849-B702-DAF8A202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C1476-68E7-409B-AB53-7971EBBC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149F0-A72D-40EC-9F8C-123EF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A0C51-1691-4C76-A624-67BD48DE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6C4C4-C014-4B84-8FEF-5711AED1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A75193-5914-46EF-AEFD-DB7309CF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49BCCE-3BED-4C31-A134-E9D3BEE9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AFAFD4-F0E4-4AF3-A3C7-824B66CA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B2D581-FF64-4EEC-B5BE-3C7579C7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567F3-243A-40D9-AB9F-51F9A0CF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E811E5-233F-45D1-B929-BC2366AD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software engineering practice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323255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D1F87-4646-4AD6-AC9F-92D9A8E2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735CA-2F09-4639-B868-7563E823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87938-D818-4ECC-979F-31098584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277FA-1B3A-4B44-8D09-7D475053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1795A-9EC2-4748-8437-2DA45CD4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engineering practice: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3BDEE-E972-4285-AB46-9CAD68BC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52A59-3ECA-41D7-9FBB-345DA3DB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DAA34-3740-4085-BB82-7CCE4BCE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347DC-5D51-40C6-8673-771E9A80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D786B-816F-43DD-9A9A-67A5137F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DD526-82DF-491C-B644-94BBCA60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Software engineering practice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73F4D-F7A4-4B49-88EB-9BD461E4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7C799-6BAF-4484-BFC7-C66DFF83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A4831-2251-4A22-899F-7BF54ACB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24487-871D-4F8E-857F-CEE0C93C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85272-FAD7-43A5-B22D-2BC278E0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32663-8CBC-418A-B714-DE90A9B9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69860-0A53-4F00-A887-0BEDEE9E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03898-9BA0-4A5E-A356-7F391B7A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3B61A-4C29-49B5-8808-04141B7B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50049F-F6CC-4535-9A6D-3A576E63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12331787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79325-EBC6-4023-8534-72238F32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EE1AE-1475-4629-98DA-640A4EB5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4ECB5-DBD6-446C-A8F4-890C1964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73800-EF8C-4A84-92C6-30FC6300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196FC-A09D-412A-806A-EBCE15CE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myths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2DBAA-A8CC-43B2-960D-9E308CDD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EF01D-3651-4873-83A6-0A36766F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Software myths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7DBDD-8756-4395-BAD3-0CEC34DF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0037A-604E-4136-87A6-60162339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F703E-2844-4313-A676-C06D3C75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1B817-7A38-4804-B1AF-0CF70C29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D0401-1196-4EDA-9021-CC16C8E3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A3CE3-6045-4C7F-9374-EB98E324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64E32-F561-4478-A623-FBF110D9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4CF01-244D-4A6A-B7C2-429E612E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F8FB5-B49A-4BB8-A4AA-20657DC0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B7B54-DFE7-41CE-965B-BCDDA18A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D63FF-775F-46F4-916F-35B3F92C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software myths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244676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E2FDF-976D-4D8A-8060-F5737706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643DA-BC71-40AA-BD42-E6258D56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560FB-73C2-496B-B7E3-7DDD9613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A5C32-2278-4B37-83BB-32641A33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7A32E-D190-4E49-9853-2E16648A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myths: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71349-11C1-4CD3-84F1-446BA539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Software myths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73114-AC77-4F4E-9FD5-3E6578A3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F49A3-DB5D-417E-ACA6-E2584199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DC0F1-689A-446E-B563-DC226146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80BA0-7BFA-4211-9451-CDD05DEE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99471-81C1-426D-9A6C-252BE1B8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5791846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530647-415F-41A3-9853-6983D86F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4C953-FD0E-41BD-8DDC-690560AA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3B812-1D20-451F-8AC2-EC8E8354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71328-54A4-4A90-B7D7-21380CDC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162AF-3170-49C8-AC84-2E903095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myths: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9B5AA-B2AA-4B81-929E-84E58CBD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53177-4EF8-4B38-A2BD-BC22F26E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ACEB2-BFF5-428B-BAC2-ED9B502A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E6F91-850F-407F-A021-00B1A80D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85DD2-42F1-4582-9E45-E41979A2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248F7-4EC5-480E-9414-A53D97FC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7827C-3D4C-4668-99CC-AD5A57E0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DB366-6E07-4BD3-959E-6A4AC25A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AF663-E316-486A-8C1D-5AE665AA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36F01-9100-4433-AA88-24F7F6B0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15B7F-FC02-4B36-9413-E19A2318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3AA33-4B03-4326-92B9-7132AFA7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A10EA-9751-4110-BD2F-D1FAB6EE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DFE1A-D160-4A80-97C9-0D37AE8F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01EFA-3DA5-4EC2-B332-04D3C288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47B21-8BCB-4A0A-B00E-1F09AD79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C45E3-5EA0-4C10-8146-0DF11778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9BFE1-3FA7-459D-B0B8-671622CB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80791-717D-4CD4-A5AB-808B530A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45CBF-E1A5-4220-AA6D-2FF86F2F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B5EC3-2341-4486-A328-D168D457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8EA52E-24CB-4278-A602-B8C01800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087239-0461-4E49-B424-BBB89D97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0A02E4-71D8-44D3-B495-49FE952D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BCF3F7-1E4E-4AEA-BC7C-E5D6633B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1A3DC-D44C-4C33-80A7-C05D4EF2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software myths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724809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3CBAB9-46CB-42C5-9FF2-79F437F0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0216F-6524-49BB-8F7A-9BC506D6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4C84D-343A-4C80-AC06-8BCD9959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301EF-68DA-4E06-85EF-E11E1EBE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BAFA3-9DCD-4234-BD0D-DA368C56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Generic process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89EEE-3E64-4EDD-B565-CB8293EF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64C8B-3B6E-406A-AB03-713F5C8B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Generic process model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8C28F-09E9-4082-B459-BC4CDEAF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43FA4-E7D7-450B-8E35-7AD247B2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0D2B8-31FA-4527-AFB6-A7978C50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AFEE6-396A-435F-8CE4-B951F259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C71F0-13BA-49CB-9AF7-345F1AD1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34052-E6BE-4941-8062-D4090FB7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5761B-5E7E-4A3C-9C52-1E25540F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6D5BD-40A6-4C4E-88DF-ED7737AB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28BFF-D459-44EA-8EE8-34490CC0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45C5F-E39A-4F4A-929C-BACF89E0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384F1-2041-48E4-87E5-3A394B06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generic process model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324989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ADB9C-85FA-431F-8AAF-E2311E09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C8B3E-F4D7-4A3C-B209-2063F3B7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C4CD5-BE6E-4FC3-ADDF-AF50FBF6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68D11-4D3B-4B52-805C-61558A1C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C5965-8C8F-4836-BC9E-EC2B56EC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Generic process model: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DFFB7-6345-41C8-A939-C1B9B391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Generic process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46CD8-C355-497B-9E56-BB2E8C5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1AAA5-E4F9-44F2-86E8-02DA12D1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98C18-745E-4D0F-86E7-CA96AED3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15580-6DD5-40BD-9B63-0294DC22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E17C5-495E-49BC-AD8A-CFAA3C5F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0002217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37A500-42B0-4A12-B6AA-F12D66C5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D592C-8131-45F2-9E9E-83298BBD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0788E-BBF9-4A00-848F-E16D2D2D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8F866-C79A-4FB8-B605-D2F9EB6F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2756B-C80A-45D8-A7E4-8A5AEB53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Generic process model: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0564B-63FC-4F59-99F0-A95702E8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D3DA9-2139-4258-80B6-1CFD899E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FDB35-EBFC-4D9C-99E2-970F7340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9453E-57E0-48CE-8483-94BC4C0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E6364-D619-4F75-AE11-C252B03F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6E01C-F8B8-484A-B7FC-4F5C92E6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656F0-8BD2-4532-A35B-3C7A430C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7F8A2-4506-4615-B3CF-199C47DB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14FC3-54E7-41D2-815C-01D4054D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98162-E485-4A8F-AC28-B7AB4AF3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B7E39-BE42-47E5-8B7E-CD6ED8A0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77B6A-CB1A-49E3-BA6D-9C140FA4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FAAB4-0341-4724-823B-5EC9D9B5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25294-48C3-4DFA-BB56-61ABBCD4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A61E3-5290-41C2-B1E9-747E0F74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1EB61-C045-419B-9E14-C6212CB8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B00A17-5CCD-496E-82C3-F9E67CFD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28B2BC-4384-4D19-AC96-6D10D279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C5C48-795E-40EA-A7C4-EDFFEF4A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99E334-0B85-40B8-9359-2EBDB6AF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E54FB-630B-4C90-8AE1-128ED704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4FD9E9-A8F0-4D84-A747-D7A52E8B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E8B4F4-89FF-467A-9ABE-955531D6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B1006B-086E-4CF9-A0A7-1221A4F4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94F165-FA02-4797-B2E6-3B1F1E0E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FA1952-EE35-45EB-A7F2-B2EFFC7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generic process model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31546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BE538-9A22-452D-A72E-33E04E57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66981-C840-44BC-B103-D76171EB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B39FB-0E00-42DC-9BB8-D6680AF0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6B422-3A5A-4E42-81C5-CA8893EB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7482D-255D-4910-AE75-497C5334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Process assessment and improvement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C7C35-FA3C-4D3B-A319-F48C779D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DF485-B093-4E33-BCB4-FDEC9381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Process assessment and improvement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423C3-45B2-4D06-98D4-B550221D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7F4FD-8B57-4E0F-8DB6-F9164630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C7D2A-BFE9-41E3-B49A-E8353EA4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C16E2-672D-49A8-80BD-A5D7D23A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5BB70-574F-42CA-9D45-A9B53B1F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75DB7-BA65-4B2E-AEAF-ED241DAA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52B35-9F66-4261-9DC9-9D79FEC3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98002-555A-4F51-B58F-58B09175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1B820-5973-43F3-B4CD-41139C88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79C4D-6BDB-43F5-856A-D0DA7032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81709-B4E3-40DF-A365-1EDA6E0F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process assessment and improvement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4339698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F9F78-EE1D-4AE8-863C-D94AACC7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A7922-3D98-4749-8002-13274391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97A10-8B8E-4129-8ED1-4979F098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A9402-4A9D-452B-97CD-DE0D6B79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A2933-919F-4608-8FAF-9FE10D5C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Process assessment and improvement: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3D131-2AF9-45C4-AB69-69E057A2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Process assessment and improveme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2130D-BE43-4CE2-ABD4-09ED0A11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EE8D0-9E9A-4D75-BBBC-9E506488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AACF6-6A42-43CF-AE36-E24AB8AE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7E88F-4A78-4C15-894B-F6506C58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FC1A5-146F-49B9-8F77-5EBE267C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34333223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8D4C65-8CFD-4E6D-90CA-CDF0C69C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27DB4-6148-4380-BCB9-071E7391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520C6-5E85-41A1-B244-4CF53310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DB9BE-D2B4-4766-ABF0-F31C054B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FCDCC-C5F4-4E5F-8E72-30599B30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Process assessment and improvement: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0717F-DEFD-46B1-A135-2E3C3920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4AAE1-1FC5-4E92-804A-5677A2DC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ED4F5-41FC-4116-A8B6-29EECAA5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257B3-19E3-4637-8C03-8125ECD7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9BBC0-A261-4CB2-936B-5C28BF3A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DAFC1-0A91-432B-9E22-23430AF6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59760-7E47-4761-9F48-A73AC6E7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5A927-FBFD-4D29-B6B2-751707EA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34333-CA5B-44F8-81BE-1822121E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E8EF1-B015-4E34-9CF1-C56C91D4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EA37E-CDE5-4794-B204-51A5E468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50E17-6BE8-425E-9680-55E1212C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748C2-154F-45FA-B410-EB527EAB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2A009-CBFD-4389-93D7-01FBFF37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E6408-5B1E-4C22-81A6-6C98F8FF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F30F4-265B-454A-9CCA-09F9047D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6B564-9F89-4A8C-AB66-564DEE44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079895-665A-41A1-ACBA-7F8E173F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EEB8D-2BCF-41A2-857D-4F578C04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B87B3C-0899-4DE0-B837-C2D8A93D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D60F5A-8857-4B4A-BFCF-B2A9EAEC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7048C9-4AFA-4037-8D2F-0F81D342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165956-6F64-4483-BA72-68BB6767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E311-11C3-41F3-9ACD-3CABA6A5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365D7D-CEDD-4364-B363-0FF1293C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9BB926-95C3-48B0-8A13-EB3EBA82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process assessment and improvement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6660423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AF542A-6F5F-4533-AFC3-916C57D6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8E928-5CAC-4091-A541-0022DF35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9230B-8A75-434A-851D-F85408F8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26F37-3B82-4289-9FE7-5969A6AB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097BA-CBD3-406F-8401-70DA241F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Process assessment and improvement: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74EFE-C906-4276-B1EC-898544C9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CC0C0-45DF-48F6-B004-4EA777E2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10550-33D4-4997-BCCE-866E8252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6C454-7C66-4DF0-BF01-8BB3E19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E0B92-7973-4821-90B9-B3713F2F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B14AB-89EE-4B24-9F14-E3830EEB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Process assessment and improvement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47A07-D89F-442E-AA4B-FF1C6D20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B2FD1-02B1-4C01-8CCF-91096D26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44A22-306E-419F-AD3E-9CF9FDF3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E81FB-7D62-493A-8320-BDE9AD0D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DCAFE-45B1-4E0E-894A-1F186C83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15E78-4B1C-477A-8986-CD23B58C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5F36E-5787-494A-BB1C-99D6E6A9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F66A4-CEEF-48FB-BE61-5037714E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CF46DF-82AA-4A96-A0DB-CF99A4DB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9D764-4F75-465E-9C56-EDAB1B41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21329676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A6B99-CC0D-4A09-A40D-DDCDC7CF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9B0EC-0ACF-4690-B50E-5730D438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7BC3C-25D4-4EED-A30C-23B78E5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14026-D4D6-40FC-811D-CC12784C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A695B-E988-4039-A694-E450A2E9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Waterfall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BC243-C00C-453A-B6EA-44869EFE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C3F40-7010-4B38-AD72-60959D44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Linear phases make progress visible, but late feedback is expensive.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25244-383B-47B2-B364-08DCCE8A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D688E-2B6B-4344-A40B-6893DE15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Best suited when requirements are stable and compliance documentation matters.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FEC68-D428-4387-8501-240E2187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16DDD-3578-4BF6-9F09-13BC7E85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Exam answers should mention phase gates and change-control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D71E8-7364-472C-81B4-6FFE9EEA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0E20E-C4C5-44DE-ADFF-E9DDFCA1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2FB3B-92A0-4ED1-B019-E58C7358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30F8D-3408-41B2-A4FC-27EF8808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E8C51-4AF2-49E9-992B-89A3B7CC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43466-253F-48D2-A6EF-1CE54A7B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93A1E-A23F-4213-8DC9-6441173A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waterfall model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91704363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B23B2-D595-4FF0-86E9-ECA26947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AE87D-3360-4A16-B98C-B1318136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CF36D-7AFB-40E7-9ED7-CDC92B46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B918A-FB93-4CE1-9CCF-5B81F9D1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01AC9-C40E-4568-B212-29C24926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Waterfall model: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87556-A9C3-4873-B288-F5FE4338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Waterfall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AB684-12F5-48B2-8FD8-9479D23E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56792-5C2C-4EBB-AEBE-7BB6B775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981E6-ED5D-4BBD-8AD4-D89BB473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26681-F98C-4F81-B9C7-DC9A3E28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84D7F-04FF-42C6-87CB-0292E461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90454633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CBEDBD-C209-416D-993A-E67D4D95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A7340-E320-46D9-A650-7CCAA27D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05F84-7614-4647-B6A1-4BDA313C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67933-AAE8-4A7B-89D5-732B537E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03203-B921-48FB-8A53-B42D9745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Waterfall model: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74BC2-269D-41FA-8A60-ADB25782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21D0B-2A74-4A99-80B5-0320D4C7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177B9-BEE6-4156-ADDC-6DEBB9FA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B7F51-348D-4E0D-AB16-E6FA0A7D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DB7C7-AC6B-4B41-B735-77BAAFA5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30C11-F8A7-4D82-8577-56C1FD3F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3E4CA-8180-417E-B613-BBED2B8A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B99BF-0356-4C0F-8EF7-A29E9141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543A6-7DC0-47E0-843F-44D30BD6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BFE06-C674-462E-8EAC-7D1B0868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B5AC7-0C39-468D-9CFA-78608FBE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2BCE7A-A4DF-4308-9629-0175C5F1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9E77B-7A8A-44BC-951E-AD69469C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83E0B-0DC7-4EEA-9B5F-BF1DD552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A514FB-CFF8-4BB3-BE7C-75FE392E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15139-3421-4F7C-A2CD-5BAC4A77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0B9D27-EBAC-4E48-B283-23D09746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70535-DD2C-43C8-AE97-C95615F3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11B52B-2358-44D7-915C-2C8FDE0A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66846-A2AC-486D-927F-8D968906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15A3D7-A0EC-4E46-9FBC-32AE4274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658CDC-BFE4-4C3F-A96F-FF3114AE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1CB378-B7A7-4124-AEC0-36EAD6E8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CD28BC-BA55-480D-9FCE-9A71CC51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69430D-900F-460F-8C25-C1B5358D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2E8647-10FA-4B06-BBF0-ED80BEA9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waterfall model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9821209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A64EC2-6629-4004-9789-2D0664BF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90395-AAEE-41E4-8B58-946C3A40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AF631-0772-4847-9172-59F79739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A2D29-A010-4259-98E4-BFCCA921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DED02-F05E-4ECD-B355-8C901B8C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Incremental process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BF308-BD47-42CA-9061-C35E187D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3147F-45B9-49B5-AFAE-AB866F6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product grows through useful slices, so feedback arrives earlier.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A05C1-AD99-4BC2-8407-765ABDFC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8604C-2E40-404B-AAF2-D76B509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Each increment passes through analysis, design, implementation and test.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3B786-8EB4-4DA1-B972-D94D2A57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78DB1-3954-4FC5-8E46-EE5F7C2B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Risk is controlled by prioritising high-value or high-uncertainty features first.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11F44-3E75-4976-8FD6-33CD7AE0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A3968-9848-4DA7-BE6E-0A5BCF72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A2DD1-888A-4583-9777-9F66D05A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63DB5-54A1-4836-9844-F1ADAFC0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C1DC1-5129-4880-96EB-A7CF06F9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C6A83-B60D-40D3-9D03-79D03871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5949C-B778-4666-8827-63CCA4A5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incremental process models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0094837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9D245-CF86-4C64-9B90-E3BE9C63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1D3A2-0724-4320-87B1-66A1EEC0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C891F-DE4F-4455-8738-3FFACD3E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1E789-84BA-43BB-910F-16E63825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0AC58-B461-4A0E-BA16-43C08FEF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Incremental process models: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C8FCA-3FD9-4C6F-86C6-CDFE6088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Incremental process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93DAA-7E9A-4468-8CC5-65AE1A3E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FBDCA-D90B-4C63-9D13-4219744E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BB5C7-6C4F-4788-AA32-9D538D66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0EBE8-6600-4E72-9AC7-FBA1E567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F44D0-2676-469D-9A92-5A6488DA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85366248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EFE8DB-281D-4BED-A285-99418797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9F845-6566-47BF-B99F-AEF2FDB1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E6782-4990-4743-BD12-DD38219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60356-A163-4A32-9E2F-AD541FFB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E7ADA-BB31-418F-BF60-A1D96A55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Incremental process models: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DE65A-6323-4CE7-B8C5-0DD03369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3BAE0-1D1D-4F38-89F8-DEDEFF16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AA598-8C06-425F-8A17-731E45E9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76EA4-6B5F-46E5-8226-BAF4E753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5E4B1-D0EB-4141-BCC2-316C1A33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0E4BA-DA72-4F46-B21F-C89A4517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F741E-271C-4373-B865-8A906920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9AF0D-8B18-4D52-A749-4C773526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BAFC5-7835-4E5A-9838-9E21DA1A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D4543-3B54-40EA-BF90-AF565F54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63790-84EA-4E82-BE08-DDEC6E2C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146B0-01BF-44A2-B89F-415981B8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170F2-4989-467E-81B6-C6B1B243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4B2EA-F9B7-494A-86BD-17B1A551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E46A9-AE4E-447F-B120-4CB5B83B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ADEF5-1772-4456-A010-E2F192E4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3177F-78F3-4400-8B4F-6BC406EC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1A5AF-D3CF-4345-9457-87129F9C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01572A-10BD-4643-8B12-66FB2671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B56AA9-5080-444F-8403-83E62DE0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E1571-9D48-4D55-B0DE-314DCFFE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6B9BEC-8480-41A5-BA77-EFBE00C6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99394D-1607-48F0-98BA-6141CB65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A4BB8-8996-4C80-870B-04ACEC70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0B8CC2-1D50-4E7F-B59F-ED0D564F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34F65C-2F36-40AC-9DB2-9EC3690B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incremental process models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48215407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AB364B-724E-476A-8F41-C86DD9BE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5B0C7-2499-4F7F-8656-71B281A8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1395F-A38A-48FA-93CF-53B1CB95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928DC-0C31-46D5-8BBE-8E1D0D2A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1137A-EB10-487E-A9CD-E4828095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Evolutionary process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E2E76-40AE-4E06-B2D7-FD5A2D07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EDA79-90E3-4903-AB09-E55CF303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Evolutionary process models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8B423-E946-4904-8795-5FD1BC7B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ABCA1-F012-4C8F-B14E-4C8817B0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28D3F-1CE2-4DE4-8E89-0C22C0D7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02035-B512-4BEC-BCC3-A2E2AA89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772D6-F536-4956-9282-01A51BDE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6500E-E89B-4597-BF62-2C6C5031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17426-DD7B-4C99-95C7-E0313C9B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2CA71-CB76-4661-9CFA-1164605C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13DA5-D910-4848-8050-AB20B02B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CBB78-2138-43CB-B2A9-39F90CDE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5F780-4D97-4576-A965-CFB08303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evolutionary process models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4583799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92A21-5BD5-4F18-BD27-EEA10624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599DA-95B1-4A62-9C6F-3F166682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275C0-6F95-4B10-95A2-984A25FF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0FBD0-54AE-4298-B882-1BE3A406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82845-40BF-472D-BE6B-4EF65315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Evolutionary process models: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D7FA2-25F7-4B83-8D4F-A647934E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Evolutionary process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739FB-EF59-411A-9A43-666DEBA2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B1CE5-FF6D-4254-AEF2-7CA7E9D9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FAE39-F2E5-460E-8A35-D271308F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85A20-7BBA-4D77-9A19-D38E4732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911B4-079B-41F4-810B-740E40F6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81403649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8C8B18-2A00-4462-98C0-32658DC9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3361B-1CB8-40DD-876E-07897F4E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079BA-BBEC-4742-B384-5B8F8FC5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FD77D-0FF0-4359-ACE0-09C019EC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F7FAC-BD70-4994-AD23-8FD64608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Evolutionary process models: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62B2B-F856-47CE-A4F4-C3A86E3B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E58F9-08C9-4394-B42B-4AF83D27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7C607-C59F-49C9-9056-B609D6EE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BE65A-DC8B-40EB-A2A5-D7CC715F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49E24-337C-4C98-B3C7-4AC4DC05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7B033-A165-43DE-9966-4DBB3313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AC168-2E0B-4550-963B-CB1860D0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75129-671D-4C94-BAF6-D6DCA06A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2122E-21DC-4747-ACDE-C4FDB984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60958-0AF5-4E09-AB79-E8F4770F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2A26A-225D-4AAC-8BD9-97E2F641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2CA14-6686-4BAE-B20F-95408E23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818BF-D70E-479E-B77D-266EC07B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CA305F-D737-44A3-A362-0E5E90EE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2F928-CF51-42DD-995E-BAD32F9B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F5374-B86C-4A40-85C7-58F0C2DA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C64B2-616C-48B2-B257-30ABB87F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F6D6EF-9AE8-48CF-9BD3-B8E2220E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9D619-2425-49EC-A448-20AB126F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5ACC6F-D22C-4C08-AD78-64A0F598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52362-68A9-419E-8EC2-7E446739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3D1820-02A2-4BB6-9A5E-7551A8FD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457551-27CA-4696-9B69-9571D607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3F7729-6184-4887-9C68-C31A7E70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5D9987-40E9-4127-A7E5-786B54CA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11D5B6-6637-49F6-98D3-620292B3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evolutionary process models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496460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83F6E-F544-499C-8AF3-B6EBCA47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7CDFC-BAA2-4BA7-8FB0-D342D697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EB27A-E0D6-45F1-B779-91E88742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EB5D2-E7B6-4E1A-AB65-90FAF90E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D58B6-2835-41ED-9C68-F493C84B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Evolutionary process models: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9452F-95CB-4D1E-B32F-D9C7A6FC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57138-7DA3-44E4-A904-1B7827CE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81C32-7DEE-46CD-9BD5-EEDA5EC0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667E0-BE4B-4114-8972-F3F5A3A3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74F6A-80AE-4F57-B0E5-61FA67AB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F7BAE-F871-4992-9F9E-30EE4BDC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Evolutionary process models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6E088-6A21-4D20-B62D-BCB283BE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7BC3B-A163-43BD-B1A0-BE63E7C0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AD068-4E24-4430-BA3B-A243E999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763CD-C3B3-43FD-A79F-254179EE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C0B89-2723-4563-877D-9A305CFE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2A80F-A194-46AC-9A80-A50136A8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C9B87-DFC0-4CD9-B11D-910C7519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FF196-BE1E-420C-81F5-8BC1DFE5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36FAD-2B2E-4347-BBF7-AD00B6D6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6D860-C616-48E3-9108-593BE794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35923198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64892-1B3B-471E-B47E-2D4A1D4D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15AA4-796D-469C-A3EA-927DABFE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6AFFC-38A0-4DA1-A7BA-B2881A19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D4910-60B3-4CFE-8604-C489409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C3003-7960-4C6E-8E14-96E5D6B0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Concurrent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6AAE1-F59B-4EC5-BA90-51648F26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7A9C8-6EA5-4A26-9EDC-8DF4CB02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Concurrent models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C69C8-60AC-4272-B5D1-85E9AF54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5EEA9-80F6-4024-B971-DA31EF36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FBBD0-157A-405A-BB2E-A5AD7D47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E50AB-B233-4BB9-A2EB-C6179038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3EA22-2308-4CDA-A2FD-79C5A5A9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5E734-385B-464D-9ECC-B42E4235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63560-9524-45C2-954C-20D2D82F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D3968-27C1-47E5-A44E-53BAA14C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EC2BF-4BD0-4761-946C-DB7A14A0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9BC2FB-0AB7-4482-9255-28D71B98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F0B91C-0198-4E23-AFB5-C0390A8B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concurrent models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3497328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2F4A7-BE5D-4861-80E9-0E8FB4E3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86397-95D8-4728-897C-66F87F9F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800A7-E5F4-4F65-93E6-05C0B11C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7398F-9A26-4339-BF2D-88929B9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76E6F-FE56-415C-91AC-BE314F7A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Concurrent models: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057A9-55AE-4EF7-9AD7-1CFA10D7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Concurrent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9034E-B9FB-4172-8C76-046C6275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70E21-9007-4ADB-8E76-4106C0CC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2D53E-5C9B-483E-BDC7-C5F2C061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43EAD-E6E5-4E7B-B900-B67C1090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5C723-24DB-486C-857E-3321C99B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92920987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D78871-E4A7-46F2-85A2-E66971FE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24F5D-1727-4A40-BB9C-F48FF24E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C8392-481F-4A6D-BEB5-A5888DD8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093F8-6121-400C-A5C6-ADF81921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27FBE-5BEC-4C65-A094-988F459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Concurrent models: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899B8-EC5F-44D4-91D3-63AB8F6A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6E38D-35F5-45C5-AC88-F7FC02DE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E6ED1-3A67-4BAB-8184-2D749D4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6608B-8816-4C13-8D4B-8EA59E97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A6B3C-F930-4C3C-8960-629E0621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D0DE2-FFCF-4195-AD4C-C6E343A7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033D2-6A48-44AF-A11D-C2EEFF91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DE98F-CBEE-4485-BEE0-F6F55042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243FB-0366-45EF-86E4-5396A273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95F2D-9311-430F-8C17-0DD5DF69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95D62-32A2-4DE8-BEA2-D4BFEAF3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0E23A-256C-43BA-8959-5D7B4387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1EAF1-E986-4CB4-82F1-BEAFA313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ADE62F-A825-46ED-87E3-2AE12718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94AF0-5094-413F-BC75-50307E7A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77804-23FA-49E2-A116-5D0F43ED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C3ED72-B058-451D-A8FF-EBFFB32E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00426-2333-465A-AEE3-89366750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9E71D8-5917-46A7-90DB-F97F218F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AE4EB2-557C-4A5C-A049-162DFFFC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D517F6-2E27-48CF-88F2-F2638F9F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FDBFD9-14CA-44EA-BDDF-09ED41DE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565122-36E5-4E8C-8223-ADF7F5FE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1D5ECD-09F3-45CD-8239-9F5E8C2D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0E081F-C9B7-41CE-8685-F74A9EBE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362608-E3D1-45BB-8600-08CBD843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concurrent models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5755337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10FB1-383B-41B6-B0CA-317A7D3E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32764-6FE2-43D6-8DCD-CFDA7A3B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241CF-FA88-49F2-9FAC-40FB33A4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284AB-B482-4A21-A6D2-91A15037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DC7FB-39D8-4807-BFF9-A104B682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Specialized process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B2B9F-46EE-4A49-8097-D9B6C246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FFA33-CDF7-48C6-BDBF-E9AE7267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Specialized process models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D4773-A786-488D-904A-56979A3D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8660A-7793-4AB7-843B-670B96AA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13E0D-D2BF-4B9F-B323-35EA6A58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F114B-0217-4CEE-8425-239DFBEF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B8F06-2EC0-4909-A830-F387C7A4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51284-E754-42CF-B305-6AA6FF7A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42E2E-EE01-442F-A944-9C4164DB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72291-04FC-4DD5-9A44-564F7A85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4171D-A0DF-4220-A541-3CE2953D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623B1-7166-4E05-B39A-20D351BB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C5321-43FB-4C9B-9E95-81F2D71A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specialized process models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3186025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4601C-C0F4-4D0C-ABE0-30864242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06C52-BB01-4C33-A644-B5A5C519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0D1CD-2C3D-4617-B366-308F405E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3232A-EE47-4417-B12E-90C96692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295A8-6AEC-4987-AF6B-D0AF57DA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Specialized process models: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C1D42-35A8-43CE-BAA3-2708162F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Specialized process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8499C-7B2B-4EE4-9572-09CC7C62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93AD8-842B-48CA-9457-5D2E47A7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48012-BC40-43A8-8DAB-A07307EC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0177A-B778-4E07-B1F0-E1A1CAD1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97AA7-C3D7-4E7F-BC92-C3A525C3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15373843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DE461C-9818-4E82-A56D-5CE4E9AD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B7177-9355-4178-86CD-3CB672FC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B839A-6781-4F34-8C43-3EB5CBF5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4B4F4-7636-4909-A0B8-5F586194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97C6A-61D7-4FDF-AEA8-7E752A94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Specialized process models: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0A2CE-D5F0-47EA-B6E8-E50DB297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6884A-4C76-46B4-BE23-52B33770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1B593-BD22-4601-A0F9-5630C55B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1A90F-ED03-4F28-B2FD-45AF01DC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C4471-7F6D-459F-BE76-F7EDA0DF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1CFE7-58D7-426B-A092-4C89E1D3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FC4FE-E7E0-49D4-937F-AFE858C0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EBA92-68BE-426F-95B6-E17C8D3E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BCFF8E-2253-4E81-9D2F-0167A038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5A93B-A76F-4E24-B527-EB0AF8CB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DD72C-6F58-4759-8A31-8952D27A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AD7C0-2E6E-4C9E-986C-1FFBEBA9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195C3-D8EC-499C-958C-1C67EFA8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20D95-651A-4B7B-9C73-6EF60CCB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9AE95-3F9A-4AD8-AAEE-7EB3907B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C25AA-950F-47FF-9048-9451BB8F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7667B-8AA5-4034-B997-58957737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0C151-8423-40F3-BEE2-727C16B9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0143E-0E19-4A79-AF4D-FE4DDEE9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0E544D-3064-4247-BF1F-A9D56C4F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132AA6-4F2A-48A8-82E9-8AF7EC2E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316B70-6705-4D0F-AB34-4B21E142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2FC934-E1FC-4C3E-BCB4-C234577D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537A2D-A7A6-48A6-878E-BFBC3579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5641FE-CCD4-4BF2-B457-99DEBDAE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F6EDC1-3BE2-4113-B4C5-4D4FB55B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specialized process models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40702764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B1A3A-D7A5-4978-AD67-730A4CC0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18F93-5080-435B-A882-34F922D0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7BB06-E34D-4C8D-8FA1-F569C612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8F9DF-6D57-486F-8C7F-5DDE6209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90E68-54CD-4314-9805-FED9E6D5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Unified 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289BF-6E14-43EA-8D79-B85672C5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D5543-CAE9-43E5-A0B7-3E53B072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Unified Process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CA592-8686-4A2E-B4D2-398A56D1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0AA66-E77E-4019-BB98-5344EBF6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B9AA0-C1F8-415D-8B78-1C6BAB1D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C26C8-46A9-4F76-8C0C-234D1A9B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8FADE-5B30-4C14-89AE-8EED0CD9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CC6D1-0BCF-4E31-9B6C-97403126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700D8-119B-40E1-9476-B4920B07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89EE8-07FC-4F6C-9D0B-9D76CC29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FB760-90C4-4322-9981-16F5F739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37C4C-2F1B-45C5-A0D9-45992681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7C171-85F6-4B4B-8AD2-22459E2F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unified process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4865589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934AE-8B46-4B4B-A9EF-84735916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3D5C6-D010-4F4D-8762-17ED4D45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F06F1-823C-4475-92F5-52A5CF6D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B32D9-4700-4A7A-A55F-53EFCDFA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FFF2A-7CD5-4602-9DB4-95C75222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Unified Process: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E4D4C-453D-4EDF-A163-228DA7A3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Unified 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F7B0A-2588-4369-867A-5DBB552D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D38A9-1C15-478B-9902-9771DEFD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48251-A9B8-484D-B68B-3F7CA7E4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DC8EA-EEF6-4F79-9D3C-370C41A6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6C1A4-483F-4D56-872C-3D198C9E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200831193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929658-4651-404A-8B68-DE28112A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31AC7-6623-4B69-812B-2DC308AD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E0638-5CFA-4D56-9B11-7FBFD73D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345EF-14EA-4261-8BE2-F68D5B6A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B7EC2-4DC9-4849-B7FC-B3201F52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Unified Process: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0E050-BE7F-4748-BAF9-2457B1AF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087B2-0B0B-4BAA-A17F-7F0502D4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AF2FE-1C63-44FC-9A78-3E2C4DE0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C42AD-0481-49E2-A1C4-7609AD25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EF04B-2089-49BB-9856-BF68DA7D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2E047-C4F0-4221-A694-10B676A5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364EA-D836-4360-B72B-E263DC97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598BA-C9F4-4DD6-8B3F-0CDF0C5E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0D1F0-72A8-43E9-A938-6AD8A15C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E1786-44DD-4681-9DB5-9228685F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1E82D-17F2-46B6-B747-E64C930C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D0361-20EC-4C69-96C3-A84D98E7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DAB23-4F9F-44B6-ADEA-621826DD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ADE23-BD2D-4965-91DA-F6395EBE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C7804-BD4B-42B1-810A-1796BBF1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69A77-BB91-4119-AE04-9667CD07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7C34E-07F5-4C8A-948F-E3213DBB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B737E2-E575-4935-B483-4B7CA0EA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D3360B-387F-48E5-B288-FAF3E504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FB82E1-EEE0-423D-A08C-94BF6353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13B16-7989-4B55-8472-1AF1B0E3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4DC7F2-5207-42B3-ACEC-2439CECC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54E5ED-D88C-4623-8F27-065069DA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6C162D-F04D-47A4-BF8A-1BCE65FB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1C091B-B1D7-4FB8-968B-A29DC7B7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5D9A16-FA42-484C-80E5-239915E0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unified process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1843035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109F5-657D-456B-A5F5-BA724106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84F53-CF48-41ED-8F28-3B6D05EA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AFDEC-D157-4610-A3BF-A90C1FFA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42B25-C425-4920-A8B5-17B17884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029EE-B7A4-40F8-8764-A5CB84C7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Unified Process: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87483-68AE-40F3-8E9B-EAE6A23E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9C953-F970-4F42-A2F5-587C3848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C56B9-AAEE-4273-8B06-034C4546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BCE82-044C-40E6-800D-66890E95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67606-BBC9-46A8-B5C7-E63A8605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24DE8-75D8-4A78-9A1A-CA4768EA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Unified Process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D5F08-478C-4783-8807-5BA5ED4D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C4653-50B9-4524-BC6A-B2DA3515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E2C36-AF46-4C5C-91DC-EF6A5E5C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61525-CFBD-4567-A5B8-7621765E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22734-F42A-4E30-AC2B-456F9D1A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E8659-E084-4A03-99CA-49473EB2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060A2-FBED-449A-868A-A5F369BF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A4069-B46A-4E44-9DDD-5B3CAE0A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488E2-AE2A-424C-B280-2084A9ED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44554-EFAB-4A69-901A-A54C4D3F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172419517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B0357-C0D4-4938-BA36-D63F9AC2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C1223-FD07-4A12-A375-5D53EE11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9A3A3-C92C-4DA3-8F3B-05109D15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E4404-D9D0-4E21-ABB2-5ACAEC69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B843A-9FFC-4F02-9A6E-C2CF9528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Personal and Team process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CC2F6-06B8-487E-B4ED-9A9DD7AF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F6CEC-3498-4C2D-9F15-0862843E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Personal and Team process models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59985-2837-4616-882F-F6D18300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B7114-E929-4C78-B6B7-7DB50758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26C29-0D09-4D42-80B1-3F00C76F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1CD7A-00DF-4E0E-AD5E-ADC3757A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D3D22-A6B4-41D3-9276-305AA086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61020-6B19-4FC6-824B-DA0B9A9B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68499-7358-4703-AC46-45813676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37E25-06F7-4980-8742-63F87456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AE12D-714E-48B6-9D1E-E1F170C2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27601C-7021-4DE2-A52D-9AEBF7CC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17DD4F-8D5E-4A6E-8928-52724E20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personal and team process models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3480061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2B308-E52E-4F6D-9357-75FAA2E3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37F9A-A1C5-40A4-8F16-C91DE90D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DE265-E2E5-42A0-B53A-267B80D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927E3-2E84-42A2-8AC9-008A6FF0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A1447-9F57-43FB-9AB6-EE99DC05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Personal and Team process models: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FA7E6-E0D1-4155-BC9E-C1062475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Personal and Team process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E76A0-E243-4314-8BF4-89865C86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9F848-EB23-4975-A522-19D16556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383D5-844A-45C9-9679-746EF08E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35CFE-ECAC-472D-AC06-44740F8A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0B983-0112-480F-AC73-1F06EC45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6658270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D1A892-EEBF-48DC-989A-2B169531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6CFD3-F05B-45F1-AA23-53E7E3C3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7E8E6-968F-4A4D-BEAB-133F6953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C889E-FAD7-444E-A37A-95DF64E2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6D1B5-7BD1-4556-946D-B8C79261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Personal and Team process models: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A9643-536C-4600-9B55-8B1CDCF1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E25C3-5B90-4A39-8922-2737A045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8D91D-4C74-413E-AD32-91DBFC98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5AEDF-F5ED-4806-84F9-2A59979A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09B37-E532-43E9-8D46-AB30FBF3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BC80E-1DD5-4601-83B1-AB5323E4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9D29E-0722-4ECA-AF63-F9EB0BF2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37295-2725-4D21-B2FA-9574B481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CD671-483C-472E-8021-4D5C2E6B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1DC08-276F-4163-B1D4-F8790A1C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5E7FF-049E-415F-9AF6-0C4955FF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A600A-23F5-475E-AB0A-A084695B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90162-10C1-41F3-A347-55312977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D1A33-0549-42BE-88BA-5074C7A2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4B11F-8ADD-45CE-B145-2012935F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6CD08-8C34-4951-9301-5F8A19BF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1580C-CEE8-49B5-85C0-3052A2D2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0E6C3-F827-4ABE-B7DD-F15717F8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6BC3D-6FFC-4E0F-97E2-F05B0253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FEC983-B1A1-49FD-BAFC-E1DB6F3E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41FCBD-6C6C-426D-B998-A292EBCE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27FA37-0CF4-48BD-98BD-048442E1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306DEB-A04F-45B3-8C63-1F91560D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BCD36D-D32E-458E-9381-9E74428E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4E879A-73B2-49B4-8972-AE4F796A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7A0875-0BB6-401C-A24E-3A3EAA03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personal and team process models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14637862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17D1D3-DBA5-4640-817F-7D2136BB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C1110-61C3-4A25-91DC-EB12C204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F3E83-AC98-44DD-A98E-48CEF092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4FCFE-A1ED-4348-B687-2D5DCBF5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6CA4D-EE40-42B6-B7CE-9582CC76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Nature of software vs Unique nature of WebApps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42C34-6F24-4230-B44C-801693F7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282F6-83CA-4FE7-BFEF-F9CDAF6F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088B7-F4DF-4018-ADE1-FC5F69FE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Nature of software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AFE6C-AD53-4CE4-BC57-9037E16E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Unique nature of WebApps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C122D-DDCB-450C-92F4-6C5414C3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FB298-F84C-41FA-BC66-E5F52D3B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0A9BF-4E16-47E1-BD99-C5A5A1F6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AFC06-5BCA-403C-8CE8-0503B85A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E1990-A081-4107-9D69-96E17466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03A27-304C-402E-8FD5-5765BF71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91A2F-FA92-450B-B86D-C364E321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27141-3CE1-4855-B292-FED10E71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433E8-B965-4655-AD74-31BC8B5B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A2A91-E2E1-4452-A9DD-1032BAC8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6A873-9A90-4691-811C-DD591478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4E755-BB94-4152-A7DE-845FECFB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DC8E3D-1E86-42FA-9988-3A7E8D1F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C584B8-305F-4B95-9C67-4AAD1C3F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533704-C4CB-4792-AE65-955EC256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673BC-5828-465E-B3EF-EAC3CFB6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01890076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6F89A7-3C5A-4B93-A9B1-CE0F0C6D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4CA5E-26AB-4FF5-82F0-C7ED8C78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4E8CC-2A2F-49AC-A655-BCCBAFB0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7291B-44A1-4DA3-923F-BE24F792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47EF0-2199-47AE-B90B-DF48CCC5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process vs Software engineering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F97A3-97DA-4A86-87BB-58E1197C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2CCDA-5D6C-4211-9B3C-EB6C969E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7DEC6-56CD-4A56-84F5-411D1ABA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Software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6BA4B-BF38-48A6-BD76-F889E41D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Software engineering practice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CFF58-570D-4077-846A-D99079A5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95C48-D1DC-4CD6-B0DF-A21A2175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FFFE4-89B8-4845-8DEC-19225C33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A7D43-D36C-4D01-B15C-6647EA13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800FD-FF3A-4F96-BA72-98A14040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31A2C-3DAA-467F-8820-4D652438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E4E7C-5141-48C9-8251-33FC00E6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3929C-153A-485B-9362-1F5277A1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60BC3-9511-4FBD-83C0-D7A34ADE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92A0D-19CC-4DE6-9519-35A5E48E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21764-2CEA-44A2-A8A7-A05B9B9C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2B5F8-0EC1-4E27-B0B7-241AACAB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F2131-44AC-4C7B-B056-7D00BD60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99024-AF7B-4C06-98A4-B0DEAA71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3944BF-046A-4BE4-9E0D-D4D90929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88C149-A4E1-4650-8B36-2B3A7B27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82423573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3A7493-DD1B-42E4-AC1D-C74285BF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1AFF2-9FC5-4497-9666-885A77CD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BCBDB-F37C-4A1D-8FD1-690484CA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BA592-C464-4DA0-8157-178494BC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88BF6-D036-4168-8AFC-05EBF7F5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Generic process model vs Process assessment and improvement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031EA-000C-4EDE-B823-0E153C17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43C83-6D91-4EAD-B0EA-0C080369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BC32B-16CC-40B8-B9ED-6F73502A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Generic process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6B05B-7F78-4033-808D-3EE2D77D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Process assessment and improvement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D2E08-0BF7-40F9-B1C9-C40B2751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3BB02-BC2F-499A-B49B-508CDC7A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B1401-0754-4853-9F43-11A431F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A23B0-2A32-403D-A632-D6AFF3E5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2B50C-0A44-4745-8389-CE0934AB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71EBA-2CD4-45C9-816C-5DA99244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BC3BC-8CC8-416A-95A3-0352E3F9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41662-36E4-4072-B3CB-6E4AE736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B4654-0485-49D7-8C98-A0E111B3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F7675-63F1-458C-96A7-1E614694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7577A-0E44-4722-995B-67737BBB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A56A6-4B77-4E34-BC53-D4448F4A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AAE82-F2BA-47C6-976F-0D70DFE8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DABBDC-6122-44A9-8997-3E4880D5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304AD3-16A3-4C2E-8393-56C0C0DB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AD2FE-62F1-4567-B518-1FABCB47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12221738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2AA27-A374-48BD-A0E9-883E619E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D564D-8521-4741-81A0-32AF1484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62786-B1C4-44F2-A99D-506E49D5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140C6-FC80-4070-A5DB-57241FA4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497F6-B136-426D-84E4-E933246A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Incremental process models vs Evolutionary process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308D1-160D-4107-BB2B-72AB0C6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0819E-7A7C-4B61-9974-821BAF9F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A2C1F-89E8-4621-8675-D8159BAF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Incremental process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F2A09-7319-4D5C-BC38-C6975608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Evolutionary process models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BE512-0D14-4F37-9D42-ED8F9B9B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E8233-975B-42BE-804F-56E5CA25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0C0AE-17C9-48D6-9E78-D872AC47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9534E-5AD4-4D2F-BBDA-97186156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5DF42-0047-4EF4-A39E-093B11FA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6BB3C-4A7C-48E6-9870-113F97A4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B2591-41F8-4CC5-B084-84CDDA4A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E3ECB-F54B-4AD5-9F0E-44977FC3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33779-ED7D-48F2-8C57-D563811B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109B7-6467-4C38-870E-B2E5A2AF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214E1-7EF1-4F15-88D7-ADB3ECDA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B4A32-7ECD-4C09-8F47-29FE8224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FA0638-4343-42DE-9584-AE9E1652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E480D0-B7AC-4A87-A4C0-D9345A35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91DB5C-4ED4-42A6-B8AB-073036A5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78D6C0-1A19-4392-B2BC-EE2BBB91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11258671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AC2B6E-E68E-497F-926D-6B2A0491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D525B-1AED-4EFD-A028-9AC58A6D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3F526-A7EC-4448-96D6-FA579A40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1A4BD-66F5-400A-9DA4-B61A57F8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7996B-7681-4997-AC6A-D14EA756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Specialized process models vs Unified 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E2045-EC25-49CE-B91D-7B317172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A7052-DD74-4560-9B33-C55A29D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7DF11-9CA5-4D36-A7A4-78A6D7E5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Specialized process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C3BDA-F9CE-4C8E-A4E8-5C471823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Unified 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11FB5-6E68-437B-81E3-0E9BACD6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54A3F-0378-4028-AE2C-A2C9BD59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84842-6552-4542-8899-16FE9798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D1392-8BB2-4FCF-A1B0-3EAE9FB3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6397B-7812-46C2-933C-D8F3A271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89087-BD7F-4496-97A5-6BDD2FE8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1CFC7-F671-43CF-9711-F267040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A4C0C-6EB6-4FB3-8481-B3C02C72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FC058-0CDF-4961-8A0B-CA1B03E6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8849E-D8AF-4912-B520-BA65859B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6FE5BA-7339-45DF-840B-1D89CB29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49245-278D-48B8-A04A-77DE3598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D39DF-0D41-4308-B1BB-854D138F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DC7CB4-9DD7-4DF3-BE9A-CA5055C0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726A34-47CA-4D45-96D4-5C0E2AB3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C86D60-3BB5-45D3-B753-B37C5639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79829653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4C4E46-55A3-4D3E-9A6F-B8F36E09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71081-FDA0-4A55-AACB-1F53E160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869C1-53E2-4BD0-A64F-13552F4E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CC484-BB32-4946-B9CC-B670C159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11B01-6FFB-4C19-8EE8-075C983E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288CF-22D2-4D92-B564-BF0A3F7C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50086-1F60-45EA-8575-0F240E36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E9633-6814-4D3A-9BB6-DA053628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3CB66-8830-4DC5-BED4-BCC80FBF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BCC36-1FBD-4B89-96D9-586B08B4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8A0D5-1012-4366-B8E8-B37A5568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40694-843B-4EF3-A1C2-E3BBAEB7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Nature of software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76209-7367-4F1C-8499-6A24907B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41533-2EC9-4091-A044-913954F9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Unique nature of WebApps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419EFF-F8BF-479F-ADCB-C5848DDA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C06E2-199C-457D-BCE4-905A611F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Software engineering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266C3F-6E24-4966-B5F8-C90B3263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24F860-72B9-41E7-9FA6-7263D095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Software process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EC779-EC8E-4461-A1E6-37A5321D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0EF08-3958-40F9-B73E-7F908D6F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Software engineering practice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E4F27F-0AE3-4297-9302-A55585A7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502D7D-5481-408D-AA2A-C1965D34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Software myths</a:t>
            </a:r>
          </a:p>
        </p:txBody>
      </p:sp>
    </p:spTree>
    <p:extLst>
      <p:ext uri="{BB962C8B-B14F-4D97-AF65-F5344CB8AC3E}">
        <p14:creationId xmlns:p14="http://schemas.microsoft.com/office/powerpoint/2010/main" val="82048875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F82CCE-3971-4D75-AA8E-FEDD04D1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6D373-BD7A-49DA-BA5F-46E59BAC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5517F-D182-4556-A21B-D3BC79AA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E6A0A-888F-412E-99FF-1591529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47B5F-1CF4-4312-8737-1BE1BE94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55074-6A5E-4D4C-8A6E-B9FF28A0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47277-9BD2-43E6-B81A-7C484996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CE26E-F50B-46B4-AC31-776EEB5B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EC1A7-A72E-4E7F-8868-97C52765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E6AC9-C2B2-42B6-989F-CFD10245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6CBAD-C702-4A64-B887-46B9D3E7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Nature of software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29C9F-1A77-4177-ACCA-6055C843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BD77B-65A7-4C4E-968B-AE619C30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9E882-96BA-4271-9B50-9B2C8C1D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CCE01-7087-4177-9B11-474BAC7A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Unique nature of WebApps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CF2CE-DEEB-47FA-A7CC-0F733C02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DE8C0-25EC-4387-B7B2-9564BFC7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EA4DE-06DA-4A15-856B-E069071A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EF385-2007-44F1-8056-D7DEAA9B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Software engineering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AA2C9-6698-43D4-8B52-6A270130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BD06D-A637-4D48-ABFE-5359DA66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5513AA-1CEF-4B3B-99E0-A88BCA07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E9D9D-3E0F-4A10-A66F-B84EF1BD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Software process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E00FA4-C9A9-476C-AB11-0A980D28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74BCA-44FE-4084-AFDC-7CCB2363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14396806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72798-E395-412D-960D-042B0FD4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32E6A-C112-42C5-BB7B-A2A12795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24F1F-5C8C-4964-A1C3-4E8C43C7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9D39B-1B29-4D04-8D32-53FEE4FC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66796-709D-4C90-A362-2BFFD2F6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4829D-BB66-4D49-B3A6-1EC3E034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6BB0B-A889-4904-BBDA-B4EA8E54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18834-4BB1-4A8B-95F6-DC080C48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6E33C-B694-4762-AED4-DBDA5FAD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CEF9D-C135-405F-9FFC-79B50F43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9B728-3E7D-4690-B213-A22B4570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98823-D833-442B-A9A3-4FC1AE58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EE3AF-F27C-4916-A169-51F40A8A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809368713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655A7-3B3E-4EBD-AB5E-589D92B9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29F52-2440-4491-AAA7-52DFD5A4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A37DE-412A-4465-B9AA-4A75F9F9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ED476-45E6-42C9-A850-C85BD183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7E841-7139-4C2E-A97C-C56E5486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23F26-1FA8-4886-B485-8503523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B1A64-C652-416D-AF77-6D1C9FA6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0EC52-BEF0-46E0-9BAF-7B124D3A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5C586-9CCF-45F4-B0C1-7A4CF371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EFF09-3580-43B7-BB36-BC7EBB87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C355A-4106-4F12-A3A6-904CA8F8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0D2BA-BBFB-489D-80C4-12602C0C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859E4-D030-485C-A37E-F2F6F836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40F58-6778-489F-A292-AB3D6493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6F53A-7142-41FA-9CC9-00C91571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69365404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62F7A5-20E9-4D58-9929-68231E9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61BF5-F981-4B9A-9A25-47031813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87A9B-C62F-418D-B9DB-DF7BCE90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C02FC-C6F8-4B63-AB59-3A1FA76A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BD46C-97A6-4DBE-84E1-BA8C257A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DA530-3F07-4723-BD05-ABC76273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817AA-83A8-445F-AB5A-E6E53C7E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2A262-308F-4F29-8AAD-03B46A44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72DD4-7715-40EE-9BFF-6A930074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AFDAF-6808-4F93-850A-DA5F6F4D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F8895-DFEC-41F1-912A-5406750B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CB572-F8E4-4BC6-A2D3-C0874B1F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C25D1-DA88-43E7-9351-AC6B53CA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7F076-6F37-4517-B19B-D74447B7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A3E0A-EF87-4B55-B9DD-1A92BE2F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24ED3-F257-44D7-8148-1F802968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640A4-91A9-442C-89E6-0914BDC1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B8DBA-0123-4D12-A505-AD1C2044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5ECA2-D596-4366-86F2-E2B978D1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58CF42-1A3D-4D82-BAC8-8C31B866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F5634-4D32-42B6-BAB9-127668B4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87AF4-B915-4C7B-BBB4-70B10F67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24027-4B06-4C95-95AD-17142159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323BA-E006-418D-9E01-BDBB48A8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2F6001-1260-407F-8A79-49D693E2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4383812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E1D8F-1025-4407-9E3D-E68DA279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85DFB-40BB-45E7-9A40-BE44119F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0EE7A-388C-4782-B5B8-66658232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2BCEB-3278-422C-A25B-3B487132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9E588-40BF-423E-B638-7DF737AD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9C005-0879-48DB-A215-9E188513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E6966-A662-41AB-B5E3-8F5710E5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Nature of software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BE7D8-99DD-4EE5-ADB3-E302A0A4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1CCA6-BF2D-4875-A553-780F2496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Compare two approaches from Software and Software Engineering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73FA9-23A0-4B98-9BF4-C1608A0F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C1269-7529-47E9-917A-5DE678A8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Solve a small worked example involving Software engineering.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A8F24-C9ED-4C88-A5E7-02D3BD0F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70035-0C0A-4DA0-8117-1DAD0C3A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List common mistakes and how to avoid them in Software and Software Engineering.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C7CB1-8085-4DEC-9733-E3255BF4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FE4B5-AEBD-40A5-9EAB-76591F93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56790158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09451-9822-4030-9D5E-34DCCC40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BD774-5842-47C0-B087-5F8A82FE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Software and 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D6792-9D24-4F0B-8900-462A5E7F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C4B46-C7A5-4F0C-BDA9-2EDAB56A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EB634-7A51-4DE0-9055-B6848E42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31C1F-E497-4DA6-B5E8-9E8F3D9C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</a:defRPr>
            </a:pPr>
            <a:r>
              <a:rPr sz="2025" b="0">
                <a:solidFill>
                  <a:srgbClr val="111827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6E8B7-8AC9-4708-A20A-C89EA0E9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E83D8-C4C5-46BA-877D-0AEA89FD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C0622-4C93-4C12-8190-70808816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96DFD-6CB8-4325-BB86-35CB6614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6F02D-D68E-4E84-9F0A-35309258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9844C-4A7A-4F1E-9A03-7FDAD524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9272901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2026-08-24T06:04:13.4180000Z</dcterms:created>
  <dcterms:modified xsi:type="dcterms:W3CDTF">2026-08-24T06:04:13.4180000Z</dcterms:modified>
</coreProperties>
</file>