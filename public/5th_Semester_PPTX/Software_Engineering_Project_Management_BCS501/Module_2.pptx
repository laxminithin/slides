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b174cbb724524" /><Relationship Type="http://schemas.openxmlformats.org/officeDocument/2006/relationships/extended-properties" Target="/docProps/app.xml" Id="R41773f63c2d3471f" /><Relationship Type="http://schemas.openxmlformats.org/officeDocument/2006/relationships/officeDocument" Target="/ppt/presentation.xml" Id="R41b997e2154942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73e61fc2e4832"/>
  </p:sldMasterIdLst>
  <p:notesMasterIdLst>
    <p:notesMasterId xmlns:r="http://schemas.openxmlformats.org/officeDocument/2006/relationships" r:id="Rde7f9177a8534696"/>
  </p:notesMasterIdLst>
  <p:sldIdLst>
    <p:sldId xmlns:r="http://schemas.openxmlformats.org/officeDocument/2006/relationships" id="256" r:id="R1eb0ea8eb97d446a"/>
    <p:sldId xmlns:r="http://schemas.openxmlformats.org/officeDocument/2006/relationships" id="257" r:id="Rce1987e003644689"/>
    <p:sldId xmlns:r="http://schemas.openxmlformats.org/officeDocument/2006/relationships" id="258" r:id="R23e7f208e1c945c6"/>
    <p:sldId xmlns:r="http://schemas.openxmlformats.org/officeDocument/2006/relationships" id="259" r:id="R32d47cf5b71541ff"/>
    <p:sldId xmlns:r="http://schemas.openxmlformats.org/officeDocument/2006/relationships" id="260" r:id="R80a84495e0804203"/>
    <p:sldId xmlns:r="http://schemas.openxmlformats.org/officeDocument/2006/relationships" id="261" r:id="R654db34aaac3406f"/>
    <p:sldId xmlns:r="http://schemas.openxmlformats.org/officeDocument/2006/relationships" id="262" r:id="Rb47c7ad3add64519"/>
    <p:sldId xmlns:r="http://schemas.openxmlformats.org/officeDocument/2006/relationships" id="263" r:id="Red1e653f0eb94096"/>
    <p:sldId xmlns:r="http://schemas.openxmlformats.org/officeDocument/2006/relationships" id="264" r:id="R37e01ec2f6104a54"/>
    <p:sldId xmlns:r="http://schemas.openxmlformats.org/officeDocument/2006/relationships" id="265" r:id="Re916c47399c149ca"/>
    <p:sldId xmlns:r="http://schemas.openxmlformats.org/officeDocument/2006/relationships" id="266" r:id="R8c88be2abd4b488f"/>
    <p:sldId xmlns:r="http://schemas.openxmlformats.org/officeDocument/2006/relationships" id="267" r:id="Rfa3c21435e7946df"/>
    <p:sldId xmlns:r="http://schemas.openxmlformats.org/officeDocument/2006/relationships" id="268" r:id="Re5ec4e1341094a2b"/>
    <p:sldId xmlns:r="http://schemas.openxmlformats.org/officeDocument/2006/relationships" id="269" r:id="R820ab73c9a354544"/>
    <p:sldId xmlns:r="http://schemas.openxmlformats.org/officeDocument/2006/relationships" id="270" r:id="Rc4d45d987d6e4d5e"/>
    <p:sldId xmlns:r="http://schemas.openxmlformats.org/officeDocument/2006/relationships" id="271" r:id="R23fc22a309d4468a"/>
    <p:sldId xmlns:r="http://schemas.openxmlformats.org/officeDocument/2006/relationships" id="272" r:id="R7516e21809064492"/>
    <p:sldId xmlns:r="http://schemas.openxmlformats.org/officeDocument/2006/relationships" id="273" r:id="Rdcef9d8138e440ff"/>
    <p:sldId xmlns:r="http://schemas.openxmlformats.org/officeDocument/2006/relationships" id="274" r:id="R9a829ecbcf5d4291"/>
    <p:sldId xmlns:r="http://schemas.openxmlformats.org/officeDocument/2006/relationships" id="275" r:id="R76fa551738dd458b"/>
    <p:sldId xmlns:r="http://schemas.openxmlformats.org/officeDocument/2006/relationships" id="276" r:id="R863f1fb346e24bfc"/>
    <p:sldId xmlns:r="http://schemas.openxmlformats.org/officeDocument/2006/relationships" id="277" r:id="R500ad631820d41f5"/>
    <p:sldId xmlns:r="http://schemas.openxmlformats.org/officeDocument/2006/relationships" id="278" r:id="R5627af8920b0440c"/>
    <p:sldId xmlns:r="http://schemas.openxmlformats.org/officeDocument/2006/relationships" id="279" r:id="Rdbd355b75dd34d77"/>
    <p:sldId xmlns:r="http://schemas.openxmlformats.org/officeDocument/2006/relationships" id="280" r:id="Rff2542dff8fc4ff2"/>
    <p:sldId xmlns:r="http://schemas.openxmlformats.org/officeDocument/2006/relationships" id="281" r:id="R91d1805d5d314dce"/>
    <p:sldId xmlns:r="http://schemas.openxmlformats.org/officeDocument/2006/relationships" id="282" r:id="Ra438784c5e524d55"/>
    <p:sldId xmlns:r="http://schemas.openxmlformats.org/officeDocument/2006/relationships" id="283" r:id="R4aa9db3a4d6148e4"/>
    <p:sldId xmlns:r="http://schemas.openxmlformats.org/officeDocument/2006/relationships" id="284" r:id="R2673a8e9c4974d3f"/>
    <p:sldId xmlns:r="http://schemas.openxmlformats.org/officeDocument/2006/relationships" id="285" r:id="R51d7f087ff594888"/>
    <p:sldId xmlns:r="http://schemas.openxmlformats.org/officeDocument/2006/relationships" id="286" r:id="Rf8edfabbcc80493c"/>
    <p:sldId xmlns:r="http://schemas.openxmlformats.org/officeDocument/2006/relationships" id="287" r:id="R488ba23a25d04521"/>
    <p:sldId xmlns:r="http://schemas.openxmlformats.org/officeDocument/2006/relationships" id="288" r:id="R8c7b9dd230f54bae"/>
    <p:sldId xmlns:r="http://schemas.openxmlformats.org/officeDocument/2006/relationships" id="289" r:id="R163c5a60c087479e"/>
    <p:sldId xmlns:r="http://schemas.openxmlformats.org/officeDocument/2006/relationships" id="290" r:id="R9805dae400aa4df9"/>
    <p:sldId xmlns:r="http://schemas.openxmlformats.org/officeDocument/2006/relationships" id="291" r:id="Ra187703722b24467"/>
    <p:sldId xmlns:r="http://schemas.openxmlformats.org/officeDocument/2006/relationships" id="292" r:id="Ra9616a0d447748fe"/>
    <p:sldId xmlns:r="http://schemas.openxmlformats.org/officeDocument/2006/relationships" id="293" r:id="R85ade21d91124308"/>
    <p:sldId xmlns:r="http://schemas.openxmlformats.org/officeDocument/2006/relationships" id="294" r:id="Re1da5ebb9ff9493b"/>
    <p:sldId xmlns:r="http://schemas.openxmlformats.org/officeDocument/2006/relationships" id="295" r:id="R3dcbfcebcb1b4247"/>
    <p:sldId xmlns:r="http://schemas.openxmlformats.org/officeDocument/2006/relationships" id="296" r:id="R01aaab69fad44678"/>
    <p:sldId xmlns:r="http://schemas.openxmlformats.org/officeDocument/2006/relationships" id="297" r:id="R4d1e8a09ae9f4485"/>
    <p:sldId xmlns:r="http://schemas.openxmlformats.org/officeDocument/2006/relationships" id="298" r:id="Ra1e076d59d6d4dbd"/>
    <p:sldId xmlns:r="http://schemas.openxmlformats.org/officeDocument/2006/relationships" id="299" r:id="R0e627c2dc3b0446a"/>
    <p:sldId xmlns:r="http://schemas.openxmlformats.org/officeDocument/2006/relationships" id="300" r:id="Rf2553fd49d6149dd"/>
    <p:sldId xmlns:r="http://schemas.openxmlformats.org/officeDocument/2006/relationships" id="301" r:id="R7a6ad23d4fb94a44"/>
    <p:sldId xmlns:r="http://schemas.openxmlformats.org/officeDocument/2006/relationships" id="302" r:id="Rec3ecb6ecb8d4f1b"/>
    <p:sldId xmlns:r="http://schemas.openxmlformats.org/officeDocument/2006/relationships" id="303" r:id="Rc61c332821e84436"/>
    <p:sldId xmlns:r="http://schemas.openxmlformats.org/officeDocument/2006/relationships" id="304" r:id="R07e157d93f964fa7"/>
    <p:sldId xmlns:r="http://schemas.openxmlformats.org/officeDocument/2006/relationships" id="305" r:id="R5b13e9b603fd4d98"/>
    <p:sldId xmlns:r="http://schemas.openxmlformats.org/officeDocument/2006/relationships" id="306" r:id="Rf2e143708b7544cc"/>
    <p:sldId xmlns:r="http://schemas.openxmlformats.org/officeDocument/2006/relationships" id="307" r:id="R45f3bf54a38f4a64"/>
    <p:sldId xmlns:r="http://schemas.openxmlformats.org/officeDocument/2006/relationships" id="308" r:id="R0768213b308a4802"/>
    <p:sldId xmlns:r="http://schemas.openxmlformats.org/officeDocument/2006/relationships" id="309" r:id="R071fc921f1e04a88"/>
    <p:sldId xmlns:r="http://schemas.openxmlformats.org/officeDocument/2006/relationships" id="310" r:id="Radda1948941443f0"/>
    <p:sldId xmlns:r="http://schemas.openxmlformats.org/officeDocument/2006/relationships" id="311" r:id="R1d288d8415fe473c"/>
    <p:sldId xmlns:r="http://schemas.openxmlformats.org/officeDocument/2006/relationships" id="312" r:id="R9ca715201b3b4460"/>
    <p:sldId xmlns:r="http://schemas.openxmlformats.org/officeDocument/2006/relationships" id="313" r:id="Raae2d091f27a4cb5"/>
    <p:sldId xmlns:r="http://schemas.openxmlformats.org/officeDocument/2006/relationships" id="314" r:id="R3e3b0b2a742d423c"/>
    <p:sldId xmlns:r="http://schemas.openxmlformats.org/officeDocument/2006/relationships" id="315" r:id="R696cf4ac45da4cd4"/>
    <p:sldId xmlns:r="http://schemas.openxmlformats.org/officeDocument/2006/relationships" id="316" r:id="Re0a08b09f2a94c36"/>
    <p:sldId xmlns:r="http://schemas.openxmlformats.org/officeDocument/2006/relationships" id="317" r:id="R670909be13e1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d09d055b414969" /><Relationship Type="http://schemas.openxmlformats.org/officeDocument/2006/relationships/slideMaster" Target="/ppt/slideMasters/slideMaster1.xml" Id="R0fd73e61fc2e4832" /><Relationship Type="http://schemas.openxmlformats.org/officeDocument/2006/relationships/notesMaster" Target="/ppt/notesMasters/notesMaster1.xml" Id="Rde7f9177a8534696" /><Relationship Type="http://schemas.openxmlformats.org/officeDocument/2006/relationships/presProps" Target="/ppt/presProps.xml" Id="R84e2174230e84f67" /><Relationship Type="http://schemas.openxmlformats.org/officeDocument/2006/relationships/tableStyles" Target="/ppt/tableStyles.xml" Id="R0753d7b46bff4a53" /><Relationship Type="http://schemas.openxmlformats.org/officeDocument/2006/relationships/slide" Target="/ppt/slides/slide1.xml" Id="R1eb0ea8eb97d446a" /><Relationship Type="http://schemas.openxmlformats.org/officeDocument/2006/relationships/slide" Target="/ppt/slides/slide2.xml" Id="Rce1987e003644689" /><Relationship Type="http://schemas.openxmlformats.org/officeDocument/2006/relationships/slide" Target="/ppt/slides/slide3.xml" Id="R23e7f208e1c945c6" /><Relationship Type="http://schemas.openxmlformats.org/officeDocument/2006/relationships/slide" Target="/ppt/slides/slide4.xml" Id="R32d47cf5b71541ff" /><Relationship Type="http://schemas.openxmlformats.org/officeDocument/2006/relationships/slide" Target="/ppt/slides/slide5.xml" Id="R80a84495e0804203" /><Relationship Type="http://schemas.openxmlformats.org/officeDocument/2006/relationships/slide" Target="/ppt/slides/slide6.xml" Id="R654db34aaac3406f" /><Relationship Type="http://schemas.openxmlformats.org/officeDocument/2006/relationships/slide" Target="/ppt/slides/slide7.xml" Id="Rb47c7ad3add64519" /><Relationship Type="http://schemas.openxmlformats.org/officeDocument/2006/relationships/slide" Target="/ppt/slides/slide8.xml" Id="Red1e653f0eb94096" /><Relationship Type="http://schemas.openxmlformats.org/officeDocument/2006/relationships/slide" Target="/ppt/slides/slide9.xml" Id="R37e01ec2f6104a54" /><Relationship Type="http://schemas.openxmlformats.org/officeDocument/2006/relationships/slide" Target="/ppt/slides/slide10.xml" Id="Re916c47399c149ca" /><Relationship Type="http://schemas.openxmlformats.org/officeDocument/2006/relationships/slide" Target="/ppt/slides/slide11.xml" Id="R8c88be2abd4b488f" /><Relationship Type="http://schemas.openxmlformats.org/officeDocument/2006/relationships/slide" Target="/ppt/slides/slide12.xml" Id="Rfa3c21435e7946df" /><Relationship Type="http://schemas.openxmlformats.org/officeDocument/2006/relationships/slide" Target="/ppt/slides/slide13.xml" Id="Re5ec4e1341094a2b" /><Relationship Type="http://schemas.openxmlformats.org/officeDocument/2006/relationships/slide" Target="/ppt/slides/slide14.xml" Id="R820ab73c9a354544" /><Relationship Type="http://schemas.openxmlformats.org/officeDocument/2006/relationships/slide" Target="/ppt/slides/slide15.xml" Id="Rc4d45d987d6e4d5e" /><Relationship Type="http://schemas.openxmlformats.org/officeDocument/2006/relationships/slide" Target="/ppt/slides/slide16.xml" Id="R23fc22a309d4468a" /><Relationship Type="http://schemas.openxmlformats.org/officeDocument/2006/relationships/slide" Target="/ppt/slides/slide17.xml" Id="R7516e21809064492" /><Relationship Type="http://schemas.openxmlformats.org/officeDocument/2006/relationships/slide" Target="/ppt/slides/slide18.xml" Id="Rdcef9d8138e440ff" /><Relationship Type="http://schemas.openxmlformats.org/officeDocument/2006/relationships/slide" Target="/ppt/slides/slide19.xml" Id="R9a829ecbcf5d4291" /><Relationship Type="http://schemas.openxmlformats.org/officeDocument/2006/relationships/slide" Target="/ppt/slides/slide20.xml" Id="R76fa551738dd458b" /><Relationship Type="http://schemas.openxmlformats.org/officeDocument/2006/relationships/slide" Target="/ppt/slides/slide21.xml" Id="R863f1fb346e24bfc" /><Relationship Type="http://schemas.openxmlformats.org/officeDocument/2006/relationships/slide" Target="/ppt/slides/slide22.xml" Id="R500ad631820d41f5" /><Relationship Type="http://schemas.openxmlformats.org/officeDocument/2006/relationships/slide" Target="/ppt/slides/slide23.xml" Id="R5627af8920b0440c" /><Relationship Type="http://schemas.openxmlformats.org/officeDocument/2006/relationships/slide" Target="/ppt/slides/slide24.xml" Id="Rdbd355b75dd34d77" /><Relationship Type="http://schemas.openxmlformats.org/officeDocument/2006/relationships/slide" Target="/ppt/slides/slide25.xml" Id="Rff2542dff8fc4ff2" /><Relationship Type="http://schemas.openxmlformats.org/officeDocument/2006/relationships/slide" Target="/ppt/slides/slide26.xml" Id="R91d1805d5d314dce" /><Relationship Type="http://schemas.openxmlformats.org/officeDocument/2006/relationships/slide" Target="/ppt/slides/slide27.xml" Id="Ra438784c5e524d55" /><Relationship Type="http://schemas.openxmlformats.org/officeDocument/2006/relationships/slide" Target="/ppt/slides/slide28.xml" Id="R4aa9db3a4d6148e4" /><Relationship Type="http://schemas.openxmlformats.org/officeDocument/2006/relationships/slide" Target="/ppt/slides/slide29.xml" Id="R2673a8e9c4974d3f" /><Relationship Type="http://schemas.openxmlformats.org/officeDocument/2006/relationships/slide" Target="/ppt/slides/slide30.xml" Id="R51d7f087ff594888" /><Relationship Type="http://schemas.openxmlformats.org/officeDocument/2006/relationships/slide" Target="/ppt/slides/slide31.xml" Id="Rf8edfabbcc80493c" /><Relationship Type="http://schemas.openxmlformats.org/officeDocument/2006/relationships/slide" Target="/ppt/slides/slide32.xml" Id="R488ba23a25d04521" /><Relationship Type="http://schemas.openxmlformats.org/officeDocument/2006/relationships/slide" Target="/ppt/slides/slide33.xml" Id="R8c7b9dd230f54bae" /><Relationship Type="http://schemas.openxmlformats.org/officeDocument/2006/relationships/slide" Target="/ppt/slides/slide34.xml" Id="R163c5a60c087479e" /><Relationship Type="http://schemas.openxmlformats.org/officeDocument/2006/relationships/slide" Target="/ppt/slides/slide35.xml" Id="R9805dae400aa4df9" /><Relationship Type="http://schemas.openxmlformats.org/officeDocument/2006/relationships/slide" Target="/ppt/slides/slide36.xml" Id="Ra187703722b24467" /><Relationship Type="http://schemas.openxmlformats.org/officeDocument/2006/relationships/slide" Target="/ppt/slides/slide37.xml" Id="Ra9616a0d447748fe" /><Relationship Type="http://schemas.openxmlformats.org/officeDocument/2006/relationships/slide" Target="/ppt/slides/slide38.xml" Id="R85ade21d91124308" /><Relationship Type="http://schemas.openxmlformats.org/officeDocument/2006/relationships/slide" Target="/ppt/slides/slide39.xml" Id="Re1da5ebb9ff9493b" /><Relationship Type="http://schemas.openxmlformats.org/officeDocument/2006/relationships/slide" Target="/ppt/slides/slide40.xml" Id="R3dcbfcebcb1b4247" /><Relationship Type="http://schemas.openxmlformats.org/officeDocument/2006/relationships/slide" Target="/ppt/slides/slide41.xml" Id="R01aaab69fad44678" /><Relationship Type="http://schemas.openxmlformats.org/officeDocument/2006/relationships/slide" Target="/ppt/slides/slide42.xml" Id="R4d1e8a09ae9f4485" /><Relationship Type="http://schemas.openxmlformats.org/officeDocument/2006/relationships/slide" Target="/ppt/slides/slide43.xml" Id="Ra1e076d59d6d4dbd" /><Relationship Type="http://schemas.openxmlformats.org/officeDocument/2006/relationships/slide" Target="/ppt/slides/slide44.xml" Id="R0e627c2dc3b0446a" /><Relationship Type="http://schemas.openxmlformats.org/officeDocument/2006/relationships/slide" Target="/ppt/slides/slide45.xml" Id="Rf2553fd49d6149dd" /><Relationship Type="http://schemas.openxmlformats.org/officeDocument/2006/relationships/slide" Target="/ppt/slides/slide46.xml" Id="R7a6ad23d4fb94a44" /><Relationship Type="http://schemas.openxmlformats.org/officeDocument/2006/relationships/slide" Target="/ppt/slides/slide47.xml" Id="Rec3ecb6ecb8d4f1b" /><Relationship Type="http://schemas.openxmlformats.org/officeDocument/2006/relationships/slide" Target="/ppt/slides/slide48.xml" Id="Rc61c332821e84436" /><Relationship Type="http://schemas.openxmlformats.org/officeDocument/2006/relationships/slide" Target="/ppt/slides/slide49.xml" Id="R07e157d93f964fa7" /><Relationship Type="http://schemas.openxmlformats.org/officeDocument/2006/relationships/slide" Target="/ppt/slides/slide50.xml" Id="R5b13e9b603fd4d98" /><Relationship Type="http://schemas.openxmlformats.org/officeDocument/2006/relationships/slide" Target="/ppt/slides/slide51.xml" Id="Rf2e143708b7544cc" /><Relationship Type="http://schemas.openxmlformats.org/officeDocument/2006/relationships/slide" Target="/ppt/slides/slide52.xml" Id="R45f3bf54a38f4a64" /><Relationship Type="http://schemas.openxmlformats.org/officeDocument/2006/relationships/slide" Target="/ppt/slides/slide53.xml" Id="R0768213b308a4802" /><Relationship Type="http://schemas.openxmlformats.org/officeDocument/2006/relationships/slide" Target="/ppt/slides/slide54.xml" Id="R071fc921f1e04a88" /><Relationship Type="http://schemas.openxmlformats.org/officeDocument/2006/relationships/slide" Target="/ppt/slides/slide55.xml" Id="Radda1948941443f0" /><Relationship Type="http://schemas.openxmlformats.org/officeDocument/2006/relationships/slide" Target="/ppt/slides/slide56.xml" Id="R1d288d8415fe473c" /><Relationship Type="http://schemas.openxmlformats.org/officeDocument/2006/relationships/slide" Target="/ppt/slides/slide57.xml" Id="R9ca715201b3b4460" /><Relationship Type="http://schemas.openxmlformats.org/officeDocument/2006/relationships/slide" Target="/ppt/slides/slide58.xml" Id="Raae2d091f27a4cb5" /><Relationship Type="http://schemas.openxmlformats.org/officeDocument/2006/relationships/slide" Target="/ppt/slides/slide59.xml" Id="R3e3b0b2a742d423c" /><Relationship Type="http://schemas.openxmlformats.org/officeDocument/2006/relationships/slide" Target="/ppt/slides/slide60.xml" Id="R696cf4ac45da4cd4" /><Relationship Type="http://schemas.openxmlformats.org/officeDocument/2006/relationships/slide" Target="/ppt/slides/slide61.xml" Id="Re0a08b09f2a94c36" /><Relationship Type="http://schemas.openxmlformats.org/officeDocument/2006/relationships/slide" Target="/ppt/slides/slide62.xml" Id="R670909be13e1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6cac2c1984a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e33fcd3f5445f" /><Relationship Type="http://schemas.openxmlformats.org/officeDocument/2006/relationships/notesMaster" Target="/ppt/notesMasters/notesMaster1.xml" Id="R20f1f794da634b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18c3edc40847c7" /><Relationship Type="http://schemas.openxmlformats.org/officeDocument/2006/relationships/notesMaster" Target="/ppt/notesMasters/notesMaster1.xml" Id="R435d3bf3914e44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385b59eacc4d8d" /><Relationship Type="http://schemas.openxmlformats.org/officeDocument/2006/relationships/notesMaster" Target="/ppt/notesMasters/notesMaster1.xml" Id="R50b7af4641dc40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1beda85f8d4314" /><Relationship Type="http://schemas.openxmlformats.org/officeDocument/2006/relationships/notesMaster" Target="/ppt/notesMasters/notesMaster1.xml" Id="R62128977c98d41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21215848ad4ecd" /><Relationship Type="http://schemas.openxmlformats.org/officeDocument/2006/relationships/notesMaster" Target="/ppt/notesMasters/notesMaster1.xml" Id="R53037928f718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68736d59044d5f" /><Relationship Type="http://schemas.openxmlformats.org/officeDocument/2006/relationships/notesMaster" Target="/ppt/notesMasters/notesMaster1.xml" Id="R01fdd3f374ba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2832c196924435" /><Relationship Type="http://schemas.openxmlformats.org/officeDocument/2006/relationships/notesMaster" Target="/ppt/notesMasters/notesMaster1.xml" Id="Rd2d5b8a2de9d4a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92421f2bc744ec" /><Relationship Type="http://schemas.openxmlformats.org/officeDocument/2006/relationships/notesMaster" Target="/ppt/notesMasters/notesMaster1.xml" Id="Reaffdf17d37c4e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860358e4a045ad" /><Relationship Type="http://schemas.openxmlformats.org/officeDocument/2006/relationships/notesMaster" Target="/ppt/notesMasters/notesMaster1.xml" Id="Rf2afd6fd17da4e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845520f4c540a8" /><Relationship Type="http://schemas.openxmlformats.org/officeDocument/2006/relationships/notesMaster" Target="/ppt/notesMasters/notesMaster1.xml" Id="Re3bded3a2b794c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a3630a777f4094" /><Relationship Type="http://schemas.openxmlformats.org/officeDocument/2006/relationships/notesMaster" Target="/ppt/notesMasters/notesMaster1.xml" Id="R9d230a9508e84e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ad190c87ff4551" /><Relationship Type="http://schemas.openxmlformats.org/officeDocument/2006/relationships/notesMaster" Target="/ppt/notesMasters/notesMaster1.xml" Id="R1b09bb87e18b4c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6b899e39564117" /><Relationship Type="http://schemas.openxmlformats.org/officeDocument/2006/relationships/notesMaster" Target="/ppt/notesMasters/notesMaster1.xml" Id="R4a98f2eb63d847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88aa8ad2034822" /><Relationship Type="http://schemas.openxmlformats.org/officeDocument/2006/relationships/notesMaster" Target="/ppt/notesMasters/notesMaster1.xml" Id="Rdc9b61282a7645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e74d0857a04538" /><Relationship Type="http://schemas.openxmlformats.org/officeDocument/2006/relationships/notesMaster" Target="/ppt/notesMasters/notesMaster1.xml" Id="R65f0bff68e4b4f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fe4f83126e4411" /><Relationship Type="http://schemas.openxmlformats.org/officeDocument/2006/relationships/notesMaster" Target="/ppt/notesMasters/notesMaster1.xml" Id="R71fc25339a954f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b118aa4f5b40d3" /><Relationship Type="http://schemas.openxmlformats.org/officeDocument/2006/relationships/notesMaster" Target="/ppt/notesMasters/notesMaster1.xml" Id="Rba6bc95f34e24e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5314700a9d4a78" /><Relationship Type="http://schemas.openxmlformats.org/officeDocument/2006/relationships/notesMaster" Target="/ppt/notesMasters/notesMaster1.xml" Id="Rd44bd1dcee964c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d0f616fd4f41b4" /><Relationship Type="http://schemas.openxmlformats.org/officeDocument/2006/relationships/notesMaster" Target="/ppt/notesMasters/notesMaster1.xml" Id="R8e77d7158ba047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027132441f48af" /><Relationship Type="http://schemas.openxmlformats.org/officeDocument/2006/relationships/notesMaster" Target="/ppt/notesMasters/notesMaster1.xml" Id="Ra61f3e36f18147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d7f8caa26b4749" /><Relationship Type="http://schemas.openxmlformats.org/officeDocument/2006/relationships/notesMaster" Target="/ppt/notesMasters/notesMaster1.xml" Id="R3a9c8cf1fe704e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f9416a2b12242a3" /><Relationship Type="http://schemas.openxmlformats.org/officeDocument/2006/relationships/notesMaster" Target="/ppt/notesMasters/notesMaster1.xml" Id="R9ea123b97e2b4c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b97160b1004cfc" /><Relationship Type="http://schemas.openxmlformats.org/officeDocument/2006/relationships/notesMaster" Target="/ppt/notesMasters/notesMaster1.xml" Id="Rf79d20660fa34e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075c088bff453a" /><Relationship Type="http://schemas.openxmlformats.org/officeDocument/2006/relationships/notesMaster" Target="/ppt/notesMasters/notesMaster1.xml" Id="Rc2f53582fcaf42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3c86b076f94309" /><Relationship Type="http://schemas.openxmlformats.org/officeDocument/2006/relationships/notesMaster" Target="/ppt/notesMasters/notesMaster1.xml" Id="Ra170f29c43ff45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b612722147747ae" /><Relationship Type="http://schemas.openxmlformats.org/officeDocument/2006/relationships/notesMaster" Target="/ppt/notesMasters/notesMaster1.xml" Id="R75aaf34a700b4e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4d483aa28d4b50" /><Relationship Type="http://schemas.openxmlformats.org/officeDocument/2006/relationships/notesMaster" Target="/ppt/notesMasters/notesMaster1.xml" Id="Raf4f484330a448f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ec42d6be7543b6" /><Relationship Type="http://schemas.openxmlformats.org/officeDocument/2006/relationships/notesMaster" Target="/ppt/notesMasters/notesMaster1.xml" Id="R4ee69635aef84b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79001407c2e4d02" /><Relationship Type="http://schemas.openxmlformats.org/officeDocument/2006/relationships/notesMaster" Target="/ppt/notesMasters/notesMaster1.xml" Id="R865e7da52292446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b92b56ec3e41da" /><Relationship Type="http://schemas.openxmlformats.org/officeDocument/2006/relationships/notesMaster" Target="/ppt/notesMasters/notesMaster1.xml" Id="Rfc1b88c82f8f4f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35d74ac570c4483" /><Relationship Type="http://schemas.openxmlformats.org/officeDocument/2006/relationships/notesMaster" Target="/ppt/notesMasters/notesMaster1.xml" Id="R9ed919d75521447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f9fd1c8ca574911" /><Relationship Type="http://schemas.openxmlformats.org/officeDocument/2006/relationships/notesMaster" Target="/ppt/notesMasters/notesMaster1.xml" Id="R0446b2a39d624d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094a85864b34e8f" /><Relationship Type="http://schemas.openxmlformats.org/officeDocument/2006/relationships/notesMaster" Target="/ppt/notesMasters/notesMaster1.xml" Id="Rf9c1dffc704a489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77da03d44274b08" /><Relationship Type="http://schemas.openxmlformats.org/officeDocument/2006/relationships/notesMaster" Target="/ppt/notesMasters/notesMaster1.xml" Id="R61a88669f536427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3ebb8891f974282" /><Relationship Type="http://schemas.openxmlformats.org/officeDocument/2006/relationships/notesMaster" Target="/ppt/notesMasters/notesMaster1.xml" Id="R8bfaacf9aa71408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34d04821cce41f0" /><Relationship Type="http://schemas.openxmlformats.org/officeDocument/2006/relationships/notesMaster" Target="/ppt/notesMasters/notesMaster1.xml" Id="R233cac9d859843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01f294f4c55492b" /><Relationship Type="http://schemas.openxmlformats.org/officeDocument/2006/relationships/notesMaster" Target="/ppt/notesMasters/notesMaster1.xml" Id="Rb017e143f3a04c2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cd40920a844403" /><Relationship Type="http://schemas.openxmlformats.org/officeDocument/2006/relationships/notesMaster" Target="/ppt/notesMasters/notesMaster1.xml" Id="R7b3d44430cda462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5937f77c8474418" /><Relationship Type="http://schemas.openxmlformats.org/officeDocument/2006/relationships/notesMaster" Target="/ppt/notesMasters/notesMaster1.xml" Id="R9825e832eeb64dc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4cc7b77ee4d4cb1" /><Relationship Type="http://schemas.openxmlformats.org/officeDocument/2006/relationships/notesMaster" Target="/ppt/notesMasters/notesMaster1.xml" Id="R3c5c736e6fc7486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fc3730c3a34431d" /><Relationship Type="http://schemas.openxmlformats.org/officeDocument/2006/relationships/notesMaster" Target="/ppt/notesMasters/notesMaster1.xml" Id="Rbc4f9364fb84413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89c5b33393746da" /><Relationship Type="http://schemas.openxmlformats.org/officeDocument/2006/relationships/notesMaster" Target="/ppt/notesMasters/notesMaster1.xml" Id="Re4ca7731db2544e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d900e66e0e64a3e" /><Relationship Type="http://schemas.openxmlformats.org/officeDocument/2006/relationships/notesMaster" Target="/ppt/notesMasters/notesMaster1.xml" Id="Rf67c50f496e6495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2459742ca3b47dc" /><Relationship Type="http://schemas.openxmlformats.org/officeDocument/2006/relationships/notesMaster" Target="/ppt/notesMasters/notesMaster1.xml" Id="R0041b55c50ef4e4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e779205c1144cb9" /><Relationship Type="http://schemas.openxmlformats.org/officeDocument/2006/relationships/notesMaster" Target="/ppt/notesMasters/notesMaster1.xml" Id="R0856dc6fa6514c6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601c39531884969" /><Relationship Type="http://schemas.openxmlformats.org/officeDocument/2006/relationships/notesMaster" Target="/ppt/notesMasters/notesMaster1.xml" Id="Rfee4a06989b745c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75b1f73ce2a4d66" /><Relationship Type="http://schemas.openxmlformats.org/officeDocument/2006/relationships/notesMaster" Target="/ppt/notesMasters/notesMaster1.xml" Id="Rc76fcfc637e7483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e1e3090eaff410b" /><Relationship Type="http://schemas.openxmlformats.org/officeDocument/2006/relationships/notesMaster" Target="/ppt/notesMasters/notesMaster1.xml" Id="R34a190f0ac8f4b9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a0b04c6540549fe" /><Relationship Type="http://schemas.openxmlformats.org/officeDocument/2006/relationships/notesMaster" Target="/ppt/notesMasters/notesMaster1.xml" Id="R9bac5c44c92c4b2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7bd65b4abae4b37" /><Relationship Type="http://schemas.openxmlformats.org/officeDocument/2006/relationships/notesMaster" Target="/ppt/notesMasters/notesMaster1.xml" Id="R000f52a807ff416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c0272c854de43db" /><Relationship Type="http://schemas.openxmlformats.org/officeDocument/2006/relationships/notesMaster" Target="/ppt/notesMasters/notesMaster1.xml" Id="R6b975e38ef87464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eff9c281b844491" /><Relationship Type="http://schemas.openxmlformats.org/officeDocument/2006/relationships/notesMaster" Target="/ppt/notesMasters/notesMaster1.xml" Id="Ree36bcf38abe4d9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78a8d1a5f6f48c3" /><Relationship Type="http://schemas.openxmlformats.org/officeDocument/2006/relationships/notesMaster" Target="/ppt/notesMasters/notesMaster1.xml" Id="Rab6e624dc481475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4b73b88a3324ca1" /><Relationship Type="http://schemas.openxmlformats.org/officeDocument/2006/relationships/notesMaster" Target="/ppt/notesMasters/notesMaster1.xml" Id="R15e41c2219714da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e781b3f8b3c46a8" /><Relationship Type="http://schemas.openxmlformats.org/officeDocument/2006/relationships/notesMaster" Target="/ppt/notesMasters/notesMaster1.xml" Id="R27b566e949cb4e7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ffab87f1d834f6d" /><Relationship Type="http://schemas.openxmlformats.org/officeDocument/2006/relationships/notesMaster" Target="/ppt/notesMasters/notesMaster1.xml" Id="Rc2fcaba323fa4ea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a18a9c6b88b4f3f" /><Relationship Type="http://schemas.openxmlformats.org/officeDocument/2006/relationships/notesMaster" Target="/ppt/notesMasters/notesMaster1.xml" Id="R46fb14c524294eb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13bdc369870439d" /><Relationship Type="http://schemas.openxmlformats.org/officeDocument/2006/relationships/notesMaster" Target="/ppt/notesMasters/notesMaster1.xml" Id="R9fc5b7d18b4c449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fe4bfece93740bc" /><Relationship Type="http://schemas.openxmlformats.org/officeDocument/2006/relationships/notesMaster" Target="/ppt/notesMasters/notesMaster1.xml" Id="Ra16e3c02becd48c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0be1d30c7d2409b" /><Relationship Type="http://schemas.openxmlformats.org/officeDocument/2006/relationships/notesMaster" Target="/ppt/notesMasters/notesMaster1.xml" Id="R7b045a63f3204d7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1649c51af754c27" /><Relationship Type="http://schemas.openxmlformats.org/officeDocument/2006/relationships/notesMaster" Target="/ppt/notesMasters/notesMaster1.xml" Id="R7ba3957eb7974a4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8cf416590254cca" /><Relationship Type="http://schemas.openxmlformats.org/officeDocument/2006/relationships/notesMaster" Target="/ppt/notesMasters/notesMaster1.xml" Id="R9b1f0637800341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a44369b2947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d7f6b2fd1475a" /><Relationship Type="http://schemas.openxmlformats.org/officeDocument/2006/relationships/slideLayout" Target="/ppt/slideLayouts/slideLayout1.xml" Id="Ra9c01b166ce94b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01b166ce94b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74322a3441b0" /><Relationship Type="http://schemas.openxmlformats.org/officeDocument/2006/relationships/notesSlide" Target="/ppt/notesSlides/notesSlide1.xml" Id="R1188cd20868448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7e663eb854824" /><Relationship Type="http://schemas.openxmlformats.org/officeDocument/2006/relationships/notesSlide" Target="/ppt/notesSlides/notesSlide2.xml" Id="R655dbcf5537043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80ac369d14b84" /><Relationship Type="http://schemas.openxmlformats.org/officeDocument/2006/relationships/notesSlide" Target="/ppt/notesSlides/notesSlide3.xml" Id="R63f5ec2501c244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0ff2517054146" /><Relationship Type="http://schemas.openxmlformats.org/officeDocument/2006/relationships/notesSlide" Target="/ppt/notesSlides/notesSlide4.xml" Id="R4e585931884d49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49671551840e5" /><Relationship Type="http://schemas.openxmlformats.org/officeDocument/2006/relationships/notesSlide" Target="/ppt/notesSlides/notesSlide5.xml" Id="R5eb7a8dfccfa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a369e9f634902" /><Relationship Type="http://schemas.openxmlformats.org/officeDocument/2006/relationships/notesSlide" Target="/ppt/notesSlides/notesSlide6.xml" Id="Rbd2b30815d2b49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8abb3b380406c" /><Relationship Type="http://schemas.openxmlformats.org/officeDocument/2006/relationships/notesSlide" Target="/ppt/notesSlides/notesSlide7.xml" Id="R7e4d56505a2e4b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fe3bd00364e3c" /><Relationship Type="http://schemas.openxmlformats.org/officeDocument/2006/relationships/notesSlide" Target="/ppt/notesSlides/notesSlide8.xml" Id="Re35b4a2a664241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3aed16f4f4b3b" /><Relationship Type="http://schemas.openxmlformats.org/officeDocument/2006/relationships/notesSlide" Target="/ppt/notesSlides/notesSlide9.xml" Id="R219df25dbc4f40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ac19cd80a4def" /><Relationship Type="http://schemas.openxmlformats.org/officeDocument/2006/relationships/notesSlide" Target="/ppt/notesSlides/notesSlide10.xml" Id="Re34b4942b0894a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928bfc0e149c1" /><Relationship Type="http://schemas.openxmlformats.org/officeDocument/2006/relationships/notesSlide" Target="/ppt/notesSlides/notesSlide11.xml" Id="R314419c9430f44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e48c103ab4398" /><Relationship Type="http://schemas.openxmlformats.org/officeDocument/2006/relationships/notesSlide" Target="/ppt/notesSlides/notesSlide12.xml" Id="R5964558df0ce4d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ce213c85040dc" /><Relationship Type="http://schemas.openxmlformats.org/officeDocument/2006/relationships/notesSlide" Target="/ppt/notesSlides/notesSlide13.xml" Id="R5ecfb4559ba545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a30faeb724810" /><Relationship Type="http://schemas.openxmlformats.org/officeDocument/2006/relationships/notesSlide" Target="/ppt/notesSlides/notesSlide14.xml" Id="Rddf61d3ac2d848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f2c8cde5e4cd8" /><Relationship Type="http://schemas.openxmlformats.org/officeDocument/2006/relationships/notesSlide" Target="/ppt/notesSlides/notesSlide15.xml" Id="Rb2843dab60fb49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faf6841124c89" /><Relationship Type="http://schemas.openxmlformats.org/officeDocument/2006/relationships/notesSlide" Target="/ppt/notesSlides/notesSlide16.xml" Id="R4250bb4a279746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5c3c8326a4845" /><Relationship Type="http://schemas.openxmlformats.org/officeDocument/2006/relationships/notesSlide" Target="/ppt/notesSlides/notesSlide17.xml" Id="R44d34c526c6e48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3e848bdab4ad6" /><Relationship Type="http://schemas.openxmlformats.org/officeDocument/2006/relationships/notesSlide" Target="/ppt/notesSlides/notesSlide18.xml" Id="R455d563fee9c4d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66aa7b06a4bac" /><Relationship Type="http://schemas.openxmlformats.org/officeDocument/2006/relationships/notesSlide" Target="/ppt/notesSlides/notesSlide19.xml" Id="R5fa86fbcc4e64e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f20f0740b47e4" /><Relationship Type="http://schemas.openxmlformats.org/officeDocument/2006/relationships/notesSlide" Target="/ppt/notesSlides/notesSlide20.xml" Id="R72702a921a104c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5b7e05f4f472a" /><Relationship Type="http://schemas.openxmlformats.org/officeDocument/2006/relationships/notesSlide" Target="/ppt/notesSlides/notesSlide21.xml" Id="R7b13868b86834e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87f37035c49aa" /><Relationship Type="http://schemas.openxmlformats.org/officeDocument/2006/relationships/notesSlide" Target="/ppt/notesSlides/notesSlide22.xml" Id="Rf376fb1fc0f749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c3ca175e942de" /><Relationship Type="http://schemas.openxmlformats.org/officeDocument/2006/relationships/notesSlide" Target="/ppt/notesSlides/notesSlide23.xml" Id="Raa3b30f5e9194a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0a978df2843b9" /><Relationship Type="http://schemas.openxmlformats.org/officeDocument/2006/relationships/notesSlide" Target="/ppt/notesSlides/notesSlide24.xml" Id="R4a0cab3dd95941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80076972d431d" /><Relationship Type="http://schemas.openxmlformats.org/officeDocument/2006/relationships/notesSlide" Target="/ppt/notesSlides/notesSlide25.xml" Id="R97f367dc74bc4a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3e3a9a11a4da7" /><Relationship Type="http://schemas.openxmlformats.org/officeDocument/2006/relationships/notesSlide" Target="/ppt/notesSlides/notesSlide26.xml" Id="R968241170e0744d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51698e123478f" /><Relationship Type="http://schemas.openxmlformats.org/officeDocument/2006/relationships/notesSlide" Target="/ppt/notesSlides/notesSlide27.xml" Id="R0410d81debb24d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d460c41bf481f" /><Relationship Type="http://schemas.openxmlformats.org/officeDocument/2006/relationships/notesSlide" Target="/ppt/notesSlides/notesSlide28.xml" Id="R2bf76a2640314a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782b165004ac6" /><Relationship Type="http://schemas.openxmlformats.org/officeDocument/2006/relationships/notesSlide" Target="/ppt/notesSlides/notesSlide29.xml" Id="R4e09fa14437046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5a0d5f9c4f62" /><Relationship Type="http://schemas.openxmlformats.org/officeDocument/2006/relationships/notesSlide" Target="/ppt/notesSlides/notesSlide30.xml" Id="R040ccd61fd8a4f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6b0da9a854603" /><Relationship Type="http://schemas.openxmlformats.org/officeDocument/2006/relationships/notesSlide" Target="/ppt/notesSlides/notesSlide31.xml" Id="R0642b6288ff548c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83f46172742e2" /><Relationship Type="http://schemas.openxmlformats.org/officeDocument/2006/relationships/notesSlide" Target="/ppt/notesSlides/notesSlide32.xml" Id="Rdd4f69bcacff4b7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1fb1960d44fdf" /><Relationship Type="http://schemas.openxmlformats.org/officeDocument/2006/relationships/notesSlide" Target="/ppt/notesSlides/notesSlide33.xml" Id="Rdd60497ea2d842f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16555708c4998" /><Relationship Type="http://schemas.openxmlformats.org/officeDocument/2006/relationships/notesSlide" Target="/ppt/notesSlides/notesSlide34.xml" Id="R4447eda0fa7944e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3e6e24d664013" /><Relationship Type="http://schemas.openxmlformats.org/officeDocument/2006/relationships/notesSlide" Target="/ppt/notesSlides/notesSlide35.xml" Id="Rb168c888bbdb49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e5d1f1e142cd" /><Relationship Type="http://schemas.openxmlformats.org/officeDocument/2006/relationships/notesSlide" Target="/ppt/notesSlides/notesSlide36.xml" Id="R4e25b694a6624ac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230324b3b4662" /><Relationship Type="http://schemas.openxmlformats.org/officeDocument/2006/relationships/notesSlide" Target="/ppt/notesSlides/notesSlide37.xml" Id="R6439a52c7eba490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d4481aea94c5e" /><Relationship Type="http://schemas.openxmlformats.org/officeDocument/2006/relationships/notesSlide" Target="/ppt/notesSlides/notesSlide38.xml" Id="R24b15c837310462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65fce3e904cd9" /><Relationship Type="http://schemas.openxmlformats.org/officeDocument/2006/relationships/notesSlide" Target="/ppt/notesSlides/notesSlide39.xml" Id="Rb50bfa1f581f45e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885d01ce0436f" /><Relationship Type="http://schemas.openxmlformats.org/officeDocument/2006/relationships/notesSlide" Target="/ppt/notesSlides/notesSlide40.xml" Id="R8a6b81b78cd847f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e3110c05a461e" /><Relationship Type="http://schemas.openxmlformats.org/officeDocument/2006/relationships/notesSlide" Target="/ppt/notesSlides/notesSlide41.xml" Id="R3443b71a46a544b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f125608a94053" /><Relationship Type="http://schemas.openxmlformats.org/officeDocument/2006/relationships/notesSlide" Target="/ppt/notesSlides/notesSlide42.xml" Id="R5efafe097f9a415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104119cb6469f" /><Relationship Type="http://schemas.openxmlformats.org/officeDocument/2006/relationships/notesSlide" Target="/ppt/notesSlides/notesSlide43.xml" Id="R8b928a20a392415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efa7ae1fe4caa" /><Relationship Type="http://schemas.openxmlformats.org/officeDocument/2006/relationships/notesSlide" Target="/ppt/notesSlides/notesSlide44.xml" Id="R14b1cc6faed542f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4761f27454a10" /><Relationship Type="http://schemas.openxmlformats.org/officeDocument/2006/relationships/notesSlide" Target="/ppt/notesSlides/notesSlide45.xml" Id="R082b8b05ef434d9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ea658626421d" /><Relationship Type="http://schemas.openxmlformats.org/officeDocument/2006/relationships/notesSlide" Target="/ppt/notesSlides/notesSlide46.xml" Id="R834e0a9201b4477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e8f32d0914ae6" /><Relationship Type="http://schemas.openxmlformats.org/officeDocument/2006/relationships/notesSlide" Target="/ppt/notesSlides/notesSlide47.xml" Id="R944c9529b0ed447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8c6dd9fb84c6f" /><Relationship Type="http://schemas.openxmlformats.org/officeDocument/2006/relationships/notesSlide" Target="/ppt/notesSlides/notesSlide48.xml" Id="R7c4a40c7b86c475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6abaedb064b2d" /><Relationship Type="http://schemas.openxmlformats.org/officeDocument/2006/relationships/notesSlide" Target="/ppt/notesSlides/notesSlide49.xml" Id="Ra609d7215793488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a19712e214cae" /><Relationship Type="http://schemas.openxmlformats.org/officeDocument/2006/relationships/notesSlide" Target="/ppt/notesSlides/notesSlide50.xml" Id="Rb50a77ca5aa449a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17e2b03414ebb" /><Relationship Type="http://schemas.openxmlformats.org/officeDocument/2006/relationships/notesSlide" Target="/ppt/notesSlides/notesSlide51.xml" Id="R356e85f7abf948c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6c97412aa4d14" /><Relationship Type="http://schemas.openxmlformats.org/officeDocument/2006/relationships/notesSlide" Target="/ppt/notesSlides/notesSlide52.xml" Id="Rf0a0d82ce095434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937d1a3174209" /><Relationship Type="http://schemas.openxmlformats.org/officeDocument/2006/relationships/notesSlide" Target="/ppt/notesSlides/notesSlide53.xml" Id="Rc12ea428e282454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e69739f5145c4" /><Relationship Type="http://schemas.openxmlformats.org/officeDocument/2006/relationships/notesSlide" Target="/ppt/notesSlides/notesSlide54.xml" Id="R876a91614b6c445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235fab05740bb" /><Relationship Type="http://schemas.openxmlformats.org/officeDocument/2006/relationships/notesSlide" Target="/ppt/notesSlides/notesSlide55.xml" Id="Rf9d0e0a8cdd8405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cf44ff6514b88" /><Relationship Type="http://schemas.openxmlformats.org/officeDocument/2006/relationships/notesSlide" Target="/ppt/notesSlides/notesSlide56.xml" Id="R195c51ce45c1484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6f95ca8b14de2" /><Relationship Type="http://schemas.openxmlformats.org/officeDocument/2006/relationships/notesSlide" Target="/ppt/notesSlides/notesSlide57.xml" Id="R9d329deb44f14eb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4530626714114" /><Relationship Type="http://schemas.openxmlformats.org/officeDocument/2006/relationships/notesSlide" Target="/ppt/notesSlides/notesSlide58.xml" Id="R6d68910a034e49e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c052a369e47d2" /><Relationship Type="http://schemas.openxmlformats.org/officeDocument/2006/relationships/notesSlide" Target="/ppt/notesSlides/notesSlide59.xml" Id="R226a667c88e04e2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cabc95a214692" /><Relationship Type="http://schemas.openxmlformats.org/officeDocument/2006/relationships/notesSlide" Target="/ppt/notesSlides/notesSlide60.xml" Id="R9017ae05295746b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867453d7b4e35" /><Relationship Type="http://schemas.openxmlformats.org/officeDocument/2006/relationships/notesSlide" Target="/ppt/notesSlides/notesSlide61.xml" Id="Rc2bbe06982f04c9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15d26d9b64c0a" /><Relationship Type="http://schemas.openxmlformats.org/officeDocument/2006/relationships/notesSlide" Target="/ppt/notesSlides/notesSlide62.xml" Id="Re36b38f6d4594b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72BB9-54A1-45E5-BBB3-1CD1BFBD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F0E14-4382-446E-B8C3-9852EDEC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35B63-5381-4D54-B8DB-FFF5B6FB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A44F5-975D-4AD0-B065-62DB8B1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A58FA-2F85-4F92-99FB-7A93322D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Understanding and Modeling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48096-CE9E-496F-8D3B-FB3B74DE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Software Engineering &amp; Project Management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78990-3576-45D1-A1CC-24F3A13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BE338-5568-47AA-A964-68087502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4ABF8-C611-4D59-8A13-E47099BD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54465-1968-4031-87A9-8BD24ECF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5C86F-DE74-4A42-A7AE-F93BBAF4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14B20-B1C3-4FCB-8225-42CFF768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3437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EB206-BFB6-4644-96B2-5A12B8B3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17B65-06E1-4C4E-9B9C-D9D1EC31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9FEB6-80CB-4C1D-8817-B8A06A95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6B4C9-2230-4F1E-93D9-2AB14870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15943-EE21-457F-A334-DE2D764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A4EBF-F542-4364-9D94-6DE5184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0206F-DD95-4D72-849B-1C25A99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E46BC-6577-4B7C-83AC-A392835C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C074E-43CB-492F-A0F2-B201A250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58B62-BD90-4411-B859-E8879269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E60F0-5D5E-47E6-A496-25AD074A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20007-8951-4DE5-A97F-0994A762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0EC48-8023-4BD0-9248-6E17C349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37756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9E19A-4FCE-494A-80EE-41061952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077B1-483E-42A9-A32A-AE12CA7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44651-9087-44AB-8475-E52FFDED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82FF0-221A-483F-8E0A-E94BBFC8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64D4A-0E72-4BFD-90E7-6EAB9DD4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13111-A49F-478C-B134-D604080D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D2DE4-B994-403F-9C06-DCEF30E3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Requirements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4C514-A9E2-4A89-B9FF-8A5FE19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FBE73-27FF-49AE-A91E-DF5C2F2C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Establishing groundwork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139C0-7A9E-4038-B398-D59D824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0C384-CBA3-479B-8333-422A77C8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Eliciting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C21E8-CBD4-4A8D-BD9D-E67725A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3B1AC-5C42-4057-9E90-24AFCE48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Developing use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1A0CE-6E20-412C-9767-7A1D2C4B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07E94-DD7C-4814-ADE7-E4CF3B0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Building the requirements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C58AC-141A-424E-BDCE-9D85E8B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9A454-D584-4EB5-93D2-48E4A45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Negotiating requirements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39F4C-21B3-4C89-BB63-2D373EA1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D347A-B8B9-47FC-9F9F-ED4AADB3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Validating requirements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6FD24-D4E6-4290-9EF1-43177326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C1BD1-2C74-4329-A892-0AD8E8A7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Requirement 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97D41-4C1B-4A99-A313-26DD3E1E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07A3B-D8D1-4A24-93F6-D1814E9B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Scenario based modeling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4F5AB-5FCE-47D4-9D9E-19659F2E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+ 5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255794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A996E-3AFB-4942-9100-0834DD0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2CA84-D7A7-4F35-9AA7-ABDAFD98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67B8-A6AE-4137-8E8A-1C8CF2CD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B3F0E-65AB-4B8B-95EE-793FAD40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37022-B069-4E62-8241-4A696AA1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Requirements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38B1F-5C5F-4CD4-921E-29E98DB5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4112-88C4-47A5-91BB-2FAB2D0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B319E-1114-4AE3-A34C-7604E7F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7E1CB-2D06-4638-A462-D3DE050D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5A16E-0E60-47E4-8415-9E14EB3F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91229-6A57-4882-A4C5-40F48209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51102-0C7D-4531-8011-BEE92784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10AB1-51C4-4468-882D-91C3D022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DFA1D-82F0-4D7A-9052-F01C1ED2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23330-A24A-4196-9DDC-85A9002E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625FD-CF98-4CF4-8AC2-EAE6EFF7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EBF90-FAB4-4DE7-A7C7-8731A5F7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ACF22-DD7E-4E5E-8FBA-8250A979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requirements engineering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74430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B4D87-1679-4AE9-BFC9-F251ADCA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4AD81-9B34-4210-9EB9-E97DE1B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C2FAD-C2EB-4350-B87C-6C50622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D8BBF-670A-480B-9D63-A7322E02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9A23A-476A-4504-9C04-47BE9E8D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Requirements engineering: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DD20B-3FA5-43EF-87E2-D0FCBDA5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Requirements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90547-C095-498E-B7CE-142463A8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249B9-7E56-461B-A3B2-EF3AB4B4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2AEBC-A1CE-4BFE-9F4C-B64B8F51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10262-23A9-4AEB-9A51-DE420CE9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C4F72-EFF5-4428-B210-617D8D0A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263190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B0A3C-2B3A-4FE0-A616-195E39B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AE866-545C-41C5-8DC1-DD824703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5B34D-09FA-4C77-A268-CE6F5D1C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393F0-B0BC-431C-92FA-14B4922F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9FF92-049A-484B-B9B4-9CE7A662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Requirements engineering: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9F5AB-F9DC-41BA-9FD3-2A87D56F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D5E3F-516A-4BDC-BEA1-6D4E5153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BF512-F40C-4AEF-8EE8-D28EDDC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67480-447E-4891-8306-0AE33006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E07CA-8ABF-458B-AFF6-80F14BFF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C66D9-A287-42D8-824A-61876E18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37F57-2BF4-4D33-B3E9-F115EF10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99435-A03E-44C7-A1E7-7626F26D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91A07-1720-4CDE-A16D-43839E81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52B6C-0C23-4ACD-BDFB-01A8ED5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78BA8-526D-45C6-A257-6E6AA86C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D230F-57F7-4963-8CEC-1BC17A9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63549-0F72-4EDF-A5E9-EC6340D7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082D8-0B88-4760-A224-C6DB20B5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A245B-0DEC-430D-BB94-75C4B556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85F30-2191-4DAA-A241-C96CD58D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4FAAD-6D74-4512-81B7-4A2043D4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C7D64-0C55-4221-84B8-9D2051E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15298-0E1E-4BB1-AC14-85D438E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3EB766-E124-4DD3-836B-83845E5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1A8B1-2050-4F32-BD24-4DCA5DCF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0F73A-4EDA-4DFA-B536-FAE3C287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7D849-C6B0-4DF0-8F16-7DE6D447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78DDC-0DA5-460F-91C6-F8FDF3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079E6-C962-429F-A0EC-0F8230A1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D5CBF8-831F-42D7-A23A-7CB893F5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requirements engineering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97064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6B8D1-2D38-4C8B-8009-23402D9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F292B-9D50-4431-8A78-87968C3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4CB86-7EB9-415C-BFA8-DF3454B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01011-E48F-410F-9E36-96186C1D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39C2B-0398-4EB4-9259-3737C5E5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Establishing groundwork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38674-3CAD-453E-B4A9-1D54E2AA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31DD7-78BD-4D0A-BC08-CD22018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Establishing groundwork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CCB77-8412-4DD9-9464-0E85EC50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DA634-4674-46C9-891D-2705FD4F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5B305-9362-42A0-9869-530D62CE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F776A-99F9-4AD9-8C51-F667A0A6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D7D9C-65A0-4D0B-81E6-C17531D8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2D3A5-3F4E-47D6-A077-56CB37B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4C806-C05F-491B-A4DB-01FC6C11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1CCBD-2804-4A35-998B-CB82963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85ADC-49BA-43AB-AA69-540FDD44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67BB7-AD67-40D5-A403-93357BE5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BDDCE-3005-46E6-8485-93468846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establishing groundwork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67851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1D2F4-88B9-4DCC-8D2F-0BA50952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3231C-E37E-4A90-87F0-D0E6FCEE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5819A-8691-4724-B65E-FB24DE32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A7B1C-427D-4329-89B7-6D42EF3B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98C4A-9BFB-4E61-B0B5-E9E00C0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Establishing groundwork: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E62DA-7AFD-4F09-9838-DB5365E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Establishing groundwork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BC43F-A691-4286-8298-82B7773B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9DFE4-CA52-4D71-AD67-4CECB6D2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40F9B-3D6C-47C4-BA8E-3AFB96BA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56B4C-C127-427D-A576-457A8EAA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188E3-D63D-4722-8939-FD353AC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2130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AB75B1-00F7-4225-BAC1-9F9D034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4545E-B388-4AFD-95FC-2BCF4AC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40961-9AC9-410E-970B-1091E704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8C6C9-18AB-4639-9D51-D388BC58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07962-1610-465F-A5E8-DFEF7B47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Establishing groundwork: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12FAA-BCC8-4B51-A7C0-04A00FB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F7AA3-CD47-48E0-AC96-89AE0199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3443C-FA10-47D2-A51C-1C59C7C2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160E2-B054-43C3-9016-6A940A56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038D0-7A64-44F3-8783-EC253DB6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92DE4-F7A9-4164-B0D8-E301A79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CBDD2-FAB7-4FA4-82BD-71A52BB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A05CC-238B-46A8-A9EF-82AF133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D4409-0339-499E-8B7C-BDA19D22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14761-13F4-4427-817F-799E08BB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752B8-BFD9-435C-94EC-CA6C2864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DFB3C-71E6-43E4-BE5D-F46ED856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30B4B-3606-4F5C-8FA6-3825CEBA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F59B3-754C-40AB-8F5B-C3F6DA2D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B4623-18EC-4F1A-9862-7583D00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29FF9-9C10-47CD-A728-5BA6C623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F782E-0E7C-4C02-9A80-F98DF87D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4DEE0-CA18-4A8E-8500-19380B7F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14CDA-2C65-4846-A559-D334BA65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110CF-A442-45F4-B1B2-3B7B2DAA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04918F-256B-4260-AD1B-AF802E4F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9B56E-BEBD-4DC4-899C-0E154D6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BCC02-4D62-4EE9-995F-FA0E03DD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1C2D40-4083-40E7-9681-39F8E4C3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6F92C-B3A1-4557-BD6D-DD262219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83B29-497B-42CF-9C47-37EC6A29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establishing groundwork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82627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EA87D-5CA6-4AEB-8CF0-274C4E5F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5DDD6-4ADD-4D0D-93C5-859B6094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408F3-EC07-4CB4-B29F-C8BB967F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2DDED-2956-421D-B1F8-B37BBFA3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166AA-7BD7-4F18-9762-BB52CA69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Establishing groundwork: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C7D08-D6ED-40F8-AA18-C046CFA5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651E6-32CA-4D9D-9AA2-5D13CA9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A7D3E-E2B6-4625-9D56-A04C0574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12BE7-4A90-4E34-BC97-87E65390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6F5A9-9998-4B27-B403-82B4FA41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D9E2D-EAFF-4BAA-9563-977B9D1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Establishing groundwork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2B8BB-6052-4B75-A66F-3C5E254D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59E7D-92C5-4D1E-A203-9F1FBDE4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822E1-7108-4935-B35F-15C9EDA0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2812D-4A5D-43B2-A783-7D10EA3E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AC9F7-D32E-434A-8FFB-FE507CE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D43A4-66BA-4FD6-99C6-6D340CDE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90903-747D-405B-BC4B-B7EF1274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331B8-19FB-4D47-B285-51BFEF33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3334E-28DA-4C70-8857-1B23EAB6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1FDE7-1774-4E16-B49E-B43848DC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1821331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05357-0793-4FC5-915E-B66BEA4A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EAD3E-868A-45E3-8E24-F11A92A2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9C67D-9C08-444B-A42B-809AC067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E1EF9-9E76-43C3-BA03-E18CA162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27312-C1CE-4FF1-8684-4516632E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Eliciting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7A733-3236-4512-901D-271AD78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66132-2E45-4B77-AD08-5D8795BB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05B98-B67A-4E21-8BCB-DBE3BC9A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D701A-8613-4809-9EFA-7E420912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1B144-5624-46BA-87B7-96B3491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34206-7F4A-4CBD-AB64-158AC11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418F5-3237-4FD2-AE5A-874FA8B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E698C-9676-4F15-ABA5-7D61DA66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4A2B3-E862-47F6-8A25-F66156AF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16F31-FFD6-4EEA-8ADE-CEA59E05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76FAD-BC4D-4A0C-BE20-04FF9646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95B5C-DF33-41B9-B98C-8F40E758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F333A-4F2B-4FDE-9F16-DD5B71B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eliciting requirements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91578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52204-D6BF-4B70-8DBE-5927C044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5D54-63D8-4CE6-AD53-656AA9F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07CC7-0AE7-4D78-9A84-0D76691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9E99F-0A04-4A0A-AF3E-F310B0F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35FE6-517A-4ECE-8EDF-B4E5D33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Eliciting requirements: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220FC-E4BB-4F3F-8439-CD8844AD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Eliciting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70AE-13A0-446B-B5B9-99CAE09A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86861-5414-40CF-A91C-6D23E721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401BC-3EB8-4211-92F1-B961CB70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BBCDE-1876-460E-9DE0-815BB22E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AF9D3-5F0C-499B-B4B0-E12FF210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9702476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BF5D1A-1DB5-424D-ADE1-0A5D9772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CC6F9-51B7-419A-8DE5-0A4B8571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535A0-0668-4688-AE12-ED2D7C2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B6A97-379B-445B-AD9E-839A263B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3C3C6-4FEA-4BBC-98CA-504F0D3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Eliciting requirements: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E0FD5-D197-4017-91B1-9A5394C1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51EFC-C148-411E-AEF5-017207D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B14EF-3BAC-40A5-B065-E39B1C1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35FCE-DE83-42FE-8965-2FFA23E0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BC75F-8290-4468-918C-E672150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CC12D-DD87-4E37-AE2C-71D1B858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D975D-E18F-4B87-AC1D-2DA51E00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5B236-098E-49BF-8799-B1727805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01433-599B-43FF-A6D6-6CEADC15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D4410-CEF7-41E0-9919-6052818D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521AD-3F7E-4BAE-93ED-B58D4931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09126-F0E9-4B59-9265-B9BA4709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A67FB-09D1-45A7-A9A5-3E1B71A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4D10F-9E1C-4D1A-A310-C01B001F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99BEC-7312-45D8-B9DA-CA2C6A4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C33E8-03F2-4B79-BE8B-98F8A8C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EB422-3AEA-4B33-B7A8-C6BCB08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0279C-8FC9-4524-8C97-4972E82E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435A5-8561-4DB3-80C7-CD87476D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04DFA-AA6A-4889-AF71-FAC1AC8C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E21834-EDE7-492C-819E-5A9914B2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FD18A-9639-47E7-AE3F-7B65C53E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A618B-1DE3-444E-970E-3997D7DC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75642A-ECF6-414E-B391-A7CAE64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A640C-14DA-4230-B303-00447159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A66F2-C51B-4508-AB3B-DDFA089E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eliciting requirements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84701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15DE6-2471-4024-8562-19679CCD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BBD02-A402-45E8-B848-485BB66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4C599-7363-4F04-A623-63183DC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109AE-729C-469A-892F-49255566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69184-0057-4BB8-9E90-2681346E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Developing use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9110F-CB38-4290-A3F4-DC34E08C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9EB0F-0A24-4A13-A9B0-B44750DB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6A2B5-DE41-45DC-8E20-45CD8FD2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8419F-1069-46B5-9AA8-5721F18F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7B907-1B78-4483-B9E6-6A0026F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EF36B-D77F-4C51-BA6E-A03766D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A0450-663E-477B-A7EB-7F9E7F9B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770E5-9D0D-4553-B35D-DBE2582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E2E80-6217-4799-B6E7-5C65F2E2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4F1EB-2E86-450C-BC09-E7555FFF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BFEF5-0806-4A0A-A639-515D9A79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5A1C8-6E11-488B-9E5E-E2FA4295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27DF3-4A5D-47FE-BBB7-57557D90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developing use cases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507821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CE994-1D5E-4459-ABBA-7CC7764E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F3949-2A2B-4CF3-B047-ACBB4DA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DABAC-B081-47D3-8F93-9D13F0AA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21C0F-72B0-4D19-A9D5-7E75E4C8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41C42-60BB-4738-993C-A487CD5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Developing use cases: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79F96-CD26-4716-BEE5-40E0985F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Developing use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DAABE-36BD-4C81-8298-48965965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4131F-6C18-4E56-A222-D58237D5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1F64B-5829-4916-ACB1-D8C266E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D7D31-175D-4B49-BC03-89B70167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A793C-9F84-4A30-AC3E-C75D37F7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9392607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E053B3-C1D1-457D-9059-720FBA0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46443-6670-4FE2-AC56-9C3D9491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A43D6-28F5-4C4C-8C41-FB9BDA9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1E693-992E-4011-8DEC-DE82218B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57B90-AE66-4473-A617-B171FE18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Developing use cases: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1550-806F-4627-A181-23EB1D63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32029-91AC-4C8C-9CAD-57207F0C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4178E-F0EE-41E4-93E6-FD14E311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2DFE2-73CF-4BE7-911D-7E1860B3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B5A50-B735-4654-8D20-B92A79F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4E59D-9057-4755-BCBF-AD3F8B4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89DC8-6F8E-48D3-A92C-165ADC67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40660-E9F5-4139-9855-A5ECB99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04809-47D3-4C31-80DD-E002B499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13695-5FD0-4989-9632-295E841B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7FBD9-4672-4F8F-B105-E5D46BCF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AAC77-D8EA-4EB8-B891-61322BCD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D4461-364D-4516-9F10-DB301633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5B672-A6AF-429D-AAF8-4E6EE1FB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54E25-EEC2-4B84-80E8-EA717AAD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D3AC6-4B35-4223-8CEE-F939427A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81704-8543-41EB-BD35-10496BA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A5FC4-7EEE-49C8-B8D7-EA24A49C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BFE07-3E41-4678-8172-026BF299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9AEA1-F0D4-4F23-8AE6-F310F45B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59208-9352-4853-A4BC-BD21FF63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F0866-B5DD-47B4-B336-6F424247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9081D-E143-40AA-A489-3282330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A4CA5A-B2AD-41E1-8D95-8450BDB4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70B53B-296A-4900-A81C-24860D3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D05D6-D2C7-4E39-B0A7-4E2DD7B9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developing use cases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992629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450CD-9790-4881-A07C-ADA03424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24644-0DDB-44B1-96DC-AA02A55B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6C42A-0945-41E0-B0B2-0165C2B3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6B713-E977-41E4-8659-E4CAE3DC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934BB-A01B-4BEC-848F-A20D0D09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Building the requirements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D7142-7587-4A3F-9316-23F09A69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E151F-AD4F-4785-B309-8E2A4899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A45EA-80FE-4A6D-BD34-C0F0EB3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7B220-4DAE-48E4-89E8-4F5BF48E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1BDDE-C100-47E2-BD93-2AD0C0FC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78EE5-6D2B-4BFB-BC14-F2BCCBF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3337B-3653-4BC6-B44D-502D6489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9F089-2030-418C-8F4B-A1E68E21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D59EA-E351-4D67-91D5-C32C5E2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2BD5A-2A40-4110-AEF5-BE1ED3B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D2A66-06DC-4DDE-9335-EDAEF96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DA38F-02AE-42E4-B79D-BF00B6B5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ECCDA-D4AB-40A1-853F-DDC4CAE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building the requirements model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631726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8B3E8-8946-424E-AAAE-672C640C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246B3-A1E0-495F-8D83-A90CBB6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DBEC1-F1A1-49B2-89C6-96D58963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70C89-C04C-409B-BC2E-8BDCE1B0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4AEFF-4CBB-4EAE-A3C7-73C455C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Building the requirements model: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536A0-48FF-4529-9E44-D5A9A228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Building the requirements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86442-06C0-4F2F-98BB-ACB00908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451E2-F570-4509-AE6B-7F3E995A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52D53-6603-4ABE-AEF5-6ABE13B7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4E8C5-290D-4D35-8289-B77EE960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127ED-A42B-419A-B616-3A9ACD74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5934797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531B2-53FA-409D-BF11-FBEA447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5FDB0-FA25-4F3A-B3A7-7388222C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9FCA4-8AE4-422F-AA49-D30AB76B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BD351-1E4A-409E-A653-7EA54EEB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9FD8C-2F67-424D-B36E-3EE550DD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Building the requirements model: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AFACC-E356-47E6-8053-039201DA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4773F-C1B6-4A36-A55E-77555062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32AC0-9AD8-4422-B6F7-FE64D87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17ECE-DB2E-4B8F-A374-9191B78B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59D5D-BC3F-4A95-8518-8CD8A047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9739D-2B6D-48D8-A8A7-873B747A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FE358-BCD2-45E4-9D0D-3722A94F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AFF36-6646-4754-8DB0-CEB46789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FEE16-5202-47FE-B23D-A3FF2977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490AF-D9E4-4B2F-996B-62F47CB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273B4-A0B9-4E1D-A8ED-EB860A47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D8965-7C07-4EA9-A38C-52283551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96515-4DA2-4E1E-8633-2C7D30DF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B2D22-B1D4-4557-9BEE-51BFDC38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846F5-3FED-42F2-8339-088EF633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CC7ED-3025-4210-BF36-61DCA5BA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27D11-3FD5-4AB4-A8F5-6D37C5F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26571-70E5-4601-9402-04BDA435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B7136-6F4B-4769-A7F1-4CEB65D9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41AE9-E0E0-498C-9387-E18154A1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4BF58-27D4-4BF6-BDC6-1CFEB9E4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D742D-BCA3-447D-8B22-3F8760DC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AC259-47C0-4D0B-BBA8-34879E1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C064C-C58C-4784-B868-F1BF975C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FDEE3-CBE6-4D2A-88DA-DBCC564A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76E3A2-8C0F-48DF-A158-359CA51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building the requirements model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250861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04354-6BA0-4153-AA60-C8AD38D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FF4D-703F-4BF3-82F7-076E5FFC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2FF7F-CC25-496B-B5A5-92B134D9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4C2D8-94C0-4CCA-8026-F6F3F43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09535-1381-4D5A-989D-57E61B9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Building the requirements model: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BDD81-7D3A-47CA-8DCE-3B85384F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ED93D-08B9-4622-9B10-A114920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F0C89-98AC-47D2-A3DE-87A7EC0A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6E6DA-3778-412A-AEB8-C3FFFE4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4A968-B4E4-467C-BFA6-2BBDABA4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5DF43-77B6-4617-8331-59E0095C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Building the requirements model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F7ACC-8483-4F99-843D-565D547C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070C4-7C49-4B32-8DCD-787CDB6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CEBF7-4A3F-4B34-AEFA-310E340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62951-487D-4645-9F5B-C6CEABDE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C4E39-CE38-43E6-9BDB-AC7554CA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EE4AF-43E1-4754-8AC8-3876EF9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66DEC-110A-4A1E-8059-95BE1043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BE18F-5D2F-45DA-A89C-3C41918B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26530-82CD-4B87-B2F9-FC1B157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F2BD3-C026-448B-A61C-46B28520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3242875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F1CD5-A6EF-4D2D-8C9D-BC337ACE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25E3C-3F1D-43E0-990C-9397807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5054E-6607-44B7-9A2D-2FDA9E5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1B37C-F53A-4CA5-9422-CC4F5119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F740-7789-4EE6-9814-FA13A67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Negotiating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81FDF-3733-489C-B34A-AFA670C1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EE3BB-5BD6-4EBB-854E-190ED6A1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0DC4D-BE5B-45F3-B4DB-184C1AB6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1C7C2-E53D-4B8A-A754-2BA5ECA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3E7BC-B2F9-4C90-BFBD-FBB5486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65440-85A7-4DF8-8BD7-9F735462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ACD3D-BF2F-432E-A283-B0EF604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B2C83-2C37-494D-B4C8-DA74E6F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39B26-5E4E-4997-B33B-DE952B9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3B1E3-6CD0-4443-8DE0-02EC0FA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9E8EA-33BC-4EA6-91EE-1BDEA769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C2826-E57D-4A69-AF13-CE11197B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B43C3-4376-4B21-98A8-78F507DF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negotiating requirements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636591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0F400-02E4-4B2F-9E16-A91B177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CA8AC-A94F-4B6A-8A1E-3D587F6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5BAC0-C55A-40AE-8BD7-68A78A22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BEFE2-F6A8-4394-B5EC-E0AD600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E7C16-755C-4171-84CB-8CD7C47E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Negotiating requirements: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22185-B45A-4ACB-B5C8-8F79132C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Negotiating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6D06C-8B6B-4037-929E-736B7834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7AAA-0054-4EB9-8A94-89DE6D3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85C9C-ED3C-4D91-912C-65C951D4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0C3E6-46F2-4B40-B8C9-70ECCD1C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12707-CCEB-428D-B493-99E18BAA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7141409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C10F48-E614-49F6-BEA1-C2F09D9D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AC3FA-CA11-4B08-81B9-9E2C6734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E0478-58C4-4216-8A84-51E43F5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88E35-BC1D-42B3-BBCD-3C4DECDC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27259-4779-408B-8A59-F2F2C25B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Negotiating requirements: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39C46-C2AB-466C-ACF8-7BE36357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1AFEA-CBC2-4451-B042-37D8A3B0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7BA9B-50F2-4870-840E-2CF47DC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842B0-0DDE-46B6-88A1-5377CEB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15646-FD85-49D2-8EFC-BEB34CB6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70655-567B-4515-BB90-4E604FDD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080AD-D265-4992-B8A1-3966EDE9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35C4A-3302-480C-96CD-FDC274DD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3A257-AD71-40F5-A486-C22A816B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AEAB2-96F6-42D1-B18F-ECA6105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45D23-F87A-4EFE-BD8B-4B246927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69245-40F0-4F16-A262-C2550F73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EBD7C-4ACC-4491-9F2E-734E950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D0EA7-20B3-46AF-A07C-46EB6BBF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5F838-923A-41C9-9C1B-3E4F936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AEB4C-A05B-4861-AA2E-DC94ADC8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722FE-895A-49B9-B961-5862E517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463C2-C58D-42FF-BAB1-F568A327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28894-04E7-4D88-875D-FA35FFA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093C0-4321-4FEE-BE4B-658BD245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F3CA7-5F03-4359-8B37-C4356A0D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6A311-5C56-4F74-9119-EC82025C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6791A-F48A-4F60-86BF-C0A5EF35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73999E-43DD-433D-9649-E2D251A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D2C76-ADC0-4AAD-8D0B-D3C443B9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2C94F2-B6F1-419B-B742-72653DE7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negotiating requirements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405929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A8881-CBDB-4ED8-86D6-AD266287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B9FE2-A96F-439E-8204-D4DFE22C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27436-5E79-4698-81F4-35BF4F2B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4FA05-B96B-45F8-9DE8-F47D7767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9D3D1-2FC6-41DE-B4A5-6AFD82F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Validating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91F6A-19ED-4164-9876-4AF3BD4C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D65D3-505C-46C8-AD59-75C1D81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4E6F6-96DC-4660-8DB7-2E6F7B87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26658-DC10-4D7C-AACB-C077465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0AF5B-69E6-45EF-B736-9358367C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53693-649A-47BD-88BE-9FBEF540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7BAAD-6B4B-46DE-98CE-91F83699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8C09A-1387-417D-8AA3-68D61C0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2B85B-7654-4E63-BDD4-FE6E7E96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C2618-D492-448A-9834-7168877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38929-E556-4BF4-BE78-D05D336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EEE4E-F09B-4334-965A-F2758B32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34A7C-1002-42C7-BD65-96DF91D0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validating requirements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277155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D546A-E25E-4CCE-AF1F-96F4011D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59952-2636-42B3-8A25-25599B25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21780-F7A0-4207-B9CE-3D6CEEBF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A7603-9CAA-40A0-91CF-DDEF7771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7BB4C-40A2-4D00-BCE1-7D0C4DA6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Validating requirements: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6F356-35C1-415E-B32A-71071B2C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Validating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E9041-0530-4AA4-B5D4-8F178901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44C25-9D32-41CA-81E1-DCE1124E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A5100-131C-4F1F-9A69-80F19381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FDD6D-4C1A-4468-AB1D-93A4249F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2C155-B5B3-4A9A-A95C-251F52A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6086335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B7407-3343-4FB8-9657-A5774EA8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B2B73-F68A-49B7-B8F2-549C9E0B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EE91-C306-41A3-8586-69EECD85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9F312-A16C-4E1C-93B3-18E566BE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4F0C8-14C3-4D98-9A3E-FEC5713D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Validating requirements: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6129A-1DEC-406C-8B12-A41E707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931B4-8730-4098-A765-383DD88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16D41-B21B-4FD1-B375-C24EAE7F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33441-DD46-460F-ACD1-FF6E4EAB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1239A-61E2-4E74-92F4-25694FF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D6A4E-6F0B-4037-B5A4-DA69B4B8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14B3E-DFC3-4E8D-9B71-8843F37F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3C85A-A5EB-4200-BAE1-2E45723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E89D2-3BEC-48D1-B2D6-84CBDB2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1ECC6-2842-4577-A49E-A447D90D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B5EA8-4923-4B5D-9C51-0C52E82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6A642-684F-4259-9FF7-7E00A5D3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DACB9-1D70-42FE-8C4E-2B0E0AC0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C7EB7-A993-43F0-9738-BA41352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15246-03EB-4ED6-A817-6633B929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3145D-47F2-4FFC-AD67-B6B3CCA0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8220F-9691-4294-A473-D0CD9CC3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7AFBB-0141-4DD4-AB86-38B51AD9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326A8-1DF9-4A8E-A57F-FE74DB3A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C6903-B5E7-42C3-B10A-D68A0022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6FCA0-20FF-468F-B5B9-A95533A8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9F0F0-14E2-4976-A55D-6B2A53B5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90E4F-4E48-49C5-B536-71D4E26D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7B8C4-3891-4AC6-B983-6DF6F156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7CC24-1E67-444C-B283-B1DF9F1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03BA78-628E-40EE-8B7B-638AA070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validating requirements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762460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3F06D-4C53-4C8F-AD4C-6006EC44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22707-7092-497A-A22F-94CFC68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A53F8-B9F0-435E-8B88-FF60D939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78DDB-CBBA-4A1D-9685-B050CE6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45F22-C6D0-448E-B2EA-9D312454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5D8F5-8145-4F0A-91CB-DCE8D015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2A714-12A6-4677-84ED-2D629EF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92FAA-BDEA-4C2C-84E5-2CF520F0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DABC9-BDA1-40F4-8408-8A80C5E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B4F7D-4126-47F5-9502-BAE46F4B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D085C-A576-4C8C-B61E-B37E6B9E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B23DF-D8DA-49F0-A816-0AF19B3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972F2-C0FB-45FA-8EC9-AB509068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22A13-0DED-4ED6-A98E-BA5B72D1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78CA0-CD51-4D83-B5D7-28247E44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62507-99F3-4521-A083-6824C6C1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8EBE5-0C27-4771-9CAB-1E21AEE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500D5-56E8-4C8E-92C2-71F52B9C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requirement analysis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334660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F659F-8B45-4FCF-9177-508BC04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38397-7F90-4ACD-AD32-A648C5B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1457D-ABDA-46CC-A915-268C4ED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7E013-BA04-4ABD-85BA-D5554725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32552-6D88-4F69-82BF-6C74D1E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 analysis: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39D24-162E-435E-9BCC-ABCB589D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Requirement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7390-ED1D-434F-97FD-6EB2039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33717-DB2A-42B1-B7B5-603E53E8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B4B8E-5C8B-448B-B86A-691A50D5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3C07D-33D9-4F93-BCD5-EA5328F7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D637F-E4F8-4685-AA8C-D0CDC811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5911305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7AC31-458E-45FB-81C0-0BB251B5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3AA53-4378-4307-8325-A977B43C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3CB9F-6857-4AFA-BAF2-B7CB64AE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EE2DA-56D8-488F-A6BE-910DD4C2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478E-89A9-4AF5-BDDB-966BA3A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 analysis: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1B767-70CA-4AEA-91E6-744FE2FC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0AF1D-CE6D-4BFE-8CB1-DEB7EFAD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AA394-6742-46E1-9143-DA086A10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F5DF4-DB0C-49AE-B64C-6806B582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2F7C5-843F-463E-83EA-2B32752B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41BED-7254-471C-999E-6126AB20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92357-B02F-4A0E-800E-31E9DDB3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625A3-696F-4B05-B673-71CE483A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7958C-8EB5-4A51-A492-07CF35FC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B628D-35DC-4555-82E4-93270A3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C0474-8E77-4BEA-9B0F-CDCE2C1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BC810-582F-4B9E-A0D4-AA9DF11F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1CF6F-382C-47C2-82A4-81882C2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A9EE9-C0C3-470D-AA67-CD1A2D91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7217D-B408-47FB-BB86-992ADD0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1D652-0107-43F4-934B-58362C6D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05FA1-D41E-4C42-B15B-489CA5AA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8F014-112F-4481-8BEA-D66D0402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5ECEC-3A5A-4953-AC21-8A33C298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CFFAF-8FE0-420E-A78E-66E7EE69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60CF4-7C86-42B9-8320-EECB978D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346CC-2EE1-407D-B68E-9A067FC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B776A-7858-402E-8C76-EC17F28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688BD-6651-45EA-87CE-2F370136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5FB61E-8666-4719-AD06-9D8D235B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D69496-14C8-4F60-A8C7-23B83E7B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requirement analysis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959131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4840B-BDBB-450E-BAF2-BFF00BD3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30A1A-44B5-4031-9B6B-B0851F49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6B6D2-644C-43B4-A875-23B424D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26092-68F1-4E44-A9A6-EF08C78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56B1A-8981-4A64-82E1-76FF9E8B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 analysis: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C4832-4867-44CA-8767-02592831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C70EE-696F-4526-9D66-608285C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2ED0B-B4C8-442C-9B7C-010AE965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DCD4A-0D4B-4CA4-AFAC-39267BA5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41622-BBC3-4238-9126-F06FF21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61473-5E56-4A0A-9081-1699E3D7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Requirement analysis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EF019-2D3A-4054-9F88-BCDC30CC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94F97-E340-4006-98DB-9DD8E7DD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EAB5B-86F8-42CB-BC9B-A9F50F8C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CF591-BC31-4039-AF37-263F84E8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44286-B5FF-40F9-9D3D-42CE83BE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2BA59-D9A5-4C62-AD2F-F0C82A6E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40D13-CB72-48B7-AE88-4098544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BAC14-EA0C-49E6-B6AA-C9471460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EDB9B-1E45-4C19-A0DD-50738D22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7D584-E537-454A-8BF9-5C9B80D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3667183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4FF36-66BF-4D0E-9D96-6BD71D5A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B8E7D-8ABD-43DF-8765-ADDA4980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3FBC2-022C-4FB6-A922-C2B362E2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F12F5-8DEE-4F07-AC3F-50A00CBC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15023-DCF5-4439-9622-210FCA74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Scenario based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5E46E-0983-4B7C-8FA9-B4BC707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AD40F-3FBA-465E-9E11-EFA5D0EC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Scenario based modeling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8FAC1-E362-4BD8-8035-CEB7A90B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020D5-72B1-4F32-94B8-2D04874A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7FBC7-8D2B-4696-9D60-A339B8A9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2A059-8B72-4D61-9D9E-EC275967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316DD-0178-4DF8-833F-1E10F8A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8ED2E-0072-495C-9652-0F2450F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653F6-83B0-4557-A4DA-7579D811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176DD-2608-402F-A2B3-0407FE70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149AF-ACDB-421C-A85B-CD7E7940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FF820-45E4-4566-B77E-26261632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E11A1-B6B1-43BC-AF05-B4BD6312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scenario based modeling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443118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220A0-604E-4FBB-B9D7-3C061D34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D4B30-8E8F-448A-A97F-52B65FC7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0226C-00E7-476D-ABBE-844849EF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36CB6-4172-41FC-83C4-A97582E2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F707B-325D-44F2-B7E8-50F27B7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Scenario based modeling: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C6655-C850-4626-89F0-005AFB2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Scenario based 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CA1B7-AE24-415E-957A-AAB3E69C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2A89C-F435-490C-89EF-8A6FBCB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2BCB0-8312-4483-9917-F9E69DD3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3692D-7912-4F20-BE96-B3A48C98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03DF5-81EE-4422-8B03-FAFA9812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39253120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AC775C-60B3-4E6B-B0E6-A1AF8DD7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8EC20-0F93-4FA9-93AE-A8540387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C873D-B788-417E-AE87-40543966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48DD6-5BE6-4435-AA53-57FE5CF8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6FB93-AF31-45CE-BC56-F1D7CD68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Scenario based modeling: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5D787-0991-4D64-AB5F-3B9D3CDC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D8402-0F06-486F-A60D-8E8879EA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A10D6-0598-46C1-85D7-BB7D638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CC73B-DCB9-4646-9151-C7C6E85A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5A88F-CEB1-48E2-9AAC-C34D54CC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BB984-18F6-4418-9696-BC23FC00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86362-BF52-4684-8CBF-FCA5CF45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C2CA9-7969-4665-953A-79F8479F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33880-B020-41CA-ACE8-CB593148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57E55-4836-4246-9A7C-B2D63315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20A02-B1E4-4E85-880B-273B64D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C11DB-7031-430E-9F60-C0375176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F9399-6048-4D5A-9132-43D15F4E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75B76-5489-4896-B83A-F079D582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C2FDD-8FA7-4EFF-9662-40433935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A12BB-C01F-4011-8927-17046A04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EC1DB-CC9E-42F2-B227-5116E59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FEEB5-31C4-4061-B993-4E36674E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EE5DF-8841-4C2A-9063-E0E5A2F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F95F6-8457-4EE8-84AC-E0DB5EC1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8060A-020F-4289-8AE4-01C37A88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AFFCF-6FB6-4B0D-AE5D-EADAB67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84457-B6AA-4D42-A79A-202721BE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8FA32-A536-4606-8DBE-193AD9AB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8C964-4022-4EB1-A632-71E1E6A5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7D5D7-3B48-4797-A669-A31F1813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scenario based modeling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065102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FE367-5BE2-4941-89E2-7E24C03B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C0D2-2E18-4FD3-8FB0-C5C3FEB3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53586-DDDF-403C-8E49-C60D0F24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4E7D9-9E42-459F-804E-3A31E5C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2B846-CC24-4965-9D83-DF6CA5C2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UML models supplementing use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15850-37BC-4FCE-87EF-FDD32928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9127D-7466-4A29-BF07-608A149B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Requirements translate stakeholder needs into verifiable software behaviour.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F346A-BC41-40BC-A885-41B3B172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78208-02F6-497F-8DB4-8DFDD27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Good models separate what the system must do from how it will be built.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4F5F1-0B3C-473B-84F9-F1C4516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A85EA-B00B-4818-BF08-3687B6F0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Validation catches ambiguity, conflict, incompleteness and infeasibility before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324CA-3711-4A5F-AC36-545CC3F0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958A3-5A15-4780-B79E-5334DCBD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273E4-A966-40E6-BC3C-B09433E5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5F508-9EE1-41EB-948A-8DF19839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5D3B2-29A1-4DA8-ACD9-220590FF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69A5A-28B1-4E9A-B0E5-AB0C317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0ED46-8347-4498-B45F-745248F7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uml models supplementing use cases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079738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32F80-CA38-4A40-AA57-A5BB50C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9BE5D-E311-4100-A6B9-08314B99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CB131-0EA1-4E7D-B902-F4EAD79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5F18A-5C31-4FA6-B9D3-F8B38E40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F05A2-C64B-4409-BA8D-6A1A62B7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UML models supplementing use cases: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0A72D-0496-4F8D-BB72-C5DE54E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UML models supplementing use 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B0614-81D9-405F-8818-3950B5D4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CD5BD-8527-43D3-8A63-7E74CD4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CA109-5C89-4B23-B371-3C7DB36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98CB8-F21C-446A-8782-94B3DCC6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FC688-C48A-4FFB-90AE-D6ADA824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9610997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91B8A9-DF64-4DEA-BBC7-6BAC26EC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CFE9E-8C34-4F2A-AE84-83954A60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CA029-090B-4CD5-BE96-C2ECCACF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34E74-3121-48CB-AE2D-3CCC2136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EFDAD-D3D7-4C4A-BD67-3D8004E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UML models supplementing use cases: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F5B28-AD1B-4DBA-B595-ACFDDB17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7583E-A826-41F5-B707-727E7F99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0C6D3-A019-4D9C-BA2A-E6AD447C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2D13B-083B-4DE3-9DD3-B4537AD2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BF580-70D8-485D-8AEB-C670ACC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99275-3F44-4CDD-BA4A-E8D95C4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19B8E-4C96-4518-A303-966B720F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24894-C6B4-4992-B2AC-702E6408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FF3AE-18F5-4BBD-B4E7-67D02240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F6734-18CE-4361-8C1E-1B20163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7B6EA-3AAB-45D5-B14B-8136EAE3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B9B4F-A2C2-4257-A4B0-E99EA6EE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235F7-0B0D-436D-A1AC-556404A1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5955A-1CA3-4978-9824-F0F05A8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524B3-B660-4F67-8E7A-B069257E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0A97E-E2E7-4FEE-9A58-6FDCF0E0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88DC9-607A-4D55-8C78-2265C63E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0C357-5037-4172-9CF6-4D6D4098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F93C4-94C2-4C9B-85D0-3D312E23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1D2FB-14AB-4432-97B7-3E544B66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EDBF2-3BAB-42FB-A89E-4AE4C5E6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736D76-6239-4B20-815F-581377CD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9CC84-8AEE-43A4-AAF6-F9A4882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57C737-FE06-46E4-8209-336FF853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61F0E-10D1-4C65-828F-EDE5812B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F4D6A-7E34-4DC7-9C2A-56A722D3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uml models supplementing use cases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490480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699FE-4477-47BA-8BCA-FDE6C49E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6914C-D863-43C7-B71B-4926F31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641E-402C-4BD0-B19B-5B11B19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C776D-8033-47E0-9265-FEB0F50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717A4-1DCE-4067-91FE-5A9B982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Data modeling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8D175-BA7A-48AC-981B-3DFB7EF7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9FF15-15ED-408E-957D-1BD778B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Data modeling concepts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82189-05D1-4B2D-AEE9-19B1C884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A105C-6B78-46B2-A48F-B785AF14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A1FA7-9AAF-42DD-B6CB-5017AEDE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3534D-4762-4ACF-817A-4346E7BA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816C1-EBCA-4B53-B708-0E759C3E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3FD59-EEE1-4ACD-AE81-31E7B737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9ED89-FC6E-41AF-9419-5259BEC9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05AA7-1A18-4FE9-A16A-F339466A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252C8-24D0-4E8E-8369-C9CF7991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E8082-13EB-45AD-829A-677966C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36E13-CAF8-4530-8F13-D816DAFD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data modeling concepts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414657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E865F-705E-4D63-B4C9-CE6506D4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EC50E-0D84-4617-9A01-6CDB2479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D0437-902E-4569-BE9F-CE5D8DF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4D836-D182-4749-8655-5F3BABB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4C545-6D8A-4BD9-B528-D8966964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Data modeling concepts: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20B28-7C3F-41DF-AADE-69E633C6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Data modeling concepts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33F4A-1AF2-4D41-A650-AC2A253D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67A1C-23A5-470D-9517-D7ADA5E2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EBA7E-036C-41FB-9F2F-37D93854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9E264-3A60-422F-BAEB-069F1A3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6136F-5460-452A-961B-A31A4A1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8875828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98AD8-A162-4D27-A70B-2D29EAB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0266B-BD5D-438E-9C1C-B5E7A328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34684-9BC4-4CB5-B3F6-D8238E78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2CBFD-C78E-4079-BCA5-259AA639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2353F-DD14-4AF4-9D00-C36A83E5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Data modeling concepts: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35569-9496-43FB-AE41-AC62BD46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8656F-A82F-44D1-B00B-DC55AE08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C4850-00BE-4D33-BA01-45461613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84DEB-0B37-4976-BD4B-D7401FB6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61D0C-A99D-4650-8958-FC692E3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3D880-4258-4353-AAC7-FC1E96C3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BD524-4AA4-4EE4-A9E7-C0D24775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C9522-F002-4072-9429-C3FD574C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21BD8-C517-462C-9F69-C03BA4BA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BB8B1-36F2-4A98-8B8B-D2DB4CB1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C8E8B-605A-48D0-A7E5-E25357D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68988-53D0-4AB4-8C34-CAD0BC3C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95A41-764F-4464-83F5-4D9460CF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EA5F2-7F7F-461B-A76B-657A39A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87132-D3D9-4B36-89D3-FF39A1D4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F1C03-0FA8-4092-80D4-3326396B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F7A6A-557D-465D-8D6C-1032C82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60BDC-6468-4432-AE7B-E4ADE60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875D2-02D9-4876-AC99-E21F70D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83B9B-BFD6-40FD-8EC2-BF419C6A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D1A04-BAC9-40F5-9CFB-6D31C685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8082B-D59D-44F7-A64B-BBA1C367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2E64D1-54D0-4660-9631-5E0A62DA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8EEA8-126A-4C0E-B1F3-9A3962FC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AA61D1-B541-4E6D-96FB-80826E70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601D3D-23C5-4A2B-9F49-539191AA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data modeling concepts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248691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1B7E8-E599-4DED-8D33-ED2B9A74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26B94-000E-4790-9CFC-36A79307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EB43E-51CA-4B4D-A9DD-D1473A5D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FABD0-7609-4EC0-944B-75905C96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30C04-43EE-4DC2-A0F5-9E46854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Data modeling concepts: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ED7A0-83F3-4B9A-A637-4270015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93D14-C2CF-4770-938B-20217B2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4D109-6A0E-4B44-B615-E12003BB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8CA7D-4DDB-4F56-882C-B64C18D9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CC12C-B83B-4127-9B60-E8A45EE4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7B2CF-0452-46B9-B86B-BF9B83F9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Data modeling concepts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EA28E-7133-4661-8744-ED0F89C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C9481-4989-49E1-841D-60E7E2A2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9B9A6-AE39-4087-9BC3-9CD324D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9987F-0C48-4E61-89F5-155969A8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FC1C2-D400-445C-8ED2-40DA1AAD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12A8A-A448-4527-829D-BD49976E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86425-CAE0-4B12-830B-F56EAB8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50D62-FF40-43FD-9EF5-EC312719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517B7-18B8-4FD9-9F0B-BCFD054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8CF83-09AD-49DD-AD9B-381ED9B8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105384912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07A9E-56E0-4E47-A21D-245D4CF0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17108-11D5-4465-BEAF-504E5158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F09B8-D025-4D63-ADB2-C2300E54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4F09C-58FD-4081-ABED-1A27AFA5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D3ECB-AA2B-4814-B1A9-59D2332A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Class-based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F125B-C857-4797-BD80-CE9C530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10C14-D68E-48ED-8C57-E065C05F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Class-based modeling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AF449-B40D-44DD-84D1-02E3F981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4C15-A195-4734-AB80-FB93E2F4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755D9-3653-4D4F-AD6B-71477BEC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4D228-F64B-45EE-9D1B-954DF42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F701F-2715-4512-BDF0-23A4316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C8471-2AE7-4D86-AE6B-C226D88D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83382-5C40-4B52-AEBF-63530A0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D31B0-B6B2-49A0-A996-1B06726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83D2B-2EF7-41FE-9809-01F06D60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3502D-2A33-47D9-9EB7-1A1038B1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2D36B-5E90-4627-A236-F70E8767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class-based modeling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518034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6EBB2-6758-4B11-BE54-AC5CB271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FE2E2-7069-4A01-8F73-A1182DAF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0572E-24D5-4F56-B751-B2F1122D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2C685-6FB5-45F4-97D3-646EEA40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0506E-5C78-44D8-849A-F331DA4F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Class-based modeling: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02417-C2B0-4CBD-A0BD-65E5B1FE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Class-based 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FF4D6-B3DA-48E6-81AA-F4CB9CFA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E71E8-12F9-4355-8F75-954A399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86F74-AF0A-4113-B44A-6F97906C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9F836-DDB3-4577-A221-5B8A58C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6E5C1-695B-431F-B68B-DB0F141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83181849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1F7DF-2257-4A3A-A67B-66FF94A6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0A3CB-25FA-43CF-897A-BD55C548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C870A-8C42-48FA-BB42-C37383DF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D299C-1BA3-483B-BCC3-C2F2389C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0ECCD-3F19-4143-81E7-3FBAE8B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Class-based modeling: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111EC-2D59-486D-A876-C3C71BD7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DA8D9-D0CE-488C-93DC-821985E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5E8DD-B7E0-42A9-845A-D745625B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CD48A-4B55-4317-A62A-EDE4DAE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3F779-2F09-40C2-A473-E390188B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0C3AD-C8E0-43B4-A6A4-F2664E3E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8C12F-C783-4D31-BB3A-821A0C5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97216-5524-45B7-AE77-22381AFC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E344A-F405-4A49-876F-3E51FBE0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90931-E92D-452C-B8FD-102381A8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09F5B-6016-456A-8484-71FD75E5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9270C-01F7-447F-A12B-FE66C374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A7537-EBA1-4882-9D1B-721262D0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2CB08-5E11-4C95-8313-3AB2C31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31011-9B44-4E5F-9A91-0999ED9E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C8DFE-CACA-4BFB-9A61-6CB273E4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72105-CCEA-4556-A43C-4F1FFB15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63B70-9EA1-4F24-95BF-F0707359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A74D0-4EF3-4267-A3DA-2027DE87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9C06D-139C-42D1-96F7-1DF7ACD4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4FDF46-CB77-4028-A91B-C77A6580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C7D76-DB4C-4B7C-8FA6-6768A572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E5CC8-0CCD-4B77-9935-2E5B570A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061BC-0646-4901-AEFD-97F9D314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C2E55-AD52-4396-8DB8-7F67CCF9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31E6F4-762E-495E-A0E1-AA8CE8F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class-based modeling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2193849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15A10-6C16-481E-B7F0-D474C5D7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A738D-61DB-47EB-B3AE-8EA041C5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22E91-21BC-4F13-BA18-88CA487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E620C-CAF5-4720-BF22-28B90F1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648D0-4534-4A80-B1F1-6DA5A75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Flow oriented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33D60-F0F9-45D7-B4DA-3EC02594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D09ED-BC26-44AE-B685-BE73CE96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Flow oriented modeling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2DF08-BFE7-4944-B4A8-54DCC984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79443-9D60-42A9-9ECD-51481BA4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0E64B-9D44-4929-9F63-0A51CCA1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637C5-576F-4488-867B-01331176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06A1E-1FF7-458A-BADF-57ECD70B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F6C19-02BB-4433-B9FE-3C1907FB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84F39-DBBA-49F8-A2ED-7F5F7BA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531FC-5D8D-48AF-B017-8607D85B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FFB0A-7061-4B55-9402-0583715D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85392-2E5C-4D47-9B30-EAEB5AAC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37D40-DB00-42F7-871B-B840E4DB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flow oriented modeling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8396044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EBD1E-4EE5-4F23-A1F3-C4DBED3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67BD7-9472-4747-8DD1-DFB6D9A8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E1000-2C61-4320-A0C0-8251028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D8940-BB78-40AA-B01A-335E4BA2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E1566-7893-41CD-AAA1-096F3E8E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Flow oriented modeling: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206C4-0FC3-485D-BDB2-0D0216BE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Flow oriented 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B0B0F-82EB-47B1-8446-1B8C11CB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CDB4C-596A-49D7-B07D-8341555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C42B9-81EC-42F3-A269-8D9C471D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66EC7-7C76-4DFC-A258-C9D26F9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EEF1D-AEEA-4DCE-AAE4-16F53EED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88177694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B62CA-E81A-4E09-92C3-67BC74E7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76134-B9C3-4DDE-B7B3-DEB7716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DC612-9852-48CD-8533-A1214F8F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DC79A-00BD-4643-A708-5A82B1E5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4F4A3-716C-44BB-8311-05A4B38F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Flow oriented modeling: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9B3D8-A857-4086-8EC8-B7B26375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2991E-3B9A-42F1-AECE-B83AA3A4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DEEFD-A5C9-4C8F-A979-8205DD8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9C070-965D-474C-B6EA-FF25E5D4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7E325-60B0-47D7-8A8A-E9D73D5D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92285-8CD5-4F72-AD7B-01E5D1F1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34C99-C504-492F-8CD5-0CD87936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BE1D5-F425-4140-91EF-DFBD2642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AE617-6447-443C-B243-042AE8F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A5105-2819-4D14-B362-5C826608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0B222-F646-40DD-BCD3-FBA03F8A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EE42D-DD1B-4743-A0C7-B3C07551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569BE-3F0E-49E8-B263-A7132889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6CC47-82AB-4605-A0D3-0E0A347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BCE93-9100-4410-9859-5B773B2B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82209-0BE5-4B94-A4A8-AC063AE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5FA1F-EB8B-4C4F-A7D1-6157B363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D825E-C4F5-40D9-8304-BE935025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A3DC6-2A83-4637-A84B-47FBD880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4120D-17BA-4D33-9C03-3B8E8292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A07CC-BBDC-4901-9183-179338BE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4F087-E8C1-4439-920A-3721FF8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21BFB-0999-433B-845A-7DAA37A8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03D94-711F-46CA-B166-F232A6E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BDED41-A892-4F31-9227-ADD0E432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4F613-7401-4D18-961B-0B73411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flow oriented modeling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2802950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87251-A8D3-4CC0-A737-F7B8B66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34D06-F971-441D-B2ED-50ABDB3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19833-90E0-41B3-B899-ED0FEF12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6457A-5E7C-41B7-AC89-F399387D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E5A04-D139-43DD-AA3C-9978CD44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Behavioral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AEF51-F9D4-4C83-A17F-5DB002D6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D081B-D453-41F6-9248-CCF3E7B8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Behavioral modeling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D1F77-D3A6-4773-8641-7AB68DA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E488F-12D2-4156-909D-C747BA9F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D75D4-765D-49BB-876B-5010BB61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8573C-661B-4F67-9B85-B66830E2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6BCD5-E103-4692-8A11-C3B8838B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CBEBD-ABD7-4635-BB86-CDF857E9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DAE8F-518C-4BEC-B98F-D4D3A4E5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BC60A-4BDC-4826-9E75-64AFCF5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58AF0-DAED-4DE0-8229-0194BFB6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1424A-8267-49F3-8216-2680F5B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44BDD-1F45-43AF-99B6-9BD36D3C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behavioral modeling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3615957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3DACC-AC65-43E9-A75B-F7852705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9F14F-0F29-402B-8F47-000E10E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5A6EB-D7DA-4599-9900-E90403F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0EBFE-315A-45AB-995C-8026A1F8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C293E-51FC-4AE8-BEF4-A1B3628B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Behavioral modeling: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95D78-E0E4-46FF-B659-44CCDBA9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Behavioral 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02EBB-D1AE-4FDC-A4EA-792DD6D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A9929-4F56-4941-990E-2F7143E9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277E0-BBAE-4B79-8900-484425FD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787D6-74D7-40FC-91D4-EAE0C9DE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B5847-15E7-45C2-AF50-219219A8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69785470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45A4F1-B867-437F-BE19-4A002CF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C2FA4-EA1E-4EAD-8FE6-A577898B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461B4-B749-4266-AB36-9837338A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5136B-DC33-4B5D-AF8E-8971218B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EA7E4-AD42-4F60-9E6A-484010F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Behavioral modeling: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360F1-91D6-4D4C-830E-6F864957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44DAD-B59E-44C1-A209-EAC4A5ED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A4C58-87DC-458E-97F1-DFD25674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3E442-95A4-49BA-9250-1620F272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3F5CB-FF0A-4302-BBED-792F9B6D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42AFE-1CB4-4FF2-AD79-C6D54C47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9E5C3-43D9-4A52-ACB8-63A9042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E35A6-B381-485F-BF9B-7E7B61DC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4B8C8-FB78-482F-8E84-736A2268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A1ED6-C664-4289-85BB-3A8ACBD6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8A911-C705-40A1-A3D8-172A0B7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591B6-8FDC-44F7-9764-A2E5A774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010FE-2FEE-4939-B525-B27C007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74FC3-4C5D-4FFE-BB31-AA63DD15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588AB-2DA1-4735-9491-5C7AF25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4FFBA-5C8F-485C-A0CD-3929F002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6D5E0-9E03-48EE-A037-01B8EB4A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1862C-B6A9-49B8-A979-D73436E2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06DFC-5E1B-445B-9062-F3FD854B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A3853-CCD2-4DDD-B454-EE15C136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8CA29-3D05-4555-9F1C-3D15F0CC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00099-F607-4E3F-966A-B75CB84E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F1110-BDEE-44F3-B95C-021519A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5D7B0-A441-46DB-9A81-9739A9CA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B8D6F-2498-4198-9DA0-9DBAED8B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FEE51-7B6A-4CCE-8389-085E0F9E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behavioral modeling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4664408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B33AD-D72F-4FCB-B55E-C25AC3CF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51E96-5780-4688-9676-B89FF4C2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E05C0-61E5-4261-A3E3-6E86359E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158D5-981F-4510-9811-C47ACD4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F98D-1867-45A8-9C78-EA941B78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Behavioral modeling: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9A405-0872-44C7-82C5-37FD24E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C66FD-88EC-4328-9429-E55185F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94667-6A3C-41BB-8FCF-B88F3B2C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91771-850A-477B-A0B3-6178F9E7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47F01-8202-413D-86AD-7C95E0CE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E61B5-78EA-4215-A6A2-BDD12950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Behavioral modeling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B1F7D-F54C-4DDA-A137-79EE1E7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A45DB-442A-4B7C-91C8-D2A5BF95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A6919-0B27-4743-B9FA-EB0A160F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6C2DF-0BE1-4319-93B8-76F4AA7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D2A42-F8E6-42C2-8FD2-AAF3BD11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CF996-FD82-4746-8B13-1661D8B8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9435C-B799-4923-B6BC-E214DA4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63DC5-289E-4F70-A9BA-4F75D1D0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B676B-7BE3-4DED-8009-7AF155CF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F7271-E186-4760-84A8-07C2E61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117478323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A1D30-DB0D-4AF2-80F4-3753B50A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379F7-D4D4-451C-B423-F53A935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0CD4D-008C-4360-A17A-6E7B507F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AE7B8-F7C9-4EB8-9073-C959A6E0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A45D5-50F6-4373-9274-EFAA8784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Requirements engineering vs Establishing groundwork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97792-7E9F-4C2C-8F9F-71BBBF0C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49F3-4885-4036-B7D9-7CA41D14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86BA5-BF8E-4C9C-A6A8-4938A3F0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Requirements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817C8-A66D-464E-95C6-DD1C61B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Establishing groundwork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239A8-D8BA-470C-8B6B-39683824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7FEC6-9054-42C6-BED6-8A04D58E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736EB-401F-46DB-9F8F-A5BE1A07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FBFC8-4761-476D-896D-414B1CA8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77FE2-F4DE-4B94-8426-3029A1AA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DCDB6-0355-43F8-B0FC-EF46C0E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1D31F-77F7-4D89-8B80-4D2A25A5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3A66F-9A5F-4CF4-9620-7551476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B8129-66B2-4E61-852A-784C531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40501-8BA0-46C1-9BC7-43E21B20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90E8C-D564-45F2-9736-F78BEEE4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7DA66-2B80-4964-B3F3-6E7C3EA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EF3EC-EF09-45E9-9E65-FE385807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14524-BD65-43E3-869A-6BE6880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9BF68-BC84-419B-9701-796EB3D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43AEA-02CE-4DEB-91E0-5335A202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7022770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21C71-1E93-41DD-ACDD-199F8D4E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77AE7-86D0-44A4-BD92-8BD31500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112AE-44C8-4454-9CCF-1CAE9C1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451C5-4ED9-42CF-B33E-D6DDBA5B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864F5-A231-40F6-A74F-AF3085E6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Developing use cases vs Building the requirements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FDE4D-F52D-4E82-A853-2D40E59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1A850-C7AE-4656-AA31-727BBD0A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BB8A3-C880-499B-9044-7AF19D9A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Developing use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770CB-1F87-4B98-A859-777B8A9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Building the requirements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601E8-903E-4430-920D-0CBE8601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ED4DA-A887-458E-A411-E13370A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748B1-BEEF-40F1-8F6C-988D25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D3FE8-8CA0-46FE-B2D8-4A721DE1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3B981-2A22-411E-B4F5-E2D4B748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D50BD-00C6-4EC9-A25A-7C33FDA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C9E5C-B880-441D-8D6E-DA1900D6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40759-DBE0-4C63-ABC6-F9856FC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40254-1414-489D-BB10-5B73EB84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63D03-9754-4462-B797-E309EC85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496D8-368F-4041-9521-3DB98F59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75A3B-9487-4E85-B88E-D85A967B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DE583-898A-4965-B250-AB283A97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D4C50-16B4-4C21-9D9C-754BB30F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63C0B-9558-4731-AB63-1412A7C7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81D55-C0C3-4C72-9463-8E7476F0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7795690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2A044D-025F-4B85-8BF8-FAF68F9D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DB75E-A8B5-405C-A589-F14048D8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31820-3835-4561-B372-46D02C44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16B08-753B-4E46-9E7C-011EF943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B8184-4A35-41AB-80DD-664F2838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Validating requirements vs Requirement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2B3F3-AD0E-4DA0-825F-2C8F3C63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D4F2E-6853-47F1-8FCE-51C3557F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E6760-B553-4BA6-B6D3-509D94F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Validating requirements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50249-2715-417B-AF96-A0C32184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Requirement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4180F-6A72-440C-BBB4-ED15A429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45560-4F52-408F-9DFA-429A4FE1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5ECFD-BC99-4AC8-A225-4123E8E5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9F4CF-1527-4246-956C-72358F5D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724CE-D9D8-46FE-AAD0-A27D51C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1FD9B-C0F9-4D38-80E4-D7C15FBC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CA2D5-519C-4214-9163-8908760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900DE-1A02-4AFF-AA10-9A272658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58A1D-C3E3-4D45-9087-804FBE52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4FE97-37B4-4221-A308-FBC38AD5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295BD-0F62-47FA-954F-F6C265E2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DE03B-D33F-44CE-B563-13B304D0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0B388-C59E-4211-A823-F147292E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8F5D9-16E8-4C36-BAFB-6E2461C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E1211-F6A5-4996-83A9-13E5D25A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B9A1C-67D0-4940-9AF6-3295AF4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6613562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CB70A-41DC-4E2E-AB74-D1AFD462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36D7D-3B18-43E9-A39B-DA7F2D2E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61472-A0EB-42A6-8D36-8B68B0B9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7CFE9-BBF4-466F-AC8D-3FEB297E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736DF-95BC-48F1-A390-CB9F74E5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UML models supplementing use cases vs Data modeling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5807D-DEAF-4653-8E73-678C025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CA125-BFAD-4157-B64B-5DC07733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56081-ED41-4592-B21F-6653A1A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UML models supplementing use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68030-D3E6-4454-B561-B04D575D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 modeling concepts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1E53C-A4D5-40A2-9E23-11BA2C6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029DB-D77C-4B52-A2E1-F9EB6FB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0F83D-DB4B-4402-81D8-F5A1D87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48D63-451F-433C-8FC4-49A9502C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3C176-C20F-40E9-A17F-DAB2E3C2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FBF9A-02C1-4626-AB37-A00FF2E4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8A8B1-82D4-49D2-9625-F3BC4625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0B877-C9C8-448B-8ED4-4544712B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6F5BA-E679-4599-B6DA-EBBEEE2C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EC617-5691-4F11-AB44-C979A0D3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C9A92-02EE-4290-9832-C83B34D7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CDC81-C941-45E8-A859-29FDD4C5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F78D5-5607-435F-B3C3-5414A44B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E55CA-78A5-479F-8E2B-AC765EF6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A8B1D-8496-45E0-9DC8-FF4F110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0BC34-290B-4866-A61C-1A7CEDA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8474515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DD733-BB99-4D20-BDD3-64148FA2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5D4A4-A62A-47DC-81C5-C709572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56E80-0335-45B8-A24B-D737B07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FDAD4-7F1C-4C7E-BF9D-7B935A9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973D4-9D24-4382-A7D2-27B0EA97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Flow oriented modeling vs Behavioral modeling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D9E6C-E323-4730-83D9-7485C981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F6187-E9D4-4197-BFA3-8D410319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ACE8F-DE4F-4EFC-8A39-9DD2A9AA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Flow oriented modeling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2E0C7-5FD0-44A2-80B2-108F6740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Behavioral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28A4E-2FAE-473F-AF30-7A90429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9B650-30A9-466E-9E1B-77A6CF0E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12291-2EB8-4583-A8FA-8F2C8ECB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CFB04-F40C-4A1C-9351-37FC6739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479C4-FA95-41E0-92B6-CEE6C6D3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7B5A9-CB43-434A-9409-85926659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7E0E9-89B2-4A73-9578-1C6E329B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701A5-363B-4738-A4A5-BC7FFEEB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236CE-F330-4FF2-B6A4-27293507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19422-A954-4F29-95AE-D9DA0B4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36EAD-9363-49A7-9D86-9129CECB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9C704-23A8-408F-B1E6-8905EC6C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2308E-1E6B-442A-8C1A-4F828BD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C0940-8AD1-4691-9475-AA54331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A3C32-77E0-4969-A5F3-425905B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7BD57-E124-4A47-BE37-584FF28A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3294513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424D1-7780-4CA7-81C8-5B7EB8E5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762E8-8972-4336-A5B2-6EB047E7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64591-1388-4DF3-B3EB-656D724E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F9804-40F2-4B03-AA40-FA76E71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9C721-2A77-4FC1-84E5-837C83A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2F75A-30AD-49D3-BB0B-96754023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13F5-CDD0-4F79-AF88-BDF2585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05F92-0B0A-4F75-8292-569F3A49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EF115-73BF-4E39-8298-F7A00DD7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345B2-7582-41FC-B8E4-36AF66A1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574B2-2D3F-41A2-9986-052E7E66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CB547-3BE9-420F-9996-05405E5F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Requirements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5D77B-57ED-49B2-BD01-638BE54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183A9-58D7-4113-9E89-550E291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Establishing groundwork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D0B4B-A408-4D39-AD8C-DD9A77E6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DC69C-1712-4D47-99F1-FE03025A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Eliciting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02761-9E44-4196-812E-5B8553E0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F6344-3312-4602-A335-E81997B0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Developing use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36D9E-E5F1-4BC6-AFAF-72C94D8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40AF4-C688-442D-A12C-BDFA8E86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Building the requirements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7CF826-DA7B-4E8A-A4E1-073D71F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26FE3-9245-4F5E-B0CB-4DB604AF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Negotiating requirements</a:t>
            </a:r>
          </a:p>
        </p:txBody>
      </p:sp>
    </p:spTree>
    <p:extLst>
      <p:ext uri="{BB962C8B-B14F-4D97-AF65-F5344CB8AC3E}">
        <p14:creationId xmlns:p14="http://schemas.microsoft.com/office/powerpoint/2010/main" val="37232004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15FAE-8889-4DB4-A328-19DA01AD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E0291-5FFB-4E3C-AB40-F73C4C1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5188B-9B38-4804-A6A4-B8934FF4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9D204-E24A-4625-A2E9-75C81A4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08F31-DD2F-4187-8C48-5ACCDF6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73EE9-8E7E-4401-B93A-BC6954CC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3B0F5-664A-451E-A261-2375FDF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A18FB-57FF-43C2-8B81-6A9E3D9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4AE0A-EF65-463A-ABDB-E5F436E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83BFC-A8CC-46D9-B281-12AEC69D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5DF1A-E7E4-4008-B610-EB06B0BE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Requirements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DB26D-48A1-4C8B-A04D-8552671F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2F58C-1214-4DC5-8F5B-9200AA71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39E67-7384-4EEB-8D94-77ED460F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93B00-414B-45CB-B2E6-CFAF10CB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Establishing groundwork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01877-F300-4660-8477-34074589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8E9C1-E9CC-41B5-BF3A-05FD420C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EE1FC-33E0-4F5F-A926-87605104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57E01-4CF5-411D-A768-0EFC2DC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Eliciting requirements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E28DD-F80A-42C7-95CB-1489F225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21F38-4AD0-4817-8BB3-0B8208D8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4E87B-F9C6-447D-A48D-1B34F706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33E84-A880-4359-B772-9DA2CCF8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Developing use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2D1EF-1256-403B-AD60-9F1160FF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F56AD7-C7A0-40B8-8F28-432CB929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56744853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BBEA5-64BF-4330-903A-9B35F349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512FC-B9EE-43AF-AE09-3A5B06EE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01A7B-D024-4BF7-9067-1FA111FF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29A33-4A01-4770-A55C-F037F52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67241-E994-4402-A0FA-A2F0CF1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369B9-E4E1-4127-9E68-05DB9225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D61BC-AA8A-4500-BF0E-5694FBF0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8EA8C-04FE-4B3A-84B9-33DA914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86746-4A0B-4858-BD00-B7F80A59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DDB2B-AC8F-494B-9F08-0645362D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B23B8-89EF-4FCC-962F-787FEA8F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072F2-AA1B-4218-A8AA-BD3F566A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F8B97-06F8-4E7B-8521-3965FCB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20706735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833DD-ADE6-4F77-B3C2-B993517A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42045-79C8-4589-B549-3C1232E8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31A2A-6E24-40D4-B7EF-6C90451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FB955-E72D-47C8-BCE0-8F5268F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1AE8C-B903-4419-AE7E-781382B6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EB1B5-63AA-40C7-BD4C-E85F80B1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A8D9E-A570-43A6-8F17-CD63B79B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32B8F-E81B-4125-B44D-89DFCDEF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316C3-B38F-41CE-BDD4-AA956DD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F3DFA-88A4-41DB-95D6-3F005508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85E2D-1579-4F68-9337-56028FF1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D42FF-1BBB-471F-89F6-A84B1FFA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5E096-A5BB-419E-AD9B-CBF1C767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869C8-D8C6-47DA-B4FE-0E6ABBFB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8368F-67CA-4ACA-9777-9A522939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86546510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4F09D-FA19-4E23-9685-0581E1B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33005-00C7-4B8A-9474-AE345DFE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64F05-138A-4447-816B-1CA57D39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81F64-2C31-4E44-AA1A-21E98CA2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50577-89D5-4905-ABF0-D48ABF3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EE0CA-89E3-44B5-A588-AAED8282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362B2-27D0-4E75-9E4F-46236312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BC8DD-F059-4D9B-A68C-9745EAA5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A89D0-ECBD-4105-998F-6516EAC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A7676-3D18-4569-846F-856FFEA1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C876F-36F1-4103-B17C-43F613F7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A434C-4E5B-46AB-944F-D913F441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66F52-C483-408F-AF10-628CCD1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8A948-6F71-40B9-955B-3F32AF3B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C80D1-9978-4E6D-B8A9-7DE671E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6F0EC-DF5A-444E-A595-1069C797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14A06-D321-43DB-AFCB-DCD69728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69E50-E8C6-4198-8D45-60261AA4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4858D-EC7E-40BD-9940-08DC3599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7DEF8-9EC2-489D-A5C2-2A807FCE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61EB7-8876-4118-8CAB-6F9B7D71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D8E77-F911-483C-9BBE-00DC801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29545-35EE-474F-8733-3C28AF4B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D0BDF-F795-42F2-8F62-D855B012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51028C-0F60-40BD-BAC4-35A96BC7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22446150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E2961-D792-4B6F-BB23-900E9925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E9D93-C1F4-4439-8422-A5F0C040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03750-1131-46BD-ABF6-454FCEED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828A2-3F63-421F-8EB3-7BE2C729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E6374-4A11-4B6A-9560-8383CA8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0608C-115D-43B3-BAA2-0D94A822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12A2E-641D-4243-8488-897B338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Requirements engineering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EB43F-61C1-4DD2-9639-B8916B77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4E17B-8507-4E32-9620-08059241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Compare two approaches from Understanding and Modeling Requirements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FF793-87EC-4703-AA79-0866B783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7FE03-A000-4A1C-AD3A-4CF2BCD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Solve a small worked example involving Eliciting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2B8E3-9BC0-4684-8A54-B73F94B3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A784D-5C2B-4FFE-8B3B-D7C4BE35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List common mistakes and how to avoid them in Understanding and Modeling Requirements.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6914C-FDAF-4F43-9B4B-19C8F68A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5736C-CBB9-4CF8-B850-010BDB8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93977821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9FB7A-65BE-4635-9092-C6BF6E0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B08F2-8E18-44AE-908D-83D3358E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Understanding and Modeling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2D7E7-8634-424D-B2ED-A3F7C6BD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D4122-F7B5-43BC-BCD1-D927A2D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56E1C-178B-4AF3-BCF8-6481FF3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D7ED-BD86-4988-9807-C35B564A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1C5DD-D7CB-48F3-B5B8-10C1D090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8A966-2F2E-448D-B787-6BBF9C1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04F8C-2B93-4E11-8789-507EF4B8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093B2-DB9B-4219-8EB3-C9A1DB11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07D3C-E729-4473-9F5C-DA7BF923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F59CA-61FE-458C-96CD-343F657A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074000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2026-08-24T06:04:15.8380000Z</dcterms:created>
  <dcterms:modified xsi:type="dcterms:W3CDTF">2026-08-24T06:04:15.8380000Z</dcterms:modified>
</coreProperties>
</file>