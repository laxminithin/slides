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a0df5d5394442" /><Relationship Type="http://schemas.openxmlformats.org/officeDocument/2006/relationships/extended-properties" Target="/docProps/app.xml" Id="R09c01c901c0144e2" /><Relationship Type="http://schemas.openxmlformats.org/officeDocument/2006/relationships/officeDocument" Target="/ppt/presentation.xml" Id="Rc7bb3bb0c8534c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820075f22414f"/>
  </p:sldMasterIdLst>
  <p:notesMasterIdLst>
    <p:notesMasterId xmlns:r="http://schemas.openxmlformats.org/officeDocument/2006/relationships" r:id="R8e559b343a84479c"/>
  </p:notesMasterIdLst>
  <p:sldIdLst>
    <p:sldId xmlns:r="http://schemas.openxmlformats.org/officeDocument/2006/relationships" id="256" r:id="R3729f4a766314461"/>
    <p:sldId xmlns:r="http://schemas.openxmlformats.org/officeDocument/2006/relationships" id="257" r:id="R0c40429350a54846"/>
    <p:sldId xmlns:r="http://schemas.openxmlformats.org/officeDocument/2006/relationships" id="258" r:id="Rc81d3f8bf1874002"/>
    <p:sldId xmlns:r="http://schemas.openxmlformats.org/officeDocument/2006/relationships" id="259" r:id="R13632290db6e4cba"/>
    <p:sldId xmlns:r="http://schemas.openxmlformats.org/officeDocument/2006/relationships" id="260" r:id="R9c9cb774bb564f71"/>
    <p:sldId xmlns:r="http://schemas.openxmlformats.org/officeDocument/2006/relationships" id="261" r:id="R47cecdf487e846b9"/>
    <p:sldId xmlns:r="http://schemas.openxmlformats.org/officeDocument/2006/relationships" id="262" r:id="R4208506622934810"/>
    <p:sldId xmlns:r="http://schemas.openxmlformats.org/officeDocument/2006/relationships" id="263" r:id="R035031ec0db64337"/>
    <p:sldId xmlns:r="http://schemas.openxmlformats.org/officeDocument/2006/relationships" id="264" r:id="Rd440a2043a864196"/>
    <p:sldId xmlns:r="http://schemas.openxmlformats.org/officeDocument/2006/relationships" id="265" r:id="Rbc38c9dc1a144cd1"/>
    <p:sldId xmlns:r="http://schemas.openxmlformats.org/officeDocument/2006/relationships" id="266" r:id="R94e878e6034147b6"/>
    <p:sldId xmlns:r="http://schemas.openxmlformats.org/officeDocument/2006/relationships" id="267" r:id="R85554b0bcbb54bdd"/>
    <p:sldId xmlns:r="http://schemas.openxmlformats.org/officeDocument/2006/relationships" id="268" r:id="R48cd1fabadcb40f8"/>
    <p:sldId xmlns:r="http://schemas.openxmlformats.org/officeDocument/2006/relationships" id="269" r:id="R7787c57da5574940"/>
    <p:sldId xmlns:r="http://schemas.openxmlformats.org/officeDocument/2006/relationships" id="270" r:id="R04f58bfe854e4b30"/>
    <p:sldId xmlns:r="http://schemas.openxmlformats.org/officeDocument/2006/relationships" id="271" r:id="R2af909a84df340db"/>
    <p:sldId xmlns:r="http://schemas.openxmlformats.org/officeDocument/2006/relationships" id="272" r:id="Rca6a39c9525b4f57"/>
    <p:sldId xmlns:r="http://schemas.openxmlformats.org/officeDocument/2006/relationships" id="273" r:id="Rda3c9a8860a44e4f"/>
    <p:sldId xmlns:r="http://schemas.openxmlformats.org/officeDocument/2006/relationships" id="274" r:id="R48b3022191ac4d70"/>
    <p:sldId xmlns:r="http://schemas.openxmlformats.org/officeDocument/2006/relationships" id="275" r:id="R1d5eef3550de4f6c"/>
    <p:sldId xmlns:r="http://schemas.openxmlformats.org/officeDocument/2006/relationships" id="276" r:id="Rb100e61438574f62"/>
    <p:sldId xmlns:r="http://schemas.openxmlformats.org/officeDocument/2006/relationships" id="277" r:id="R3feb14b9d2454b13"/>
    <p:sldId xmlns:r="http://schemas.openxmlformats.org/officeDocument/2006/relationships" id="278" r:id="R1068a1cfaeb04719"/>
    <p:sldId xmlns:r="http://schemas.openxmlformats.org/officeDocument/2006/relationships" id="279" r:id="R1073d075a37c4a51"/>
    <p:sldId xmlns:r="http://schemas.openxmlformats.org/officeDocument/2006/relationships" id="280" r:id="R16d88d36dea54463"/>
    <p:sldId xmlns:r="http://schemas.openxmlformats.org/officeDocument/2006/relationships" id="281" r:id="R84e570a2fa99426e"/>
    <p:sldId xmlns:r="http://schemas.openxmlformats.org/officeDocument/2006/relationships" id="282" r:id="R2c38bd93008248a3"/>
    <p:sldId xmlns:r="http://schemas.openxmlformats.org/officeDocument/2006/relationships" id="283" r:id="R8e4b163de7f74067"/>
    <p:sldId xmlns:r="http://schemas.openxmlformats.org/officeDocument/2006/relationships" id="284" r:id="Rd6076437a3c64943"/>
    <p:sldId xmlns:r="http://schemas.openxmlformats.org/officeDocument/2006/relationships" id="285" r:id="R04629d861fab4208"/>
    <p:sldId xmlns:r="http://schemas.openxmlformats.org/officeDocument/2006/relationships" id="286" r:id="R219d993941524a1c"/>
    <p:sldId xmlns:r="http://schemas.openxmlformats.org/officeDocument/2006/relationships" id="287" r:id="R21d8a7d1f2af48be"/>
    <p:sldId xmlns:r="http://schemas.openxmlformats.org/officeDocument/2006/relationships" id="288" r:id="R4ebec739e5b34017"/>
    <p:sldId xmlns:r="http://schemas.openxmlformats.org/officeDocument/2006/relationships" id="289" r:id="R0c65eed0d2aa4738"/>
    <p:sldId xmlns:r="http://schemas.openxmlformats.org/officeDocument/2006/relationships" id="290" r:id="R9bc5884cba184e33"/>
    <p:sldId xmlns:r="http://schemas.openxmlformats.org/officeDocument/2006/relationships" id="291" r:id="R1ca6474d371a4ddd"/>
    <p:sldId xmlns:r="http://schemas.openxmlformats.org/officeDocument/2006/relationships" id="292" r:id="Re81a67730636431d"/>
    <p:sldId xmlns:r="http://schemas.openxmlformats.org/officeDocument/2006/relationships" id="293" r:id="R5fc330911ca045ad"/>
    <p:sldId xmlns:r="http://schemas.openxmlformats.org/officeDocument/2006/relationships" id="294" r:id="Rde7d185629174208"/>
    <p:sldId xmlns:r="http://schemas.openxmlformats.org/officeDocument/2006/relationships" id="295" r:id="R10411309904e4e86"/>
    <p:sldId xmlns:r="http://schemas.openxmlformats.org/officeDocument/2006/relationships" id="296" r:id="R0a15271421c648a8"/>
    <p:sldId xmlns:r="http://schemas.openxmlformats.org/officeDocument/2006/relationships" id="297" r:id="R90400e4429f24a94"/>
    <p:sldId xmlns:r="http://schemas.openxmlformats.org/officeDocument/2006/relationships" id="298" r:id="Rcab705361d5441f8"/>
    <p:sldId xmlns:r="http://schemas.openxmlformats.org/officeDocument/2006/relationships" id="299" r:id="R2dbbbf7787b04509"/>
    <p:sldId xmlns:r="http://schemas.openxmlformats.org/officeDocument/2006/relationships" id="300" r:id="R66fe2a3b0a004180"/>
    <p:sldId xmlns:r="http://schemas.openxmlformats.org/officeDocument/2006/relationships" id="301" r:id="R345d6d041f6640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523dbe4326447f" /><Relationship Type="http://schemas.openxmlformats.org/officeDocument/2006/relationships/slideMaster" Target="/ppt/slideMasters/slideMaster1.xml" Id="R8b5820075f22414f" /><Relationship Type="http://schemas.openxmlformats.org/officeDocument/2006/relationships/notesMaster" Target="/ppt/notesMasters/notesMaster1.xml" Id="R8e559b343a84479c" /><Relationship Type="http://schemas.openxmlformats.org/officeDocument/2006/relationships/presProps" Target="/ppt/presProps.xml" Id="R7d27058934af4537" /><Relationship Type="http://schemas.openxmlformats.org/officeDocument/2006/relationships/tableStyles" Target="/ppt/tableStyles.xml" Id="Rd51adeaa2e3c4cfc" /><Relationship Type="http://schemas.openxmlformats.org/officeDocument/2006/relationships/slide" Target="/ppt/slides/slide1.xml" Id="R3729f4a766314461" /><Relationship Type="http://schemas.openxmlformats.org/officeDocument/2006/relationships/slide" Target="/ppt/slides/slide2.xml" Id="R0c40429350a54846" /><Relationship Type="http://schemas.openxmlformats.org/officeDocument/2006/relationships/slide" Target="/ppt/slides/slide3.xml" Id="Rc81d3f8bf1874002" /><Relationship Type="http://schemas.openxmlformats.org/officeDocument/2006/relationships/slide" Target="/ppt/slides/slide4.xml" Id="R13632290db6e4cba" /><Relationship Type="http://schemas.openxmlformats.org/officeDocument/2006/relationships/slide" Target="/ppt/slides/slide5.xml" Id="R9c9cb774bb564f71" /><Relationship Type="http://schemas.openxmlformats.org/officeDocument/2006/relationships/slide" Target="/ppt/slides/slide6.xml" Id="R47cecdf487e846b9" /><Relationship Type="http://schemas.openxmlformats.org/officeDocument/2006/relationships/slide" Target="/ppt/slides/slide7.xml" Id="R4208506622934810" /><Relationship Type="http://schemas.openxmlformats.org/officeDocument/2006/relationships/slide" Target="/ppt/slides/slide8.xml" Id="R035031ec0db64337" /><Relationship Type="http://schemas.openxmlformats.org/officeDocument/2006/relationships/slide" Target="/ppt/slides/slide9.xml" Id="Rd440a2043a864196" /><Relationship Type="http://schemas.openxmlformats.org/officeDocument/2006/relationships/slide" Target="/ppt/slides/slide10.xml" Id="Rbc38c9dc1a144cd1" /><Relationship Type="http://schemas.openxmlformats.org/officeDocument/2006/relationships/slide" Target="/ppt/slides/slide11.xml" Id="R94e878e6034147b6" /><Relationship Type="http://schemas.openxmlformats.org/officeDocument/2006/relationships/slide" Target="/ppt/slides/slide12.xml" Id="R85554b0bcbb54bdd" /><Relationship Type="http://schemas.openxmlformats.org/officeDocument/2006/relationships/slide" Target="/ppt/slides/slide13.xml" Id="R48cd1fabadcb40f8" /><Relationship Type="http://schemas.openxmlformats.org/officeDocument/2006/relationships/slide" Target="/ppt/slides/slide14.xml" Id="R7787c57da5574940" /><Relationship Type="http://schemas.openxmlformats.org/officeDocument/2006/relationships/slide" Target="/ppt/slides/slide15.xml" Id="R04f58bfe854e4b30" /><Relationship Type="http://schemas.openxmlformats.org/officeDocument/2006/relationships/slide" Target="/ppt/slides/slide16.xml" Id="R2af909a84df340db" /><Relationship Type="http://schemas.openxmlformats.org/officeDocument/2006/relationships/slide" Target="/ppt/slides/slide17.xml" Id="Rca6a39c9525b4f57" /><Relationship Type="http://schemas.openxmlformats.org/officeDocument/2006/relationships/slide" Target="/ppt/slides/slide18.xml" Id="Rda3c9a8860a44e4f" /><Relationship Type="http://schemas.openxmlformats.org/officeDocument/2006/relationships/slide" Target="/ppt/slides/slide19.xml" Id="R48b3022191ac4d70" /><Relationship Type="http://schemas.openxmlformats.org/officeDocument/2006/relationships/slide" Target="/ppt/slides/slide20.xml" Id="R1d5eef3550de4f6c" /><Relationship Type="http://schemas.openxmlformats.org/officeDocument/2006/relationships/slide" Target="/ppt/slides/slide21.xml" Id="Rb100e61438574f62" /><Relationship Type="http://schemas.openxmlformats.org/officeDocument/2006/relationships/slide" Target="/ppt/slides/slide22.xml" Id="R3feb14b9d2454b13" /><Relationship Type="http://schemas.openxmlformats.org/officeDocument/2006/relationships/slide" Target="/ppt/slides/slide23.xml" Id="R1068a1cfaeb04719" /><Relationship Type="http://schemas.openxmlformats.org/officeDocument/2006/relationships/slide" Target="/ppt/slides/slide24.xml" Id="R1073d075a37c4a51" /><Relationship Type="http://schemas.openxmlformats.org/officeDocument/2006/relationships/slide" Target="/ppt/slides/slide25.xml" Id="R16d88d36dea54463" /><Relationship Type="http://schemas.openxmlformats.org/officeDocument/2006/relationships/slide" Target="/ppt/slides/slide26.xml" Id="R84e570a2fa99426e" /><Relationship Type="http://schemas.openxmlformats.org/officeDocument/2006/relationships/slide" Target="/ppt/slides/slide27.xml" Id="R2c38bd93008248a3" /><Relationship Type="http://schemas.openxmlformats.org/officeDocument/2006/relationships/slide" Target="/ppt/slides/slide28.xml" Id="R8e4b163de7f74067" /><Relationship Type="http://schemas.openxmlformats.org/officeDocument/2006/relationships/slide" Target="/ppt/slides/slide29.xml" Id="Rd6076437a3c64943" /><Relationship Type="http://schemas.openxmlformats.org/officeDocument/2006/relationships/slide" Target="/ppt/slides/slide30.xml" Id="R04629d861fab4208" /><Relationship Type="http://schemas.openxmlformats.org/officeDocument/2006/relationships/slide" Target="/ppt/slides/slide31.xml" Id="R219d993941524a1c" /><Relationship Type="http://schemas.openxmlformats.org/officeDocument/2006/relationships/slide" Target="/ppt/slides/slide32.xml" Id="R21d8a7d1f2af48be" /><Relationship Type="http://schemas.openxmlformats.org/officeDocument/2006/relationships/slide" Target="/ppt/slides/slide33.xml" Id="R4ebec739e5b34017" /><Relationship Type="http://schemas.openxmlformats.org/officeDocument/2006/relationships/slide" Target="/ppt/slides/slide34.xml" Id="R0c65eed0d2aa4738" /><Relationship Type="http://schemas.openxmlformats.org/officeDocument/2006/relationships/slide" Target="/ppt/slides/slide35.xml" Id="R9bc5884cba184e33" /><Relationship Type="http://schemas.openxmlformats.org/officeDocument/2006/relationships/slide" Target="/ppt/slides/slide36.xml" Id="R1ca6474d371a4ddd" /><Relationship Type="http://schemas.openxmlformats.org/officeDocument/2006/relationships/slide" Target="/ppt/slides/slide37.xml" Id="Re81a67730636431d" /><Relationship Type="http://schemas.openxmlformats.org/officeDocument/2006/relationships/slide" Target="/ppt/slides/slide38.xml" Id="R5fc330911ca045ad" /><Relationship Type="http://schemas.openxmlformats.org/officeDocument/2006/relationships/slide" Target="/ppt/slides/slide39.xml" Id="Rde7d185629174208" /><Relationship Type="http://schemas.openxmlformats.org/officeDocument/2006/relationships/slide" Target="/ppt/slides/slide40.xml" Id="R10411309904e4e86" /><Relationship Type="http://schemas.openxmlformats.org/officeDocument/2006/relationships/slide" Target="/ppt/slides/slide41.xml" Id="R0a15271421c648a8" /><Relationship Type="http://schemas.openxmlformats.org/officeDocument/2006/relationships/slide" Target="/ppt/slides/slide42.xml" Id="R90400e4429f24a94" /><Relationship Type="http://schemas.openxmlformats.org/officeDocument/2006/relationships/slide" Target="/ppt/slides/slide43.xml" Id="Rcab705361d5441f8" /><Relationship Type="http://schemas.openxmlformats.org/officeDocument/2006/relationships/slide" Target="/ppt/slides/slide44.xml" Id="R2dbbbf7787b04509" /><Relationship Type="http://schemas.openxmlformats.org/officeDocument/2006/relationships/slide" Target="/ppt/slides/slide45.xml" Id="R66fe2a3b0a004180" /><Relationship Type="http://schemas.openxmlformats.org/officeDocument/2006/relationships/slide" Target="/ppt/slides/slide46.xml" Id="R345d6d041f6640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43357935f9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79669b2f04c6b" /><Relationship Type="http://schemas.openxmlformats.org/officeDocument/2006/relationships/notesMaster" Target="/ppt/notesMasters/notesMaster1.xml" Id="R956cc8d243bf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d2f223f6fd47f2" /><Relationship Type="http://schemas.openxmlformats.org/officeDocument/2006/relationships/notesMaster" Target="/ppt/notesMasters/notesMaster1.xml" Id="Ra9f63f8b4739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a0df3792f4897" /><Relationship Type="http://schemas.openxmlformats.org/officeDocument/2006/relationships/notesMaster" Target="/ppt/notesMasters/notesMaster1.xml" Id="R38e4b2686a9d42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99992a27742bb" /><Relationship Type="http://schemas.openxmlformats.org/officeDocument/2006/relationships/notesMaster" Target="/ppt/notesMasters/notesMaster1.xml" Id="Rd8c2d685ca8443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d8a877eacc4049" /><Relationship Type="http://schemas.openxmlformats.org/officeDocument/2006/relationships/notesMaster" Target="/ppt/notesMasters/notesMaster1.xml" Id="R821351a2c3f842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18a4d0f6844aff" /><Relationship Type="http://schemas.openxmlformats.org/officeDocument/2006/relationships/notesMaster" Target="/ppt/notesMasters/notesMaster1.xml" Id="Rcf9b61dc3e0f48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49579f5c447ee" /><Relationship Type="http://schemas.openxmlformats.org/officeDocument/2006/relationships/notesMaster" Target="/ppt/notesMasters/notesMaster1.xml" Id="R1b384a2a77994d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542c3f6ad4059" /><Relationship Type="http://schemas.openxmlformats.org/officeDocument/2006/relationships/notesMaster" Target="/ppt/notesMasters/notesMaster1.xml" Id="R16dd9f101a5547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34ee8cff3d4422" /><Relationship Type="http://schemas.openxmlformats.org/officeDocument/2006/relationships/notesMaster" Target="/ppt/notesMasters/notesMaster1.xml" Id="Rd9368c3ba23c45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f85da5bc3d449e" /><Relationship Type="http://schemas.openxmlformats.org/officeDocument/2006/relationships/notesMaster" Target="/ppt/notesMasters/notesMaster1.xml" Id="R780d667678634a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5b481b7f024ba9" /><Relationship Type="http://schemas.openxmlformats.org/officeDocument/2006/relationships/notesMaster" Target="/ppt/notesMasters/notesMaster1.xml" Id="Ra0effd0fc5604d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2fafd80f1e46ab" /><Relationship Type="http://schemas.openxmlformats.org/officeDocument/2006/relationships/notesMaster" Target="/ppt/notesMasters/notesMaster1.xml" Id="Rcea7f827ecab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75f79e4bd74142" /><Relationship Type="http://schemas.openxmlformats.org/officeDocument/2006/relationships/notesMaster" Target="/ppt/notesMasters/notesMaster1.xml" Id="R59990ef9c4164b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36aaaceb9f402a" /><Relationship Type="http://schemas.openxmlformats.org/officeDocument/2006/relationships/notesMaster" Target="/ppt/notesMasters/notesMaster1.xml" Id="Rb5e69b3072554e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9f56c51fd84a91" /><Relationship Type="http://schemas.openxmlformats.org/officeDocument/2006/relationships/notesMaster" Target="/ppt/notesMasters/notesMaster1.xml" Id="Rfcc8d036703d4e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e1e796decb45e7" /><Relationship Type="http://schemas.openxmlformats.org/officeDocument/2006/relationships/notesMaster" Target="/ppt/notesMasters/notesMaster1.xml" Id="R2b74d188d07244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8023b0f23d488c" /><Relationship Type="http://schemas.openxmlformats.org/officeDocument/2006/relationships/notesMaster" Target="/ppt/notesMasters/notesMaster1.xml" Id="R3b0474636b9744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f34339dc544429" /><Relationship Type="http://schemas.openxmlformats.org/officeDocument/2006/relationships/notesMaster" Target="/ppt/notesMasters/notesMaster1.xml" Id="Rfa04bbd0e2c049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f6d6771e734956" /><Relationship Type="http://schemas.openxmlformats.org/officeDocument/2006/relationships/notesMaster" Target="/ppt/notesMasters/notesMaster1.xml" Id="Rd022ef6179c046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29978556ca462f" /><Relationship Type="http://schemas.openxmlformats.org/officeDocument/2006/relationships/notesMaster" Target="/ppt/notesMasters/notesMaster1.xml" Id="R896428f21ebd4a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9f7a810a134209" /><Relationship Type="http://schemas.openxmlformats.org/officeDocument/2006/relationships/notesMaster" Target="/ppt/notesMasters/notesMaster1.xml" Id="R975f5d58c80845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4b89c9f8194644" /><Relationship Type="http://schemas.openxmlformats.org/officeDocument/2006/relationships/notesMaster" Target="/ppt/notesMasters/notesMaster1.xml" Id="Rac11a952ae65468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03f59577664684" /><Relationship Type="http://schemas.openxmlformats.org/officeDocument/2006/relationships/notesMaster" Target="/ppt/notesMasters/notesMaster1.xml" Id="Rab2dd3e7262c4e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07772e5ba84a7f" /><Relationship Type="http://schemas.openxmlformats.org/officeDocument/2006/relationships/notesMaster" Target="/ppt/notesMasters/notesMaster1.xml" Id="Rec835cce1dbf4d7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681944d7ea4e87" /><Relationship Type="http://schemas.openxmlformats.org/officeDocument/2006/relationships/notesMaster" Target="/ppt/notesMasters/notesMaster1.xml" Id="R9fea41361b0545e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1d51e69d9f46d4" /><Relationship Type="http://schemas.openxmlformats.org/officeDocument/2006/relationships/notesMaster" Target="/ppt/notesMasters/notesMaster1.xml" Id="R7d662560a9444c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ec761b37a74013" /><Relationship Type="http://schemas.openxmlformats.org/officeDocument/2006/relationships/notesMaster" Target="/ppt/notesMasters/notesMaster1.xml" Id="R063a7cb8668841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da946361e44066" /><Relationship Type="http://schemas.openxmlformats.org/officeDocument/2006/relationships/notesMaster" Target="/ppt/notesMasters/notesMaster1.xml" Id="R74b83afcb73747d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a1ec69bf3e144d2" /><Relationship Type="http://schemas.openxmlformats.org/officeDocument/2006/relationships/notesMaster" Target="/ppt/notesMasters/notesMaster1.xml" Id="R39e0771cf087437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09e99f3fd04618" /><Relationship Type="http://schemas.openxmlformats.org/officeDocument/2006/relationships/notesMaster" Target="/ppt/notesMasters/notesMaster1.xml" Id="R7664f35e8a06489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f0b08ebf5a74283" /><Relationship Type="http://schemas.openxmlformats.org/officeDocument/2006/relationships/notesMaster" Target="/ppt/notesMasters/notesMaster1.xml" Id="R763092c5602a408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a869274e554ac0" /><Relationship Type="http://schemas.openxmlformats.org/officeDocument/2006/relationships/notesMaster" Target="/ppt/notesMasters/notesMaster1.xml" Id="R206c380e8a9f4a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3acdcdfc6294e05" /><Relationship Type="http://schemas.openxmlformats.org/officeDocument/2006/relationships/notesMaster" Target="/ppt/notesMasters/notesMaster1.xml" Id="Reb950b79d4914d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a6f7fc34a534e42" /><Relationship Type="http://schemas.openxmlformats.org/officeDocument/2006/relationships/notesMaster" Target="/ppt/notesMasters/notesMaster1.xml" Id="R9093268902274e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c20e7e508e04e7a" /><Relationship Type="http://schemas.openxmlformats.org/officeDocument/2006/relationships/notesMaster" Target="/ppt/notesMasters/notesMaster1.xml" Id="R123b0db1107247c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da6037e4794946" /><Relationship Type="http://schemas.openxmlformats.org/officeDocument/2006/relationships/notesMaster" Target="/ppt/notesMasters/notesMaster1.xml" Id="R6e40edd9f5314b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839c4c1aea742d7" /><Relationship Type="http://schemas.openxmlformats.org/officeDocument/2006/relationships/notesMaster" Target="/ppt/notesMasters/notesMaster1.xml" Id="R0e5379f0e205453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6c3ba734d0e42d6" /><Relationship Type="http://schemas.openxmlformats.org/officeDocument/2006/relationships/notesMaster" Target="/ppt/notesMasters/notesMaster1.xml" Id="Re7703ec41f85474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be0b44d17194836" /><Relationship Type="http://schemas.openxmlformats.org/officeDocument/2006/relationships/notesMaster" Target="/ppt/notesMasters/notesMaster1.xml" Id="Re0ac77f0015a42d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ab9e516f47a40d5" /><Relationship Type="http://schemas.openxmlformats.org/officeDocument/2006/relationships/notesMaster" Target="/ppt/notesMasters/notesMaster1.xml" Id="R9a163714ce484cd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4716048a54847e1" /><Relationship Type="http://schemas.openxmlformats.org/officeDocument/2006/relationships/notesMaster" Target="/ppt/notesMasters/notesMaster1.xml" Id="Rc4d61c49c1c9497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4ab628476c048bf" /><Relationship Type="http://schemas.openxmlformats.org/officeDocument/2006/relationships/notesMaster" Target="/ppt/notesMasters/notesMaster1.xml" Id="Rcdfbd8a85c674aa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1c3be5609c148ba" /><Relationship Type="http://schemas.openxmlformats.org/officeDocument/2006/relationships/notesMaster" Target="/ppt/notesMasters/notesMaster1.xml" Id="Rffc9b3e1383c4f4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3b5b679587746f4" /><Relationship Type="http://schemas.openxmlformats.org/officeDocument/2006/relationships/notesMaster" Target="/ppt/notesMasters/notesMaster1.xml" Id="Rc00e9599d65449d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b65ed7cc7824f91" /><Relationship Type="http://schemas.openxmlformats.org/officeDocument/2006/relationships/notesMaster" Target="/ppt/notesMasters/notesMaster1.xml" Id="R354a13f0f70d40b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87db31c1f2d4c06" /><Relationship Type="http://schemas.openxmlformats.org/officeDocument/2006/relationships/notesMaster" Target="/ppt/notesMasters/notesMaster1.xml" Id="R326dc51d9a9b41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Distributed Systems textbook chapters listed by the syllabus: 1.1, 1.4, 1.5, 5.1-5.5, 12.1-12.2, 13.1-13.3, 14.1-14.5, 15.1-15.5, 17.1-17.6, 18.1.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0740a146b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ae573983a40d4" /><Relationship Type="http://schemas.openxmlformats.org/officeDocument/2006/relationships/slideLayout" Target="/ppt/slideLayouts/slideLayout1.xml" Id="R1b040a69df8f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40a69df8f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0600e43c04090" /><Relationship Type="http://schemas.openxmlformats.org/officeDocument/2006/relationships/notesSlide" Target="/ppt/notesSlides/notesSlide1.xml" Id="R771084911f33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ab1f2c9654166" /><Relationship Type="http://schemas.openxmlformats.org/officeDocument/2006/relationships/notesSlide" Target="/ppt/notesSlides/notesSlide2.xml" Id="Re826cc0c4beb43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d938b895543b2" /><Relationship Type="http://schemas.openxmlformats.org/officeDocument/2006/relationships/notesSlide" Target="/ppt/notesSlides/notesSlide3.xml" Id="R3370d798aa7c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7c9e13e144242" /><Relationship Type="http://schemas.openxmlformats.org/officeDocument/2006/relationships/notesSlide" Target="/ppt/notesSlides/notesSlide4.xml" Id="R3e351f2b251b42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6dda7f7f448d6" /><Relationship Type="http://schemas.openxmlformats.org/officeDocument/2006/relationships/notesSlide" Target="/ppt/notesSlides/notesSlide5.xml" Id="Rb533b44afdb8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887abe14c4588" /><Relationship Type="http://schemas.openxmlformats.org/officeDocument/2006/relationships/notesSlide" Target="/ppt/notesSlides/notesSlide6.xml" Id="R3300a96b383e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7737a50f743f2" /><Relationship Type="http://schemas.openxmlformats.org/officeDocument/2006/relationships/notesSlide" Target="/ppt/notesSlides/notesSlide7.xml" Id="R2ad7d674552d46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8a71c60364a69" /><Relationship Type="http://schemas.openxmlformats.org/officeDocument/2006/relationships/notesSlide" Target="/ppt/notesSlides/notesSlide8.xml" Id="R64a38feadde34d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eaa803e074b86" /><Relationship Type="http://schemas.openxmlformats.org/officeDocument/2006/relationships/notesSlide" Target="/ppt/notesSlides/notesSlide9.xml" Id="Rbc90d4e55845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077bceb0a4e64" /><Relationship Type="http://schemas.openxmlformats.org/officeDocument/2006/relationships/notesSlide" Target="/ppt/notesSlides/notesSlide10.xml" Id="R5fe70e8488b143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949a184014422" /><Relationship Type="http://schemas.openxmlformats.org/officeDocument/2006/relationships/notesSlide" Target="/ppt/notesSlides/notesSlide11.xml" Id="R026ad70f70a84a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6f3ea250a4cf2" /><Relationship Type="http://schemas.openxmlformats.org/officeDocument/2006/relationships/notesSlide" Target="/ppt/notesSlides/notesSlide12.xml" Id="Rd6d67572b51148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4b87048ab4931" /><Relationship Type="http://schemas.openxmlformats.org/officeDocument/2006/relationships/notesSlide" Target="/ppt/notesSlides/notesSlide13.xml" Id="R2c64ff726d2043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4f4d0ca5b4f49" /><Relationship Type="http://schemas.openxmlformats.org/officeDocument/2006/relationships/notesSlide" Target="/ppt/notesSlides/notesSlide14.xml" Id="R8e21d4907bf640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82b1f400642ce" /><Relationship Type="http://schemas.openxmlformats.org/officeDocument/2006/relationships/notesSlide" Target="/ppt/notesSlides/notesSlide15.xml" Id="R31ce65939ad643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ab158b7884d72" /><Relationship Type="http://schemas.openxmlformats.org/officeDocument/2006/relationships/notesSlide" Target="/ppt/notesSlides/notesSlide16.xml" Id="Rcfb8b7267b4840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437b83a7c4cc7" /><Relationship Type="http://schemas.openxmlformats.org/officeDocument/2006/relationships/notesSlide" Target="/ppt/notesSlides/notesSlide17.xml" Id="R2730eb28688c42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49a98df74d7d" /><Relationship Type="http://schemas.openxmlformats.org/officeDocument/2006/relationships/notesSlide" Target="/ppt/notesSlides/notesSlide18.xml" Id="R4aa50c4e6e8843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f6f79535a4266" /><Relationship Type="http://schemas.openxmlformats.org/officeDocument/2006/relationships/notesSlide" Target="/ppt/notesSlides/notesSlide19.xml" Id="R9cdfe6527bab47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e56533b3844fa" /><Relationship Type="http://schemas.openxmlformats.org/officeDocument/2006/relationships/notesSlide" Target="/ppt/notesSlides/notesSlide20.xml" Id="Rbea2d9015f70484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dec14c6a64080" /><Relationship Type="http://schemas.openxmlformats.org/officeDocument/2006/relationships/notesSlide" Target="/ppt/notesSlides/notesSlide21.xml" Id="R5c9598fad0fd42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cf5c53eeb4b00" /><Relationship Type="http://schemas.openxmlformats.org/officeDocument/2006/relationships/notesSlide" Target="/ppt/notesSlides/notesSlide22.xml" Id="R4776bf8d54d54f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798262d6c42cd" /><Relationship Type="http://schemas.openxmlformats.org/officeDocument/2006/relationships/notesSlide" Target="/ppt/notesSlides/notesSlide23.xml" Id="Rdb46dc4d979840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f4d13f6e4dd3" /><Relationship Type="http://schemas.openxmlformats.org/officeDocument/2006/relationships/notesSlide" Target="/ppt/notesSlides/notesSlide24.xml" Id="R6301090a696c42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74f4ea4634939" /><Relationship Type="http://schemas.openxmlformats.org/officeDocument/2006/relationships/notesSlide" Target="/ppt/notesSlides/notesSlide25.xml" Id="R0e4394ae9ca544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6eb1ab17549ee" /><Relationship Type="http://schemas.openxmlformats.org/officeDocument/2006/relationships/notesSlide" Target="/ppt/notesSlides/notesSlide26.xml" Id="R26fe525b00e34d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17b7d84e1496a" /><Relationship Type="http://schemas.openxmlformats.org/officeDocument/2006/relationships/notesSlide" Target="/ppt/notesSlides/notesSlide27.xml" Id="R04c254a75dbd43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d54a080d74712" /><Relationship Type="http://schemas.openxmlformats.org/officeDocument/2006/relationships/notesSlide" Target="/ppt/notesSlides/notesSlide28.xml" Id="R022482444d4141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ee84a7b4c4c4c" /><Relationship Type="http://schemas.openxmlformats.org/officeDocument/2006/relationships/notesSlide" Target="/ppt/notesSlides/notesSlide29.xml" Id="R1e6a93381aef40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1be64543c49b1" /><Relationship Type="http://schemas.openxmlformats.org/officeDocument/2006/relationships/notesSlide" Target="/ppt/notesSlides/notesSlide30.xml" Id="Raae5edac4735465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7483871f84785" /><Relationship Type="http://schemas.openxmlformats.org/officeDocument/2006/relationships/notesSlide" Target="/ppt/notesSlides/notesSlide31.xml" Id="R2ff1023a08ee4f1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f69f5025d4bf2" /><Relationship Type="http://schemas.openxmlformats.org/officeDocument/2006/relationships/notesSlide" Target="/ppt/notesSlides/notesSlide32.xml" Id="R0be807e616cc40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e375a04341e3" /><Relationship Type="http://schemas.openxmlformats.org/officeDocument/2006/relationships/notesSlide" Target="/ppt/notesSlides/notesSlide33.xml" Id="R7cfbf141bd22477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6dcdc84824b25" /><Relationship Type="http://schemas.openxmlformats.org/officeDocument/2006/relationships/notesSlide" Target="/ppt/notesSlides/notesSlide34.xml" Id="Rf77199e77a054d0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6a88633764306" /><Relationship Type="http://schemas.openxmlformats.org/officeDocument/2006/relationships/notesSlide" Target="/ppt/notesSlides/notesSlide35.xml" Id="R56d292916a49405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b7e944aa44db1" /><Relationship Type="http://schemas.openxmlformats.org/officeDocument/2006/relationships/notesSlide" Target="/ppt/notesSlides/notesSlide36.xml" Id="Rd4be81e7dc6f47e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a282d2a5d4c61" /><Relationship Type="http://schemas.openxmlformats.org/officeDocument/2006/relationships/notesSlide" Target="/ppt/notesSlides/notesSlide37.xml" Id="Rbaffc24aaa3c490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18e1d2a964d5a" /><Relationship Type="http://schemas.openxmlformats.org/officeDocument/2006/relationships/notesSlide" Target="/ppt/notesSlides/notesSlide38.xml" Id="Rcf1425c492ef4c4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71bed3f4340d0" /><Relationship Type="http://schemas.openxmlformats.org/officeDocument/2006/relationships/notesSlide" Target="/ppt/notesSlides/notesSlide39.xml" Id="R56918fc890cd4bf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2b1f19914687" /><Relationship Type="http://schemas.openxmlformats.org/officeDocument/2006/relationships/notesSlide" Target="/ppt/notesSlides/notesSlide40.xml" Id="R20671ed0354d4ad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52c57654340a3" /><Relationship Type="http://schemas.openxmlformats.org/officeDocument/2006/relationships/notesSlide" Target="/ppt/notesSlides/notesSlide41.xml" Id="Rb5303c70543c446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ed245792b47cb" /><Relationship Type="http://schemas.openxmlformats.org/officeDocument/2006/relationships/notesSlide" Target="/ppt/notesSlides/notesSlide42.xml" Id="R9abdfef1cdc14b7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56df4dcf049e2" /><Relationship Type="http://schemas.openxmlformats.org/officeDocument/2006/relationships/notesSlide" Target="/ppt/notesSlides/notesSlide43.xml" Id="R880445194031494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d33504fb445ef" /><Relationship Type="http://schemas.openxmlformats.org/officeDocument/2006/relationships/notesSlide" Target="/ppt/notesSlides/notesSlide44.xml" Id="Rd0fe4907e9c9473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5de3fdaab45dd" /><Relationship Type="http://schemas.openxmlformats.org/officeDocument/2006/relationships/notesSlide" Target="/ppt/notesSlides/notesSlide45.xml" Id="R3e132d3a421346a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4f72692c34d74" /><Relationship Type="http://schemas.openxmlformats.org/officeDocument/2006/relationships/notesSlide" Target="/ppt/notesSlides/notesSlide46.xml" Id="Re7b12f0c1bf041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7C752-D31A-4375-827B-739A00E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28C81-93BC-4612-8EB7-215823EA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4C248-8CDC-4093-8A23-8440811F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25DFD-0E20-4681-807B-08A6B26C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B9013-317A-4CA9-AE24-2470FEA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7"/>
                </a:solidFill>
              </a:defRPr>
            </a:pPr>
            <a:r>
              <a:rPr sz="3450" b="1">
                <a:solidFill>
                  <a:srgbClr val="1F2937"/>
                </a:solidFill>
              </a:rPr>
              <a:t>Transactions and Replication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F4301-E1B8-46DE-B999-2449CC22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25B"/>
                </a:solidFill>
              </a:defRPr>
            </a:pPr>
            <a:r>
              <a:rPr sz="1725" b="0">
                <a:solidFill>
                  <a:srgbClr val="52525B"/>
                </a:solidFill>
              </a:rPr>
              <a:t>Distributed Systems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68CC-F801-49F5-A476-A999C198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8D22-C0FF-4BF0-84D4-42F954B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245E8-893F-4F85-BAC4-545E0C9C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7C47B-F35D-4367-8BF8-E5148969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909D5-BD17-4CDF-9ECB-472BC70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2C15D-91FA-4168-8CCA-EFC37089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4410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0BC72-B9B6-4DD2-B358-8DB42D5F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1803A-05AF-4FBE-B75D-C1B28A23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471DA-2E8C-4524-A01C-0C5CAC4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4CAD5-8857-4F72-8DDB-EC5DDE5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B37D-1A67-468E-A261-23C0A174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083D3-77DD-4C6D-AE38-C7A43461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5A39-93F1-4563-8429-46941A7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1BE68-753D-40DE-8704-163A117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A4CE5-57D1-4223-B1BC-190FCD1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EACF2-E90F-42D2-92FA-CB097A6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777A0-E07D-4646-9346-C59D9F0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E86B0-F17B-4967-8126-5428CD88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FE61D-3F64-4706-9FAD-ED65358D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228525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501BB-A893-4455-9C4C-578A267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8097C-2665-42B7-8E65-110ADB6C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72D30-5153-43DB-BDEC-82C00B40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B497E-294A-42A8-9FA9-601FFDE9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43C7F-CCA8-4A85-B54C-E78B6498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72499-CA31-44FA-B10E-1C88C6B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8947F-BF0E-41AF-9613-EBC241F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Flat distributed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F0712-DF38-4FAB-BFA5-6A8B04D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C72E2-A3BB-420D-99AA-F93B05F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Nested distributed transactions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507D7-5C28-4FC4-B50A-FDD7F08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26EA0-28BB-46C6-AFBB-362CE79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Atomic commit protocols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E99CB-5B01-4505-9642-9A17335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2406D-A0C4-4987-B4AE-2F1FC2CE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Concurrency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71B2-6C04-45B0-A8F9-237BEE9F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1A795-7632-4583-8040-3321309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Distributed deadlocks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F7330-19D8-4509-BD10-19F2E89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C37B4-128A-4E91-AF8B-7FA478D4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Transaction recovery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BF26C-F1B6-44A7-B0FD-7ADCC00C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CC603-CF32-4EA4-8AE7-15CDF68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Replication</a:t>
            </a:r>
          </a:p>
        </p:txBody>
      </p:sp>
    </p:spTree>
    <p:extLst>
      <p:ext uri="{BB962C8B-B14F-4D97-AF65-F5344CB8AC3E}">
        <p14:creationId xmlns:p14="http://schemas.microsoft.com/office/powerpoint/2010/main" val="110122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CEE90-7089-4B28-8485-2E7B91AF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738ED-95B8-4CE3-8F09-EDCF6D5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B324A-53D0-445B-802A-54D88771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BE7AA-D1C5-4DB4-8881-AF058F36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92A60-F101-4A86-B007-0AB2071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Flat distributed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4932E-D454-4E6B-87D5-1CDF7BB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A9B20-8A6E-4A5F-8BA7-C7328B2E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Flat distributed transactions is best taught as a coordinator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84EC1-64CE-413A-94AB-7A341BA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E5AEF-D1F9-4914-B8AA-E14733F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participants with prepare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A4043-8A4C-4DA1-9CB6-C8B877AF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3D537-312C-4377-895A-4412614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vote and commit/abort.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FBF05-F001-482F-A71A-F262617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A1EB2-E702-4E9A-B4C6-D009C743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79C4-EBD9-4B82-8E2A-2FB1AFF1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58FCA-6811-4A6E-A8CF-90129EE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22B2E-E65A-4E6A-82AA-6E9A793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commit/abort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C6B73-6E33-4A68-9159-69EC681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D0112-F41F-463A-BE81-0BEEFD3D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flat distributed transactions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17627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9602E-7B54-4A8D-B9A5-87FCC9E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599C-CAA5-4161-91A5-51941AF3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868B1-36DB-4105-AF53-6D9CCCA9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339E5-F2EF-4BB8-8B8F-AC169A2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64264-F78E-4012-A2E2-D05058E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Flat distributed transactions: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CCDA9-741A-4525-9642-F098FD0D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3648A-5B6D-4A8B-BB69-4F5C2D7F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B9F08-BF5A-4858-B96D-1036E97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93F65-2588-4E97-886B-D4E274BC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710680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92AA6-5DAE-4338-B8C5-FFAF3C5E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DF64F-5C11-4460-84C2-1EBC53F7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B3EE1-BB31-4672-B64C-97A9E67D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B2690-755D-413F-995A-DEC09F6C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C602D-B052-445E-BA23-E36823B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Flat distributed transactions: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68537-A5A9-4E31-A3E9-9859F79B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54DA3-E7CB-4635-A86B-CBC581D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33B8B-A686-4D0D-802C-DF557C0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DB67B-A3A8-4C3B-B987-C3017737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C5D70-3128-494A-8151-B3A764D8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544F8-E5A3-4712-80A2-A659E95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5E42F-B317-41CD-B222-8CF7255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0ABFF-784A-4CCC-AFD4-888B3419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DC014-44A5-4250-B5F1-E0C9BD5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CFCE6-5C69-4879-803D-8A4C3E9D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F5F61-503A-46CA-A3D5-002EAD36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0B358-9E0A-4D7C-A851-B1046A13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875C0-5F3B-4749-94E0-10F98F0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0D395-4FB9-4DFA-9162-0ED98846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10629-07B6-43F5-995F-0AA4D92C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C0402-E82D-4EF6-A935-F0511904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A53B6-96A8-4834-B68A-87EE0387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A4AEB-7533-4A1E-AF0E-85A51F4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18822-8390-44F1-B560-E3C34C1C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316C1-ED0E-4507-833E-5C3B105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30985-FE01-40B9-AFC3-CDE46FD9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0D539-BF9B-4DEB-B2B0-A819791A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DE9C04-9EDF-4754-B12B-B1AC416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087E4-8BC4-4BAB-B379-19325AC6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21B53-D244-481C-BDB0-296259C8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5E15A-4FE8-4988-86B5-736BC245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flat distributed transactions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03842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12AEE-195A-43C6-9F4E-9020AB2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B4421-B0B9-4CB0-A842-96D750C9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1701A-69AE-42BC-A84B-53F7FE5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139D5-4DE2-4055-A785-C49131F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54B29-D847-4E33-BECF-415B5A5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Nested distributed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A4A9F-587A-4CBB-996B-8A2086E0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2B8F7-7589-45C9-90A8-17FE9284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Nested distributed transactions is best taught as a coordinator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62AF5-A49A-4DF6-BF60-6CD6DB97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C8CAD-C8BB-4A4A-BFB7-C5DAF7C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participants with prepare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54DEC-B951-43A1-9061-B48242D9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725C-8AC4-46AF-A368-0CC46F04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vote and commit/abort.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252FB-E5E5-4D45-97F7-F54CBB3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45903-C073-46D9-A7FE-EEF658F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A44FA-CC9B-4A3F-81AB-48CD88D5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E20D2-D96D-4AAE-8C08-1AE08E91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95AAA-EE87-4984-A295-31BB88C5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commit/abort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DA514-90DB-4386-A4D9-F65AFF2B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35E50-4830-4E28-9B0B-7C6F93A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nested distributed transactions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88792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C828A-1604-4F70-8C67-516337EA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7433F-F271-48AD-9005-1A0A3336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8D3C8-40BD-497F-962A-4616EDCB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40F5E-61E1-48E0-923B-8E049366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10454-05A7-4953-AD18-BBE31A1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Nested distributed transactions: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43542-D3D1-4281-BD59-BD0D7298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5D5C8-6F30-4315-83F3-2E03475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013A-7915-44F3-B8B0-7CD703D9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902B0-A8C9-4DB0-901E-A499BAB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865173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946279-6309-4080-9817-58622336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7E76-BEA1-40C8-B031-B14EFF2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5997C-1BE0-45CE-B5BA-4ED5D78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EEA77-E5D4-447D-B739-AA1CC71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62900-CAC0-4420-9CAD-C269D43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Nested distributed transactions: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357DC-1D61-449B-855C-DDE05BC1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097B2-FCF3-4E63-805B-0841A4CD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3C0D6-4A7E-480A-9FB8-3E6B05B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5CA8A-4EE8-4135-BCEC-C20716B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1F7A2-7E48-4EC7-917E-22C86FC3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2B30A-0940-44D8-B0BC-9865DCD0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B95A7-40BA-4B29-9145-25496C79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5D205-AF25-443E-93A4-53E3CF29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B6F9B-0505-4213-9866-F06D6088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20EED-1122-46B0-86E6-793C46B1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F7C16-E0D3-4546-8963-C9F49B9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EB9E3-B72E-436D-A669-7215184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6891A-A5C0-4228-A0E4-9F44940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C7D46-D3B0-41EB-8C6A-3F4F0B76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16F32-CDCC-4EDC-9B4D-890A251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197C-FFDC-4D60-AE29-B55677B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FE8FA-14C6-4A66-91CB-97B28AB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CDFD9-F87C-44C0-BEAB-35E0C356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487DB-341C-417E-B6D3-1917FB5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5AD05-DA48-44E5-ABD0-CFE9103C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B2108-3C24-47D1-96C4-C54E1891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87799-777A-4A27-9FEA-44F431A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1753E-DC0C-46DB-9FA3-0474CF87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AB2DA-FBFA-4CEA-A04A-AA9F9252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5FB7E-8069-4E72-9F25-0C05BD4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DF15F-8B7D-4445-BBF5-8CA149C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nested distributed transactions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10699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53850-89CE-40EE-9CB8-6F5A2323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ACC53-0FF2-4526-A511-853A4D1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DA18F-8200-4440-97B5-86E8F91A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F1F74-8B24-48EC-9538-755819C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C1F35-50C1-4CF8-9198-B634565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Nested distributed transactions: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16F62-6932-463C-B2D7-B4399AC4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B85B6-B112-43AC-8A7E-AD7A56B7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0F9FC-8B79-4193-B8BD-32F241C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A683B-4C09-460D-BA2A-A86FA7B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89CE0-FD39-40D3-81E6-A49B8A3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C51FC-C874-4D69-9BC2-9636F83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Nested distributed transactions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0F305-3D8A-4A88-8A91-F716E590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2F7CD-3468-4D56-AF8A-3DE22FA5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coordinator -&gt; prepare -&gt; commit/abort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4EE7F-98D5-4057-B824-50D3F34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179E4-9989-483D-9D69-04CEB60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746F2-C506-4AC7-B687-ECB9986E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1D4F5-3810-45F1-9D31-0A976B5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630BD-B434-4AB0-AC7D-53AEC93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F1CBF-9A09-4E87-82A4-DD6EF32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8A56E-B3AF-4C08-9D16-D137B74F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C9E3-6D5E-433D-BBD2-E126C51E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coordinator, participants, prepare</a:t>
            </a:r>
          </a:p>
        </p:txBody>
      </p:sp>
    </p:spTree>
    <p:extLst>
      <p:ext uri="{BB962C8B-B14F-4D97-AF65-F5344CB8AC3E}">
        <p14:creationId xmlns:p14="http://schemas.microsoft.com/office/powerpoint/2010/main" val="513309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97B3C-9464-44C9-9964-AF136294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A62E6-B4FC-451E-B06A-EB05F4D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B9A5-3136-48F3-BC13-0C4EBDC3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7BB9B-A2AC-4EB9-B6DD-0AF1D8A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1FDB-F06B-4F98-A51B-CC8BDFF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Atomic commit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F70A4-7C32-4CBA-8FAB-CB49552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B1790-66C4-4ABC-B06E-1ACF19D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Atomic commit protocols is best taught as a coordinator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BFF3E-1C3D-4047-B75D-BAC66703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C870E-5026-4455-ACDD-21760EB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participants with prepare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0D64E-6B6E-46F6-9CE1-B141FBC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2CE9F-A7D3-43F2-B22A-4C265C3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vote and commit/abort.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772F9-D7B4-436F-B47D-7DE25716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BF2D3-455F-47A9-8F52-C07F8FC5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96F05-1FEA-4EBD-8563-83FED4B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E9658-3642-42D3-9F28-017868DB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A9469-97F6-494B-9530-58298DE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commit/abort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6B42A-6FF8-4F80-899C-D4882ED3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95065-7B79-4853-B083-BB572A45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atomic commit protocols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67969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64B69-9175-4A0A-97D0-5668F08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1C5B1-96EA-4FDB-89A8-55E0DE6D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81B72-1158-4E8D-9099-20A77911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D0175-5DC9-443C-BD3C-0393A22F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8DD2-BF98-4C28-AC77-37A6CE12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Atomic commit protocols: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B0C4-89FA-40B4-A85E-184DC381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A8AAE-0521-4740-8EC1-D4A8DF83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7F9E-B49A-4147-9905-721D305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CAE9D-FC06-4956-80F1-FFF0688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656757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B1270-9F25-4B09-8F13-4DD40C98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30631-5DCD-4CCD-BD13-367B670F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D93A6-9AE2-46B6-8325-E2D5A585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DCF23-1B35-4348-AE69-A7E3F73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52B67-BC9A-47A9-B281-D3FE5E1A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Atomic commit protocols: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58D1F-F059-4844-B6FD-9DB54666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0699A-9AB6-4499-9AB2-DEAF7456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02949-D7F6-476C-BBC3-E8BA810C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2B28B-9B86-4BE8-9A24-A7EADEC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814F0-3A89-44BA-BE5F-E9C28DC9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34271-1795-4210-899B-3650AB9B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3CF4B-BE46-4541-85B0-9A7039BF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AB332-D028-4025-B6F3-6FDA9EC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62325-1D5F-4F46-8AF7-95649CD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ED0A9-9BFA-4821-9532-F8654E9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EBAA2-1763-4203-BB0A-3D1CBC77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5CD59-3643-42F8-92E2-7F3B5BB2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A15E5-A060-4DF0-876D-6EAC13CC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B93AC-4B76-479E-8855-59D5F434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C791D-ACB4-4484-A250-58931D14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45CCC-760D-4D2B-BA21-4935655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6F33F-323E-4928-ABF1-8623BB2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5D7C2-C3EB-4401-86B4-CD0EC15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1F251-712C-4DE8-8921-1F8F8F01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099A1-2AAC-4957-BFDD-32B3D664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7854D-60E3-4E73-986A-DA20FEE6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752C7-1E52-49E5-A8BF-4C71A74E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C50D41-6354-4BBB-A69B-B271EC30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14CA4D-7EBD-43A3-88C8-52254989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49554-C9FE-4913-919D-BEA2490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9C2CC-2C9F-4495-BD4D-C5F4F59C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atomic commit protocols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93257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97A58-EFD4-4330-AB79-B0A710FF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71070-D415-4137-AEC3-D912AEE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61326-F4F8-48C7-A53B-142A6440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33D18-B793-4C27-A72A-8269C819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F6B5F-85CC-48B6-95B6-AB3E204B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Concurrency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AD302-E686-453A-BB18-513CC478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968AB-D3AB-4AE7-9439-A9A9850B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Concurrency control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A7E5F-9511-4680-95EA-DDCEE933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E07AA-AA32-4297-98FC-5FB504D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AC845-4D47-4BB6-BB91-749DAAC2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8648A-A017-443E-BDFD-FBA268E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824E1-ACEB-4592-9957-BA2B8EFC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E7FC7-03F9-4F4B-A3A4-C67841E5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C3314-2E74-4EB5-84DE-337829D1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30864-283C-4B21-8581-FD7C835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563B2-EE52-4A7A-B4A9-865CA2B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580A5-0EEC-4FB1-A760-5F5CA43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3C5A3-BEC6-4964-85E9-824DCC0B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concurrency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9415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FB02C-D000-448B-A633-71F0217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90798-F3DC-4A9E-AFBF-13D4E9F3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A9D2B-CF6A-4CF3-999A-C7E71674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BEE8B-8F34-41D7-8A19-D3503851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62B3B-D04C-46F2-93CE-E01CE6A1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Concurrency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6EC0E-E818-4E36-AA90-2E5E9A5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7EEFC-9125-4086-B824-EB9D19C7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DB998-CE2F-4B6F-BC1F-14C662B3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7C414-7EAB-4C6A-A151-85604DF9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8622179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419089-E4D8-45CC-A8ED-FB7A421E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C91A2-5420-43AD-8DD1-2980AC8B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084CC-0CF0-49CE-BBE9-D360E0A6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FB89C-A970-4D20-A8B3-4773055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167DF-E27F-4B9C-97E4-1D8082BD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Concurrency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B327-249E-4026-BE10-CEC2EE94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4D40F-F0DF-4DDC-AE51-D75510F8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2F00D-2818-4E6E-88DF-55D0DB11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93333-6F6B-411D-A25B-575A9A70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0D2B1-9CED-40C3-A21B-8318675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61CB4-F574-48F7-BC00-789CF66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A9AC3-DB65-4A80-A948-C6E9313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D5D5E-33CE-4A02-B438-1D3C72B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A37C5-820B-4C5B-8F9E-6EF855DE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7871-D9E2-4863-83B1-BECE26C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CDBB4-0252-4B24-9CB1-2EDB11E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AFCA2-8642-414C-9F3E-64062ED1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96827-934D-4A6B-BBCB-AAC7249B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3E924-7B55-4888-9A28-EEA36615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BF4B0-3D79-449C-B7B7-6BCA443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CB1A3-EB31-45E6-AA15-A6E5A1DF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95249-BB6D-438D-861E-CD0E8965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98D1C-260E-4932-80C3-5441193B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F56F2-7E95-4839-BFC3-D942DCE4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D1A41-90B5-498A-9EBE-E01BA76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B50EB-820F-42E9-B6FD-4BB8E66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048AF-923F-449B-ABB2-1D8C46C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EFC2B-7862-4AC4-82D3-8D4B0B4B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765B9-F682-42CD-9AF2-DF4D193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41A608-B995-49A7-9499-1B29393B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0FB6FD-3C90-4478-AB65-2278D18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concurrency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601888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A4B17-4BC0-4D6A-BB5A-84A6B17C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FA45F-0A07-41B9-BF0C-5BCAA36D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4563-30D9-4DB5-BF1A-6B3DD331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9E776-5CDB-4DC7-8A60-845F35D4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78E94-FA7E-4A64-9359-1CC4AEF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deadlocks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461D3-0FA3-488B-BB7D-B5E0390E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B9E8-1948-4F44-B41C-50C59F29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Distributed deadlocks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5302A-93B1-4DB1-8138-CC65A4D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1ED36-6456-48E8-9B4E-C1C039E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30E21-9E2A-4500-9369-13F21AB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81657-02BC-4408-B176-5EB3479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7520E-C207-4753-920A-705CB71D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DB8F0-9BE3-442A-874A-2A37D620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5B58F-8441-4713-AB96-18B809E4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197D4-6423-4BA9-991D-1C4562A6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20484-0350-4D74-9C4F-5F43071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527DC-9C1F-446B-A4C4-67B48A69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48CB7-9F74-4342-81AB-227EA70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distributed deadlocks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11620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0C6B5-2C26-4134-9005-5FC18F86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BEFB8-BF2B-4DB1-AD17-4E8CDEC0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844C5-E625-4615-AE07-7EE74B61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D67B0-BF70-44B3-A0B2-65015C70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07357-9243-4C73-BCE1-8A9DBEB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deadlocks: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A0FE3-C99C-41A3-BCE4-F8D550D5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038DF-01B2-45DC-9353-7022EEC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9D933-AF9D-4557-AA50-3C74CF3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F2F1A-2BF0-4A18-875B-2CC8473E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154799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BB6A9-A2B6-4126-A5E5-ECE88887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2BE4D-3335-4CE8-85AB-94CA2CA4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E9BED-4F44-4A23-85E0-D3EFEC1B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B6DF5-3130-494E-9E59-21850BC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F419C-A696-426C-829C-0A1FF4A7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deadlocks: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EB5AD-EFD0-4551-9EF1-70677039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6EB77-55C4-49BF-A563-6C1FC40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05A13-1AB0-4295-9B9D-03E78A70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FA97B-0277-4F6F-B44B-5377EDDD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00AE8-D00B-4CED-8615-6084378D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6CB84-73BC-4C15-A562-F527CE6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380F1-4EC7-422D-B3DB-D783D83B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8304A-AB53-4452-9BA5-D81451C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10F78-069E-4E15-A4FC-9A2A818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419D2-4C32-4701-A389-CCE46BBB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8A984-EFCA-4D7E-9C29-7E5EA047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A183C-1373-41D4-81CA-6E07B69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8041A-A225-41BF-9621-B4560CD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C704C-BC14-46DD-A61C-DF529A35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BE193-E9BC-4796-93AB-B8EE273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D2A6E-E28C-4701-8ACF-B72D1C8E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FF99F-69FD-4EEE-8E49-CB139167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00324-90F4-4D08-9853-204C5BCE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8783C-501E-4FA8-8B2C-958E24C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69DC4-E8F5-49E0-B5FE-48A9B4D3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F88DC-761B-4D43-93CC-9EAC8919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B36C0-2388-4C80-9C31-A1ECC605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63DA0-E137-43D5-84A1-21D6E253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FED38A-919A-4C04-93DF-3172CE6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A0FF3-AB5F-453E-AD6A-57BD8A3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54934F-FB06-4A23-8108-C6EBB23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distributed deadlocks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038404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D9B63-F144-4E15-9F27-50E4DC1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E6370-B6CF-49B9-A633-0C7A922A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307F2-AF84-48E2-BD58-889D1B14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F0956-C356-446E-86F9-D2A9F7EF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E5B29-75DD-4D27-8210-42EB9A7A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deadlocks: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90AB-BB88-4C2D-A9E0-4DE30254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501CA-8197-4AC7-AF3C-35D6922A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6A360-C838-4178-B246-D867300B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F004F-0F28-4AC6-A69E-D4F45881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FF994-A763-4E58-932A-C34699FC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374A7-C6E0-45AF-A3B4-5AAAC54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Distributed deadlocks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37059-2E91-49E0-8A0D-E2F37D2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E9080-E86C-4C7B-8537-5ACAE4C0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C15D2-20F1-4780-8952-E93439BC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C5808-E937-48EB-BB27-441189B4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FBFF4-AC35-4E6A-96D8-99FD997A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174F9-2FB1-4AB9-A8D9-4652D1E3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304A7-49A1-4FD6-9D9D-8EF19A5C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753E1-8E5A-4D40-A75D-38DAD247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1316A-4AEF-4C94-AB4C-14E60227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91CD0-99DD-4742-9AAD-2302F91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6149454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4FF8D-9ECD-44E1-ADFF-4DCB2B46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3BFCA-0822-4FDA-BA0C-1653EAAB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0A530-1B40-43A5-9FF1-A403E24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5EE1C-284D-4A23-81B9-5DD6BA19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F8C96-C037-4C2F-AE54-2C5B9531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Transaction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EFB48-3909-4EF0-BA06-4B9DA406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795E0-2168-47ED-B219-EC6328C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Transaction recovery is best taught as a coordinator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65F3E-F711-4E56-B0AF-EAB32F0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E8462-C34B-4D9E-8248-77DA9DCD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participants with prepare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9E5FB-EEC1-46C9-8F43-61E9E827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DC7B-D578-4F29-B7F6-F29C67B3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vote and commit/abort.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12FF6-4030-405C-BA6C-B8E6B8E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C97E7-2B18-496D-9856-358D662F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974FC-7503-4284-9B23-096D555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09961-DBDC-49AE-9E04-04CA39D5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63317-5293-463D-AF8B-0EF13DF0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commit/abort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043E5-EC7F-4D5B-BBA4-304FA989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893F7-7949-4085-A1DD-F0523490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transaction recovery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603950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993ED-EE2B-408B-8B21-ABDF7C70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3BA3A-14FF-4C0D-8C05-9C2117A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B5B20-7926-4AB5-A980-10135201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92084-BCC8-43D1-B0B8-BC9F744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431AC-BABD-443E-B8DA-028D9FC7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Transaction recovery: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50E60-B778-4030-A731-0E365E66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1CD14-F043-45C3-A1DD-7DB1205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95CC9-0EE2-4AD5-B90E-DDAC858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97A92-0783-49F9-A1A7-45FABDE3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0526304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01826-D332-4917-89CB-C4D17491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7CA40-B047-4B72-9F3F-F5198B5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4CE9-E957-4D66-87B8-59D1266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05C3-8F62-484E-9051-FA64406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09E11-6658-4617-9777-AA148514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Transaction recovery: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FD762-290C-4DA7-A785-FBEDE0F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57E76-A198-4CE9-A6F6-1389A9A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75671-B910-4DD6-A808-6BE001E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D228D-2DF3-4F4D-A763-BED3A4A3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0C349-DDB6-4FC6-95BB-4E674EC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D4FEB-D9FB-43F0-8A5A-22B1715E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8CFAC-4427-4886-BED0-B39F6F4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1BE6E-3FC9-4A87-9CE6-27EEBCF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B97FA-3106-412C-9387-962329BB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B7887-CD90-4FA9-A614-9E90460C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114B2-242D-47B3-A935-C35F3B82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BA4E4-83E3-49C9-BF9B-A6AA20D4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CF2C4-5E39-4734-8686-08205646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F752A-30E9-42CD-A480-121FBDBF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31DC1-237B-4C13-AD99-B5BD46D8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3F3DC-5BDB-4457-A332-CF4367C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65010-E06F-42B4-BC46-270EDA00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23C02-719E-4A29-8753-BD70CE4D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BF24A-BB79-4D5A-9D79-D48F60F8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4F861-8DE3-445E-AC7D-3BD5C4E3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0E512-9928-41D5-AC59-30D56DA7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D05C5-0EA7-4FC9-B7C9-34081985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4C4F5-C781-4444-8AB8-54C1934C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E5FCF-B07F-4D85-997E-F9AF2768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4363C-B9E9-4FD9-8250-D31E1B7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78B790-01BF-461F-AA97-121A68ED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transaction recovery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238629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83FAF-63B7-4EBE-87D3-CF45E9D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87789-3FBC-436B-A59F-79C26038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22171-A766-4E7A-A5A7-4ED3EE0A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01677-A759-4D36-B152-F908BC67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3405-ABB9-4F5E-B768-42727325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8EC48-3FDC-4AE1-B91D-D39123CE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211D9-1D1B-443E-9E50-37258CB2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Replication is best taught as a nodes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B640-4D71-481A-A906-320D9812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7EEC-E3B2-4274-BC5A-8CE722B9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key mechanism connects network with shared resource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54F84-8FD9-4E8F-85B4-1D26148C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27E1C-8469-4CAF-BA22-379B95EC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For exams, draw the model first, label each step, and then explain protocol and failure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4859A-DA10-49E3-A8A4-B31544E4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1F4AC-F4D9-40FC-AC17-3B9E7F1E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D2A66-1C1F-4ADD-957C-7A23F09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F3F47-9523-40EE-A3B5-329323EC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2A2E5-B0EA-46DB-9EF1-870934B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failure concern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05A57-C93B-4C9B-AC50-15B34E9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D6EA4-A8B4-4DE5-9D09-BE624F37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This topic explains how replication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221119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1EB1A-07F6-4ED8-A7DC-B69EF1DC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8F13E-7539-4ED2-9D25-06E994B1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844A8-6593-4231-BEFF-C3F5C4C3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F2727-FC12-4D33-9D35-CF74BBE7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7889E-7988-4E33-B44A-758A0A7E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Replication: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224A2-15B6-47F8-AF8C-2B4CB37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C4EEE-3FC5-45EB-AB81-F89C50F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36B98-F452-4123-B58F-17E69D62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EB27D-119D-41E1-8BC7-27A835D3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585260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E0839-57F4-4158-8644-8FCC334B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DF9DD-6FBA-49D3-91DA-B952A0C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28ECC-0465-4251-BEB4-F7B667A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4B600-EC81-4D5D-BA2E-2A24F818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94B46-C08B-4138-8ED3-D2FF8D3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Replication: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593AE-B03E-46CC-8568-461EA544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D274C-BDC3-466E-98B6-8E92351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228E6-1686-46C1-9335-03DAC379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659D-1C09-4CEC-BBD2-151AA28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AB572-6293-426B-B35C-11D595D9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5A786-ACFD-4D1C-B86D-D160186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C8DC8-FC3A-4033-8E2D-F69404F9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69AE7-8B4A-495E-AB64-60220C91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B4F07-877C-46BF-AEFC-C870E863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60C51-C398-4C34-AC10-6004422A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B1203-1118-4A22-BF89-96A70BC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37929-D691-46D1-8F77-E35BA1C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3BF35-9846-4F6F-9E60-289E2E92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8A340-536C-47E3-B8C7-F7BE495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shared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B68E5-F754-4160-BE53-246E793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7EF68-DC73-43D2-BDD0-E9C34A88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3C907-E41D-40E1-869E-9AD8E4B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CCF3D-0DB6-4E15-8092-F5568C1D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E3339-A88D-4DB9-B990-F70CFC7A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66949-9A63-47FD-91E8-3ED20324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8B5BA-E0C8-4642-AFA2-A169FE9C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1DCD39-9D68-48C9-86C9-15E67066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0419C-8625-4F8C-8F4A-00EA03E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protocol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31C027-1F32-4902-98E6-B87B744B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failure concern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470A0-9467-48F6-9D9B-4039795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F3E609-7FC3-4DDD-8689-523D5E8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replication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804797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DA333-66DC-44C6-BE3D-8E220BB1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A7537-D4D8-40A9-845A-49F5E9CF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73043-94F5-4517-BAA9-80C7D77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A826F-755D-4231-A6CD-225CE0A9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2B69E-38D4-425D-911F-B967A12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Flat distributed transactions vs Nested distributed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A3D6F-E573-40E5-BABB-A0A514EA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66D3E-21CC-42F3-BC7B-9D37041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7615D-364B-49DD-99FB-5E49B8A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Flat distributed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EFD08-6B4A-4384-9E6D-B65BA677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Nested distributed transactions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AEE40-5F6F-4406-8E19-306B744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46940-51DC-482A-BBCA-F074E61D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EE412-CB01-4B69-B1D5-4A4D8447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B9501-D529-4CC9-87ED-56ECC29A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DEF2A-BD7F-4558-9AD3-28390CE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1CD90-A84B-4B25-A6EE-DCC98E4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4828D-118C-489B-8522-FB358CFC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8D617-F226-479E-BD5D-3DDB3DE8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3F83B-C6CD-4ED4-A563-F5F3E873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19343-DC7A-4D89-B93E-3BC4990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C7392-6CCC-4C6A-8DA0-03DF50B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22120-DF3D-4DD6-998D-C6E2322C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DE5B2-AA03-473E-BBE2-05678E4F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B87A8-8936-47D9-9151-F274F4B0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E462E-BA8B-4500-B59C-5FC8561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E0318-2FD9-4A28-A35C-3BDCF879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332183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F4A96-7CD9-478E-A922-E39C596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1289F-323C-4DF0-8DA6-610F2AA7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7DB4C-5A09-462B-9350-D44F380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B5721-1C01-4639-894B-9C33582B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89BFC-4EAE-4936-BA12-8307970B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Concurrency control vs Distributed deadlocks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6D36A-69D2-462E-B5FF-C17CB7E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D1C4E-603C-4CA0-B624-54A1462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1597A-0551-4419-A48C-0D9C3C9F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Concurrency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37B6E-59F3-4428-9186-9EB26D81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deadlocks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FB78-73EB-451A-B330-8B2F0C38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29911-54F2-4AE7-B058-1E62F6A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1F87D-AAAA-47AD-BDDF-6D3FB18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791A6-F721-4833-A7B0-04C40D36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FC080-08D9-496C-9CDB-214DE881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7CDFD-4EFD-4FB7-8EE1-7FA451A9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5AE9B-F4C3-45F5-9C54-67861850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1DDAA-0CFA-475C-8570-FC0584CF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67726-7BC1-4FC4-8950-762F86CE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D307A-AD08-46AD-BDB1-05C090F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2C385-E956-42E3-AB1C-B40FF819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9096D-17B7-4D19-A6DA-60790D8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D3CFA-CF8B-4BD2-863B-5EFF64E5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1BAEB-9E12-4AB8-BFD8-63E913C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BCACE-486C-460C-AF3C-C4573D4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22F40-DFEA-46EE-9992-59861BA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393486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648FE-24B6-4D57-B676-C84C35F2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93C86-DBB9-4FBA-9279-31EAB48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68FDC-16E6-45FA-B7D3-4C8EA3C1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EBAD6-9415-4308-A62D-EAA6E243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8FAD1-F359-46A0-AC18-C6CCD49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9DE45-24AD-4403-8376-DC43ED46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A6477-780F-4873-BE4C-ACD9B42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A145C-9F2F-4809-8860-AFB248B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7422-E72C-4E66-BE34-63C70B05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16038-D53E-464E-B847-7C0D4BF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49E41-FC71-46DD-BBE8-05DE3F8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0D330-2849-48B2-9217-46B520CD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Flat distributed transactions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77669-0238-48E0-96A8-F53481DF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9F1B8-7FFE-4590-A783-B1BABB69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Nested distributed transactions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09F9F-A32C-4E0E-9CBA-7E1AD19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0B317-9EF3-412D-8898-B1B9749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Atomic commit protocols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8E5CF-8AB2-4648-B98B-1D23C33B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1F0B7-EBB3-46CF-AC2A-72A49592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Concurrency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FEEE2-E23E-4E0B-B563-4F82FE7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6AED6-79E7-48A9-A7B1-1A391E4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Distributed deadlocks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AF2F4-2004-4B42-9030-B7A6B78D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12FA2-3A69-405D-A032-F502ACD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Remember: Transaction recovery</a:t>
            </a:r>
          </a:p>
        </p:txBody>
      </p:sp>
    </p:spTree>
    <p:extLst>
      <p:ext uri="{BB962C8B-B14F-4D97-AF65-F5344CB8AC3E}">
        <p14:creationId xmlns:p14="http://schemas.microsoft.com/office/powerpoint/2010/main" val="9386648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D337B-E2BB-425C-8837-8F927E41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9640C-BED8-4777-B1C9-D18543C4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2F2A5-E177-4990-8734-6672BBBF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D1D13-309A-4346-A630-1BAA105F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399CC-1A52-4BE3-93E0-FC46239D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12D3D-3A31-4C0D-8FB2-D7ABE036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85303-AB46-47FB-B949-95DEFAEA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AB861-321C-4B1F-A60E-74E3C27A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6562E-4EEF-4DEE-A48A-4DDE4A7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E1943-0486-4EE2-AD20-FA499C24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3E0AE-8F15-454E-9561-E60A05E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Flat distributed transactions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0E74-AA5D-44F2-B3BE-925BF97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1BDA9-C730-4C09-B03B-4C4B175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57EB8-E072-4528-BCD8-0C7223BB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A62FA-AEBB-4CFD-A8D0-6F2526F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Nested distributed transactions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3EF58-7837-4354-B29A-AD8D7498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3A990-7112-4A16-871D-538F04B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166C0-479C-4D02-96D9-CEA525AF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CEB6D-8A67-4464-BBCB-1637BC3D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Atomic commit protocols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9F9EE-3D3F-4326-8788-012FB6CE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39FDB-08EF-4F4D-855C-C488948F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9F256-36CD-467F-BCC1-20160826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716FA4-6360-4C9C-B323-A8CAA237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Concurrency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1934F-2909-4B53-9861-772A49BE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96BD6-E29A-4861-8E00-AB75C951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8938393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CF77E-7D95-4B91-B8EB-D721726F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58588-9981-4CDF-92F6-D1DE76BB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6418E-4B36-434D-A46E-FFF303BD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41EEB-CF38-4A16-A610-989E9F1A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30CD3-05EF-4401-8FEF-AF33549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A9561-3067-49E0-A5A6-FF95DBBE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3199C-DE6B-404B-A6E3-7A3BD60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7A6A1-1013-4495-A9A5-3063875C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F1717-0CD7-472E-8F2B-E669125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5749B-595D-4E0B-8B55-D61847B1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FFEF5-CF79-4BAB-BC57-648EF33B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82B71-E09E-45EA-9E3F-89799BF1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F73EA-644B-4F33-B84B-9567645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9366240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48844-5028-4B26-9E14-320D4EE8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E444D-F488-49D4-81DA-FDB0D334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8C97D-0575-43F7-8886-8668598F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C1430-38D8-4DFB-BCF0-F47ABE27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BB92A-18FD-4A62-BE69-AA09548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53990-AC9E-4959-A9B1-EE72FB8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D5EBE-C015-4912-9D41-EC69D102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2043B-3C3B-47E8-90B9-A46ED44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0680F-6EEE-4A4B-9410-86D14B11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B7902-E2E4-4C64-9957-2416DDD8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6A88-EA02-4867-AABA-67E4C832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40C79-591E-4FC7-BCBF-FF847975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EBFCB-85B7-46C1-A08C-01452675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141C7-DDE0-4C52-8F68-8838BEF4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01054-9187-4555-BA92-0D670A9B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1458598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ED89E-860D-4A42-92A7-8B6B3C24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EACA8-4342-42CA-86EE-4BFAF936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B8063-86FD-42DA-9A3C-25208DD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5F14C-9602-469A-BA7D-71EAC5AA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8A8BE-1B8D-479E-A2D1-D6A8B2FC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C45DE-5E45-41D2-AA6D-BA46B642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CA0D6-7FAB-460C-A769-A8C2F65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650D2-502D-473C-845A-6426A78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213FD-5884-4A40-8F81-0437D9B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15CEA-6355-455F-86DF-A4409727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DDB79-225A-4AD3-A3EE-75088E8A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79747-AC2B-4071-9072-E2A6C7E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20697-6484-4AE1-A44F-0466947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21E76-7C8D-446E-836A-D388F8C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DA52B-6C46-447A-B1E8-8C40DB32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E158D-9E81-43C4-94E4-F22DFBE7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F9084-B626-44FF-8B13-F565FDA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82E37-EB1B-46EB-A3EE-8433165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90431-F818-495F-8534-C2B1A6A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EDF20-D67E-48B9-81D4-A78BBC45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BA624-4C0E-47D5-B72C-9244EFDA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E5299-2E3A-4051-B36D-A04B6EB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DB105-E850-48AA-9FE5-FF122BAE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2C676-1D4C-413C-9065-679B96F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28A821-57B5-4BF0-9E20-832DA53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20264406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54EB6-EA06-41DF-9163-DEB67B9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D3D4E-10C0-48DF-9C22-EAE5001B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6BDC2-7899-4724-A9FD-B1EB0AD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B3F60-53C0-4917-858B-19A5B06E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DA7C2-ADAA-4F83-814D-D237B935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95B2C-48D5-4587-8A01-59F6993E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3B3FF-A4DA-4338-9DF7-630EC04E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Explain Flat distributed transactions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BBB6E-55C0-41BD-A8DF-C68697B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ADFC6-E371-4BF0-93AC-3DCFD96C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Compare two approaches from Transactions and Replication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7FFC9-9AD1-4A47-9563-985E6E9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D0082-B85A-4848-8CBF-3062D83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Solve a small worked example involving Atomic commit protocols.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AC5C9-B53B-42B9-80C6-7A5B36B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26D65-F5A6-4C53-90C3-C9C5D40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List common mistakes and how to avoid them in Transactions and Replication.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76DC7-7476-4116-ABE1-B78018D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93D7C-196D-4BED-8AEB-03D85B4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8192407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0751A-F3FD-4FC2-A83C-59186323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C6026-C98E-4906-AE54-27C1DAE4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DAD9B-B2CD-4111-963F-4C01D1EB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020DE-2349-44D1-BE36-AF13CE2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0149F-23B3-4398-9A54-BF297DE9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Flat distributed transactions vs Nested distributed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FF5D0-2B07-4A5F-A918-00FDA3CD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3906B-0734-40A8-8AF3-5279D77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2222A-D188-40DB-8D9E-B8C40E03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Flat distributed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23BB0-233B-43C7-8ECB-B7E34C17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Nested distributed transactions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36AEF-B3FB-4D45-9553-6A5E7179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DAF77-885E-4F0B-BAAB-FE253D63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92A45-E617-4106-BB9F-923FCA43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FB242-B37D-4AF7-9FCE-928C16EE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C6210-64F3-495C-8188-AC93A11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0CCB0-DDE7-4914-B3B8-B8C265EF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76EEA-9121-4549-AFF4-D7E27554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E433B-C946-42EF-A145-01ACF52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01FC4-C971-4527-815A-74A6B579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867EC-C9DC-4EED-8226-C70FF97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709E6-DF3B-4212-B28D-76F4419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0C3C3-62BD-4A9C-97C7-4C9CEC1F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7CA73-F3B1-45A3-94E8-79CAF2A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B690D-0C97-4F1B-851C-3483B889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6378C-4F54-4DAC-865E-C2667B92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05A8F-5D83-4E7F-A2CF-3B2F6EC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315428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A59E8-0853-4E63-870E-82189014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7AB9F-6767-439B-AAD8-1F0542D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B329F-D659-46FB-9DFF-779B703E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D86CB-FCD9-46E1-B84B-E8FF316A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172E7-0B75-4F25-B5C5-EC37C56E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Nested distributed transactions: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50BC0-EB86-463F-8FDC-6F109863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680C5-E151-4179-9E56-372D02EB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169A7-D3CE-41F0-BC4B-CF6C55F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4DE74-22A4-40AB-9C7D-10C62344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109EE-FA0F-48D1-9805-43BF0DF7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780F8-5464-4F84-9ED5-C3BDD2E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06F84-11EB-42EF-89B2-3253C1A7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7DAE6-7CD6-4BD6-B33F-D0D5D41E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11BA3-095F-4062-8570-515DCF67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205ED-E27C-49D1-BFB9-45F44886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1A520-898F-44A6-AA06-250E5F9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487AA-2FD6-4E80-B2CB-7630B89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54F1E-E5B0-436F-A1AA-B5B1F910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87B0A-42D0-485A-9F27-802D9681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3F861-2D5B-4BDC-AEF6-28DBC256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D6D19-BA33-4F12-816B-BE1695A0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5504D-818A-44A1-8043-9FF236B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9B579-CA8F-48BA-91F7-58052D4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88521-3530-429C-8AB9-8101839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41F08-FC97-4BDE-ABCA-06EF248D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0EE89-9C69-4E0B-AFA7-276CE98B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9F1AB-6915-4549-9E35-E0759463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DCD18-40D8-4DC6-97C4-40E74DE5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F328E-8C57-484C-9761-005401F7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D32BA4-CD2F-4B4D-B753-30878F1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A37E2-B61D-4DDA-AF63-86340D77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nested distributed transactions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483578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0253B-11BD-47F3-B5A4-E433841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8DF50-626D-4A60-95ED-8E0145D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BE52F-E9BC-41D7-B388-C40B81EC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F8D52-244B-4BAA-B21C-51616FC3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3ED8D-A229-43F1-9963-F77ED45C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Atomic commit protocols: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DF636-5533-4645-BD26-89B26E8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41FA6-5435-42E7-B4AE-9B5346BA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02C60-98CD-4F5E-9EE5-D1E97F05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916A1-BDA0-48F1-9E36-CA8A8DF4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C5704-2050-485E-8F02-884A9841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355E5-DFE9-47FE-9A42-DD1EBFEC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Atomic commit protocols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6BDE9-FB19-4AF3-98AE-59B8027B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ADBB2-C415-4074-A19A-2A040F5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coordinator -&gt; prepare -&gt; commit/abort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6A334-043E-46D1-A5DD-5444C8BF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72385-9255-4244-BB80-79FB5DB0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2CB10-7EE6-4002-B3FA-E41D085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60B2A-5A51-4B22-B296-88EC53E2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41769-DF9A-4400-8951-B62AB33A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1E943-E549-4C6C-B0C8-1EC1B1E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73938-D398-4BEC-8EAA-33C1563D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FF4AA-E304-49DB-BC83-30B66741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coordinator, participants, prepare</a:t>
            </a:r>
          </a:p>
        </p:txBody>
      </p:sp>
    </p:spTree>
    <p:extLst>
      <p:ext uri="{BB962C8B-B14F-4D97-AF65-F5344CB8AC3E}">
        <p14:creationId xmlns:p14="http://schemas.microsoft.com/office/powerpoint/2010/main" val="7368702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4CB55-1A11-4808-B654-79F3821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E2307-429E-4004-9A1C-DE94DB8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65652-E3BA-4082-B51F-82EFBCE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D61B-A51A-4687-B6F1-A57DD991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D27EC-A54B-4067-9272-5C8198B7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Concurrency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AF38D-D245-46E2-9545-E147C32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07927-A1A0-4344-93C4-878AC16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245E0-BD65-4B86-9AC6-C9F9735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9ADDA-9787-478F-9A9A-9C1EE8A4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565572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B6FDF-6EC1-4135-805C-4EF76B4C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84488-6BFA-4C54-8EF9-25CFC99C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7F167-5A7E-48A1-8174-BB89EF1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33D0E-8416-4570-8642-668E8912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25D5A-4F9E-418D-ACEC-F2660C89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Distributed deadlocks vs Transaction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A6ACD-14DB-40A4-8315-FD9DD40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19760-BE3F-47CF-820D-EAD443F5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2B4E0-0C90-486A-9A89-3D775D8F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Distributed deadlocks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BBC01-5E63-407E-A5E9-854F30A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Transaction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38397-1A8B-4B32-B001-1B978110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569BE-7CED-4151-8DA9-43C0FAA4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E17C8-FA7E-4D13-BF5A-4B65C2D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E8B6-D286-41B3-9EB8-57F384BA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7B263-618A-4E03-9FAD-1C439F25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7FD94-41EC-4E9B-8B1A-DCA3528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48EC0-4035-4858-918F-8FF37C7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shared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49B5F-30E5-4C1B-8593-1D746422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95A58-5C08-4019-A4ED-45195FB4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FB49D-DFF3-40C2-9FE6-B3C342D8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1ADBC-9DC4-4DC9-9490-83541E59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3DE06-4627-472E-AAD2-AF5288B6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BC828-BA77-4847-ADA4-A4E1817B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30179-98FA-4F3F-B3E9-E8D92FEA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BA278-B898-4AE0-8F2C-3B34D6B1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06689-7BA5-4896-BBE4-222F53E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797711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350D5B-5C28-4BC2-BA1A-36331C65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08DB0-4B5D-4602-BB28-40631C5C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54C8E-9B1E-41E2-899B-E83BE043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FA82A-A74C-40E5-9AFD-269F737A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7A87D-2086-4C83-81A8-333C172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Transaction recovery: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ECE7C-16DA-4F42-BA75-0DFE6F3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A421E-CCD7-4608-AD6E-035C749C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39D20-6918-45AA-88F3-CB88951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1E522-02E2-4BA7-9DAC-150219F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001EB-5F5E-4E3F-B51D-CF01160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F3012-1617-4479-A9FA-C98B4B39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8C451-7BCF-45D3-B654-5FE35BA0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A1017-06B0-4420-9D54-B5F39985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68AC7-6593-48AF-A01A-17E0D011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7EC6F-4636-4073-887F-3F9890B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76235-D4DF-4D52-BBD7-A9102B0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9EB28-3348-40F1-A056-24BF2133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65E8A-4533-43B9-91E0-E9EC03BE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D6157-9779-4A79-BD36-9803B6D9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F9B90-20AB-471C-9281-31467FCD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CC253-35C2-4EA9-BFCC-B7DF720C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B38ED-FD13-40A1-84D5-CC7A3BB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14A54-A4E3-42B9-A2EF-E59D874F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EEC83-5CC0-40AC-B2AF-DD0E45BA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981F8-F0F9-46CC-B236-66F27FDC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A6E0C-27EB-42E3-871E-0156DEB1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C71CF3-73A9-4652-9B46-BFA4DF8F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D1A0A-CDFB-4F92-88A6-73774F61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50602-E736-4E52-8BD7-1BF8A6D1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67A94-24B3-4B66-AC9D-3BBB259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BE4A3-7124-4D52-B00B-7BBC7CD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transaction recovery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208576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34E26-9E60-4943-9DD6-DDA91043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F12C0-F7EB-4670-9714-E19A97A4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31E28-BE2E-4C63-879E-EB47DEA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0AD8A-7B1C-487A-A786-1A040C78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D3154-5E2A-423D-A888-CFEC48F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Replication: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1DC13-26AB-4D4D-9DD0-48D03B41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F3CC5-553A-46DF-ACAE-12E1003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CDC78-2382-4A0E-9AC8-61E0331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784BB-18D7-40AA-9319-5F7D3E56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193A2-EAA2-4357-BD43-13B5B4C2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E1154-A75A-43C2-A424-FF4A38EC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Replication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092C6-91AA-428A-86F9-EE78C786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4CCC8-31C8-43DE-8902-2A326147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A76A3-F0F2-48C1-AFD2-01DFBD5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44F58-6202-4914-A413-2AADFCBB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2EE91-BA1E-46AB-B48A-215E622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72BBB-211F-40EF-8D10-870AA25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FED25-0A32-49DC-8EBE-CBB1CB4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7FFDE-1218-4D72-9744-2066E02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4B4DC-7D30-4C1E-83A8-9DCC47C6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9DCA6-E62E-4F6A-8F5A-B962FDC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46185230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731F9-B1C4-43B6-9744-539E4C78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0C714-BB25-47E7-B097-3D526E7B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FCA08-B649-41F6-ABAE-6E9F08E3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DE8AC-E308-4AA6-8AC1-673863D4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BCBF1-47E1-4B34-B8D5-C7DDAA4A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Flat distributed transactions: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8BE48-C747-4BD1-899C-29F1C04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Client / Node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F5C0-CA38-4656-9BC2-54F39D44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Network / Middleware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78C04-C24E-4EEB-961F-12EB47F6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Server / Node B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4530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495A7-4E97-4119-9AF3-16C7361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7"/>
                </a:solidFill>
              </a:defRPr>
            </a:pPr>
            <a:r>
              <a:rPr sz="1875" b="0">
                <a:solidFill>
                  <a:srgbClr val="1F2937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72333276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038B3-488C-4FA3-B2E1-3B246F3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D533F-341A-4285-9D47-DFDEA71F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44667-3FE3-4EB0-AF11-CAA1FA2A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E687C-607D-4E91-9943-61CAC44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D50BF-B973-41B0-8299-FAE56CFC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Nested distributed transactions vs Atomic commit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41A6-D978-4ED1-B422-51C71CC1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C02B4-D493-474E-BD33-2976FCB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545E2-6374-4FA0-AFC5-753DCA5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Nested distributed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879F3-BD44-4C32-A59D-7A9DC542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Atomic commit protocols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D2720-37BF-48F0-8754-935F731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58DE8-6CD6-43FB-9E6E-FE89C66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9411C-3F30-4CF1-97C0-D6D157B3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55818-4F23-4FDA-A8CB-B80A4F8A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120E2-1ED4-4F21-BC85-8EFA6FE5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85FDD-7605-45D6-BB25-DDC5D91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F3F6F-7596-405D-8FE0-1538184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B63BA-72C9-431B-A723-A753E2E1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D5A95-CE35-4487-858A-9D7DEA98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59BA5-EB05-43E6-8524-A3EC57C0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90361-50D1-4CB6-A922-22B14D4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ADD3C-A66E-4134-BC17-08455A7C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E1483-7185-4B1C-8B17-559D1110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1AB65-9AAF-40FD-A4D2-5A9CBDE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E2558-AC0A-4FFC-9C05-CEAAF256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91AF0-C006-4135-ADBA-803F29A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192986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41FA8-698B-44D8-B4FC-3F94D361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12B1C-AA61-4345-859C-7826F080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82081-CDB4-444A-8EAB-45905B0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EF875-5A46-4664-9119-6AEEFB0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97E53-5409-4756-8E19-3805769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Atomic commit protocols: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75D42-B55D-422A-8723-85AA142E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D3B1B-B0A2-458C-985F-9BA3FD0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E500E-65DA-45BE-9F1D-DF5C0B0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9A69-A4F1-47BE-9570-4C996E8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FA79D-D7BA-4C41-82E7-C4BBC7EB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B7296-FEEB-47DA-A1C5-1A5E250F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5990D-C296-4A8C-AD55-DF02896C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DBD8F-591C-473B-A225-488FFEB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coordinator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09BD7-B183-40DD-B709-DC2EF099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Identify participants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92A6B-5FF6-49CE-BFBB-46FDF9A0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7CB83-DEF7-49DD-87C8-E4AD457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1C40B-D8B8-4374-A9B8-50CD1D15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EB391-FA18-49FF-887B-C2EC38DF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participants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3FCC8-F752-4E71-803C-B616CA2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Apply 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C5C69-E1F9-488A-AFA2-848029F8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56EF7-535F-4F72-981F-037A6A98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9FF6A-BF1B-43D2-AAA6-A052FF65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19AFA-AAF6-4604-B493-08DBEA3E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prepare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EFE08-27B0-4375-9C49-337A4CF2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Check vote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1F666-49CB-43A0-811C-04781FCE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08675-810B-4956-BADA-95E1A666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77BD6-08E3-4978-9B36-415FCC86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D39DD-9ACF-4FBC-BD2A-A01BC14D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66787-35ED-44EC-8023-69BCBA4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Conclude commit/abort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023AC-0C83-42CF-8CC7-BCE9810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B04EE0-407A-4424-9108-DE59331B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25B"/>
                </a:solidFill>
              </a:defRPr>
            </a:pPr>
            <a:r>
              <a:rPr sz="1650" b="0">
                <a:solidFill>
                  <a:srgbClr val="52525B"/>
                </a:solidFill>
              </a:rPr>
              <a:t>Use this structure whenever atomic commit protocols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277019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134A0-7FCB-4F4E-9ABF-2A46E9A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F3A55-FE60-4BF7-8F24-3401E827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F7C95-31C8-4643-A5B8-4F3D7070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25CB0-9F63-496D-A589-502B5D2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0A6C0-FF94-44AF-AA2B-B15E342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F2937"/>
                </a:solidFill>
              </a:defRPr>
            </a:pPr>
            <a:r>
              <a:rPr sz="2775" b="1">
                <a:solidFill>
                  <a:srgbClr val="1F2937"/>
                </a:solidFill>
              </a:rPr>
              <a:t>Concurrency control: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F20D-F315-4ECA-AE0A-E97BFB89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53EDD-D841-4D5D-9092-2DE3C0A3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2719E-3371-49F8-BDD2-76943AB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0997B-1CBB-4F78-9E1A-9F074EBF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A27EC-B046-4A20-946D-B1207F49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9C2A8-7219-4DA4-9547-7D7F4A7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Treating Concurrency control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F8B18-3728-43E7-9FC3-61E4CB7B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6EF09-7BD4-4A21-B3C9-281B231A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Explain nodes -&gt; shared resource -&gt; failure concern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6508E-4E5C-4B1E-A5FA-A09AA05D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2F5D6-6218-4941-A624-4FE0C8EE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35716-A25C-4E2B-8804-1F1F53CC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EB0C6-9612-4148-B9CE-D6FD1EC8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349DC-5417-4CBF-A428-A19A74F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E0B6A-637F-4F65-A7A7-99EE1EE9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5F75C-2297-445A-99C1-531EF1D9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CC123-48A5-4601-9864-8CFB15C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terms such as nodes, network, shared resource</a:t>
            </a:r>
          </a:p>
        </p:txBody>
      </p:sp>
    </p:spTree>
    <p:extLst>
      <p:ext uri="{BB962C8B-B14F-4D97-AF65-F5344CB8AC3E}">
        <p14:creationId xmlns:p14="http://schemas.microsoft.com/office/powerpoint/2010/main" val="13082039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EB7EA-656B-4D3D-9DCB-ABAF522E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525B"/>
                </a:solidFill>
              </a:defRPr>
            </a:pPr>
            <a:r>
              <a:rPr sz="975" b="1">
                <a:solidFill>
                  <a:srgbClr val="52525B"/>
                </a:solidFill>
              </a:rPr>
              <a:t>BCS515D | Distributed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A6E2B-BBC7-4C30-BB17-4EF83BE6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25B"/>
                </a:solidFill>
              </a:defRPr>
            </a:pPr>
            <a:r>
              <a:rPr sz="975" b="0">
                <a:solidFill>
                  <a:srgbClr val="52525B"/>
                </a:solidFill>
              </a:rPr>
              <a:t>Module 5: Transactions and 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5B7DB-154C-4EE1-9A0D-9EBEEC78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8D806-0FD1-4B30-A2FA-3D5EBD5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525B"/>
                </a:solidFill>
              </a:defRPr>
            </a:pPr>
            <a:r>
              <a:rPr sz="900" b="0">
                <a:solidFill>
                  <a:srgbClr val="52525B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D4070-A2A6-4EC0-AB4E-821E49FE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F2937"/>
                </a:solidFill>
              </a:defRPr>
            </a:pPr>
            <a:r>
              <a:rPr sz="2925" b="1">
                <a:solidFill>
                  <a:srgbClr val="1F293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D3D60-ECD8-4496-A6C5-F18235D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7"/>
                </a:solidFill>
              </a:defRPr>
            </a:pPr>
            <a:r>
              <a:rPr sz="2025" b="0">
                <a:solidFill>
                  <a:srgbClr val="1F293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038DA-DDFF-4FE5-B7AD-1FA717F9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1408F-1B29-4F38-AB8E-A8B8615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34E9E-4EBA-483D-8E75-7ADD97C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A5335-C5EF-4A60-AD71-A7CC6D74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243D8-103B-4A06-A1BC-893A0EB7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6B4B1-57DB-4FFE-BE81-E46AC6B8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2107797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2026-08-24T06:05:15.5060000Z</dcterms:created>
  <dcterms:modified xsi:type="dcterms:W3CDTF">2026-08-24T06:05:15.5060000Z</dcterms:modified>
</coreProperties>
</file>