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ae63e681f94ad9" /><Relationship Type="http://schemas.openxmlformats.org/officeDocument/2006/relationships/extended-properties" Target="/docProps/app.xml" Id="Rfc5099cd296f4d0e" /><Relationship Type="http://schemas.openxmlformats.org/officeDocument/2006/relationships/officeDocument" Target="/ppt/presentation.xml" Id="R22e77b09caec4eb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a0fe0820924e2a"/>
  </p:sldMasterIdLst>
  <p:notesMasterIdLst>
    <p:notesMasterId xmlns:r="http://schemas.openxmlformats.org/officeDocument/2006/relationships" r:id="Rbc992ccd3d5244cd"/>
  </p:notesMasterIdLst>
  <p:sldIdLst>
    <p:sldId xmlns:r="http://schemas.openxmlformats.org/officeDocument/2006/relationships" id="256" r:id="R202994eb8a2a4546"/>
    <p:sldId xmlns:r="http://schemas.openxmlformats.org/officeDocument/2006/relationships" id="257" r:id="R7cfa9d706cc749c2"/>
    <p:sldId xmlns:r="http://schemas.openxmlformats.org/officeDocument/2006/relationships" id="258" r:id="R0d913ba1b58f4f01"/>
    <p:sldId xmlns:r="http://schemas.openxmlformats.org/officeDocument/2006/relationships" id="259" r:id="R6f2d5ddb7e184812"/>
    <p:sldId xmlns:r="http://schemas.openxmlformats.org/officeDocument/2006/relationships" id="260" r:id="R4927c5b2131349b3"/>
    <p:sldId xmlns:r="http://schemas.openxmlformats.org/officeDocument/2006/relationships" id="261" r:id="Rbd99ef232481456a"/>
    <p:sldId xmlns:r="http://schemas.openxmlformats.org/officeDocument/2006/relationships" id="262" r:id="R97dd8d5c76b54023"/>
    <p:sldId xmlns:r="http://schemas.openxmlformats.org/officeDocument/2006/relationships" id="263" r:id="R9ae98158b7914616"/>
    <p:sldId xmlns:r="http://schemas.openxmlformats.org/officeDocument/2006/relationships" id="264" r:id="R3a81a029faa9429f"/>
    <p:sldId xmlns:r="http://schemas.openxmlformats.org/officeDocument/2006/relationships" id="265" r:id="R6b22d9fa725a4e48"/>
    <p:sldId xmlns:r="http://schemas.openxmlformats.org/officeDocument/2006/relationships" id="266" r:id="R7755200510ab4304"/>
    <p:sldId xmlns:r="http://schemas.openxmlformats.org/officeDocument/2006/relationships" id="267" r:id="R4652d24745404e4d"/>
    <p:sldId xmlns:r="http://schemas.openxmlformats.org/officeDocument/2006/relationships" id="268" r:id="R8a52e52593fe45a2"/>
    <p:sldId xmlns:r="http://schemas.openxmlformats.org/officeDocument/2006/relationships" id="269" r:id="R6ca0ca23404641a6"/>
    <p:sldId xmlns:r="http://schemas.openxmlformats.org/officeDocument/2006/relationships" id="270" r:id="Rc6e54eaf7c0244ac"/>
    <p:sldId xmlns:r="http://schemas.openxmlformats.org/officeDocument/2006/relationships" id="271" r:id="R9d2465dc98134ab9"/>
    <p:sldId xmlns:r="http://schemas.openxmlformats.org/officeDocument/2006/relationships" id="272" r:id="R7f0f737b90b64a38"/>
    <p:sldId xmlns:r="http://schemas.openxmlformats.org/officeDocument/2006/relationships" id="273" r:id="Rb8bda1914d794c17"/>
    <p:sldId xmlns:r="http://schemas.openxmlformats.org/officeDocument/2006/relationships" id="274" r:id="Rfef3629366f04bdd"/>
    <p:sldId xmlns:r="http://schemas.openxmlformats.org/officeDocument/2006/relationships" id="275" r:id="R95fbfb91f19848a7"/>
    <p:sldId xmlns:r="http://schemas.openxmlformats.org/officeDocument/2006/relationships" id="276" r:id="R2fd3a33e96a24ad6"/>
    <p:sldId xmlns:r="http://schemas.openxmlformats.org/officeDocument/2006/relationships" id="277" r:id="Rc7b22b7353b749ee"/>
    <p:sldId xmlns:r="http://schemas.openxmlformats.org/officeDocument/2006/relationships" id="278" r:id="Rc1483fa22a644b8c"/>
    <p:sldId xmlns:r="http://schemas.openxmlformats.org/officeDocument/2006/relationships" id="279" r:id="R66fff4fe0d6f4586"/>
    <p:sldId xmlns:r="http://schemas.openxmlformats.org/officeDocument/2006/relationships" id="280" r:id="R548c9debf4a74e46"/>
    <p:sldId xmlns:r="http://schemas.openxmlformats.org/officeDocument/2006/relationships" id="281" r:id="Rce5e5edec2f14953"/>
    <p:sldId xmlns:r="http://schemas.openxmlformats.org/officeDocument/2006/relationships" id="282" r:id="R4ccc5c8bb8644b54"/>
    <p:sldId xmlns:r="http://schemas.openxmlformats.org/officeDocument/2006/relationships" id="283" r:id="Re685401c55d44c54"/>
    <p:sldId xmlns:r="http://schemas.openxmlformats.org/officeDocument/2006/relationships" id="284" r:id="Rd5fd20106872416b"/>
    <p:sldId xmlns:r="http://schemas.openxmlformats.org/officeDocument/2006/relationships" id="285" r:id="R9b7dfff930b04d10"/>
    <p:sldId xmlns:r="http://schemas.openxmlformats.org/officeDocument/2006/relationships" id="286" r:id="R1b08d06a0f2e4512"/>
    <p:sldId xmlns:r="http://schemas.openxmlformats.org/officeDocument/2006/relationships" id="287" r:id="Rf9625a00e62a4498"/>
    <p:sldId xmlns:r="http://schemas.openxmlformats.org/officeDocument/2006/relationships" id="288" r:id="R0578777c321249c6"/>
    <p:sldId xmlns:r="http://schemas.openxmlformats.org/officeDocument/2006/relationships" id="289" r:id="Rb7078e5de7504e01"/>
    <p:sldId xmlns:r="http://schemas.openxmlformats.org/officeDocument/2006/relationships" id="290" r:id="R3b097cf6c79247c2"/>
    <p:sldId xmlns:r="http://schemas.openxmlformats.org/officeDocument/2006/relationships" id="291" r:id="R6e366b648da74574"/>
    <p:sldId xmlns:r="http://schemas.openxmlformats.org/officeDocument/2006/relationships" id="292" r:id="R62a704ffef8648c4"/>
    <p:sldId xmlns:r="http://schemas.openxmlformats.org/officeDocument/2006/relationships" id="293" r:id="R45d6bd6cc11d4dc0"/>
    <p:sldId xmlns:r="http://schemas.openxmlformats.org/officeDocument/2006/relationships" id="294" r:id="R7eecbad1d8d04a55"/>
    <p:sldId xmlns:r="http://schemas.openxmlformats.org/officeDocument/2006/relationships" id="295" r:id="R0363468a45444012"/>
    <p:sldId xmlns:r="http://schemas.openxmlformats.org/officeDocument/2006/relationships" id="296" r:id="Rc946540aff3940c4"/>
    <p:sldId xmlns:r="http://schemas.openxmlformats.org/officeDocument/2006/relationships" id="297" r:id="R47fcf9c137314652"/>
    <p:sldId xmlns:r="http://schemas.openxmlformats.org/officeDocument/2006/relationships" id="298" r:id="Rf585fa73ee52455f"/>
    <p:sldId xmlns:r="http://schemas.openxmlformats.org/officeDocument/2006/relationships" id="299" r:id="R22279fb7fae5410a"/>
    <p:sldId xmlns:r="http://schemas.openxmlformats.org/officeDocument/2006/relationships" id="300" r:id="R7b5c7e3f234740a5"/>
    <p:sldId xmlns:r="http://schemas.openxmlformats.org/officeDocument/2006/relationships" id="301" r:id="R862449c51e3b4d5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7fe0a8af2d04247" /><Relationship Type="http://schemas.openxmlformats.org/officeDocument/2006/relationships/slideMaster" Target="/ppt/slideMasters/slideMaster1.xml" Id="R96a0fe0820924e2a" /><Relationship Type="http://schemas.openxmlformats.org/officeDocument/2006/relationships/notesMaster" Target="/ppt/notesMasters/notesMaster1.xml" Id="Rbc992ccd3d5244cd" /><Relationship Type="http://schemas.openxmlformats.org/officeDocument/2006/relationships/presProps" Target="/ppt/presProps.xml" Id="Rb2820006315a41a5" /><Relationship Type="http://schemas.openxmlformats.org/officeDocument/2006/relationships/tableStyles" Target="/ppt/tableStyles.xml" Id="Ra0c73ed60b2e4c0e" /><Relationship Type="http://schemas.openxmlformats.org/officeDocument/2006/relationships/slide" Target="/ppt/slides/slide1.xml" Id="R202994eb8a2a4546" /><Relationship Type="http://schemas.openxmlformats.org/officeDocument/2006/relationships/slide" Target="/ppt/slides/slide2.xml" Id="R7cfa9d706cc749c2" /><Relationship Type="http://schemas.openxmlformats.org/officeDocument/2006/relationships/slide" Target="/ppt/slides/slide3.xml" Id="R0d913ba1b58f4f01" /><Relationship Type="http://schemas.openxmlformats.org/officeDocument/2006/relationships/slide" Target="/ppt/slides/slide4.xml" Id="R6f2d5ddb7e184812" /><Relationship Type="http://schemas.openxmlformats.org/officeDocument/2006/relationships/slide" Target="/ppt/slides/slide5.xml" Id="R4927c5b2131349b3" /><Relationship Type="http://schemas.openxmlformats.org/officeDocument/2006/relationships/slide" Target="/ppt/slides/slide6.xml" Id="Rbd99ef232481456a" /><Relationship Type="http://schemas.openxmlformats.org/officeDocument/2006/relationships/slide" Target="/ppt/slides/slide7.xml" Id="R97dd8d5c76b54023" /><Relationship Type="http://schemas.openxmlformats.org/officeDocument/2006/relationships/slide" Target="/ppt/slides/slide8.xml" Id="R9ae98158b7914616" /><Relationship Type="http://schemas.openxmlformats.org/officeDocument/2006/relationships/slide" Target="/ppt/slides/slide9.xml" Id="R3a81a029faa9429f" /><Relationship Type="http://schemas.openxmlformats.org/officeDocument/2006/relationships/slide" Target="/ppt/slides/slide10.xml" Id="R6b22d9fa725a4e48" /><Relationship Type="http://schemas.openxmlformats.org/officeDocument/2006/relationships/slide" Target="/ppt/slides/slide11.xml" Id="R7755200510ab4304" /><Relationship Type="http://schemas.openxmlformats.org/officeDocument/2006/relationships/slide" Target="/ppt/slides/slide12.xml" Id="R4652d24745404e4d" /><Relationship Type="http://schemas.openxmlformats.org/officeDocument/2006/relationships/slide" Target="/ppt/slides/slide13.xml" Id="R8a52e52593fe45a2" /><Relationship Type="http://schemas.openxmlformats.org/officeDocument/2006/relationships/slide" Target="/ppt/slides/slide14.xml" Id="R6ca0ca23404641a6" /><Relationship Type="http://schemas.openxmlformats.org/officeDocument/2006/relationships/slide" Target="/ppt/slides/slide15.xml" Id="Rc6e54eaf7c0244ac" /><Relationship Type="http://schemas.openxmlformats.org/officeDocument/2006/relationships/slide" Target="/ppt/slides/slide16.xml" Id="R9d2465dc98134ab9" /><Relationship Type="http://schemas.openxmlformats.org/officeDocument/2006/relationships/slide" Target="/ppt/slides/slide17.xml" Id="R7f0f737b90b64a38" /><Relationship Type="http://schemas.openxmlformats.org/officeDocument/2006/relationships/slide" Target="/ppt/slides/slide18.xml" Id="Rb8bda1914d794c17" /><Relationship Type="http://schemas.openxmlformats.org/officeDocument/2006/relationships/slide" Target="/ppt/slides/slide19.xml" Id="Rfef3629366f04bdd" /><Relationship Type="http://schemas.openxmlformats.org/officeDocument/2006/relationships/slide" Target="/ppt/slides/slide20.xml" Id="R95fbfb91f19848a7" /><Relationship Type="http://schemas.openxmlformats.org/officeDocument/2006/relationships/slide" Target="/ppt/slides/slide21.xml" Id="R2fd3a33e96a24ad6" /><Relationship Type="http://schemas.openxmlformats.org/officeDocument/2006/relationships/slide" Target="/ppt/slides/slide22.xml" Id="Rc7b22b7353b749ee" /><Relationship Type="http://schemas.openxmlformats.org/officeDocument/2006/relationships/slide" Target="/ppt/slides/slide23.xml" Id="Rc1483fa22a644b8c" /><Relationship Type="http://schemas.openxmlformats.org/officeDocument/2006/relationships/slide" Target="/ppt/slides/slide24.xml" Id="R66fff4fe0d6f4586" /><Relationship Type="http://schemas.openxmlformats.org/officeDocument/2006/relationships/slide" Target="/ppt/slides/slide25.xml" Id="R548c9debf4a74e46" /><Relationship Type="http://schemas.openxmlformats.org/officeDocument/2006/relationships/slide" Target="/ppt/slides/slide26.xml" Id="Rce5e5edec2f14953" /><Relationship Type="http://schemas.openxmlformats.org/officeDocument/2006/relationships/slide" Target="/ppt/slides/slide27.xml" Id="R4ccc5c8bb8644b54" /><Relationship Type="http://schemas.openxmlformats.org/officeDocument/2006/relationships/slide" Target="/ppt/slides/slide28.xml" Id="Re685401c55d44c54" /><Relationship Type="http://schemas.openxmlformats.org/officeDocument/2006/relationships/slide" Target="/ppt/slides/slide29.xml" Id="Rd5fd20106872416b" /><Relationship Type="http://schemas.openxmlformats.org/officeDocument/2006/relationships/slide" Target="/ppt/slides/slide30.xml" Id="R9b7dfff930b04d10" /><Relationship Type="http://schemas.openxmlformats.org/officeDocument/2006/relationships/slide" Target="/ppt/slides/slide31.xml" Id="R1b08d06a0f2e4512" /><Relationship Type="http://schemas.openxmlformats.org/officeDocument/2006/relationships/slide" Target="/ppt/slides/slide32.xml" Id="Rf9625a00e62a4498" /><Relationship Type="http://schemas.openxmlformats.org/officeDocument/2006/relationships/slide" Target="/ppt/slides/slide33.xml" Id="R0578777c321249c6" /><Relationship Type="http://schemas.openxmlformats.org/officeDocument/2006/relationships/slide" Target="/ppt/slides/slide34.xml" Id="Rb7078e5de7504e01" /><Relationship Type="http://schemas.openxmlformats.org/officeDocument/2006/relationships/slide" Target="/ppt/slides/slide35.xml" Id="R3b097cf6c79247c2" /><Relationship Type="http://schemas.openxmlformats.org/officeDocument/2006/relationships/slide" Target="/ppt/slides/slide36.xml" Id="R6e366b648da74574" /><Relationship Type="http://schemas.openxmlformats.org/officeDocument/2006/relationships/slide" Target="/ppt/slides/slide37.xml" Id="R62a704ffef8648c4" /><Relationship Type="http://schemas.openxmlformats.org/officeDocument/2006/relationships/slide" Target="/ppt/slides/slide38.xml" Id="R45d6bd6cc11d4dc0" /><Relationship Type="http://schemas.openxmlformats.org/officeDocument/2006/relationships/slide" Target="/ppt/slides/slide39.xml" Id="R7eecbad1d8d04a55" /><Relationship Type="http://schemas.openxmlformats.org/officeDocument/2006/relationships/slide" Target="/ppt/slides/slide40.xml" Id="R0363468a45444012" /><Relationship Type="http://schemas.openxmlformats.org/officeDocument/2006/relationships/slide" Target="/ppt/slides/slide41.xml" Id="Rc946540aff3940c4" /><Relationship Type="http://schemas.openxmlformats.org/officeDocument/2006/relationships/slide" Target="/ppt/slides/slide42.xml" Id="R47fcf9c137314652" /><Relationship Type="http://schemas.openxmlformats.org/officeDocument/2006/relationships/slide" Target="/ppt/slides/slide43.xml" Id="Rf585fa73ee52455f" /><Relationship Type="http://schemas.openxmlformats.org/officeDocument/2006/relationships/slide" Target="/ppt/slides/slide44.xml" Id="R22279fb7fae5410a" /><Relationship Type="http://schemas.openxmlformats.org/officeDocument/2006/relationships/slide" Target="/ppt/slides/slide45.xml" Id="R7b5c7e3f234740a5" /><Relationship Type="http://schemas.openxmlformats.org/officeDocument/2006/relationships/slide" Target="/ppt/slides/slide46.xml" Id="R862449c51e3b4d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9ece952cb86451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3db0f2fa147459d" /><Relationship Type="http://schemas.openxmlformats.org/officeDocument/2006/relationships/notesMaster" Target="/ppt/notesMasters/notesMaster1.xml" Id="Rbec97b41b769436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46ec7bad9ae48d8" /><Relationship Type="http://schemas.openxmlformats.org/officeDocument/2006/relationships/notesMaster" Target="/ppt/notesMasters/notesMaster1.xml" Id="R466b074cb5c849c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61f5b18db234895" /><Relationship Type="http://schemas.openxmlformats.org/officeDocument/2006/relationships/notesMaster" Target="/ppt/notesMasters/notesMaster1.xml" Id="Rf1486cc567f144f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33a54353cbd4722" /><Relationship Type="http://schemas.openxmlformats.org/officeDocument/2006/relationships/notesMaster" Target="/ppt/notesMasters/notesMaster1.xml" Id="Rc0ffb1f42520448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faf7bfac80d450f" /><Relationship Type="http://schemas.openxmlformats.org/officeDocument/2006/relationships/notesMaster" Target="/ppt/notesMasters/notesMaster1.xml" Id="R119d8a333168445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89b55f8235a4ee8" /><Relationship Type="http://schemas.openxmlformats.org/officeDocument/2006/relationships/notesMaster" Target="/ppt/notesMasters/notesMaster1.xml" Id="Rfe62a75384284f5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fffd3c2bb224521" /><Relationship Type="http://schemas.openxmlformats.org/officeDocument/2006/relationships/notesMaster" Target="/ppt/notesMasters/notesMaster1.xml" Id="Rf60c583aefe4484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ba653ccd6e748af" /><Relationship Type="http://schemas.openxmlformats.org/officeDocument/2006/relationships/notesMaster" Target="/ppt/notesMasters/notesMaster1.xml" Id="R73261a53e34f4b9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5628cd16b8f4ed9" /><Relationship Type="http://schemas.openxmlformats.org/officeDocument/2006/relationships/notesMaster" Target="/ppt/notesMasters/notesMaster1.xml" Id="Rc5c7214fee1846e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f363b74d9be477d" /><Relationship Type="http://schemas.openxmlformats.org/officeDocument/2006/relationships/notesMaster" Target="/ppt/notesMasters/notesMaster1.xml" Id="R438d1cc689ce405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f76aa3cb3a34052" /><Relationship Type="http://schemas.openxmlformats.org/officeDocument/2006/relationships/notesMaster" Target="/ppt/notesMasters/notesMaster1.xml" Id="R5ca29d98b7714f4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8a87ce84b594343" /><Relationship Type="http://schemas.openxmlformats.org/officeDocument/2006/relationships/notesMaster" Target="/ppt/notesMasters/notesMaster1.xml" Id="Rc01044a77ecf42b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16f6eed3f1a4fa0" /><Relationship Type="http://schemas.openxmlformats.org/officeDocument/2006/relationships/notesMaster" Target="/ppt/notesMasters/notesMaster1.xml" Id="Rc38b667ff36a4ba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219214580314af8" /><Relationship Type="http://schemas.openxmlformats.org/officeDocument/2006/relationships/notesMaster" Target="/ppt/notesMasters/notesMaster1.xml" Id="R7cc402aa9d3d443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88c04f055f34b57" /><Relationship Type="http://schemas.openxmlformats.org/officeDocument/2006/relationships/notesMaster" Target="/ppt/notesMasters/notesMaster1.xml" Id="Rb37f07159f5a449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848a05b3fef448d" /><Relationship Type="http://schemas.openxmlformats.org/officeDocument/2006/relationships/notesMaster" Target="/ppt/notesMasters/notesMaster1.xml" Id="R3e062d99fa3d47d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943c3c88b174a5e" /><Relationship Type="http://schemas.openxmlformats.org/officeDocument/2006/relationships/notesMaster" Target="/ppt/notesMasters/notesMaster1.xml" Id="R7643bf244c8b42f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144d921ec61441d" /><Relationship Type="http://schemas.openxmlformats.org/officeDocument/2006/relationships/notesMaster" Target="/ppt/notesMasters/notesMaster1.xml" Id="R550d53e4552e446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49c42ebcf504e40" /><Relationship Type="http://schemas.openxmlformats.org/officeDocument/2006/relationships/notesMaster" Target="/ppt/notesMasters/notesMaster1.xml" Id="R732fcec502844b7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babd781c89f4e1a" /><Relationship Type="http://schemas.openxmlformats.org/officeDocument/2006/relationships/notesMaster" Target="/ppt/notesMasters/notesMaster1.xml" Id="R493b52d2f9bb499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ab6bf1f5c1245a8" /><Relationship Type="http://schemas.openxmlformats.org/officeDocument/2006/relationships/notesMaster" Target="/ppt/notesMasters/notesMaster1.xml" Id="R9b8b94f494d04ef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9543664ce2e44f4" /><Relationship Type="http://schemas.openxmlformats.org/officeDocument/2006/relationships/notesMaster" Target="/ppt/notesMasters/notesMaster1.xml" Id="Re054edd03e2e4f1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49e9b211ea94356" /><Relationship Type="http://schemas.openxmlformats.org/officeDocument/2006/relationships/notesMaster" Target="/ppt/notesMasters/notesMaster1.xml" Id="R7d8276f9048e43b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626d171b71644d5" /><Relationship Type="http://schemas.openxmlformats.org/officeDocument/2006/relationships/notesMaster" Target="/ppt/notesMasters/notesMaster1.xml" Id="R6413537a1b22457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f15ce5f99534519" /><Relationship Type="http://schemas.openxmlformats.org/officeDocument/2006/relationships/notesMaster" Target="/ppt/notesMasters/notesMaster1.xml" Id="R232b7f29f61e490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329a405c1cc4155" /><Relationship Type="http://schemas.openxmlformats.org/officeDocument/2006/relationships/notesMaster" Target="/ppt/notesMasters/notesMaster1.xml" Id="R01095d22c4794ba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98d26661c934b25" /><Relationship Type="http://schemas.openxmlformats.org/officeDocument/2006/relationships/notesMaster" Target="/ppt/notesMasters/notesMaster1.xml" Id="R16a9ff6af52a4381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1f48679b2954f14" /><Relationship Type="http://schemas.openxmlformats.org/officeDocument/2006/relationships/notesMaster" Target="/ppt/notesMasters/notesMaster1.xml" Id="R5792b49850e746b6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fe48c06dd0984806" /><Relationship Type="http://schemas.openxmlformats.org/officeDocument/2006/relationships/notesMaster" Target="/ppt/notesMasters/notesMaster1.xml" Id="R96228c1cf15c4af3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705f4f2a74d4e7b" /><Relationship Type="http://schemas.openxmlformats.org/officeDocument/2006/relationships/notesMaster" Target="/ppt/notesMasters/notesMaster1.xml" Id="R60baa143597945cd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7eaceb480abd4fa1" /><Relationship Type="http://schemas.openxmlformats.org/officeDocument/2006/relationships/notesMaster" Target="/ppt/notesMasters/notesMaster1.xml" Id="Reff019cb7c114db8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ccba527972954fa0" /><Relationship Type="http://schemas.openxmlformats.org/officeDocument/2006/relationships/notesMaster" Target="/ppt/notesMasters/notesMaster1.xml" Id="R0d564b8de78b4336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d63f05ff3ff549b0" /><Relationship Type="http://schemas.openxmlformats.org/officeDocument/2006/relationships/notesMaster" Target="/ppt/notesMasters/notesMaster1.xml" Id="Reeb69b5c4b53489b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0d6a13db685843fe" /><Relationship Type="http://schemas.openxmlformats.org/officeDocument/2006/relationships/notesMaster" Target="/ppt/notesMasters/notesMaster1.xml" Id="R93c3f2f6516e455b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6052cbf0d251428b" /><Relationship Type="http://schemas.openxmlformats.org/officeDocument/2006/relationships/notesMaster" Target="/ppt/notesMasters/notesMaster1.xml" Id="Rc3c3b3668ada4b28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4adc70faad8a4bbf" /><Relationship Type="http://schemas.openxmlformats.org/officeDocument/2006/relationships/notesMaster" Target="/ppt/notesMasters/notesMaster1.xml" Id="Rdbfdcc3249c34b40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cfc3e165bdb840bb" /><Relationship Type="http://schemas.openxmlformats.org/officeDocument/2006/relationships/notesMaster" Target="/ppt/notesMasters/notesMaster1.xml" Id="Rf18aa2bbcd474dff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932412c69f534905" /><Relationship Type="http://schemas.openxmlformats.org/officeDocument/2006/relationships/notesMaster" Target="/ppt/notesMasters/notesMaster1.xml" Id="R7f05d417a1cd4382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147efe4d7d854e92" /><Relationship Type="http://schemas.openxmlformats.org/officeDocument/2006/relationships/notesMaster" Target="/ppt/notesMasters/notesMaster1.xml" Id="Rfb9f5dc35e7546da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ddfc4804bfc54d44" /><Relationship Type="http://schemas.openxmlformats.org/officeDocument/2006/relationships/notesMaster" Target="/ppt/notesMasters/notesMaster1.xml" Id="Rd391ac8fecfd474f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1be28b8cfca6488f" /><Relationship Type="http://schemas.openxmlformats.org/officeDocument/2006/relationships/notesMaster" Target="/ppt/notesMasters/notesMaster1.xml" Id="R89b2d25cc9e44c6b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d32c4df5c5674323" /><Relationship Type="http://schemas.openxmlformats.org/officeDocument/2006/relationships/notesMaster" Target="/ppt/notesMasters/notesMaster1.xml" Id="R813567cd2826490f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4115ec5b10ee4625" /><Relationship Type="http://schemas.openxmlformats.org/officeDocument/2006/relationships/notesMaster" Target="/ppt/notesMasters/notesMaster1.xml" Id="R79ea23d5c5cc4a06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41ce6a640cf344f9" /><Relationship Type="http://schemas.openxmlformats.org/officeDocument/2006/relationships/notesMaster" Target="/ppt/notesMasters/notesMaster1.xml" Id="R180b682976d74c90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beb58b68967d46ef" /><Relationship Type="http://schemas.openxmlformats.org/officeDocument/2006/relationships/notesMaster" Target="/ppt/notesMasters/notesMaster1.xml" Id="R9fa71f0fd3794dd3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bbc4115e496b4738" /><Relationship Type="http://schemas.openxmlformats.org/officeDocument/2006/relationships/notesMaster" Target="/ppt/notesMasters/notesMaster1.xml" Id="Ra94f18bd26784d8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99b4e2b996467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e17f1fe9f5e41a7" /><Relationship Type="http://schemas.openxmlformats.org/officeDocument/2006/relationships/slideLayout" Target="/ppt/slideLayouts/slideLayout1.xml" Id="Rf7cf3a58fa29497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7cf3a58fa29497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66fc77aa104814" /><Relationship Type="http://schemas.openxmlformats.org/officeDocument/2006/relationships/notesSlide" Target="/ppt/notesSlides/notesSlide1.xml" Id="R90b33dd9bf994b6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eeb98ef97c4b30" /><Relationship Type="http://schemas.openxmlformats.org/officeDocument/2006/relationships/notesSlide" Target="/ppt/notesSlides/notesSlide2.xml" Id="R66145afe37c8425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e4d69886a44e34" /><Relationship Type="http://schemas.openxmlformats.org/officeDocument/2006/relationships/notesSlide" Target="/ppt/notesSlides/notesSlide3.xml" Id="R90dd376d06e84f6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9f8ad6ce1e4f4e" /><Relationship Type="http://schemas.openxmlformats.org/officeDocument/2006/relationships/notesSlide" Target="/ppt/notesSlides/notesSlide4.xml" Id="R7d9cbc204abb4ac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569e1961a548c7" /><Relationship Type="http://schemas.openxmlformats.org/officeDocument/2006/relationships/notesSlide" Target="/ppt/notesSlides/notesSlide5.xml" Id="R873eac79b038442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3ab2f03fd2477b" /><Relationship Type="http://schemas.openxmlformats.org/officeDocument/2006/relationships/notesSlide" Target="/ppt/notesSlides/notesSlide6.xml" Id="R66bb523af9664ab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380b6e7546412e" /><Relationship Type="http://schemas.openxmlformats.org/officeDocument/2006/relationships/notesSlide" Target="/ppt/notesSlides/notesSlide7.xml" Id="R68423ec12699417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7932dc568f44e7" /><Relationship Type="http://schemas.openxmlformats.org/officeDocument/2006/relationships/notesSlide" Target="/ppt/notesSlides/notesSlide8.xml" Id="R065f4e1bcfd24d8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9c34c5b4274170" /><Relationship Type="http://schemas.openxmlformats.org/officeDocument/2006/relationships/notesSlide" Target="/ppt/notesSlides/notesSlide9.xml" Id="Ra77229bbac5e43d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5b13d93cd94619" /><Relationship Type="http://schemas.openxmlformats.org/officeDocument/2006/relationships/notesSlide" Target="/ppt/notesSlides/notesSlide10.xml" Id="R2167905e7cd64ab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8f2d46b3804ecd" /><Relationship Type="http://schemas.openxmlformats.org/officeDocument/2006/relationships/notesSlide" Target="/ppt/notesSlides/notesSlide11.xml" Id="R119bb9038be9477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7ef8ee8bde4636" /><Relationship Type="http://schemas.openxmlformats.org/officeDocument/2006/relationships/notesSlide" Target="/ppt/notesSlides/notesSlide12.xml" Id="R17b99d9c1f57496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227b4116164c44" /><Relationship Type="http://schemas.openxmlformats.org/officeDocument/2006/relationships/notesSlide" Target="/ppt/notesSlides/notesSlide13.xml" Id="Rfdc15fe9f18b4d8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16273abcaf4b6e" /><Relationship Type="http://schemas.openxmlformats.org/officeDocument/2006/relationships/notesSlide" Target="/ppt/notesSlides/notesSlide14.xml" Id="Rcfe2b612cb3b430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90a3e7ba7a4799" /><Relationship Type="http://schemas.openxmlformats.org/officeDocument/2006/relationships/notesSlide" Target="/ppt/notesSlides/notesSlide15.xml" Id="Rbbfadfe597f7436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04ef49b83f4ff9" /><Relationship Type="http://schemas.openxmlformats.org/officeDocument/2006/relationships/notesSlide" Target="/ppt/notesSlides/notesSlide16.xml" Id="R52de4aaeb6dd4f6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b16dcba6e74986" /><Relationship Type="http://schemas.openxmlformats.org/officeDocument/2006/relationships/notesSlide" Target="/ppt/notesSlides/notesSlide17.xml" Id="Rd579e6a87af84de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963514bbf84df3" /><Relationship Type="http://schemas.openxmlformats.org/officeDocument/2006/relationships/notesSlide" Target="/ppt/notesSlides/notesSlide18.xml" Id="Rc3eed3288be6492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e117cea2564142" /><Relationship Type="http://schemas.openxmlformats.org/officeDocument/2006/relationships/notesSlide" Target="/ppt/notesSlides/notesSlide19.xml" Id="R3581486622ae453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c77a38444640bc" /><Relationship Type="http://schemas.openxmlformats.org/officeDocument/2006/relationships/notesSlide" Target="/ppt/notesSlides/notesSlide20.xml" Id="Rd2bdbb619ab2425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97568cbe964a93" /><Relationship Type="http://schemas.openxmlformats.org/officeDocument/2006/relationships/notesSlide" Target="/ppt/notesSlides/notesSlide21.xml" Id="R7fb5f74811d542a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95ba548a8c48d4" /><Relationship Type="http://schemas.openxmlformats.org/officeDocument/2006/relationships/notesSlide" Target="/ppt/notesSlides/notesSlide22.xml" Id="Ra66bcee6afae474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213f4580b44782" /><Relationship Type="http://schemas.openxmlformats.org/officeDocument/2006/relationships/notesSlide" Target="/ppt/notesSlides/notesSlide23.xml" Id="R0e0a4adf1c954b6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a3ec2b7f734a12" /><Relationship Type="http://schemas.openxmlformats.org/officeDocument/2006/relationships/notesSlide" Target="/ppt/notesSlides/notesSlide24.xml" Id="Rd6b956d1b5df4b5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287b3013554573" /><Relationship Type="http://schemas.openxmlformats.org/officeDocument/2006/relationships/notesSlide" Target="/ppt/notesSlides/notesSlide25.xml" Id="R6b016098cb714dc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280bb4f5e844c6" /><Relationship Type="http://schemas.openxmlformats.org/officeDocument/2006/relationships/notesSlide" Target="/ppt/notesSlides/notesSlide26.xml" Id="R673b419434884b2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7d6cc0a8de4d84" /><Relationship Type="http://schemas.openxmlformats.org/officeDocument/2006/relationships/notesSlide" Target="/ppt/notesSlides/notesSlide27.xml" Id="R7b319663a9454eb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63ce8dafd44a72" /><Relationship Type="http://schemas.openxmlformats.org/officeDocument/2006/relationships/notesSlide" Target="/ppt/notesSlides/notesSlide28.xml" Id="R4f29b3e301fb420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bef813940e4f8a" /><Relationship Type="http://schemas.openxmlformats.org/officeDocument/2006/relationships/notesSlide" Target="/ppt/notesSlides/notesSlide29.xml" Id="Rd07069243cca4890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d46458d4d24ea4" /><Relationship Type="http://schemas.openxmlformats.org/officeDocument/2006/relationships/notesSlide" Target="/ppt/notesSlides/notesSlide30.xml" Id="R0c40bba025c04053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b1bd9434514d94" /><Relationship Type="http://schemas.openxmlformats.org/officeDocument/2006/relationships/notesSlide" Target="/ppt/notesSlides/notesSlide31.xml" Id="R24ffd3cc322d43d1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7d72358fd74cd8" /><Relationship Type="http://schemas.openxmlformats.org/officeDocument/2006/relationships/notesSlide" Target="/ppt/notesSlides/notesSlide32.xml" Id="R33701074dc474722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c65b93ede0471e" /><Relationship Type="http://schemas.openxmlformats.org/officeDocument/2006/relationships/notesSlide" Target="/ppt/notesSlides/notesSlide33.xml" Id="Ra4ca6e7143624c6e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c0abf5d7f54d32" /><Relationship Type="http://schemas.openxmlformats.org/officeDocument/2006/relationships/notesSlide" Target="/ppt/notesSlides/notesSlide34.xml" Id="R8ccce961def24b30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a38c3d7d9a4de6" /><Relationship Type="http://schemas.openxmlformats.org/officeDocument/2006/relationships/notesSlide" Target="/ppt/notesSlides/notesSlide35.xml" Id="Rb23881981d224a0a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217c8bffa445da" /><Relationship Type="http://schemas.openxmlformats.org/officeDocument/2006/relationships/notesSlide" Target="/ppt/notesSlides/notesSlide36.xml" Id="Rc9b7a0347b5346f6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6ac136a3904a27" /><Relationship Type="http://schemas.openxmlformats.org/officeDocument/2006/relationships/notesSlide" Target="/ppt/notesSlides/notesSlide37.xml" Id="R532fa7980c1a4ed7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7210cf93c24882" /><Relationship Type="http://schemas.openxmlformats.org/officeDocument/2006/relationships/notesSlide" Target="/ppt/notesSlides/notesSlide38.xml" Id="Rb097edac4b5e4e9a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5d0bf8faba45cf" /><Relationship Type="http://schemas.openxmlformats.org/officeDocument/2006/relationships/notesSlide" Target="/ppt/notesSlides/notesSlide39.xml" Id="Rf73b10d25a8b4a4f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116dd805414ab4" /><Relationship Type="http://schemas.openxmlformats.org/officeDocument/2006/relationships/notesSlide" Target="/ppt/notesSlides/notesSlide40.xml" Id="Rf31522cd402a4ca9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40ccc4d4904547" /><Relationship Type="http://schemas.openxmlformats.org/officeDocument/2006/relationships/notesSlide" Target="/ppt/notesSlides/notesSlide41.xml" Id="R1bd717aeb2cf4d55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969a2e50d94559" /><Relationship Type="http://schemas.openxmlformats.org/officeDocument/2006/relationships/notesSlide" Target="/ppt/notesSlides/notesSlide42.xml" Id="Rebc21383616b4def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4548007e274e40" /><Relationship Type="http://schemas.openxmlformats.org/officeDocument/2006/relationships/notesSlide" Target="/ppt/notesSlides/notesSlide43.xml" Id="Rb4f789e61326401a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2481ad67c546e0" /><Relationship Type="http://schemas.openxmlformats.org/officeDocument/2006/relationships/notesSlide" Target="/ppt/notesSlides/notesSlide44.xml" Id="Rf50d204175fb4fb4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dfa8b3154d4c7a" /><Relationship Type="http://schemas.openxmlformats.org/officeDocument/2006/relationships/notesSlide" Target="/ppt/notesSlides/notesSlide45.xml" Id="R59dc060a0e4a4ecf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75a40269084982" /><Relationship Type="http://schemas.openxmlformats.org/officeDocument/2006/relationships/notesSlide" Target="/ppt/notesSlides/notesSlide46.xml" Id="Rfb326e8ca93e4aa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88CD78-BD3C-43CD-87B1-FFE9AE34C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9CD6AD-5A96-4DEB-8F0D-99868FD3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2: Distributed File Systems and Name Services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7AE747-2083-432A-81C6-8A1DA650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012978-4F24-455E-8D05-2232BCE08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8EB5FD-3AB3-466F-AF48-B29549E34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33450"/>
            <a:ext cx="7429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F2937"/>
                </a:solidFill>
              </a:defRPr>
            </a:pPr>
            <a:r>
              <a:rPr sz="3450" b="1">
                <a:solidFill>
                  <a:srgbClr val="1F2937"/>
                </a:solidFill>
              </a:rPr>
              <a:t>Distributed File Systems and Name Services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C0809E-779B-43F2-907F-DD2BA5F8B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742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525B"/>
                </a:solidFill>
              </a:defRPr>
            </a:pPr>
            <a:r>
              <a:rPr sz="1725" b="0">
                <a:solidFill>
                  <a:srgbClr val="52525B"/>
                </a:solidFill>
              </a:rPr>
              <a:t>Distributed Systems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B0D33F-2424-42DB-9887-E5BE92F14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1714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EF6EC8-7B53-4631-BB44-D44975F3D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Hook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7D899A-374D-483C-9262-9C2093448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Core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A897ED-4AD3-4212-ADDB-402D0C332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Mechanism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E9B668-0624-4A39-86B7-CA99B0585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Worked 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C9741A-D4EC-4099-976A-668132DAB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Exam-ready recap</a:t>
            </a:r>
          </a:p>
        </p:txBody>
      </p:sp>
      <p:cxnSp>
        <p:nvCxnSpPr>
          <p:cNvPr id="2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1718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30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0387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31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9056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32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7725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1307025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C4BDF2-4D76-4A37-98E5-B6137CA3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83EE3C-C74D-44DD-B415-E9E79BAAE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2: Distributed File Systems and Name Services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DA980E-591A-4EA8-92BC-6FF801CBA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5F462F-6BB5-46F1-BA05-588029751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DABAD0-4F04-49B7-AEB3-164D68DE2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F2937"/>
                </a:solidFill>
              </a:defRPr>
            </a:pPr>
            <a:r>
              <a:rPr sz="2925" b="1">
                <a:solidFill>
                  <a:srgbClr val="1F2937"/>
                </a:solidFill>
              </a:rPr>
              <a:t>Teaching route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280253-7FC7-4269-AEBB-B0FAC7022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66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92594D-3B19-4680-AF57-CF41E1EFC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002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Start with why the module matters.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00B97E-7BED-4F74-817E-DE038F2F2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90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69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4603B3-A328-4CC2-AFAE-41C647C0F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Build one concept at a time with a diagram or worked trace.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D13F2F-F560-4CC1-B942-30ED62D2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5C4E2F-0A27-40F0-96AA-8FB268F43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480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Use examples before definitions become abstract.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4A7BF8-F3E4-4953-93B6-FDC7966E9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38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69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44E5CD-4AF1-4B33-9ABC-DD86F74A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719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End with definitions, algorithms/formulas, mistakes and practice questions.</a:t>
            </a:r>
          </a:p>
        </p:txBody>
      </p:sp>
    </p:spTree>
    <p:extLst>
      <p:ext uri="{BB962C8B-B14F-4D97-AF65-F5344CB8AC3E}">
        <p14:creationId xmlns:p14="http://schemas.microsoft.com/office/powerpoint/2010/main" val="15587680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58B812-3775-4B1F-838A-449A0069F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63AE26-3B83-4416-B906-9A472CA72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2: Distributed File Systems and Name Services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04C3BD-4446-432A-BDAF-23142D581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DCD6AD-615D-4E2D-B60B-E758A052B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ECF68C-4832-4A6B-9205-48BCC3542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F2937"/>
                </a:solidFill>
              </a:defRPr>
            </a:pPr>
            <a:r>
              <a:rPr sz="2925" b="1">
                <a:solidFill>
                  <a:srgbClr val="1F2937"/>
                </a:solidFill>
              </a:rPr>
              <a:t>Module 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9D7847-69BB-459B-8DC0-322264764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383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78F4DA-D741-4F53-9225-ED466C84A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7716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Distributed file systems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0C0FEA-06AA-4698-B2EC-431D92502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90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69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76FC48-30F0-46CE-86CF-756A464F2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241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File service architecture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CC1062-9B34-4A99-BBB4-0E93C5875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E08092-3A72-4F8A-98CF-0A55CE79B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765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Name services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C154C0-1C67-4791-982D-C8C07041B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95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69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158B24-D702-4B16-97BB-25BB0ABC9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290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Domain Name System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3F00C0-C25F-4E94-8E13-9E1F0A073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481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02A514-DE6F-43F7-8514-10023F2ED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814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Directory services</a:t>
            </a:r>
          </a:p>
        </p:txBody>
      </p:sp>
    </p:spTree>
    <p:extLst>
      <p:ext uri="{BB962C8B-B14F-4D97-AF65-F5344CB8AC3E}">
        <p14:creationId xmlns:p14="http://schemas.microsoft.com/office/powerpoint/2010/main" val="11438848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9BE7A1-8368-42F2-8C90-173A48A3B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40FED4-C3F5-4865-8A67-E71066983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2: Distributed File Systems and Name Services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0D11D2-D26B-4846-BBAF-7C9A8B5FF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E826EF-EC18-4B64-BB78-E687E3BF7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900617-5609-4CF2-94E5-E5ED7B7E7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Distributed file systems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50E96C-51E8-4C9A-88D8-AC82A6F60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F6DE4E-C8AF-4723-B182-DE88D7CE3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Distributed file systems is best taught as a nodes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A4075C-5B97-48F6-B784-CC6F162F8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69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0BF771-7BDA-4FF9-AA82-F43EBC2AC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The key mechanism connects network with shared resource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78C08B-79CC-45AF-96A5-8C0333B3E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D8FF4D-9C2F-468E-8CFF-E5B6F2A2A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For exams, draw the model first, label each step, and then explain protocol and failure concern.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9F769A-8659-43ED-A84A-B3D4317C6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nodes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8A4755-E4A6-4D10-A3AE-50EAEAD33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network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6C2D07-FF1F-4105-ACA2-BF29A24BC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shared resource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F69B63-17A8-4ECC-9935-745B2FA48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protocol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A2D09C-25A8-4EE2-98D3-905759868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failure concern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51BDDF-6793-462D-A7F5-83F660C7C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5309"/>
                </a:solidFill>
              </a:defRPr>
            </a:pPr>
            <a:r>
              <a:rPr sz="1875" b="1">
                <a:solidFill>
                  <a:srgbClr val="B45309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2D5698-C635-4856-B3AD-B8657E74D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This topic explains how distributed file systems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8501778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E2EBB8-B435-4035-9496-47E0744DA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5537BD-4595-4C06-96B3-D3A461E60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2: Distributed File Systems and Name Services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403C13-DD9F-40C5-AF86-A0F121948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1A3F97-A7F2-48DF-8F23-8AC9EC796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E0C12D-711C-468D-8BE5-C1BF5C46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Distributed file systems: message movement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E1CC55-85DC-4D9E-A319-CA65EB135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Client / Node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4CD338-2502-45C6-936D-B50DAB54F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Network / Middleware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364350-C03A-4364-94E2-E9F11E90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Server / Node B</a:t>
            </a:r>
          </a:p>
        </p:txBody>
      </p: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45309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4375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4530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C2F793-4A54-4602-9C8F-F1B27FD0C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F2937"/>
                </a:solidFill>
              </a:defRPr>
            </a:pPr>
            <a:r>
              <a:rPr sz="1875" b="0">
                <a:solidFill>
                  <a:srgbClr val="1F2937"/>
                </a:solidFill>
              </a:rPr>
              <a:t>The teaching question: what information is added, changed, checked, delayed or lost at each step?</a:t>
            </a:r>
          </a:p>
        </p:txBody>
      </p:sp>
    </p:spTree>
    <p:extLst>
      <p:ext uri="{BB962C8B-B14F-4D97-AF65-F5344CB8AC3E}">
        <p14:creationId xmlns:p14="http://schemas.microsoft.com/office/powerpoint/2010/main" val="13134045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E164D8-987B-41D8-A479-84A8BEC6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52C4D3-AB40-4C8E-BBC0-F3F286242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2: Distributed File Systems and Name Services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D532EE-318B-435F-89B3-3B47D5197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9EA303-81FC-43F8-8F78-7A628019E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67FD85-F0C9-49F5-AD76-79E5446DF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Distributed file systems: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FC032C-EEC0-4360-80E8-E50CD4544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77028C-648B-4359-9699-0C499214D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50928E-5E8B-485A-941A-4E41695E4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5B7A25-7859-4C94-B8C6-063414137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BA9AC3-C3FF-4AB9-B561-202CDAAD3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F57855-510C-4BDD-BBFE-9DDD99977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B1C890-ABBA-4A4C-974A-B66AFFF88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707D34-03BB-439B-A8CA-335885637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nodes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A9DC85-6051-4E3C-9999-7C19662DA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Identify network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EA3BCC-C339-4A47-9CEA-C13EDE1CA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23833B-541D-4D34-9945-0F6259981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C925BD-B411-4546-B4E9-EC0CA08A5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B1EF57-8B8F-4413-8D10-7441361D8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network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2CF87D-FCBD-4F1B-9FE6-B16749EB6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Apply shared resource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5F64A6-D320-4A5A-94DE-C2C33E7C6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4709C2-2E2D-45EB-AB96-A80FB707A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99A507-63AC-4E3D-9466-D3143C2CF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2E2A35-662E-4723-AE0D-C1401980A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shared resource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A95F7E-6556-4394-9EB1-45857A823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Check protocol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96E5C7-6D08-4324-9747-B622617EF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D0BEE1-B51F-4C92-9A00-EE2B155B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943139-2C59-45B7-98C6-EF7130F4F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B0EB0D-7DCB-4A8C-B45F-6272D1D54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protocol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49F716-439C-4BDB-9EFE-2F2F1BDA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Conclude failure concern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583A5E-B34C-48E8-9B82-CEA71C61C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A1881E-B97E-46DB-8545-AD49708EA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525B"/>
                </a:solidFill>
              </a:defRPr>
            </a:pPr>
            <a:r>
              <a:rPr sz="1650" b="0">
                <a:solidFill>
                  <a:srgbClr val="52525B"/>
                </a:solidFill>
              </a:rPr>
              <a:t>Use this structure whenever distributed file systems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2297913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9DE8EB-B4A9-4230-B53A-FEC20D861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8809FE-B9F5-4CA2-AC91-4D35D1C4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2: Distributed File Systems and Name Services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66DE96-8943-4062-BC6D-54F78FE0B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E22952-C056-49FA-99B4-829165D07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582B70-5628-40DB-99EF-627F3031D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File service architecture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F2D4B7-1A23-4669-912C-D56E274DA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626A93-B6B6-4E6C-9EDC-6D83CAB50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File service architecture is best taught as a nodes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314E3F-E6F1-4B2D-830E-1B8148227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69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6B3454-7872-480E-9841-1B2B96361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The key mechanism connects network with shared resource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5FEEE7-87FC-4D5A-9432-C13E645FD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5A2CE9-8E9F-48C6-8F4A-C3BBB04EA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For exams, draw the model first, label each step, and then explain protocol and failure concern.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123678-A3A8-4B92-8A59-9F440602C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nodes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1D40CC-9860-412B-8721-D0CE03548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network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8C4712-B524-47CF-AB76-EAE21B44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shared resource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928694-C70F-43C8-8EE7-AA699511B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protocol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C211D4-D094-4D21-96A7-C3235D2EF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failure concern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9647AA-DED5-4D8D-9F20-B0EB3B2FA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5309"/>
                </a:solidFill>
              </a:defRPr>
            </a:pPr>
            <a:r>
              <a:rPr sz="1875" b="1">
                <a:solidFill>
                  <a:srgbClr val="B45309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D75CBD-7B09-46C1-95BC-FD249B5B5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This topic explains how file service architecture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9386379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4E73AF-E0AE-47E0-B2FE-A044850EE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BA8CAB-3484-41CA-8078-81BE96F21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2: Distributed File Systems and Name Services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CA1FF5-71A1-48F4-84F7-BF97E474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CE07DB-C727-4601-A012-2C14BC9A3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2E5A48-A744-45E4-99FC-2C789AB8B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File service architecture: message movement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8F3D4B-203D-4EF9-83F3-99F9FC78E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Client / Node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DF2D24-B820-47B7-963A-A72F53589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Network / Middleware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262E7E-CE2D-480C-B576-06E16C678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Server / Node B</a:t>
            </a:r>
          </a:p>
        </p:txBody>
      </p: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45309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4375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4530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740A77-1FBB-4845-B722-59DCD4883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F2937"/>
                </a:solidFill>
              </a:defRPr>
            </a:pPr>
            <a:r>
              <a:rPr sz="1875" b="0">
                <a:solidFill>
                  <a:srgbClr val="1F2937"/>
                </a:solidFill>
              </a:rPr>
              <a:t>The teaching question: what information is added, changed, checked, delayed or lost at each step?</a:t>
            </a:r>
          </a:p>
        </p:txBody>
      </p:sp>
    </p:spTree>
    <p:extLst>
      <p:ext uri="{BB962C8B-B14F-4D97-AF65-F5344CB8AC3E}">
        <p14:creationId xmlns:p14="http://schemas.microsoft.com/office/powerpoint/2010/main" val="1461260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11CD7C-4503-4B44-8AE6-768D9553E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635EED-5810-4B7C-91F0-A9C791FE2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2: Distributed File Systems and Name Services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C4052F-0BAD-4BBF-B101-DC4FDC469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C36098-9856-4348-9189-C431C57D6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FB7ED3-5481-4FED-9580-DE3C9AD65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File service architecture: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EDC4D8-134E-4C92-AF26-05FBAE2B8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80EFD9-40A0-474E-A9EC-F7DB50937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594CB3-EB38-426C-8B0D-F91467A31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9416A5-A41A-4DDC-AFAF-28CF73F48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647B8F-B7B1-4218-8AAA-EE4B5BD3D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61A360-8724-4282-9999-C0FAAF527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C3F076-7CF6-4B25-BFE4-62F97EFC2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29801B-29EC-4415-A42C-8A13C9D5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nodes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2361B3-2F90-470B-9B46-0CB182AC1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Identify network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60E31A-F27D-4497-8D07-6321D182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810535-2FDE-47D9-8616-A30CEFE74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0C2AF0-44B9-43CD-BB2F-D8444A539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54DDCB-A8B9-4286-9609-EC4D81F6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network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ADEA46-C1DD-43B7-B151-E6E0C344A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Apply shared resource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672CD0-D28E-4D0E-98BF-E4ADB3898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A65A89-81AF-46EC-A5D3-BCB1B15C6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331B4C-4B2E-45B2-85DA-2B1A8D93F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F852DB-CB08-4B27-A199-ADC461941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shared resource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15FF91-2BD8-4813-8D7B-AE93AA6A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Check protocol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5C07B3-78A3-43B5-8FC7-24F278B4D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54872C-ED82-4DBF-AE85-B29C36681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527B58-1B1A-48A8-8A77-DFC096E0B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B7D746-2A23-445E-B3CE-685CB966C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protocol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54A2D6-7817-472E-9333-66574426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Conclude failure concern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DA263A-8606-4195-BD9E-3BA2AFE8D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B73D4E-7049-425B-AAEC-165341BB4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525B"/>
                </a:solidFill>
              </a:defRPr>
            </a:pPr>
            <a:r>
              <a:rPr sz="1650" b="0">
                <a:solidFill>
                  <a:srgbClr val="52525B"/>
                </a:solidFill>
              </a:rPr>
              <a:t>Use this structure whenever file service architecture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33816803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7FA1D5-DFEE-407B-8273-A6EE61F64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6FF2DA-6C04-4609-B123-88349053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2: Distributed File Systems and Name Services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05358F-2588-4714-B94C-DE88D13F1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EB8ADD-93A4-4CC8-A3B2-93F81DA8F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EFB456-42CD-4D02-86A0-A63DB32F0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File service architecture: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F7934D-1836-4D89-BD48-FC5C08AAC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0C2BAA-4EEF-46FD-A6B2-DB6E5411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4BAF4C-21B7-4BB4-BDDA-FF4B7CBF4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B327EE-7CF5-406A-B83B-554F214F8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9D89C0-A29E-4633-B314-1397985B5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8AE87A-5A19-4C08-8202-B8500091D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Treating File service architecture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6E2BFF-0F66-464B-ACA5-FC90D7CD0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CCD9DC-8F93-4343-9E63-C5E2F3B42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Explain nodes -&gt; shared resource -&gt; failure concern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44C892-B93A-40C1-83C6-D604B4878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02F87A-103F-4736-AFBF-143631C32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5A37EC-5C22-4EB1-A91F-D3348548D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5C4D98-528A-405D-B787-9CB7FFCEA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355358-4DA3-4387-8C9C-AB64F7FE3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C30165-4FA1-4C35-B481-E47BF2A7A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72E7B8-3CD6-40A2-AB74-67BCF5E1B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F0D057-F00F-42F2-85FD-A9C1A3248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Use terms such as nodes, network, shared resource</a:t>
            </a:r>
          </a:p>
        </p:txBody>
      </p:sp>
    </p:spTree>
    <p:extLst>
      <p:ext uri="{BB962C8B-B14F-4D97-AF65-F5344CB8AC3E}">
        <p14:creationId xmlns:p14="http://schemas.microsoft.com/office/powerpoint/2010/main" val="78124769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E00B45-6F3D-4333-8F45-00C4C3D5E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788A4E-F246-467F-9169-09493211A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2: Distributed File Systems and Name Services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89E112-0123-4777-8093-2152A701F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41F863-429E-43A5-9F08-2BA8B09ED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2F2DE7-1792-4505-9D29-174678F5B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Name services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AD2C55-0DB3-4CA5-BDC0-8FCF0740C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26C73D-108C-4988-9FCB-B7811B855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Name services is best taught as a nodes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B889D3-F4AF-4334-B333-D663FE909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69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2A3829-EBF1-4279-9DDD-3DBE04DBB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The key mechanism connects network with shared resource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4FAD05-EC05-445B-B522-8B0D94BDE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5D0AAA-7E17-46EB-AE06-F57048AB6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For exams, draw the model first, label each step, and then explain protocol and failure concern.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68DED3-7B38-4FE5-8030-2DF8DF93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nodes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DAA1BC-0CDB-49F1-B432-4683EFE16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network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AB020D-B691-4C04-8D56-6A7D99C5B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shared resource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76BF96-C750-441B-942A-EE17E5BA2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protocol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E2039C-E792-41A3-88F8-307521827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failure concern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204E34-4413-4045-81EB-302114FF3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5309"/>
                </a:solidFill>
              </a:defRPr>
            </a:pPr>
            <a:r>
              <a:rPr sz="1875" b="1">
                <a:solidFill>
                  <a:srgbClr val="B45309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1E1953-708D-4458-9ED4-10A22932C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This topic explains how name services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90195472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ED5AD9-1E35-433F-93A8-0088DF594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485500-E769-41C9-BBE1-95F906B40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2: Distributed File Systems and Name Services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8F0D67-A72C-4738-8BAD-9038AE941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943F42-A3E9-4A52-981A-EAC38ED2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B6B0AA-5AE3-451B-BAEA-A4CB11306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Name services: message movement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8845E7-1224-499D-8D37-6CB9DE296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Client / Node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2999A2-211E-4FD2-BCC7-7F1090A32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Network / Middleware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0476AC-B1FB-4DA4-8724-604A1ED72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Server / Node B</a:t>
            </a:r>
          </a:p>
        </p:txBody>
      </p: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45309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4375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4530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D3C74D-5686-44FE-8837-EFD028DF6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F2937"/>
                </a:solidFill>
              </a:defRPr>
            </a:pPr>
            <a:r>
              <a:rPr sz="1875" b="0">
                <a:solidFill>
                  <a:srgbClr val="1F2937"/>
                </a:solidFill>
              </a:rPr>
              <a:t>The teaching question: what information is added, changed, checked, delayed or lost at each step?</a:t>
            </a:r>
          </a:p>
        </p:txBody>
      </p:sp>
    </p:spTree>
    <p:extLst>
      <p:ext uri="{BB962C8B-B14F-4D97-AF65-F5344CB8AC3E}">
        <p14:creationId xmlns:p14="http://schemas.microsoft.com/office/powerpoint/2010/main" val="134141098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77B82F-1C53-4EB2-A21C-AEB349AE8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BB7485-F6F3-4CA4-9A41-2D7DDFDBF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2: Distributed File Systems and Name Services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3D08FE-B7FF-4371-A644-FC6A6379A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8BDD01-0DD4-4106-A2E0-8646DE2A3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848B6C-CE0F-4021-99C2-34CFCCBAE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Name services: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A0BD79-72FD-4603-BC9E-6BEF9C1C8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0D6C42-C90B-4984-9D7E-BFD45A955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6DD257-C8D5-47F3-8944-3AA8F358B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1A3AB6-837C-4300-A0C9-C8E8063D2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E82211-2FFB-4504-A52B-DF68C5C92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5B4D84-5118-4522-8E8B-7A39BB77A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205E77-2A5F-41C0-8AE9-3C3E1B46E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318188-736C-40CD-83E0-096EB4BE8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nodes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979FB4-2FF7-4ECA-97EE-C5CA0568A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Identify network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0FBCB3-5E2C-49FA-8C6A-72C9DF785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508C45-93C6-483A-88F7-87ABAD0FF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72E9E9-57FE-4C4B-B7EC-CA9FCEBFE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2E86CD-7333-4386-8FF2-A18BA6003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network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1AC49B-E3A5-43E8-BF7B-89477E0F5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Apply shared resource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3A9BC3-CD0E-4ADB-BA52-D0494E91A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7457DC-2AFC-4DB0-AB04-0488EEC6A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1E1553-E709-4B29-BC4B-6B3578CD8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CD4CAA-4FE3-4EF4-85CD-132D980A2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shared resource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0CE78C-9CB3-4D1C-99B1-5BB27954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Check protocol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D189F8-5F9B-45D3-A90B-FF3AA2D9F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A9A97B-D4C6-4F2C-8742-B65840FCA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39AF19-0F79-43EB-9357-A9BAD8AD3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7D2215-B3BF-4482-A117-E90FCC6CB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protocol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AD04F1-C574-4130-B4A8-58F81FB4B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Conclude failure concern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820252-CB70-45E9-9289-37605DC92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69B759-63A4-40D6-8A94-A2A6FBAC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525B"/>
                </a:solidFill>
              </a:defRPr>
            </a:pPr>
            <a:r>
              <a:rPr sz="1650" b="0">
                <a:solidFill>
                  <a:srgbClr val="52525B"/>
                </a:solidFill>
              </a:rPr>
              <a:t>Use this structure whenever name services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76328286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0AED85-8D68-40DF-9D83-2168687A4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3B761F-562A-4002-B334-426C6CC0F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2: Distributed File Systems and Name Services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4043FD-6303-448F-8E6B-4DB44037E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3DC8BD-5E3B-483B-A52A-E5F948577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65D70D-4FA2-41EB-8789-05A334FC8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Domain Name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1206D7-8C36-49E4-BD10-0418C798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A6E06E-83FD-4B29-A17D-F727D2F8B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Domain Name System is best taught as a nodes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A16813-78EF-40E5-B9E2-22C920594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69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5CD26B-AB50-4367-9A1B-DE4A4BCF1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The key mechanism connects network with shared resource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814862-42EC-4F80-A0DB-0C5F7C53E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CE236A-18DE-4505-B434-04577B7C5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For exams, draw the model first, label each step, and then explain protocol and failure concern.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1C7C0F-5052-4275-AB5F-215C2047A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nodes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EB0196-B1E4-4864-99F6-291B8070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network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9E7B62-1C72-429C-80A4-18107960C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shared resource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47583B-5E2C-49B0-AD7F-F246B927D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protocol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691569-487B-4F77-897F-6EFF43943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failure concern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7EBA5E-691D-4D15-8E15-D4FFF3A82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5309"/>
                </a:solidFill>
              </a:defRPr>
            </a:pPr>
            <a:r>
              <a:rPr sz="1875" b="1">
                <a:solidFill>
                  <a:srgbClr val="B45309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B73CE1-9DD5-44B2-B194-3BF0DADBA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This topic explains how domain name system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33522261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2E6E6D-9D6F-4E0B-9DC5-5062B2F2B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0731C8-2DCB-42D9-9538-BA91CFA57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2: Distributed File Systems and Name Services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3644C7-DDFC-45E8-AF9C-4F4715ABA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AB2EBE-7442-4AB6-B73B-7B471DBC0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0DBE53-F6EB-4DA3-A3D5-DC22513A4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Domain Name System: message movement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11848F-5F02-4D0C-A708-CF1215107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Client / Node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6D9E9A-CF00-4A41-B8DC-A737B81A7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Network / Middleware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04A4B5-CEC9-473D-8475-27E507FB1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Server / Node B</a:t>
            </a:r>
          </a:p>
        </p:txBody>
      </p: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45309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4375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4530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ED07D9-C2DE-4E3B-ACF8-9907F1DC7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F2937"/>
                </a:solidFill>
              </a:defRPr>
            </a:pPr>
            <a:r>
              <a:rPr sz="1875" b="0">
                <a:solidFill>
                  <a:srgbClr val="1F2937"/>
                </a:solidFill>
              </a:rPr>
              <a:t>The teaching question: what information is added, changed, checked, delayed or lost at each step?</a:t>
            </a:r>
          </a:p>
        </p:txBody>
      </p:sp>
    </p:spTree>
    <p:extLst>
      <p:ext uri="{BB962C8B-B14F-4D97-AF65-F5344CB8AC3E}">
        <p14:creationId xmlns:p14="http://schemas.microsoft.com/office/powerpoint/2010/main" val="101986220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E7EC3D-0165-4FCD-8B95-B5B0E6E72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49A466-C507-4BCA-8686-F93CE5F04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2: Distributed File Systems and Name Services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53C9EC-8A05-4DBD-832C-6DD7E5D09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2AA7C1-B91F-4B0C-B616-899AE6A14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4F50DA-29D8-4B0B-BA63-0D8E1C85F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Domain Name System: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4A5596-1E10-4D75-9290-61B0FB015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DF3949-AD65-4D4B-9A8B-D1A0D5E2E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B195D6-4F20-4EAD-981C-BCDC17ADA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E2C695-EA2C-4E14-BA44-C37CB3769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79A90B-B068-4A92-9A47-A42C7D9BC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CA229A-B6E9-4947-B430-7A7A4C3C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0D1CA2-C624-4B15-99D4-B23D7787F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4346E2-16DA-4E81-ABE2-7E591A7DA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nodes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A59A63-216A-4864-AD37-0621AE571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Identify network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56A025-A1B8-4809-88FF-F5D5529A7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9AA81B-D669-4FD1-91DF-64F52B7C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C62017-4F00-4E87-BB15-3F7ACBD3F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32738D-4ECF-4776-A755-CBD99AFB1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network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4D1488-1808-4AA1-B691-BA2EA8222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Apply shared resource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CE8E4E-7917-4554-813A-659B164D3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D99C53-13DD-4CB3-8674-A0499D279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6AC329-FC93-4345-A2BF-8F8739C7A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6FCB19-99F7-4F37-BAB2-6B6639A62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shared resource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B7E9A4-553F-4A7D-B1CF-07E915C5D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Check protocol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12A66E-1CAD-4064-AFC8-607E3B6AB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76B8B7-4858-4349-80C1-AD65531E0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B9ABC4-9C06-41D8-A93C-569FCCF24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0DC83A-4C18-480A-87D0-806E72671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protocol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437B38-ECE1-4972-953A-B40239F81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Conclude failure concern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1EF4CC-3C27-4103-9FAB-92B4BECE7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2101E1-63B6-4D2C-8A5D-44CD72F69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525B"/>
                </a:solidFill>
              </a:defRPr>
            </a:pPr>
            <a:r>
              <a:rPr sz="1650" b="0">
                <a:solidFill>
                  <a:srgbClr val="52525B"/>
                </a:solidFill>
              </a:rPr>
              <a:t>Use this structure whenever domain name system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82673311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F5BBDD-18DF-40AA-88FE-0F67C8ABD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85498D-5503-46B8-91EB-8688E4EC9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2: Distributed File Systems and Name Services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9C3938-C68E-4D4D-BB47-68E8F33B6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D98BE5-CA81-4CAF-B3F7-138E86080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B19418-3EC1-45F8-8978-B17FA391A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Directory services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43E06C-1D9E-48F4-8BC2-732FA4B90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99AC67-89E5-4C13-8593-012FBAE02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Directory services is best taught as a nodes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8C5D24-4509-47C7-932B-FD4ED7BDE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69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4765B6-6195-4771-96ED-5C29BA240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The key mechanism connects network with shared resource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7E96F6-F7E2-4B40-B773-FA03D5CDC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5F8D0A-BDEF-4F4C-9889-EFFB5767E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For exams, draw the model first, label each step, and then explain protocol and failure concern.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C6264A-B2B4-4418-AD1C-0BC9337A8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nodes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FAAF2C-2C8E-42B6-9641-CB48880A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network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339059-BCD3-4C4B-8BC3-35B9B122E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shared resource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18E11D-6F71-45A5-A716-02A597688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protocol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3B90E3-D255-4303-8329-B2D2BF1CB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failure concern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F12D3B-B57D-4B94-9992-DDD7FC53E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5309"/>
                </a:solidFill>
              </a:defRPr>
            </a:pPr>
            <a:r>
              <a:rPr sz="1875" b="1">
                <a:solidFill>
                  <a:srgbClr val="B45309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FEA702-956B-4E3D-8CCB-72E691D7D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This topic explains how directory services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206029960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79AAAA-8181-4A61-867E-084A7F8F7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F264B6-8315-47E3-BEE4-546E7326D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2: Distributed File Systems and Name Services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782524-7409-4457-A404-2E6B65EB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18CA28-F857-4D33-81E5-7F36AC098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2ECF6B-C7AB-4BDD-824C-D87C6003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Directory services: message movement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00F5FC-2745-4FB5-A2A1-B1CDA465C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Client / Node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1F122B-61C6-40F1-AEC0-110CD153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Network / Middleware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E49CC1-8887-40F0-B9D8-228B9D7AE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Server / Node B</a:t>
            </a:r>
          </a:p>
        </p:txBody>
      </p: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45309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4375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4530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E0F4CC-436B-4E9A-981D-331FEE1F2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F2937"/>
                </a:solidFill>
              </a:defRPr>
            </a:pPr>
            <a:r>
              <a:rPr sz="1875" b="0">
                <a:solidFill>
                  <a:srgbClr val="1F2937"/>
                </a:solidFill>
              </a:rPr>
              <a:t>The teaching question: what information is added, changed, checked, delayed or lost at each step?</a:t>
            </a:r>
          </a:p>
        </p:txBody>
      </p:sp>
    </p:spTree>
    <p:extLst>
      <p:ext uri="{BB962C8B-B14F-4D97-AF65-F5344CB8AC3E}">
        <p14:creationId xmlns:p14="http://schemas.microsoft.com/office/powerpoint/2010/main" val="166562481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0B21658-6CD5-4449-A184-4F7B8CEB0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BD486F-6F66-405C-8BD6-03E30CC1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2: Distributed File Systems and Name Services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3EC20F-9E69-46F8-87CC-B189967ED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5B82F8-B53E-4D3A-9AC1-E9C03F076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A844D9-1DD8-43D9-812F-F86A3C575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Directory services: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13F527-AB6B-4538-B771-61FA94342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9B5D2A-5AB6-4A08-8DB6-667E39EE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4FE7CF-7FBE-4259-B520-E1D9138FF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989609-33CC-4243-A2AD-3068971E5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B18151-8294-4674-AE45-EE10C7861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53A824-23AC-4752-ACA2-6C115F2C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842A70-7041-4F14-AC40-BF7033792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9924EE-E23D-4F05-8EC8-4E5DBB3ED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nodes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46D30B-C1F9-41D6-A438-D4755D581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Identify network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7D06CF-860D-44B5-98CD-189066972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078096-ED85-4186-9466-9618F7B3E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55139E-4709-46F0-881B-96BDE1328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6CC7C1-A73E-455D-B386-EB53704AA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network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BCD7CB-6328-4032-9CCD-97A17A254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Apply shared resource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877B95-A793-442B-BAC3-E496B509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C094D6-F928-4BFB-AF91-DF1D34019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EFABAD-8C92-4939-9D38-A0FA812BF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49F482-37CF-46FA-91D5-7F3E3F033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shared resource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C93E3D-2FD2-4197-BB08-5C5318433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Check protocol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E781EB-B908-4343-B648-55B30DAEF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F10A31-03B9-46E8-B626-A54B7168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2DB997-911A-4C80-B1BF-DD2D297F7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374BEE-07DE-4E5A-AB6C-FEDFB937C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protocol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F2B362-5E31-41AB-974E-CA002F583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Conclude failure concern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EA958D-92CB-401E-8641-E919D6A77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9067AA-CF99-422B-A376-7752C3E4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525B"/>
                </a:solidFill>
              </a:defRPr>
            </a:pPr>
            <a:r>
              <a:rPr sz="1650" b="0">
                <a:solidFill>
                  <a:srgbClr val="52525B"/>
                </a:solidFill>
              </a:rPr>
              <a:t>Use this structure whenever directory services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207642105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506161-9B46-4C74-B2D2-2772C4514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19F76C-81C0-4A90-BC7E-5B66CB458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2: Distributed File Systems and Name Services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BB7F89-580E-45CC-8272-6ADD1859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92A551-0C31-4034-99C9-37965976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A76F69-A80F-4142-BF0F-4DBCE7EFC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Directory services: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D1ECFF-E229-4C52-82F2-0CBD08691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F7E589-1EED-4711-A3FF-6CC76FC33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E8C8BE-A1F2-4193-8A19-F0B5DEA0F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F98FCF-2AB1-4AD8-90AA-8A14762C6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B60ABA-D439-4F57-B634-74581DC83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A32F9E-FE6A-4578-8313-753B2699D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Treating Directory services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933C99-C2BC-476C-A9F5-A45F86451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9AF8A4-6121-4CA4-A4F8-3E4AB3B45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Explain nodes -&gt; shared resource -&gt; failure concern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DF6B66-2857-4443-B0BD-382A20994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E576C1-DFBC-43B5-8B66-FCC8C02E9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54CA6A-9B10-4E28-AD0F-10DE55C87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2F6D2F-2E3F-4419-A4E8-E86D70458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F094B8-97BD-41C8-B6B3-33E254A54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47E270-B61C-4109-A28F-0A8CC0D42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ADDBB1-4795-4CA9-B0D7-55BC551BE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4855B5-0D76-4A95-B8DB-D847D4C2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Use terms such as nodes, network, shared resource</a:t>
            </a:r>
          </a:p>
        </p:txBody>
      </p:sp>
    </p:spTree>
    <p:extLst>
      <p:ext uri="{BB962C8B-B14F-4D97-AF65-F5344CB8AC3E}">
        <p14:creationId xmlns:p14="http://schemas.microsoft.com/office/powerpoint/2010/main" val="135236519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3265C0-51CB-487D-BEFA-65B0309A4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1F9D69-8928-47E3-A02E-C7968659B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2: Distributed File Systems and Name Services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E0F6C6-59DC-4E3B-A160-F127D23F9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F41CBE-F5F8-412E-BCBE-7302B70DE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F925A0-5242-456B-86AF-29957EB89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Distributed file systems vs File service architecture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FD5051-F243-428E-AAFE-32BD46F4D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FC27F6-83C1-4EE4-9279-A119C39C3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815431-79EF-451B-82FF-3982AAEE4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Distributed file systems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2BB6CA-B84B-4F38-9E7E-8874957CD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File service architecture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ACD919-016F-4EA3-968B-F3DA3372B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A278F2-FFAC-404F-8A2D-686AD43E0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2F0082-1B2B-4C3C-A8DC-6CDDE190C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nodes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145356-7FD6-4846-ABBA-DE335B526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nodes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0576B5-AECA-4C53-97D1-9EA1450D5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F78142-4E64-47E2-9591-3D369BA72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DDAEBF-4134-4740-8D7B-2A772FA2C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shared resource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F4B0E9-8291-4D6E-B386-5DE33F0B2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shared resource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3F48DB-1963-44FD-8C6B-582DB12C1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03BD2B-BA12-4D3E-A98E-4604DA79E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507344-0DB2-4E97-9F4D-B3BC9CC71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5E0A9C-6CB3-4742-A96A-57B647366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F3E8D1-1FE7-482A-AADB-0C1B19BCB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DD8835-D214-40F6-9390-A6369C75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39BB95-A1AD-475C-98F4-FBD51CF67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F551C5-DD9E-4266-946B-F946CA726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73008896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DE39A9-E87E-4228-9D04-9A0DB98D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5A2A2D-CF9B-41F3-A860-2DE3E78B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2: Distributed File Systems and Name Services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661501-955E-4B82-A21D-EF14F4402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153E62-BCF3-4B19-850C-C9861E8DE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C9C2D1-78D8-45F9-8A23-8C33F1A6B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Domain Name System vs Directory services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1D9246-C0FB-438A-AFC6-A4A537528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683E82-AD1E-49FD-BE54-668DA1C92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DE4DC8-899E-4E93-B7F9-61A56FA18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Domain Name System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C5A06D-0CD2-4493-A72C-69A0FC134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Directory services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E15C70-7F46-4B10-864F-C44226A9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4AF0B8-FE41-4F4C-8123-999F6DACF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4FC6CF-B01C-4B4E-B767-A2D4D7EAF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nodes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FC3430-A690-454F-A41D-92950F228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nodes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2A2335-3FD9-47B0-A4BB-197817C4B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1A23B1-0CCF-4435-A93C-20E17E63A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8FF521-2A7B-4DCA-B661-D1C84763A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shared resource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B4395B-5032-4D93-B907-E554286BD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shared resource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79039F-0D40-4830-B0F9-50F5BE0D0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8E3010-CC3B-482F-BE50-5168B71C4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1BEF1B-523B-4527-8A06-80D484B48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FAF546-DC0E-44BD-B647-B8C8FA01E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09F2C1-DD5C-4E9D-8156-24ACE8E3A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9B11CD-61E9-4194-9C79-73C2E55AA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49C097-7EAF-4BD9-B427-4C2CA6092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0304C9-9CCC-4E6A-A3FB-CAFC007CD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17982051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08A21B-D02E-41A3-9593-ED3375C8C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13D6F1-1D0C-4603-9229-45AF17906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2: Distributed File Systems and Name Services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FEC0E8-5267-4C9B-8704-90B675AEE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DCDAFF-9723-45E6-BCF3-EA7580172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780FD9-0D5D-4C3E-B86A-B0F1B0FFD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F2937"/>
                </a:solidFill>
              </a:defRPr>
            </a:pPr>
            <a:r>
              <a:rPr sz="2925" b="1">
                <a:solidFill>
                  <a:srgbClr val="1F2937"/>
                </a:solidFill>
              </a:rPr>
              <a:t>Module Summary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0B2977-520E-43C8-A3F1-8CD9F6B81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Definitions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10222C-7B7D-474A-A285-7990D1286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Models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B6B206-E319-41AC-B765-5F624C54D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Mechanisms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580B24-012B-4421-9376-6B9C4F7ED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Examples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59561B-442D-49A4-B7D7-6981220E3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Exam answer</a:t>
            </a:r>
          </a:p>
        </p:txBody>
      </p:sp>
      <p:cxnSp>
        <p:nvCxnSpPr>
          <p:cNvPr id="35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718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3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0387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37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9056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38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7725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F808D8-9569-40FD-BD30-77D957CAD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433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52BC41-744B-4414-A8E8-7673118E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766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7"/>
                </a:solidFill>
              </a:defRPr>
            </a:pPr>
            <a:r>
              <a:rPr sz="1425" b="0">
                <a:solidFill>
                  <a:srgbClr val="1F2937"/>
                </a:solidFill>
              </a:rPr>
              <a:t>Remember: Distributed file systems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2E6025-0AA2-47BB-90FB-D5204A0FD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719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69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A655B4-5969-4F2C-BEE9-E04F875C0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0527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7"/>
                </a:solidFill>
              </a:defRPr>
            </a:pPr>
            <a:r>
              <a:rPr sz="1425" b="0">
                <a:solidFill>
                  <a:srgbClr val="1F2937"/>
                </a:solidFill>
              </a:rPr>
              <a:t>Remember: File service architecture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CB4776-C46C-48A2-BE64-A88036F17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005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044EB2-0953-4896-81F4-EF1108EC3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3390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7"/>
                </a:solidFill>
              </a:defRPr>
            </a:pPr>
            <a:r>
              <a:rPr sz="1425" b="0">
                <a:solidFill>
                  <a:srgbClr val="1F2937"/>
                </a:solidFill>
              </a:rPr>
              <a:t>Remember: Name services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A89E19-91B8-436E-985D-60A6250B5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29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69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E6C2AC-38F6-4F35-AF17-9D5F843C1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625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7"/>
                </a:solidFill>
              </a:defRPr>
            </a:pPr>
            <a:r>
              <a:rPr sz="1425" b="0">
                <a:solidFill>
                  <a:srgbClr val="1F2937"/>
                </a:solidFill>
              </a:rPr>
              <a:t>Remember: Domain Name System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17C67D-BAE4-46D9-A52B-70DD9F32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57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F03035-73C1-44EB-8115-68E38AF13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911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7"/>
                </a:solidFill>
              </a:defRPr>
            </a:pPr>
            <a:r>
              <a:rPr sz="1425" b="0">
                <a:solidFill>
                  <a:srgbClr val="1F2937"/>
                </a:solidFill>
              </a:rPr>
              <a:t>Remember: Directory services</a:t>
            </a:r>
          </a:p>
        </p:txBody>
      </p:sp>
    </p:spTree>
    <p:extLst>
      <p:ext uri="{BB962C8B-B14F-4D97-AF65-F5344CB8AC3E}">
        <p14:creationId xmlns:p14="http://schemas.microsoft.com/office/powerpoint/2010/main" val="157780838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81E482-8E7E-48A5-8396-F079F86F1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E1191D-838C-44C9-B4AA-5F3439E0D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2: Distributed File Systems and Name Services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D83387-4DAA-467E-9155-6F05CCC29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297DD3-B2A0-417A-8FD0-85126DBFD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01387A-06BF-43F2-AF2E-9E0F2B050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F2937"/>
                </a:solidFill>
              </a:defRPr>
            </a:pPr>
            <a:r>
              <a:rPr sz="2925" b="1">
                <a:solidFill>
                  <a:srgbClr val="1F2937"/>
                </a:solidFill>
              </a:rPr>
              <a:t>Important Definitions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F6F6D7-08F4-4CC1-BC0F-DA549274D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6A54DA-2872-4E21-8176-A2FDED197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Term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F7EEF4-E6A8-4C31-BEAF-AA439BC90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Classroom definition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B47571-C11F-4868-B03E-69940DFF0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Exam cue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26F5D5-3437-4CB2-B1F3-F6126EFAA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041F50-18B4-4A45-B754-CC25AEDD6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Distributed file systems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207ACE-A13C-4859-85E6-3DF8D2A01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A named concept with conditions, components and result.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138DF7-828C-44F5-B289-4394DA3E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Define + draw + example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E53AAD-A577-4C9C-A7C2-AAD9105B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91339C-AA51-424A-B6C2-9D54ACE79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File service architecture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002346-1CD8-4579-929E-5EAA0B4BB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A repeatable process that transforms input into an observable output.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9374BB-7940-49F0-B77E-BDCE63A8B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Steps + result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7E3002-09A3-48F7-9BCC-73E7F640F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016B94-9A75-417E-B4AD-A02517148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Name services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784222-1E81-43BB-AE1F-2CAC1A7AC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A simplified representation used to reason about a real system.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C86F6A-3444-4059-AD97-7D08B022E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Assumptions + limits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2CDD72-7DB1-46AB-A69A-BEFB73E88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53D881-EA67-473B-9517-D5A746B59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Domain Name System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AA0060-72A6-422C-9495-921965276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The property used to judge correctness, usefulness or performance.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A57332-EDD6-4C7E-AC44-7455CA305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Compare + justify</a:t>
            </a:r>
          </a:p>
        </p:txBody>
      </p:sp>
    </p:spTree>
    <p:extLst>
      <p:ext uri="{BB962C8B-B14F-4D97-AF65-F5344CB8AC3E}">
        <p14:creationId xmlns:p14="http://schemas.microsoft.com/office/powerpoint/2010/main" val="116809705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9E2BA7-412A-4304-85E3-3FF30205C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B77511-3F00-4A84-A650-4A218C9EF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2: Distributed File Systems and Name Services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987B04-A98E-4849-937C-C5CC8BD75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C371D1-0135-4AEE-8403-75AA21094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E6B734-842F-46A9-84FF-24B19ED2D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Important Algorithms / Diagrams / Formulas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26083B-4AF8-494B-9A63-8ED4DA3C4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F77829-6F67-450A-8AD0-FDECE5027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002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Draw the central architecture/process before writing long explanation.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608B54-788A-4CB7-9832-28391DDAD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09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69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C5CFE4-F278-4088-88CF-601B68B4D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432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For every algorithm: problem, input, initial state, iterations, final result, interpretation.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2838A2-DC62-426B-9C35-E1E63473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52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D7964B-B1BA-499D-B145-EC2604518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861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For code/commands: command or snippet, explanation, execution, output.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CFDBA1-762A-4195-AA21-4826E6522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95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69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2BEB6B-FCB5-4188-95CD-B83E6D7E6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291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For comparison questions: state basis of comparison first, then fill the table.</a:t>
            </a:r>
          </a:p>
        </p:txBody>
      </p:sp>
    </p:spTree>
    <p:extLst>
      <p:ext uri="{BB962C8B-B14F-4D97-AF65-F5344CB8AC3E}">
        <p14:creationId xmlns:p14="http://schemas.microsoft.com/office/powerpoint/2010/main" val="195863113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9B5A4A-AE78-484E-9F26-38D5767BE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B76C89-0FE1-4BFA-ABD1-76251719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2: Distributed File Systems and Name Services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EF08D3-7790-44F7-9CA2-2E80AD957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060669-35E8-4409-BA6E-1EC26A6B9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72275E-CD72-4A9C-8A40-71A4264B5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F2937"/>
                </a:solidFill>
              </a:defRPr>
            </a:pPr>
            <a:r>
              <a:rPr sz="2925" b="1">
                <a:solidFill>
                  <a:srgbClr val="1F2937"/>
                </a:solidFill>
              </a:rPr>
              <a:t>Common Mistakes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D99B76-F8F3-44A4-9209-D157EC651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28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9AF7F6-D691-4859-8B8B-AB3A25E6F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621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Writing only a definition when the question asks to explain working.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E690B7-2D2A-4443-9C6C-3A3BABD2B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71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69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7B7FF5-8713-43A5-A8E6-060D70688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051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Skipping diagrams or leaving labels too vague.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824153-6896-4B8C-9EF2-A41864424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E6D659-3601-4CA2-B918-5B10AA19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480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Mixing similar terms without a comparison basis.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FC7E87-41FA-42D3-9958-E3E105AC4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57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69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27866A-A5C0-4EDA-BEFC-AC7A8ABAB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910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Giving an example that does not match the formal condition.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5EE0D9-185A-4D21-A496-1C8A85B38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00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D4EAC7-AE02-4971-BF5D-851F0C54F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33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Forgetting assumptions, limitations or failure cases.</a:t>
            </a:r>
          </a:p>
        </p:txBody>
      </p:sp>
    </p:spTree>
    <p:extLst>
      <p:ext uri="{BB962C8B-B14F-4D97-AF65-F5344CB8AC3E}">
        <p14:creationId xmlns:p14="http://schemas.microsoft.com/office/powerpoint/2010/main" val="18936664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54CB9C-A6A5-436D-9A4B-72C968E58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24ECBF-DA04-4D7F-835C-9FD0B1508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2: Distributed File Systems and Name Services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EEB0CE-1184-4FBB-95E4-3CD516EC2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229F96-BCD2-4863-BF26-F5B845CD6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CD9439-FCC1-4BFD-9BC2-0254076DA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F2937"/>
                </a:solidFill>
              </a:defRPr>
            </a:pPr>
            <a:r>
              <a:rPr sz="2925" b="1">
                <a:solidFill>
                  <a:srgbClr val="1F2937"/>
                </a:solidFill>
              </a:rPr>
              <a:t>Exam Preparation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F0368A-A667-48E7-9973-C1FD9D895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575689-65AA-4ECB-A347-3332B1A6D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Question type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92A253-5E19-42B3-94AA-0106FDE9F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Answer structure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050CCD-7311-4F0A-A070-0E82C88D5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What earns marks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727972-BEDE-4779-BC26-348A1AE38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C3CFFD-E1CA-4B41-A8A8-508EE955E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Define/explain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D32558-9D47-4986-9364-FCD899702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Definition + labeled diagram + example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1B1253-DDFC-409C-A356-53D92F247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Exact terms and scope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958849-ED28-41E8-BACB-B825B349B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81DEFE-8C9C-46FE-8B7F-713EE805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Compare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5B9BE5-6383-489C-BB78-7B367CE01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Basis + table + conclusion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368A7C-8230-46BC-AA2E-9926409C3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Clear differentiators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F77143-6BAE-41DA-82C4-7728B429A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AEFDF3-B3D3-4C04-8961-117A538E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Algorithm/trace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4CB409-3378-4AAD-858C-363325E87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Input + iterations + final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5B960F-8644-494B-9F96-37DB8461A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Correct step sequence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1C4D72-F5E5-41F7-9635-CD4699CB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E4DED2-54CD-4945-8455-C25512472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Application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0C879C-8E7A-4E24-B393-E686B9C3D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Scenario + model + justification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DB14C9-F37A-41F6-95BE-6F790AA6A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Why the choice fits</a:t>
            </a:r>
          </a:p>
        </p:txBody>
      </p:sp>
    </p:spTree>
    <p:extLst>
      <p:ext uri="{BB962C8B-B14F-4D97-AF65-F5344CB8AC3E}">
        <p14:creationId xmlns:p14="http://schemas.microsoft.com/office/powerpoint/2010/main" val="152903917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303F77-13DB-4F97-A8EA-FBA7F89D0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29FA56-2032-49E1-913A-9C188EB99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2: Distributed File Systems and Name Services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86DB3D-3806-4D10-81DA-C43E4707B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7221CD-189F-4582-BD7D-5761EEC4F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8B7378-0B90-4AC2-BDB3-4CF3A2518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F2937"/>
                </a:solidFill>
              </a:defRPr>
            </a:pPr>
            <a:r>
              <a:rPr sz="2925" b="1">
                <a:solidFill>
                  <a:srgbClr val="1F2937"/>
                </a:solidFill>
              </a:rPr>
              <a:t>Practice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D4B694-143E-4EE2-BEF4-BF2AEBFB1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28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8DBD16-95BC-4141-BAFD-00C7A81EE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621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Explain Distributed file systems with a neat diagram.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BFBC1A-6D60-4A74-82A1-2C7370D1C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71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69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6A9CEE-5346-4887-8051-4459B102B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051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Compare two approaches from Distributed File Systems and Name Services and justify when each is suitable.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0964E4-7C0E-4C4B-B2B0-A6616743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DBCCBB-376B-4878-894E-5D6D22E9A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480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Solve a small worked example involving Name services.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E5C981-28CB-4A0D-A2AD-88F6E4563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57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69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43E240-2F9F-4FAB-9AC6-B6C13CA3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910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List common mistakes and how to avoid them in Distributed File Systems and Name Services.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E36EB8-83EB-4DD4-A5F0-856AEB8CA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00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56EC34-8763-416B-B56C-068B6608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33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Redraw the full module map from memory in five minutes.</a:t>
            </a:r>
          </a:p>
        </p:txBody>
      </p:sp>
    </p:spTree>
    <p:extLst>
      <p:ext uri="{BB962C8B-B14F-4D97-AF65-F5344CB8AC3E}">
        <p14:creationId xmlns:p14="http://schemas.microsoft.com/office/powerpoint/2010/main" val="47291586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6B314A-27DB-41FE-8080-D0354B65D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397104-DD79-42E0-96FE-FBE597A96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2: Distributed File Systems and Name Services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52BAF3-ABF0-4BBB-8852-A9BF4997D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65B307-0E57-4BBA-8BBE-EC9078268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51225E-1E5A-40AB-9498-5BB5881AC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Distributed file systems vs File service architecture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DE068A-48E6-496B-A1D8-76F24DDEA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FBF691-4D89-4719-972C-3BF397895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67C845-B47E-4CB0-A467-19390D67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Distributed file systems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571509-D6F4-4C10-9458-FC30D7A57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File service architecture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169B47-934B-4629-8B22-77721273D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25C456-F263-4AAB-802F-2D701D411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AF5DEA-4961-4DF1-B865-D47CDA3CA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nodes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BC55C2-DCAD-4838-AF5C-A4ABBA7AD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nodes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93D43F-EAD1-468B-B0BE-1DE03E5D9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4E1005-DFD5-4308-8F05-D62E2A41C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1A836C-D35E-4BCF-B3D0-C2AAC7CDC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shared resource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F99409-57C9-4200-A702-5C1C2B968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shared resource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0F043C-99C5-4BBA-966C-2D6022781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9D310A-F931-4CC0-A37A-C136F9ECA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DFF8C6-5AED-4C4E-925E-B4AC05408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5A00EB-24A9-45D0-BF21-16FE0B7CA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BE7904-E329-47D5-BF62-D1EDF70B1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9C6001-91B7-4227-810B-396D4CA80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BA963C-8609-4B61-B1CC-7BCC653D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7D6428-9551-44B7-9C52-CCBD77647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70783791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7684F4-DBE3-4F77-A159-D5A9FA7A2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6F62C1-1C11-43D8-9543-46374B977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2: Distributed File Systems and Name Services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04E042-0653-4F14-9D70-D376D920D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E99633-B0A8-4CEE-A27C-B30FCBE6C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2A147F-7CF7-4BAE-97AC-115574CFB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File service architecture: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84E15E-0CD8-49A4-BBE2-1AB0F58B3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1388E8-8C5A-4A28-A430-719E0FD6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AEEDF5-5693-45F6-A86D-E326D5A13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72F09C-6489-49F7-A2E9-E0C529DBF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F4C422-BB90-4389-8354-5DC448F89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1923A0-C378-4700-972A-C7A15ED19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C86590-5C93-419D-9B2D-07A2E53B1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29C2D0-8194-4BC0-B74B-0A431D2C1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nodes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9D15FC-97B2-42CF-8B19-0CB897AE0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Identify network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06F9AE-5615-4682-BD35-A42D366A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5D0F75-C317-4A5A-B4EC-5306F0AA4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D4D0A9-F365-4EC3-86E1-87A81DEE6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09B55C-643B-429D-B62F-5197A3D8F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network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09493E-E333-436A-8F96-B0FCCCB17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Apply shared resource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9006D4-7D2D-482E-A57E-EF57F521B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83985E-B17C-4246-A297-91112A7DC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ED3E4D-4BF8-40F9-9001-E2256CDD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1C6FAB-1B41-4D5F-8457-C4D913D16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shared resource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5BA13B-472C-4802-9601-F4E66E766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Check protocol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CBE428-0CC2-4E92-8FFE-ABBF56806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EDAD91-B700-4A42-9BF1-D92008402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5F6F15-C803-4E5B-A5DA-AE2A02794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8B7576-C5AF-47CF-93FE-3CCA1C185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protocol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C1639C-EF30-4202-BB69-72CCC26C9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Conclude failure concern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C922B1-4971-4AC9-AE67-A51FF90A6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ECAE45-1E42-4A00-AF6B-A4A9B159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525B"/>
                </a:solidFill>
              </a:defRPr>
            </a:pPr>
            <a:r>
              <a:rPr sz="1650" b="0">
                <a:solidFill>
                  <a:srgbClr val="52525B"/>
                </a:solidFill>
              </a:rPr>
              <a:t>Use this structure whenever file service architecture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77874834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204AFC-C579-4CDF-BBBB-89195B69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BF6A26-7220-494F-8537-16034F77A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2: Distributed File Systems and Name Services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144F11-BD70-48F9-A3E1-E466A39FF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D550C0-3A03-46EC-85A3-D52E668FD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BEE6AC-45B6-4BEC-BF07-ADB37A97F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Name services: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90BFCB-65BE-4FCD-8868-3E55F9F5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49FB25-1FAF-4595-B502-DC67DB57E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EB8857-8153-4F3F-92C1-0AAEAEC6A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717336-02DC-4E8F-8965-37FBBE3FA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99DA73-F326-4D12-8BEA-38BD3F6E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F09AEB-6838-46BA-82DE-EEFD0692C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Treating Name services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A9ED1C-65F9-4D1D-9BD1-455D1D14A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92F8D9-02CD-42E8-AE78-96B359E7C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Explain nodes -&gt; shared resource -&gt; failure concern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710861-4789-4F47-AAE7-3E74932CE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9B3C6C-2878-4D69-A09B-364DB207D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FAE1A0-EB0A-4F4E-9615-791AF6524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771A8C-1253-430F-AFF7-FFB1A6A7F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4DB3FC-F08D-4296-9B4C-2DE5A501D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357ABB-A8C8-4815-A620-D7EE64C77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9B1BE7-C69E-4425-951A-C3696F1EC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2C9B40-A5EF-4691-B7AB-E3855C72F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Use terms such as nodes, network, shared resource</a:t>
            </a:r>
          </a:p>
        </p:txBody>
      </p:sp>
    </p:spTree>
    <p:extLst>
      <p:ext uri="{BB962C8B-B14F-4D97-AF65-F5344CB8AC3E}">
        <p14:creationId xmlns:p14="http://schemas.microsoft.com/office/powerpoint/2010/main" val="95001188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36D387-95A2-4391-9442-1E07AADE3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CB56BE-38FA-48DB-9CB3-CFE0868D9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2: Distributed File Systems and Name Services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A47EC5-1F0C-4C0B-A4B1-CA87D36D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7A508A-4A7A-4D00-BB94-1B59E3D1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573DD5-17E2-443C-A561-47C649DC2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Domain Name System: message movement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BCD0FE-C016-4AFD-8C1F-92A4CDAC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Client / Node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A4785A-1290-444C-B782-56194E758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Network / Middleware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06D774-BBA7-442F-B454-839E4C922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Server / Node B</a:t>
            </a:r>
          </a:p>
        </p:txBody>
      </p: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45309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4375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4530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302A8B-61A4-462B-BC9F-2A9DE6E7F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F2937"/>
                </a:solidFill>
              </a:defRPr>
            </a:pPr>
            <a:r>
              <a:rPr sz="1875" b="0">
                <a:solidFill>
                  <a:srgbClr val="1F2937"/>
                </a:solidFill>
              </a:rPr>
              <a:t>The teaching question: what information is added, changed, checked, delayed or lost at each step?</a:t>
            </a:r>
          </a:p>
        </p:txBody>
      </p:sp>
    </p:spTree>
    <p:extLst>
      <p:ext uri="{BB962C8B-B14F-4D97-AF65-F5344CB8AC3E}">
        <p14:creationId xmlns:p14="http://schemas.microsoft.com/office/powerpoint/2010/main" val="76554342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0274C4-AD3E-49FB-B958-0CA9305BC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92B82A-FDE3-4B7D-A123-A2DD89770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2: Distributed File Systems and Name Services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280E45-8D2B-4ADB-A079-097BF9644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3A42D9-1D12-4247-A059-AC4EA6EC0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33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784813-E066-46F8-9E8A-21656EFEC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Directory services vs Distributed file systems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12E64A-889C-4692-86B9-469992DB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3A41E4-1E8B-4BD1-957D-4B6956869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0D36BC-8167-4540-AE1C-7450F94D7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Directory services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727D53-9918-4DA7-B342-9E03A6099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Distributed file systems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F5202E-DEB9-4593-8E82-7F313AB7D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59E01D-BCFC-4412-9F33-C2D0E43F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FC2A54-39F7-4BC3-A6C8-36E3C662C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nodes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D94026-7DC9-4E29-A948-12356C6B6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nodes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77F9F8-5D04-4A22-85E1-F84A440B5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A4D121-EC86-45CD-8A70-52FC03A9E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E4440D-BC56-487A-86CE-E227EBA66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shared resource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040DBA-DEDC-40FB-AB44-98B47AF79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shared resource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BCCC07-49FA-4901-8CB7-C7EAFC857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C8D999-3DBF-43A3-ACAA-B3DCCE55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6C2C49-0566-4D88-993A-CADB9762D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413458-0B72-45E2-BE4C-530C65182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9A97EB-ED65-4D0A-9C51-3235A0931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DD4A06-2E2D-4AFF-BBE8-4D207CD64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F96829-F235-4164-B28A-D3EF3A9CF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8ED06D-446D-4644-9276-2D141D5F8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1230467768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12F1958-07C9-40F2-A64B-33081369B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9E8914-FD7F-4AAD-97D9-62E6819F9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2: Distributed File Systems and Name Services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6A57C6-9EA0-4644-B32F-0266FF85C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E01F67-7134-4CFE-929B-DE6F58802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34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6B049A-B26C-49FF-A729-F6827DC0D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Distributed file systems: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0257B0-915B-471D-BAF7-F86869E42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797962-E704-4AF8-9C97-2CE97C93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2C4E29-42B7-49F3-9267-75D413CE7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F27384-CAA9-4FF6-8DCC-70F164EC5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16B3EE-9E88-448E-9E68-6E632829E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A41D73-3B28-418F-B1C7-2850331D0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49ABD2-BA1D-4444-A9ED-BF6679CFB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7A8E61-18F3-4364-9BB8-856159A24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nodes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BE2617-2B47-4BB3-90B2-A528DFCCC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Identify network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E4C132-BCB2-4CA7-9736-203DC984E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627F5E-8B01-42C3-8B36-5A7BE7BBD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7DE2A2-4466-484A-9015-06F5748CB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D6CF70-7039-4365-A21F-E02765F70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network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842CF1-C8C9-44E0-B5F1-DCD1E69DD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Apply shared resource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694006-07DD-4A0B-B4E6-6519D3AB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90CF0D-4478-4A7E-9B11-73B3BD29B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3EAD22-4BF6-409D-84D6-B71877E20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DC883F-B24A-4525-A474-222205C93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shared resource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B4B4FB-1321-4824-A01D-FAF4E26C8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Check protocol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01779D-6F0D-403C-A380-68D4CA8E9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72C0F1-6E72-4DB6-AD69-8BA33F178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710FA3-569B-4785-8845-51B29D72E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51079D-678D-493C-9735-34E6D2B11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protocol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405072-D6DD-4670-A038-6F32FC1A1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Conclude failure concern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9649CF-C12C-49C0-8DAE-BEC72E98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86DF4A-9DBC-4340-AB1B-D758DC231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525B"/>
                </a:solidFill>
              </a:defRPr>
            </a:pPr>
            <a:r>
              <a:rPr sz="1650" b="0">
                <a:solidFill>
                  <a:srgbClr val="52525B"/>
                </a:solidFill>
              </a:rPr>
              <a:t>Use this structure whenever distributed file systems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299332178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414578-DE3B-48AC-B6A0-016BFEB65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17DCF3-17D0-4180-BFFD-876DE6DEC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2: Distributed File Systems and Name Services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3F2ED0-4CD2-4A29-9A80-71CE4BB8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51FAED-FA56-4411-995E-2B43FB77B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35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1E2523-FC9C-4BE9-AA7A-E2C26148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File service architecture: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1543C6-719D-4598-8C09-6ADF5C4BF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E18748-ED49-414D-BAFB-31D25C54A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DBAA26-AB54-4C22-BCFD-596739D16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6954B6-DE57-4F39-82C2-564F35245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7A288A-02F3-4667-85CE-E45C0818C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2F2306-A00D-4328-9E8E-8E56716E0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Treating File service architecture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56CADD-0462-4866-9D77-71FC1A076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5A6DCA-1291-498C-9451-B59065F85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Explain nodes -&gt; shared resource -&gt; failure concern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987F70-B8F8-4C0A-B611-2702FC2B7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865ED5-09C0-46B9-A0D4-D208CD9F9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0EBE5F-8E08-4FF9-8B09-AAB07890A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25246D-8DFF-46C6-ADFB-0DB023A64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70EE98-199C-40A2-BDD8-CF41DDD31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58EE60-8FA1-4660-B32C-A6EBCB79D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CEC704-1C80-43C6-BB4A-B8543280E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9BAA5A-8C73-4527-8560-0950E1E12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Use terms such as nodes, network, shared resource</a:t>
            </a:r>
          </a:p>
        </p:txBody>
      </p:sp>
    </p:spTree>
    <p:extLst>
      <p:ext uri="{BB962C8B-B14F-4D97-AF65-F5344CB8AC3E}">
        <p14:creationId xmlns:p14="http://schemas.microsoft.com/office/powerpoint/2010/main" val="160600543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F5604A-25C1-4D69-802B-5B12A6F94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AF1334-2794-4B56-AD15-6961BD04E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2: Distributed File Systems and Name Services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A797D4-62F5-4587-9FC2-7662A557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EB3786-ADFD-4559-BD89-A7823C596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36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8E9315-A139-4574-8254-C375E578D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Name services: message movement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44817B-DE14-418C-A2F7-2184085A7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Client / Node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E57918-0A73-4F1D-B083-E839E746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Network / Middleware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59E964-E0D6-4671-BED2-ED8F1C0AC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Server / Node B</a:t>
            </a:r>
          </a:p>
        </p:txBody>
      </p: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45309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4375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4530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7B3EAF-F117-4F76-864B-14504FC3A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F2937"/>
                </a:solidFill>
              </a:defRPr>
            </a:pPr>
            <a:r>
              <a:rPr sz="1875" b="0">
                <a:solidFill>
                  <a:srgbClr val="1F2937"/>
                </a:solidFill>
              </a:rPr>
              <a:t>The teaching question: what information is added, changed, checked, delayed or lost at each step?</a:t>
            </a:r>
          </a:p>
        </p:txBody>
      </p:sp>
    </p:spTree>
    <p:extLst>
      <p:ext uri="{BB962C8B-B14F-4D97-AF65-F5344CB8AC3E}">
        <p14:creationId xmlns:p14="http://schemas.microsoft.com/office/powerpoint/2010/main" val="570291558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74EBF3-7528-489E-859A-8193F594C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A1C24D-1B1A-4F60-B10A-E071288D1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2: Distributed File Systems and Name Services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58349B-C429-45B7-AB63-336520DF1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BB1CDD-FA66-45B2-8C00-8619EA1FB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37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FB5C7D-A699-4F69-AB97-0E3023247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Domain Name System vs Directory services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08C08F-4052-4D16-AF2D-F7B2CEB93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CDEBA2-9EA7-4268-BB17-E77F01700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875EFD-1F22-4633-B2A6-368038D73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Domain Name System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704489-E76D-482E-AC0F-8D39F7E7D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Directory services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244853-AF17-4536-BCDA-84A886A3E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3067F6-41DC-4881-9413-E8DF6327B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6A3B73-ABAB-405B-B8F3-535BF6B5B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nodes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B16F5E-A1D5-4FBC-8AD4-E831B03C2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nodes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EF504C-A282-4EB7-9941-64A2B3E21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1BD99A-DC77-4A35-907D-C56EACFB3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FED787-0D9E-4AA8-9821-63C8B9A6B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shared resource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E8EF53-7F99-421C-8996-DA14A472D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shared resource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250B90-2181-470A-99AC-6CBB6138C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179D98-1B4C-4E93-BA56-4BC0B77F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3A8EDA-4394-47F7-9988-D4FFDC480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40B44F-9CC5-4B6B-BB8E-36CF90370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FD778D-9972-4F6D-B4A0-91AA2CE5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BE2DBD-AEE5-4455-B6E2-E94D097D9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62BE0A-4EBF-470E-9794-5C3799682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F8A4BA-2800-4D90-9065-AF81A6CC0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1642165310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C01EB30-97BB-4136-8A2F-D523B0471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E72C5F-9F0F-48F9-93C5-CED041297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2: Distributed File Systems and Name Services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C91DEB-9C7E-43BC-98E3-C994C0EDA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A2A954-8A5D-4EAD-87FA-B291476AF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38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F6993A-E248-414A-9424-4985BEE6A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Directory services: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B4074B-F424-4A19-8B79-FD32023AD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F0B3D1-1238-466E-BEC6-6C8F0659E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1FBA1D-EE94-4196-9478-4456706C3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4AA592-0B7C-4EA1-8676-46D9907F5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9F5183-8E50-4ADD-9EF7-2FE4F371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AC1D9B-ECBC-4E9F-8371-38C70819B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4753FE-92EB-4681-B89A-03811E64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B5D410-39BA-4E8F-81F3-9068FC714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nodes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DB6452-E9C1-4DB9-AEFD-9547EABDF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Identify network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9B1B69-3FB6-4777-818D-39D0342F5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00D177-0DCB-4D3E-81FF-D849AE8BE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2EA823-2786-4368-B817-60DBDCC0D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560B3F-85A5-4F2E-A314-8B789BE67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network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66985B-D1D1-416C-AD3C-69C7FB39C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Apply shared resource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DCFB87-CC7B-4D56-A8B5-ABD9E8F72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595E86-131A-4D98-B942-749730543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33F2E3-6BE3-4D05-A9F9-DC2DA6230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E9AE5A-971F-4082-88F3-0095A114C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shared resource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D86D56-7C8E-4AA6-83B2-4DC9C83FC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Check protocol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B871A6-6616-4403-801D-A2DD3B311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FE2321-F10B-4FE4-B16C-B59893999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891133-3F47-4A09-9D90-CD0B5853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F7AE10-0411-4503-BB2E-B6C0F2C37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protocol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BE9AD0-5AE7-4319-A8E1-69F6B5FF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Conclude failure concern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8491EC-0A9B-43A5-B0D2-C2787D69B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F2C219-C185-4337-80AB-8629F921A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525B"/>
                </a:solidFill>
              </a:defRPr>
            </a:pPr>
            <a:r>
              <a:rPr sz="1650" b="0">
                <a:solidFill>
                  <a:srgbClr val="52525B"/>
                </a:solidFill>
              </a:rPr>
              <a:t>Use this structure whenever directory services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606001214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B65CCC-F326-497E-B57D-1624F631A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34C00D-6400-4B36-BC9C-F3C1BA8A6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2: Distributed File Systems and Name Services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93B0D9-1FAD-427F-B685-F96F15A72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956CC9-AF15-4D19-B876-D23B08962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39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0A0AAF-0B8F-4DF7-AFD9-344B07ADE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Distributed file systems: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ED6F99-DE6C-4796-81F3-4D448282D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505203-5ECB-416A-9E06-8426082B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932913-DDA0-491F-839C-0209D4D3D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486F58-A61F-401E-9FA0-73E331896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D1E5F7-7089-4090-B214-202F25584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11DB48-077C-44BA-9114-890B5A760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Treating Distributed file systems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EE7BB4-E24E-4011-9CF4-F0325E44B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830F76-B3A3-411B-B6A8-A95509369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Explain nodes -&gt; shared resource -&gt; failure concern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29DD53-1C95-4EC4-9E2C-64FE2E75C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C476B2-0770-4F38-8792-4E0835AC5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711DC0-7153-4867-9A4E-F3702E90C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31E615-759F-47E3-AC49-28E288AAB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24C35F-B470-4ABD-8890-17D0A132A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6D02C6-54B2-4C3C-8D30-3A0F776D0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BE7272-2947-4EEF-BF23-3EF8CFFDD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ECCFA1-277A-4C59-B6D7-9F87B4AE5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Use terms such as nodes, network, shared resource</a:t>
            </a:r>
          </a:p>
        </p:txBody>
      </p:sp>
    </p:spTree>
    <p:extLst>
      <p:ext uri="{BB962C8B-B14F-4D97-AF65-F5344CB8AC3E}">
        <p14:creationId xmlns:p14="http://schemas.microsoft.com/office/powerpoint/2010/main" val="725113898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967507-21EF-4F1D-A3FB-E897685DD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B9B9BB-BB86-4E1A-BAFF-326B83262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2: Distributed File Systems and Name Services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C25B8E-A72D-4F55-9079-1BC4BC4B8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853A47-5AA8-49B2-AB51-A73CC0A9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183774-0B88-438D-891F-517AE9159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File service architecture: message movement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CA2CC0-1503-4A06-A8E2-C1593B29B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Client / Node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025EBE-381F-4C8D-91CD-E3D4170DD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Network / Middleware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828CF0-6F79-44A5-AA1C-54722B69F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Server / Node B</a:t>
            </a:r>
          </a:p>
        </p:txBody>
      </p: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45309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4375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4530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117EDB-79F7-42B4-88F8-904C17E36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F2937"/>
                </a:solidFill>
              </a:defRPr>
            </a:pPr>
            <a:r>
              <a:rPr sz="1875" b="0">
                <a:solidFill>
                  <a:srgbClr val="1F2937"/>
                </a:solidFill>
              </a:rPr>
              <a:t>The teaching question: what information is added, changed, checked, delayed or lost at each step?</a:t>
            </a:r>
          </a:p>
        </p:txBody>
      </p:sp>
    </p:spTree>
    <p:extLst>
      <p:ext uri="{BB962C8B-B14F-4D97-AF65-F5344CB8AC3E}">
        <p14:creationId xmlns:p14="http://schemas.microsoft.com/office/powerpoint/2010/main" val="1570451025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AA0266-8E86-4EE6-8966-CF6560E0F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9105D3-2976-482E-8ED8-E201A19BD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2: Distributed File Systems and Name Services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510120-4C6A-4CB3-BAC1-8D8406F99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6C9705-6CE4-4324-8F42-3D9FD97BE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41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E0FF55-970F-4945-8161-24D4A2523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Name services vs Domain Name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D48A03-97B6-4A38-986D-079715C6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FA6BAA-9E48-46DD-A218-ED0E57E48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4DA512-1151-46CF-93ED-28BA8A775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Name services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50A21F-0087-4DEA-AD94-8AD15122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Domain Name System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BAC073-082C-454C-93F5-6108F5101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768762-76AE-4FE8-B741-E8C10D974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3CA400-C52E-40FC-BDDA-F8BCA41CA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nodes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39D9B0-BEC3-4C88-A29B-4F9DAD9D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nodes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617A94-1AA0-48A9-A6AF-72F2FE26D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5E63B7-05F3-442D-8F34-160806C68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9BAC26-BE8D-4E58-821F-97ABD2C4A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shared resource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3AB077-B039-406D-A65F-DC2D9689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shared resource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53C476-676D-471A-AA11-D7A3BDB52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718D22-6E62-4743-B42A-A63A27093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8E23FE-C071-477D-889A-4B741FBEB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D7507E-8888-4E60-9A5F-C4A2B75C7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D5348E-FFF1-4C0F-A915-F81BFAD09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958647-9396-4957-BE96-F0F4D847B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BEB7DF-7885-4783-84B4-257372217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AFC3F7-A21D-4B92-A4A7-5273F0688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1143118948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AFDD19-77F0-4365-9DDE-83F661C62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B1C2FE-B961-41BE-BA42-5BC54A846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2: Distributed File Systems and Name Services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D42F70-0B42-48BA-B288-52FF9C6F3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B1E1A1-1F42-473D-8D90-50AA6510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3F8551-8A7F-4DF9-A979-A8328D3F9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Domain Name System: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4A43CC-C29B-4447-85C5-54C9F7A58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706F95-2928-4814-A71A-2844DD8A2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74BF3B-AE32-4D26-B972-63941AB73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821192-03A9-4EC1-A45C-6507B79D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9B9E67-673E-4D0A-8355-2D8C56068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798EA0-EBDB-4C1D-90AE-DCC3C3A86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DFEE29-12FD-4F0A-962E-AC6513AF0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F328F5-113B-47E8-BBAA-FBE2D8434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nodes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22EAA6-46EC-44C7-9503-6A42BD303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Identify network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E2854F-D389-4805-B79C-E4227C88E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CAB9FA-FAD4-4E83-A286-F1B39583C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FE36A0-D131-4939-9E02-860095456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DE71AC-BC17-4401-B1E3-8EB6AA545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network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756278-5A35-438D-AB27-1D12050C7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Apply shared resource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C13E48-C66B-477F-9476-E039C94AD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FF6294-DBAD-45C8-B4E7-6F345884C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2B3430-46B9-4711-AAF7-5ADE8602C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A9A03B-4B8C-49F5-A484-4B61117C1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shared resource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35110E-D298-4393-9317-5A5FA7E5B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Check protocol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C55767-DABA-4D2D-8690-E40B39396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7C0D2B-C0C7-4341-B360-F8E931E4C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93B634-C58E-4DF0-B3B4-3359FBEDB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B32029-6DB5-48E9-9707-C77596BC1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protocol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0BB69E-A3C6-4080-B6A7-B85B06348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Conclude failure concern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C690D5-AF8A-41E2-A1DB-F8D653577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B22064F-4222-4AF3-A31B-8E3AAD162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525B"/>
                </a:solidFill>
              </a:defRPr>
            </a:pPr>
            <a:r>
              <a:rPr sz="1650" b="0">
                <a:solidFill>
                  <a:srgbClr val="52525B"/>
                </a:solidFill>
              </a:rPr>
              <a:t>Use this structure whenever domain name system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442720919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B0840B-2713-417A-844D-F5747CE37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CF8372-9FBA-414A-87AB-A73258941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2: Distributed File Systems and Name Services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C37521-6B6F-4978-A80F-C4B18FD11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A29962-4016-4701-9A8E-77DA09737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43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E6AE7C-7109-4FA1-AF64-63D3A313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Directory services: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297B43-C5E8-4E51-89EE-4173392AA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CBAE64-B504-4A7F-BCCC-5B1CA948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5CF0F8-49A3-4EB0-B345-1735249F4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E6009B-1F20-498C-AFE4-0E9955BEF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9DF2DD-748C-4975-B44B-950784F7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53C757-D079-42FB-A90D-E732C6C30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Treating Directory services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BE273A-582B-4D10-BFAD-95DFD6654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75E025-D5B7-4BCB-A304-1B2A66C2C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Explain nodes -&gt; shared resource -&gt; failure concern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FD51C1-C74C-4104-BE07-1D17C43E6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2FB087-A808-4C8E-8662-05568110A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1F7DD7-FE28-423D-8481-6FFC2BF18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0FF802-3D8A-4786-8D6B-9E88D8D83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595FD0-A859-4D58-83BB-09B8B31E9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45882F-3A9B-497D-9641-B8AC94A91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C5C850-91C3-490A-8897-CF947F34F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8FFA42-753E-4AA3-B340-6091A062F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Use terms such as nodes, network, shared resource</a:t>
            </a:r>
          </a:p>
        </p:txBody>
      </p:sp>
    </p:spTree>
    <p:extLst>
      <p:ext uri="{BB962C8B-B14F-4D97-AF65-F5344CB8AC3E}">
        <p14:creationId xmlns:p14="http://schemas.microsoft.com/office/powerpoint/2010/main" val="307157767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515BA3-D572-4023-8B06-E82A2970A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90D218-597C-4D97-A790-340E2EF20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2: Distributed File Systems and Name Services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C53508-83A9-44A9-ABAA-254D5E75C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993E58-845E-44BA-85BE-BB1727582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44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D6E618-053C-4F96-8754-1AC4767A8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Distributed file systems: message movement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44D97F-519C-4CD6-8DD9-321660FF7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Client / Node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EF6EC8-5510-478C-B2FA-EEC2189DB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Network / Middleware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002194-9E1D-4DBA-8A50-5583E7AFD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Server / Node B</a:t>
            </a:r>
          </a:p>
        </p:txBody>
      </p: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45309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4375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4530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9B6A20-A4B5-41D0-A485-C2B151E12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F2937"/>
                </a:solidFill>
              </a:defRPr>
            </a:pPr>
            <a:r>
              <a:rPr sz="1875" b="0">
                <a:solidFill>
                  <a:srgbClr val="1F2937"/>
                </a:solidFill>
              </a:rPr>
              <a:t>The teaching question: what information is added, changed, checked, delayed or lost at each step?</a:t>
            </a:r>
          </a:p>
        </p:txBody>
      </p:sp>
    </p:spTree>
    <p:extLst>
      <p:ext uri="{BB962C8B-B14F-4D97-AF65-F5344CB8AC3E}">
        <p14:creationId xmlns:p14="http://schemas.microsoft.com/office/powerpoint/2010/main" val="232238740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D861D6-17BB-4AF6-99C5-124E3CA3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B45E10-7F45-4B1E-ADEB-CE2B799FA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2: Distributed File Systems and Name Services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884678-50BE-4689-A9A4-11C66659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9C5F09-1547-4223-ADFE-F1D8D6DD9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45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F7C8F0-D121-4216-A26C-EA92CD98C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File service architecture vs Name services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EC9BD2-683A-4859-89FA-854E7A281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534492-10FF-4D53-8984-8701AA4A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82C318-98FB-44F2-8DE6-DD28B96A1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File service architecture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3CBA02-1F76-4DAC-B5EF-9FE778D50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Name services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5A3685-F351-4410-9220-0F07CA3FA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8136E1-AECD-4CB8-A2CB-6FEB1A30E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D5775C-3E36-4934-A164-8BF07A7A7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nodes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64820C-BE67-43F4-AC11-9B87A9DC0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nodes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75C977-DBFB-4453-9E95-B4BD2B6B6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1C6E98-E3EE-427D-95DF-A0D4EF035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8CEBB6-6F65-4260-ACE4-31C97CF5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shared resource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4555CC-C0F7-4A23-A330-DA21611A7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shared resource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8905BD-BC2F-4B3C-836B-A3123EA63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CA4C71-2E6A-4691-BA71-C90FF2D81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43D264-690D-4A18-A33D-A23C1C383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7BB50C-1284-462D-8677-F1D7EC09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D3A51D-2F93-4CF9-9479-22AA19001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76EB0E-5A7D-4F97-B5A6-C293E4BA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78E655-C83A-4EAA-8D00-D89C4677E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FD4506-6974-422E-9322-7CA712E68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932282703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077A66-9F7D-4E5D-A052-F50B10793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892E3E-480B-44FD-B630-8AB93D882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2: Distributed File Systems and Name Services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4AC72B-6CE8-4D04-993C-335DC14EC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FF4032-0869-48EC-A6DE-5349B2558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46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C4322E-02C3-4BB3-8660-069810326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F2937"/>
                </a:solidFill>
              </a:defRPr>
            </a:pPr>
            <a:r>
              <a:rPr sz="2925" b="1">
                <a:solidFill>
                  <a:srgbClr val="1F2937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28EA72-1645-4F42-BD79-E71EAE240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9300"/>
            <a:ext cx="942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F2937"/>
                </a:solidFill>
              </a:defRPr>
            </a:pPr>
            <a:r>
              <a:rPr sz="2025" b="0">
                <a:solidFill>
                  <a:srgbClr val="1F2937"/>
                </a:solidFill>
              </a:rPr>
              <a:t>No genuine previous-year VTU questions were found locally for this module during this pass, so this deck does not fabricate PYQs.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077B92-64AF-46E1-84A2-0C3288238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43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25211B-6D01-4A9C-9B7C-1686BD67A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766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Use the practice questions as model revision prompts.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AAA51E-FF61-4BA1-B0F1-10FE12DDB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69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D31988-657D-44B7-986D-546CED3F7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624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Add authentic PYQs later only from a verified VTU source.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FF2A35-D72A-4306-8D22-7BD9BC60E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14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943C6B-E180-4F11-A9F6-F08E6095F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482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Do not label instructor-created questions as previous-year questions.</a:t>
            </a:r>
          </a:p>
        </p:txBody>
      </p:sp>
    </p:spTree>
    <p:extLst>
      <p:ext uri="{BB962C8B-B14F-4D97-AF65-F5344CB8AC3E}">
        <p14:creationId xmlns:p14="http://schemas.microsoft.com/office/powerpoint/2010/main" val="19421740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2026-08-24T06:05:10.1950000Z</dcterms:created>
  <dcterms:modified xsi:type="dcterms:W3CDTF">2026-08-24T06:05:10.1950000Z</dcterms:modified>
</coreProperties>
</file>