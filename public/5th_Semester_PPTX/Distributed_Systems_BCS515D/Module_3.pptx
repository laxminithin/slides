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7eb79af02c43bb" /><Relationship Type="http://schemas.openxmlformats.org/officeDocument/2006/relationships/extended-properties" Target="/docProps/app.xml" Id="Rbfac0693e39d4d41" /><Relationship Type="http://schemas.openxmlformats.org/officeDocument/2006/relationships/officeDocument" Target="/ppt/presentation.xml" Id="R6487b76300b843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6c7a0275d34c59"/>
  </p:sldMasterIdLst>
  <p:notesMasterIdLst>
    <p:notesMasterId xmlns:r="http://schemas.openxmlformats.org/officeDocument/2006/relationships" r:id="R9656357b2c764355"/>
  </p:notesMasterIdLst>
  <p:sldIdLst>
    <p:sldId xmlns:r="http://schemas.openxmlformats.org/officeDocument/2006/relationships" id="256" r:id="R4d3dc69a986b4be2"/>
    <p:sldId xmlns:r="http://schemas.openxmlformats.org/officeDocument/2006/relationships" id="257" r:id="R7ea8475f66f14ec1"/>
    <p:sldId xmlns:r="http://schemas.openxmlformats.org/officeDocument/2006/relationships" id="258" r:id="Rf3227f4c2c7b472d"/>
    <p:sldId xmlns:r="http://schemas.openxmlformats.org/officeDocument/2006/relationships" id="259" r:id="R3dde940465824d27"/>
    <p:sldId xmlns:r="http://schemas.openxmlformats.org/officeDocument/2006/relationships" id="260" r:id="R6e2ede9895ce4d20"/>
    <p:sldId xmlns:r="http://schemas.openxmlformats.org/officeDocument/2006/relationships" id="261" r:id="R53487bf9e594423b"/>
    <p:sldId xmlns:r="http://schemas.openxmlformats.org/officeDocument/2006/relationships" id="262" r:id="Ra5853141905644ab"/>
    <p:sldId xmlns:r="http://schemas.openxmlformats.org/officeDocument/2006/relationships" id="263" r:id="Rb68214c0a48340a8"/>
    <p:sldId xmlns:r="http://schemas.openxmlformats.org/officeDocument/2006/relationships" id="264" r:id="R0235ce5576254605"/>
    <p:sldId xmlns:r="http://schemas.openxmlformats.org/officeDocument/2006/relationships" id="265" r:id="R61c09d5d1aca440f"/>
    <p:sldId xmlns:r="http://schemas.openxmlformats.org/officeDocument/2006/relationships" id="266" r:id="Ra8b52b1922cf486e"/>
    <p:sldId xmlns:r="http://schemas.openxmlformats.org/officeDocument/2006/relationships" id="267" r:id="R966da40ef1a84d49"/>
    <p:sldId xmlns:r="http://schemas.openxmlformats.org/officeDocument/2006/relationships" id="268" r:id="R054af72383604868"/>
    <p:sldId xmlns:r="http://schemas.openxmlformats.org/officeDocument/2006/relationships" id="269" r:id="R2990f5dd394b4693"/>
    <p:sldId xmlns:r="http://schemas.openxmlformats.org/officeDocument/2006/relationships" id="270" r:id="Rf0a4eb2e790f4338"/>
    <p:sldId xmlns:r="http://schemas.openxmlformats.org/officeDocument/2006/relationships" id="271" r:id="Rfa45ad6ae0724086"/>
    <p:sldId xmlns:r="http://schemas.openxmlformats.org/officeDocument/2006/relationships" id="272" r:id="R109eff1fa92a4cc0"/>
    <p:sldId xmlns:r="http://schemas.openxmlformats.org/officeDocument/2006/relationships" id="273" r:id="R09c12f2a10b04999"/>
    <p:sldId xmlns:r="http://schemas.openxmlformats.org/officeDocument/2006/relationships" id="274" r:id="R7bb1915647d44173"/>
    <p:sldId xmlns:r="http://schemas.openxmlformats.org/officeDocument/2006/relationships" id="275" r:id="R966c1fc4424c4765"/>
    <p:sldId xmlns:r="http://schemas.openxmlformats.org/officeDocument/2006/relationships" id="276" r:id="R7d8a6fc14896486c"/>
    <p:sldId xmlns:r="http://schemas.openxmlformats.org/officeDocument/2006/relationships" id="277" r:id="R445100b5a2564677"/>
    <p:sldId xmlns:r="http://schemas.openxmlformats.org/officeDocument/2006/relationships" id="278" r:id="Ra339d7713444481f"/>
    <p:sldId xmlns:r="http://schemas.openxmlformats.org/officeDocument/2006/relationships" id="279" r:id="R1b4e41e09b354dee"/>
    <p:sldId xmlns:r="http://schemas.openxmlformats.org/officeDocument/2006/relationships" id="280" r:id="Rde77a6bff17b43ab"/>
    <p:sldId xmlns:r="http://schemas.openxmlformats.org/officeDocument/2006/relationships" id="281" r:id="Rad247fe3da654d94"/>
    <p:sldId xmlns:r="http://schemas.openxmlformats.org/officeDocument/2006/relationships" id="282" r:id="Rabad41b582d34553"/>
    <p:sldId xmlns:r="http://schemas.openxmlformats.org/officeDocument/2006/relationships" id="283" r:id="Re7267fdefd7b4e95"/>
    <p:sldId xmlns:r="http://schemas.openxmlformats.org/officeDocument/2006/relationships" id="284" r:id="Ra4c9e997508b41c7"/>
    <p:sldId xmlns:r="http://schemas.openxmlformats.org/officeDocument/2006/relationships" id="285" r:id="Rcf5a99039c774e5e"/>
    <p:sldId xmlns:r="http://schemas.openxmlformats.org/officeDocument/2006/relationships" id="286" r:id="R8fe139ac33964a51"/>
    <p:sldId xmlns:r="http://schemas.openxmlformats.org/officeDocument/2006/relationships" id="287" r:id="R654e92e89f744ad1"/>
    <p:sldId xmlns:r="http://schemas.openxmlformats.org/officeDocument/2006/relationships" id="288" r:id="R7d3280259b5648c5"/>
    <p:sldId xmlns:r="http://schemas.openxmlformats.org/officeDocument/2006/relationships" id="289" r:id="Rebb5be28f38f4002"/>
    <p:sldId xmlns:r="http://schemas.openxmlformats.org/officeDocument/2006/relationships" id="290" r:id="R5b890781fa95418b"/>
    <p:sldId xmlns:r="http://schemas.openxmlformats.org/officeDocument/2006/relationships" id="291" r:id="R28ce18d0e0a34b0c"/>
    <p:sldId xmlns:r="http://schemas.openxmlformats.org/officeDocument/2006/relationships" id="292" r:id="Rcc416cc2121a4723"/>
    <p:sldId xmlns:r="http://schemas.openxmlformats.org/officeDocument/2006/relationships" id="293" r:id="R47ac8d73c9c3412d"/>
    <p:sldId xmlns:r="http://schemas.openxmlformats.org/officeDocument/2006/relationships" id="294" r:id="Re1be8b6380874e0b"/>
    <p:sldId xmlns:r="http://schemas.openxmlformats.org/officeDocument/2006/relationships" id="295" r:id="R812eaf75de6b46be"/>
    <p:sldId xmlns:r="http://schemas.openxmlformats.org/officeDocument/2006/relationships" id="296" r:id="R39fca5245c6b4e54"/>
    <p:sldId xmlns:r="http://schemas.openxmlformats.org/officeDocument/2006/relationships" id="297" r:id="R784f0ce36dcd42cb"/>
    <p:sldId xmlns:r="http://schemas.openxmlformats.org/officeDocument/2006/relationships" id="298" r:id="Re8bcd6fa29da4a24"/>
    <p:sldId xmlns:r="http://schemas.openxmlformats.org/officeDocument/2006/relationships" id="299" r:id="R5beb06cafac943ac"/>
    <p:sldId xmlns:r="http://schemas.openxmlformats.org/officeDocument/2006/relationships" id="300" r:id="R45a08a5ed6a144dd"/>
    <p:sldId xmlns:r="http://schemas.openxmlformats.org/officeDocument/2006/relationships" id="301" r:id="R7188469d588942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0095191d4b4947" /><Relationship Type="http://schemas.openxmlformats.org/officeDocument/2006/relationships/slideMaster" Target="/ppt/slideMasters/slideMaster1.xml" Id="Rc16c7a0275d34c59" /><Relationship Type="http://schemas.openxmlformats.org/officeDocument/2006/relationships/notesMaster" Target="/ppt/notesMasters/notesMaster1.xml" Id="R9656357b2c764355" /><Relationship Type="http://schemas.openxmlformats.org/officeDocument/2006/relationships/presProps" Target="/ppt/presProps.xml" Id="R21816dc6f2004496" /><Relationship Type="http://schemas.openxmlformats.org/officeDocument/2006/relationships/tableStyles" Target="/ppt/tableStyles.xml" Id="R7083af94844c4a3d" /><Relationship Type="http://schemas.openxmlformats.org/officeDocument/2006/relationships/slide" Target="/ppt/slides/slide1.xml" Id="R4d3dc69a986b4be2" /><Relationship Type="http://schemas.openxmlformats.org/officeDocument/2006/relationships/slide" Target="/ppt/slides/slide2.xml" Id="R7ea8475f66f14ec1" /><Relationship Type="http://schemas.openxmlformats.org/officeDocument/2006/relationships/slide" Target="/ppt/slides/slide3.xml" Id="Rf3227f4c2c7b472d" /><Relationship Type="http://schemas.openxmlformats.org/officeDocument/2006/relationships/slide" Target="/ppt/slides/slide4.xml" Id="R3dde940465824d27" /><Relationship Type="http://schemas.openxmlformats.org/officeDocument/2006/relationships/slide" Target="/ppt/slides/slide5.xml" Id="R6e2ede9895ce4d20" /><Relationship Type="http://schemas.openxmlformats.org/officeDocument/2006/relationships/slide" Target="/ppt/slides/slide6.xml" Id="R53487bf9e594423b" /><Relationship Type="http://schemas.openxmlformats.org/officeDocument/2006/relationships/slide" Target="/ppt/slides/slide7.xml" Id="Ra5853141905644ab" /><Relationship Type="http://schemas.openxmlformats.org/officeDocument/2006/relationships/slide" Target="/ppt/slides/slide8.xml" Id="Rb68214c0a48340a8" /><Relationship Type="http://schemas.openxmlformats.org/officeDocument/2006/relationships/slide" Target="/ppt/slides/slide9.xml" Id="R0235ce5576254605" /><Relationship Type="http://schemas.openxmlformats.org/officeDocument/2006/relationships/slide" Target="/ppt/slides/slide10.xml" Id="R61c09d5d1aca440f" /><Relationship Type="http://schemas.openxmlformats.org/officeDocument/2006/relationships/slide" Target="/ppt/slides/slide11.xml" Id="Ra8b52b1922cf486e" /><Relationship Type="http://schemas.openxmlformats.org/officeDocument/2006/relationships/slide" Target="/ppt/slides/slide12.xml" Id="R966da40ef1a84d49" /><Relationship Type="http://schemas.openxmlformats.org/officeDocument/2006/relationships/slide" Target="/ppt/slides/slide13.xml" Id="R054af72383604868" /><Relationship Type="http://schemas.openxmlformats.org/officeDocument/2006/relationships/slide" Target="/ppt/slides/slide14.xml" Id="R2990f5dd394b4693" /><Relationship Type="http://schemas.openxmlformats.org/officeDocument/2006/relationships/slide" Target="/ppt/slides/slide15.xml" Id="Rf0a4eb2e790f4338" /><Relationship Type="http://schemas.openxmlformats.org/officeDocument/2006/relationships/slide" Target="/ppt/slides/slide16.xml" Id="Rfa45ad6ae0724086" /><Relationship Type="http://schemas.openxmlformats.org/officeDocument/2006/relationships/slide" Target="/ppt/slides/slide17.xml" Id="R109eff1fa92a4cc0" /><Relationship Type="http://schemas.openxmlformats.org/officeDocument/2006/relationships/slide" Target="/ppt/slides/slide18.xml" Id="R09c12f2a10b04999" /><Relationship Type="http://schemas.openxmlformats.org/officeDocument/2006/relationships/slide" Target="/ppt/slides/slide19.xml" Id="R7bb1915647d44173" /><Relationship Type="http://schemas.openxmlformats.org/officeDocument/2006/relationships/slide" Target="/ppt/slides/slide20.xml" Id="R966c1fc4424c4765" /><Relationship Type="http://schemas.openxmlformats.org/officeDocument/2006/relationships/slide" Target="/ppt/slides/slide21.xml" Id="R7d8a6fc14896486c" /><Relationship Type="http://schemas.openxmlformats.org/officeDocument/2006/relationships/slide" Target="/ppt/slides/slide22.xml" Id="R445100b5a2564677" /><Relationship Type="http://schemas.openxmlformats.org/officeDocument/2006/relationships/slide" Target="/ppt/slides/slide23.xml" Id="Ra339d7713444481f" /><Relationship Type="http://schemas.openxmlformats.org/officeDocument/2006/relationships/slide" Target="/ppt/slides/slide24.xml" Id="R1b4e41e09b354dee" /><Relationship Type="http://schemas.openxmlformats.org/officeDocument/2006/relationships/slide" Target="/ppt/slides/slide25.xml" Id="Rde77a6bff17b43ab" /><Relationship Type="http://schemas.openxmlformats.org/officeDocument/2006/relationships/slide" Target="/ppt/slides/slide26.xml" Id="Rad247fe3da654d94" /><Relationship Type="http://schemas.openxmlformats.org/officeDocument/2006/relationships/slide" Target="/ppt/slides/slide27.xml" Id="Rabad41b582d34553" /><Relationship Type="http://schemas.openxmlformats.org/officeDocument/2006/relationships/slide" Target="/ppt/slides/slide28.xml" Id="Re7267fdefd7b4e95" /><Relationship Type="http://schemas.openxmlformats.org/officeDocument/2006/relationships/slide" Target="/ppt/slides/slide29.xml" Id="Ra4c9e997508b41c7" /><Relationship Type="http://schemas.openxmlformats.org/officeDocument/2006/relationships/slide" Target="/ppt/slides/slide30.xml" Id="Rcf5a99039c774e5e" /><Relationship Type="http://schemas.openxmlformats.org/officeDocument/2006/relationships/slide" Target="/ppt/slides/slide31.xml" Id="R8fe139ac33964a51" /><Relationship Type="http://schemas.openxmlformats.org/officeDocument/2006/relationships/slide" Target="/ppt/slides/slide32.xml" Id="R654e92e89f744ad1" /><Relationship Type="http://schemas.openxmlformats.org/officeDocument/2006/relationships/slide" Target="/ppt/slides/slide33.xml" Id="R7d3280259b5648c5" /><Relationship Type="http://schemas.openxmlformats.org/officeDocument/2006/relationships/slide" Target="/ppt/slides/slide34.xml" Id="Rebb5be28f38f4002" /><Relationship Type="http://schemas.openxmlformats.org/officeDocument/2006/relationships/slide" Target="/ppt/slides/slide35.xml" Id="R5b890781fa95418b" /><Relationship Type="http://schemas.openxmlformats.org/officeDocument/2006/relationships/slide" Target="/ppt/slides/slide36.xml" Id="R28ce18d0e0a34b0c" /><Relationship Type="http://schemas.openxmlformats.org/officeDocument/2006/relationships/slide" Target="/ppt/slides/slide37.xml" Id="Rcc416cc2121a4723" /><Relationship Type="http://schemas.openxmlformats.org/officeDocument/2006/relationships/slide" Target="/ppt/slides/slide38.xml" Id="R47ac8d73c9c3412d" /><Relationship Type="http://schemas.openxmlformats.org/officeDocument/2006/relationships/slide" Target="/ppt/slides/slide39.xml" Id="Re1be8b6380874e0b" /><Relationship Type="http://schemas.openxmlformats.org/officeDocument/2006/relationships/slide" Target="/ppt/slides/slide40.xml" Id="R812eaf75de6b46be" /><Relationship Type="http://schemas.openxmlformats.org/officeDocument/2006/relationships/slide" Target="/ppt/slides/slide41.xml" Id="R39fca5245c6b4e54" /><Relationship Type="http://schemas.openxmlformats.org/officeDocument/2006/relationships/slide" Target="/ppt/slides/slide42.xml" Id="R784f0ce36dcd42cb" /><Relationship Type="http://schemas.openxmlformats.org/officeDocument/2006/relationships/slide" Target="/ppt/slides/slide43.xml" Id="Re8bcd6fa29da4a24" /><Relationship Type="http://schemas.openxmlformats.org/officeDocument/2006/relationships/slide" Target="/ppt/slides/slide44.xml" Id="R5beb06cafac943ac" /><Relationship Type="http://schemas.openxmlformats.org/officeDocument/2006/relationships/slide" Target="/ppt/slides/slide45.xml" Id="R45a08a5ed6a144dd" /><Relationship Type="http://schemas.openxmlformats.org/officeDocument/2006/relationships/slide" Target="/ppt/slides/slide46.xml" Id="R7188469d588942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718156bd5a46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d696049d994574" /><Relationship Type="http://schemas.openxmlformats.org/officeDocument/2006/relationships/notesMaster" Target="/ppt/notesMasters/notesMaster1.xml" Id="R99853fda4ce745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819360eb664e89" /><Relationship Type="http://schemas.openxmlformats.org/officeDocument/2006/relationships/notesMaster" Target="/ppt/notesMasters/notesMaster1.xml" Id="R364e73d4caf240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7dad9862204077" /><Relationship Type="http://schemas.openxmlformats.org/officeDocument/2006/relationships/notesMaster" Target="/ppt/notesMasters/notesMaster1.xml" Id="R0ef6244a5df24e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626e423e764139" /><Relationship Type="http://schemas.openxmlformats.org/officeDocument/2006/relationships/notesMaster" Target="/ppt/notesMasters/notesMaster1.xml" Id="Rfdd9f9a334364c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54beeb2078403f" /><Relationship Type="http://schemas.openxmlformats.org/officeDocument/2006/relationships/notesMaster" Target="/ppt/notesMasters/notesMaster1.xml" Id="Rcf7cb726290d43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3be31579b3464e" /><Relationship Type="http://schemas.openxmlformats.org/officeDocument/2006/relationships/notesMaster" Target="/ppt/notesMasters/notesMaster1.xml" Id="R7fe84ba1cbec48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08da6d35b04c38" /><Relationship Type="http://schemas.openxmlformats.org/officeDocument/2006/relationships/notesMaster" Target="/ppt/notesMasters/notesMaster1.xml" Id="Rac52e34fcf7040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09748ae3d046b3" /><Relationship Type="http://schemas.openxmlformats.org/officeDocument/2006/relationships/notesMaster" Target="/ppt/notesMasters/notesMaster1.xml" Id="Rf9ae94a2bdae42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e30d3cc6f944bf" /><Relationship Type="http://schemas.openxmlformats.org/officeDocument/2006/relationships/notesMaster" Target="/ppt/notesMasters/notesMaster1.xml" Id="Rf0d3c1b67df14f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a59bf55443401f" /><Relationship Type="http://schemas.openxmlformats.org/officeDocument/2006/relationships/notesMaster" Target="/ppt/notesMasters/notesMaster1.xml" Id="R4fa4e343d3fd4e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409f21cc614e90" /><Relationship Type="http://schemas.openxmlformats.org/officeDocument/2006/relationships/notesMaster" Target="/ppt/notesMasters/notesMaster1.xml" Id="R0f954cd8e3744c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7ad45c464b4286" /><Relationship Type="http://schemas.openxmlformats.org/officeDocument/2006/relationships/notesMaster" Target="/ppt/notesMasters/notesMaster1.xml" Id="Rc32138fa2d9c4c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5e8e5a9fba43b4" /><Relationship Type="http://schemas.openxmlformats.org/officeDocument/2006/relationships/notesMaster" Target="/ppt/notesMasters/notesMaster1.xml" Id="Rbb9c6a997c3041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e1cca86b224a1f" /><Relationship Type="http://schemas.openxmlformats.org/officeDocument/2006/relationships/notesMaster" Target="/ppt/notesMasters/notesMaster1.xml" Id="Ra6fc06f41eb74a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b69d1c55c794376" /><Relationship Type="http://schemas.openxmlformats.org/officeDocument/2006/relationships/notesMaster" Target="/ppt/notesMasters/notesMaster1.xml" Id="R0b7489a3569f4ef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a04bceabd54daa" /><Relationship Type="http://schemas.openxmlformats.org/officeDocument/2006/relationships/notesMaster" Target="/ppt/notesMasters/notesMaster1.xml" Id="R91667752d8434d5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9c48a7e8beb4b7f" /><Relationship Type="http://schemas.openxmlformats.org/officeDocument/2006/relationships/notesMaster" Target="/ppt/notesMasters/notesMaster1.xml" Id="Re8dfb27e9cb0459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4c15abfc444609" /><Relationship Type="http://schemas.openxmlformats.org/officeDocument/2006/relationships/notesMaster" Target="/ppt/notesMasters/notesMaster1.xml" Id="Rba92d16e646a434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3d05f3da054907" /><Relationship Type="http://schemas.openxmlformats.org/officeDocument/2006/relationships/notesMaster" Target="/ppt/notesMasters/notesMaster1.xml" Id="R0e2eef4ed52745a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47a7e1d49564045" /><Relationship Type="http://schemas.openxmlformats.org/officeDocument/2006/relationships/notesMaster" Target="/ppt/notesMasters/notesMaster1.xml" Id="R58750788794a4b1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dbdfe5a70704d0d" /><Relationship Type="http://schemas.openxmlformats.org/officeDocument/2006/relationships/notesMaster" Target="/ppt/notesMasters/notesMaster1.xml" Id="R871381d1890046f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c078c5af3b9447d" /><Relationship Type="http://schemas.openxmlformats.org/officeDocument/2006/relationships/notesMaster" Target="/ppt/notesMasters/notesMaster1.xml" Id="Rc8cbae33f04c4b7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c33c8b34bd745cd" /><Relationship Type="http://schemas.openxmlformats.org/officeDocument/2006/relationships/notesMaster" Target="/ppt/notesMasters/notesMaster1.xml" Id="R71b35c8f892841a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84db14844f64b12" /><Relationship Type="http://schemas.openxmlformats.org/officeDocument/2006/relationships/notesMaster" Target="/ppt/notesMasters/notesMaster1.xml" Id="R181afbdb14284a9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f2e17b243ee47f6" /><Relationship Type="http://schemas.openxmlformats.org/officeDocument/2006/relationships/notesMaster" Target="/ppt/notesMasters/notesMaster1.xml" Id="R3eed065dfc1c496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d903d48136a4a5a" /><Relationship Type="http://schemas.openxmlformats.org/officeDocument/2006/relationships/notesMaster" Target="/ppt/notesMasters/notesMaster1.xml" Id="R7b486d5ac5494a6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f72e3e241074681" /><Relationship Type="http://schemas.openxmlformats.org/officeDocument/2006/relationships/notesMaster" Target="/ppt/notesMasters/notesMaster1.xml" Id="Rf01675ec8959411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da51dab786946ae" /><Relationship Type="http://schemas.openxmlformats.org/officeDocument/2006/relationships/notesMaster" Target="/ppt/notesMasters/notesMaster1.xml" Id="R779c0f6a814e4ef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7afcf14e9554306" /><Relationship Type="http://schemas.openxmlformats.org/officeDocument/2006/relationships/notesMaster" Target="/ppt/notesMasters/notesMaster1.xml" Id="R73c9a39a28ee438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49895ecafea4340" /><Relationship Type="http://schemas.openxmlformats.org/officeDocument/2006/relationships/notesMaster" Target="/ppt/notesMasters/notesMaster1.xml" Id="R6b94735be49640b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33f15f6f76147d5" /><Relationship Type="http://schemas.openxmlformats.org/officeDocument/2006/relationships/notesMaster" Target="/ppt/notesMasters/notesMaster1.xml" Id="R775540202acb4b1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96f520685134d61" /><Relationship Type="http://schemas.openxmlformats.org/officeDocument/2006/relationships/notesMaster" Target="/ppt/notesMasters/notesMaster1.xml" Id="R4bc3c6d249ad410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7af8329b1db458c" /><Relationship Type="http://schemas.openxmlformats.org/officeDocument/2006/relationships/notesMaster" Target="/ppt/notesMasters/notesMaster1.xml" Id="R762c4470ba9e4e9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4f54795fa984ec3" /><Relationship Type="http://schemas.openxmlformats.org/officeDocument/2006/relationships/notesMaster" Target="/ppt/notesMasters/notesMaster1.xml" Id="Rcecb692414284bd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a9cfdefed6a46dd" /><Relationship Type="http://schemas.openxmlformats.org/officeDocument/2006/relationships/notesMaster" Target="/ppt/notesMasters/notesMaster1.xml" Id="R6aa785fe9808483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d1b366761a04c0f" /><Relationship Type="http://schemas.openxmlformats.org/officeDocument/2006/relationships/notesMaster" Target="/ppt/notesMasters/notesMaster1.xml" Id="R30af1944399045c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44259323ddf49f8" /><Relationship Type="http://schemas.openxmlformats.org/officeDocument/2006/relationships/notesMaster" Target="/ppt/notesMasters/notesMaster1.xml" Id="Rc922026eaade453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bb58f400b9a4354" /><Relationship Type="http://schemas.openxmlformats.org/officeDocument/2006/relationships/notesMaster" Target="/ppt/notesMasters/notesMaster1.xml" Id="R5a31ef92ca80413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119d20d48da483b" /><Relationship Type="http://schemas.openxmlformats.org/officeDocument/2006/relationships/notesMaster" Target="/ppt/notesMasters/notesMaster1.xml" Id="R623548dd7af1483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983c9465f514cd1" /><Relationship Type="http://schemas.openxmlformats.org/officeDocument/2006/relationships/notesMaster" Target="/ppt/notesMasters/notesMaster1.xml" Id="R0e89c012862c44c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32838ba81f14c9e" /><Relationship Type="http://schemas.openxmlformats.org/officeDocument/2006/relationships/notesMaster" Target="/ppt/notesMasters/notesMaster1.xml" Id="Raf28c42d95ea478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ee7f42ec4174d37" /><Relationship Type="http://schemas.openxmlformats.org/officeDocument/2006/relationships/notesMaster" Target="/ppt/notesMasters/notesMaster1.xml" Id="R2cb25dbec615495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42fdec0f10d43f4" /><Relationship Type="http://schemas.openxmlformats.org/officeDocument/2006/relationships/notesMaster" Target="/ppt/notesMasters/notesMaster1.xml" Id="Raabf18b072934e5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fbc689aff1a4161" /><Relationship Type="http://schemas.openxmlformats.org/officeDocument/2006/relationships/notesMaster" Target="/ppt/notesMasters/notesMaster1.xml" Id="Re62e4e8a84a34f2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b40157223c34b5e" /><Relationship Type="http://schemas.openxmlformats.org/officeDocument/2006/relationships/notesMaster" Target="/ppt/notesMasters/notesMaster1.xml" Id="R9e900ac67f5c47e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7af7e0442024b5d" /><Relationship Type="http://schemas.openxmlformats.org/officeDocument/2006/relationships/notesMaster" Target="/ppt/notesMasters/notesMaster1.xml" Id="R740d61b87f8d42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a4f75c5454a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53406a66124ffc" /><Relationship Type="http://schemas.openxmlformats.org/officeDocument/2006/relationships/slideLayout" Target="/ppt/slideLayouts/slideLayout1.xml" Id="R911269e708d744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1269e708d744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7d494a9b945af" /><Relationship Type="http://schemas.openxmlformats.org/officeDocument/2006/relationships/notesSlide" Target="/ppt/notesSlides/notesSlide1.xml" Id="R76222d4c23d947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fda740b274334" /><Relationship Type="http://schemas.openxmlformats.org/officeDocument/2006/relationships/notesSlide" Target="/ppt/notesSlides/notesSlide2.xml" Id="Rd460895f1b3641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ea0e185a84d65" /><Relationship Type="http://schemas.openxmlformats.org/officeDocument/2006/relationships/notesSlide" Target="/ppt/notesSlides/notesSlide3.xml" Id="R42cf43e2589045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0c0f936a94adf" /><Relationship Type="http://schemas.openxmlformats.org/officeDocument/2006/relationships/notesSlide" Target="/ppt/notesSlides/notesSlide4.xml" Id="Rb3721dbfb1e947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b5bc2058b4a85" /><Relationship Type="http://schemas.openxmlformats.org/officeDocument/2006/relationships/notesSlide" Target="/ppt/notesSlides/notesSlide5.xml" Id="R76768568ce5f43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2c763898949d9" /><Relationship Type="http://schemas.openxmlformats.org/officeDocument/2006/relationships/notesSlide" Target="/ppt/notesSlides/notesSlide6.xml" Id="R21641131ae1143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9632e3f7e4c8d" /><Relationship Type="http://schemas.openxmlformats.org/officeDocument/2006/relationships/notesSlide" Target="/ppt/notesSlides/notesSlide7.xml" Id="R1e0aedbf2e3546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53c2bf0f74faf" /><Relationship Type="http://schemas.openxmlformats.org/officeDocument/2006/relationships/notesSlide" Target="/ppt/notesSlides/notesSlide8.xml" Id="Rcb4ab00f139e41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e3caf3a5d430c" /><Relationship Type="http://schemas.openxmlformats.org/officeDocument/2006/relationships/notesSlide" Target="/ppt/notesSlides/notesSlide9.xml" Id="R30f13e1875b740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e8b40fdf04fbe" /><Relationship Type="http://schemas.openxmlformats.org/officeDocument/2006/relationships/notesSlide" Target="/ppt/notesSlides/notesSlide10.xml" Id="Rf6727220e41143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eadb3bfb1476b" /><Relationship Type="http://schemas.openxmlformats.org/officeDocument/2006/relationships/notesSlide" Target="/ppt/notesSlides/notesSlide11.xml" Id="R78fcc4f4f1014b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69c94e1004c1c" /><Relationship Type="http://schemas.openxmlformats.org/officeDocument/2006/relationships/notesSlide" Target="/ppt/notesSlides/notesSlide12.xml" Id="R8dda7c8c46784a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801dfde6a4f93" /><Relationship Type="http://schemas.openxmlformats.org/officeDocument/2006/relationships/notesSlide" Target="/ppt/notesSlides/notesSlide13.xml" Id="Rf876a44dd43f45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327b755f74c1b" /><Relationship Type="http://schemas.openxmlformats.org/officeDocument/2006/relationships/notesSlide" Target="/ppt/notesSlides/notesSlide14.xml" Id="Rd43d4096c0994e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364bbb5f545ab" /><Relationship Type="http://schemas.openxmlformats.org/officeDocument/2006/relationships/notesSlide" Target="/ppt/notesSlides/notesSlide15.xml" Id="R626386548095455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907826b534bc1" /><Relationship Type="http://schemas.openxmlformats.org/officeDocument/2006/relationships/notesSlide" Target="/ppt/notesSlides/notesSlide16.xml" Id="R6ed5eb0b69f143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2ba5f78874b25" /><Relationship Type="http://schemas.openxmlformats.org/officeDocument/2006/relationships/notesSlide" Target="/ppt/notesSlides/notesSlide17.xml" Id="Rac0df8fca3cd4e2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dc559307b4c38" /><Relationship Type="http://schemas.openxmlformats.org/officeDocument/2006/relationships/notesSlide" Target="/ppt/notesSlides/notesSlide18.xml" Id="Rdc8ea11039fb4b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b9f4e63904a79" /><Relationship Type="http://schemas.openxmlformats.org/officeDocument/2006/relationships/notesSlide" Target="/ppt/notesSlides/notesSlide19.xml" Id="Rf08ec691a4974e1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f5e3a10ea414e" /><Relationship Type="http://schemas.openxmlformats.org/officeDocument/2006/relationships/notesSlide" Target="/ppt/notesSlides/notesSlide20.xml" Id="R244100cae48f49c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1bad282bd4827" /><Relationship Type="http://schemas.openxmlformats.org/officeDocument/2006/relationships/notesSlide" Target="/ppt/notesSlides/notesSlide21.xml" Id="R03ac195dada44bf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52bcfa9c24196" /><Relationship Type="http://schemas.openxmlformats.org/officeDocument/2006/relationships/notesSlide" Target="/ppt/notesSlides/notesSlide22.xml" Id="R279c89d71366494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a631563da4674" /><Relationship Type="http://schemas.openxmlformats.org/officeDocument/2006/relationships/notesSlide" Target="/ppt/notesSlides/notesSlide23.xml" Id="Rf230883b959b412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ab6b859c74426" /><Relationship Type="http://schemas.openxmlformats.org/officeDocument/2006/relationships/notesSlide" Target="/ppt/notesSlides/notesSlide24.xml" Id="R0172b6a8781a4f9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d86e33da9424a" /><Relationship Type="http://schemas.openxmlformats.org/officeDocument/2006/relationships/notesSlide" Target="/ppt/notesSlides/notesSlide25.xml" Id="Rd3c3e360f505441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1d604bb054b26" /><Relationship Type="http://schemas.openxmlformats.org/officeDocument/2006/relationships/notesSlide" Target="/ppt/notesSlides/notesSlide26.xml" Id="R70d120d539d742b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ed0ba8fd24cbb" /><Relationship Type="http://schemas.openxmlformats.org/officeDocument/2006/relationships/notesSlide" Target="/ppt/notesSlides/notesSlide27.xml" Id="Rbe6147a0169842a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b11615b184dc3" /><Relationship Type="http://schemas.openxmlformats.org/officeDocument/2006/relationships/notesSlide" Target="/ppt/notesSlides/notesSlide28.xml" Id="Rce6c362079ff4f5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3b43af226486e" /><Relationship Type="http://schemas.openxmlformats.org/officeDocument/2006/relationships/notesSlide" Target="/ppt/notesSlides/notesSlide29.xml" Id="R3e65b55aea1c4f9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fea9e73b24816" /><Relationship Type="http://schemas.openxmlformats.org/officeDocument/2006/relationships/notesSlide" Target="/ppt/notesSlides/notesSlide30.xml" Id="R940ba002975a4df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c3a0d2c2a491e" /><Relationship Type="http://schemas.openxmlformats.org/officeDocument/2006/relationships/notesSlide" Target="/ppt/notesSlides/notesSlide31.xml" Id="R084002fa7ba6444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5440dad454990" /><Relationship Type="http://schemas.openxmlformats.org/officeDocument/2006/relationships/notesSlide" Target="/ppt/notesSlides/notesSlide32.xml" Id="R18915513152f45e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6897c758b4146" /><Relationship Type="http://schemas.openxmlformats.org/officeDocument/2006/relationships/notesSlide" Target="/ppt/notesSlides/notesSlide33.xml" Id="R1036a913300b49c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9d921227044b5" /><Relationship Type="http://schemas.openxmlformats.org/officeDocument/2006/relationships/notesSlide" Target="/ppt/notesSlides/notesSlide34.xml" Id="Rff196c0736f649c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a568fed1c49cf" /><Relationship Type="http://schemas.openxmlformats.org/officeDocument/2006/relationships/notesSlide" Target="/ppt/notesSlides/notesSlide35.xml" Id="Rb3a115c9110a402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616c45aed4ce7" /><Relationship Type="http://schemas.openxmlformats.org/officeDocument/2006/relationships/notesSlide" Target="/ppt/notesSlides/notesSlide36.xml" Id="Rfd0e751fe29f497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bc1a95922432c" /><Relationship Type="http://schemas.openxmlformats.org/officeDocument/2006/relationships/notesSlide" Target="/ppt/notesSlides/notesSlide37.xml" Id="R6ffc78fabf324ae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4b68b2d544792" /><Relationship Type="http://schemas.openxmlformats.org/officeDocument/2006/relationships/notesSlide" Target="/ppt/notesSlides/notesSlide38.xml" Id="R0a48e72b7ae149e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7b1afc194447a" /><Relationship Type="http://schemas.openxmlformats.org/officeDocument/2006/relationships/notesSlide" Target="/ppt/notesSlides/notesSlide39.xml" Id="R5b1f8810b54d4c3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55c7aac2848df" /><Relationship Type="http://schemas.openxmlformats.org/officeDocument/2006/relationships/notesSlide" Target="/ppt/notesSlides/notesSlide40.xml" Id="Rc545f26c743a475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69992628640ba" /><Relationship Type="http://schemas.openxmlformats.org/officeDocument/2006/relationships/notesSlide" Target="/ppt/notesSlides/notesSlide41.xml" Id="Rc885740c93a94b7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c3f03cc63452d" /><Relationship Type="http://schemas.openxmlformats.org/officeDocument/2006/relationships/notesSlide" Target="/ppt/notesSlides/notesSlide42.xml" Id="R2e55b1fda7de452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a776bf1894393" /><Relationship Type="http://schemas.openxmlformats.org/officeDocument/2006/relationships/notesSlide" Target="/ppt/notesSlides/notesSlide43.xml" Id="R6bafc57a8f6e450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d00d01594486b" /><Relationship Type="http://schemas.openxmlformats.org/officeDocument/2006/relationships/notesSlide" Target="/ppt/notesSlides/notesSlide44.xml" Id="R40ed9023c5994eb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3c93f5ae2404e" /><Relationship Type="http://schemas.openxmlformats.org/officeDocument/2006/relationships/notesSlide" Target="/ppt/notesSlides/notesSlide45.xml" Id="Rf3ce9ddf421f4df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29831b9034d7b" /><Relationship Type="http://schemas.openxmlformats.org/officeDocument/2006/relationships/notesSlide" Target="/ppt/notesSlides/notesSlide46.xml" Id="Rdb7eb7ca18b548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BC42A-F53B-41BA-B600-7ACA5E10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FAAEB-F28F-4A98-A5E0-9845D482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EC2D2-1AE1-4B55-B57C-DB372412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556BB-2463-4047-8A21-5162ECB9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7293C-086D-42E7-BF1D-F97B05AC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2937"/>
                </a:solidFill>
              </a:defRPr>
            </a:pPr>
            <a:r>
              <a:rPr sz="3450" b="1">
                <a:solidFill>
                  <a:srgbClr val="1F2937"/>
                </a:solidFill>
              </a:rPr>
              <a:t>Time and Global States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E0FEA-B408-4775-B848-6A5C84A8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25B"/>
                </a:solidFill>
              </a:defRPr>
            </a:pPr>
            <a:r>
              <a:rPr sz="1725" b="0">
                <a:solidFill>
                  <a:srgbClr val="52525B"/>
                </a:solidFill>
              </a:rPr>
              <a:t>Distributed Systems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ECF57-B396-4C13-A3D4-9A293BCB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F9FDE-3EED-4778-9094-FFB6528B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2C4F0-FA31-493C-99EA-5C2302A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CC6C8-F742-4958-B957-B769F197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63185-586A-4317-962E-232FC622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4334D-114C-4C9D-AEB8-CE7221EE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215705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E2E71-4421-4393-95AA-49C387E2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421C8-E208-4828-9664-9763BFB1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605BE-68A0-42C5-AD0C-8DD9C2CF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05D15-D06C-43CB-808F-1F165098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37D1F-988E-4185-91D2-6D219F7A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A8D50-64ED-4DA0-9476-72A0B030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CBCBB-2D34-43AF-BC0D-607C229D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C61E5-D901-4729-9976-358E0CBD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CDBBC-9761-4A74-A0F8-FF7B6B32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F86D3-EF14-4CDB-BE23-C01043EC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183B4-FE18-4972-AE7D-BFA47778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848E9-5931-4F61-9C14-D553C82E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8E25D-6637-43E6-8E22-674307F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715498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E518D-99C1-486F-BD21-A1960D75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07A17-9B1B-4DAA-9EB2-831AA914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6A469-87C5-4A66-9E48-BAE58AAF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041A6-9233-4CCB-A62A-142D3D95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9BFDC-DF1D-461A-A624-25D50F3D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DA94E-4E85-4437-95C5-D88E48F1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BE100-D24C-4CC3-8E50-6D0F6270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Clocks events and process states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0B9FE-75C2-49E6-8F08-13F60A5E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2713F-9672-4A00-A8ED-AD7BC3EB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Synchronizing physical clocks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EE8DB-C513-41D4-AC57-4B11F813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B85AE-1F7A-4ACF-AF36-C9D18127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Logical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12195-3C02-47FE-A597-92210B0F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D6B48-C6C8-462F-A238-BCC5CEB9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Logical clocks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6F5FA-A183-402B-82CE-A1831BF2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FA84C-4FCA-4F1B-9D3A-5D7834EF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Global states</a:t>
            </a:r>
          </a:p>
        </p:txBody>
      </p:sp>
    </p:spTree>
    <p:extLst>
      <p:ext uri="{BB962C8B-B14F-4D97-AF65-F5344CB8AC3E}">
        <p14:creationId xmlns:p14="http://schemas.microsoft.com/office/powerpoint/2010/main" val="4358957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B76E8-E5E6-4396-86BB-5DF8247D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C41D9-9620-4825-AFF0-01B497A7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09724-3179-42B7-82C4-CBC6C1D0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57789-5F4A-41B5-A3AE-7B04E561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E21B0-E685-4F4A-BA7C-6A8DDFE8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Clocks events and process states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FC982-62F9-4DB6-B975-3A8A9C0A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90DC7-CAF3-4298-B729-94A295A3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Clocks events and process states is best taught as a local event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769FF-9CD1-44F7-A298-7ACAB787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88843-FB0D-4A80-B1D4-9CD43A88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timestamp with message send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0B9DE-B6EE-4F48-98A3-C91DCF45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84F65-D5AC-4BBC-8FCD-B195A10D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receive update and happens-before order.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CAB74-C141-4111-B807-901BE869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14EA8-FF75-4930-BAB7-28307200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timestamp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E8AF9-E3B6-47F7-BD6F-EA19666D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620B2-01A5-4200-A8CA-ACB7C93D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receive 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71C65-4B8E-465F-A048-0A06ED05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happens-before order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A05B10-0F11-4DC9-8548-603C7CDD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B16FF-792B-4A15-A6A2-5783DE56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clocks events and process states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4762806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468B6-CD60-4AA9-BB30-39029876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8428C-41AD-470C-9169-BFAD755F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77CD0-EC04-4416-84B1-EC7BDDD7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46ED1-FC03-4F75-BE2A-AC8CD6F6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57AF4-35D5-4C3B-B585-CAF4115E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Clocks events and process states: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836C2-8964-4B48-A3B7-F175C0A0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E9BE9-A0F8-4F8E-95DE-E570773B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50C57-C39E-404E-B71C-66C130B7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A1BFC-0C36-4730-89BD-8DB560E7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6438307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D212D9-9278-44DD-A6EA-F226664C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80519-0DCF-4293-8CCE-6BFBDAFC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FFE06-8613-4202-9C5B-9D44F275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77CF2-0AE9-40EE-8BA4-E086835D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95ABF-05DA-4C06-A8F9-DE9CBAB5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Clocks events and process states: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6236E-E6AE-4966-86D6-F998522D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84ACD-C48A-47D8-8883-CE5F588D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EADFA-9A42-452C-BEF2-3282A1A2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EB5C9-E07E-4038-BBCB-92C0ADD1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336A6-02C7-408B-B5CC-52F34842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1D373-DF2C-4F23-9E9E-6886ECDF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98209-BABE-45AC-952F-4C5A72C4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8B650-29B3-417B-8526-2E7C812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D4F52-D12C-4DCA-A84E-CCE47172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timestamp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3E2C9-F2E3-4AA4-AAC7-CDC7570C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3EDD4-DFCF-434D-B62D-2FFA6BCE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62A6C-ECF5-48F8-A713-20B21594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810029-C8F1-4D88-8443-4F80A385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timestamp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14780-D59D-4C28-820F-12A2188D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message send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8040A-9A32-4B79-AFE7-BBDC204E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AEA1EB-90D3-4E31-A0B8-3828EB46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7967B-77B4-4995-BF86-CC2D420E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FC05EA-4F93-47FD-927F-3BC2296F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17EF21-0922-4D92-8DBA-9D6E2E0B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receive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6A3F3F-E144-4537-BBB8-9035E584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BFC814-5785-4C56-BFC6-9F24A150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C040B6-EA14-441A-BB86-3B81E760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B31FA7-FC08-4412-83C0-606CD8FF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receive 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8ED834-3CD0-4B83-80B9-EF936C5A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happens-before order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F678B8-1556-49E7-BA4A-E2264E26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9FADF5-4FE9-4FC9-B087-9C850D19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clocks events and process states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811703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95738E-C1BF-4059-A45B-C60F097F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2E6B5-EC6B-411A-8834-2A6E4CBF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031B0-F9A8-4F0B-8769-B8C74A56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EBD73-A124-43B6-8E91-2DFC81CE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CC932-9CA6-4B6A-A264-BB548558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Synchronizing physical clocks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B26A9-07D1-48F3-9162-129C33B2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F5DF6-5C0E-43BC-8C1E-83D0FB50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Synchronizing physical clocks is best taught as a local event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C9285-C30B-42FF-BAE3-4C6C8C7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79C26-268B-4AF6-BDAF-CA2751B9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timestamp with message send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C82F1-D7D1-4621-87A1-A58C189D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DA423-76AA-4E72-9652-A70F74CD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receive update and happens-before order.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641B1-0610-48E6-9E11-23EB477D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6333C-6D36-4DCA-8FCA-67816C43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timestamp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5D87A-2143-4E4D-8591-0FB8D012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41275-A47C-45D8-A7F6-3FE836AD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receive 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52722-27DA-4F8A-98C9-C0950A93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happens-before order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6B2B5F-624D-4E45-BECF-207C136E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E571FE-8F9C-4684-9894-AE0E2490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synchronizing physical clocks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14259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6A8EE-F73F-4102-B757-9C2A2EE7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F33FB-DA32-446F-BDBC-A9F4ACF6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AF554-D45B-4FC7-A624-849D36B2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61798-7AF0-4646-8455-E1CE923E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5ACC6-FAAA-4C68-BD23-833DFA2E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Synchronizing physical clocks: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0BE9D-3F4B-430A-839F-F83734B5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26B1F-5DFE-40FE-B781-8901B211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F3A0E-BCAB-437D-A5C5-692B85ED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61D1C-09ED-4994-946C-E15CF0AD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6980840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39E654-D26F-4270-979D-5CC5C354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13295-5061-4959-9744-72ADABF4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B52D0-260B-4ED4-B062-9098762B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BEF9C-BFD5-4A95-8130-2DDDA686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F57D6-4E73-41C0-ADF1-E13A8CE8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Synchronizing physical clocks: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7CDE3-B0B3-47F3-AAF5-4C8EC8B5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7AD66-0727-431A-AFEF-93677E63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033BD-B45D-4AF9-93F6-37779C50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57974-8246-4BBB-A8E1-F7D7B6C5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33E9E-EFF7-43E0-8A1D-D09F4543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7329C-4468-43CF-A7A5-E811C811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EEE92-C5C3-4B2C-A2E7-538E95B3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8A094-4ED0-4C61-9E72-22DDA63F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613A9-2A6A-4DB2-8E96-AE0D88B6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timestamp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7C467-8DF6-4C91-AB81-4590DCEC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5C801-67AF-4991-B55E-7AB0C30E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D0E8A-C598-47E7-907C-4951615D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32125D-DC3F-48F1-A9D4-FC3AE5EA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timestamp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B6FBB-9B1C-46C1-A24F-4CA2F057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message send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5EBD45-4DE1-4226-96A6-FCA8CD41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4E911-4F90-4B38-8A47-24E61421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10E75-A3FA-4D1F-9E48-0F9470E5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A46497-6D56-4C64-898F-5E3A8984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94E74A-BECA-43F1-92C7-0C52D68B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receive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8E9B7D-9506-48AB-B439-EFFA2F81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96A081-7071-4E8F-AFEC-3CCFF451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F1F80B-08BC-4F09-ADF3-8148CC8D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7F904E-76E4-4D6B-A4F2-9F52A6CF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receive 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F271EE-133B-4E4E-93CF-3A7C81B3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happens-before order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E9CBF8-EF67-4810-BABE-5EF6573D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E79FCD-AA52-4E46-A905-2CED5656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synchronizing physical clocks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130017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FD81D-041D-415B-B028-DDC3D1F8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58FBB-DE1E-4F67-A283-E46F5D2F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4CF66-E19A-40E8-A2CC-27ED1728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736DE-2D35-4780-A7FD-2D9EDEF7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27E61-06C6-4726-8EC2-DB0B16B1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Synchronizing physical clocks: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045BB-A071-4E19-9DA4-B44ED6EE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6BD4D-A752-40CC-862A-BD35CFBA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A6E45-2081-4E49-B2B4-09DCF4E5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B072A-FDB2-4309-81D7-9431E630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EECB1-08A6-44FA-A2C0-124C2D59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2EDF8-B2AA-444C-8052-4A23831D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Synchronizing physical clocks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78E22-A651-428E-80D4-B3637A40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995D7-BD99-48E7-93EB-B8CF972E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local event -&gt; message send -&gt; happens-before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F1107-063B-4E8D-A271-1F6CD63D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E7593-9B00-49A2-9F74-206B4A04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B1FC9-3F45-42EC-A466-2835D2F6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2683B-8E71-4CE3-BA66-4CB76B6E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DFA854-6C76-4C2C-B74B-0C56509F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860571-2989-44C6-B5E6-A005E048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D41D5B-2737-43AD-A428-FD21B075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78270E-EFAB-413B-8FE4-F00ADDBC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local event, timestamp, message send</a:t>
            </a:r>
          </a:p>
        </p:txBody>
      </p:sp>
    </p:spTree>
    <p:extLst>
      <p:ext uri="{BB962C8B-B14F-4D97-AF65-F5344CB8AC3E}">
        <p14:creationId xmlns:p14="http://schemas.microsoft.com/office/powerpoint/2010/main" val="1375848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D1FD44-2248-4990-9431-28F871CD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6D9EA-8447-4E88-B605-0023FD87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EFB17-42EC-4CA2-A265-AAB50B74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210F8-8215-41B1-A101-89D71773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2738F-01EA-4EE4-81BE-DAFB6253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Logical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D672C-B802-4386-82ED-BBE4C622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3289C-2B47-4892-9212-DD8B1F60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Logical time is best taught as a local event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573C3-1D77-4359-853D-32C6FBA9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D1D1E-0ED7-4C2B-B8B5-79FDB4C9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timestamp with message send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7CDDC-E2B8-476B-95AF-EE2390BC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B629F-8A85-4656-A474-F1CB226B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receive update and happens-before order.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B2811-EAC9-4C4A-BC6E-7DE620DD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C0578-5ACA-4337-9639-DE5CCC11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timestamp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2D94E-F97E-4EB9-AF32-4B9FB33C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D8DBF-15E2-4C60-BC20-CA492BDF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receive 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17EAA-DD8D-424A-A998-17E4E6A1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happens-before order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DE4653-86EF-462A-AA04-0DA90FAE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F298FC-6386-46CA-BEE2-E764CF33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logical time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9565035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B6EBC-6E51-40DF-99C5-A7825228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3DEA7-580C-460F-8039-DE088476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E1269-BD59-4DE8-BC99-A72A495E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A9136-8D99-4836-B323-D05AA7A8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1B8AB-EB89-4580-A7E8-334C804C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Logical time: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82898-0CD8-4F8E-8E14-F6ED239F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C88EA-D374-44B8-BB39-CCD1AA7B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1E369-B1E4-45B6-8CAB-00E85BE2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8D5ED-CCB3-4CD4-B7E5-47D12433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3215491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6A62AF-F250-4778-8B13-F457080D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DC516-C770-4641-B0B6-268C5721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D7EF3-3C86-4E01-8F27-B2919E1F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AE2FF-D55A-487F-870D-457A971C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25A16-AE06-481E-8E7F-D7524095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Logical time: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3DEF4-6024-4564-BED3-E0E5B754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07EE6-5560-4749-8DE9-36A6D650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50995-3D4A-404D-A697-F4977CDA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1153E-9EF0-4DF4-8469-E1E2A906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1805B-5C42-4795-B46D-68B9445E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5C066-4279-4B95-B94C-3D070678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3F287-BC76-4854-82CC-4591068A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C0EF1-5A78-431B-8705-F5F5BE64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0EBAA-12AD-4B3B-8C35-5BCFE59E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timestamp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9C879B-27E4-4EB0-8ABD-5E318034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15C15-78E2-40B5-BEFF-3242BC39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00AE7-AA97-4F95-AC8A-3066B45C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13BDA-1B54-4998-A70D-8727AF94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timestamp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A1372-BAB1-4693-B533-1435189B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message send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593C6-EF12-42A5-A2E4-EB9C85A3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600245-BEE5-4E23-B5A2-53BFFC7B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27F191-5521-4D02-96F9-BCE2793B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42646B-85F4-44FD-B11C-C3DE2F5A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BA1A02-DDBA-4B24-8C1E-5856B9A3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receive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F76E5-7A9E-4FE6-98C1-F28896E8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78E9F0-F85E-467B-BA0C-97955D6C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81E1DD-383A-4711-B3AE-3C1A9514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8E4787-8415-44F7-A7AD-07C2D1CF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receive 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066107-E3AB-499E-B0E8-E7AC30A1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happens-before order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013E9D-3909-42BE-B8EF-89C0DBD0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FB07B5-DF78-41EA-8394-C8FC80D6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logical time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806340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4D0E0-FCE0-4038-964D-3801E8A6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6A969-8BC3-4669-8F29-A8817916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2185B-EBFA-481F-A467-4A89D6F7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ECF5D-FECC-4BD8-B583-10792029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BDBB2-1400-4089-9F62-0AFDADC3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Logical clocks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6E65F-B518-4338-96F1-4580978A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0F699-09B8-453F-8110-B7B1D55D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Logical clocks is best taught as a local event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8CB71-12D3-4591-A1C4-888D6D1A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2A9E4-61E4-4B2E-B818-33013654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timestamp with message send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F652B-5884-4B27-B612-01F16191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692093-C489-43BC-A5BB-ACF2E3B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receive update and happens-before order.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591A8-17B5-4D9D-A2A1-6079AA9B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A6A0B-A514-4BB3-8502-4059BDF0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timestamp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8148C-72C9-49CA-9405-8855F895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1B879-EFCE-4684-A465-02B4D07B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receive 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27E27-C639-433B-99BE-EF251D54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happens-before order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A265E9-2AD3-4E35-93FA-F20A477E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1639FD-1F04-4EE9-8073-8AC85FD8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logical clocks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1036133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E1F09-C6E5-4000-AEB1-68B3C3D4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CA120-3F3A-4B8F-83D2-C8B28DC3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169DF-09D5-4CDA-93F3-B916649D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587CD-35AF-48D8-A697-E24D0469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D96F0-A96A-4F4D-91BE-0229F6E4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Logical clocks: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C1A58-D4B3-4B5B-A01B-8526F94F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083A1-93D5-4CAC-94FD-2775EEDD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7E788-1367-44FA-A952-978F3900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5CD8F-4821-4DBF-A0A4-9BB16C71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2202130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DDB1AA-9689-46D7-9E25-EA8604C6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015C2-D9D7-4E8C-8C13-EED143D1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22CD2-5C0A-4EAB-9252-924464A6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3A2F7-C2CA-4664-8BCF-CA6D4C87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B1783-F945-489C-86F9-FF67C105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Logical clocks: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1A972-BB08-4A25-B4E1-F8EA3142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47572-5556-45A8-A36D-680BF5DA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A7F03-761F-429D-AD29-0687F148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4241A-BBB3-4D4F-B125-876DEFB2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7382F-5365-437F-A420-824C9127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580B5-D89F-471A-9FDB-957AC2C8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59C45-56CF-4061-B253-8EEA57BE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0E025-74A1-4C69-B0A4-F12D36A6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73901-C3D0-48CE-AA8C-0B4CC7C5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timestamp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A2F9E-1967-429C-9F66-6F8D45CC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F0775B-E18B-4AD9-95DD-01391CEF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ACC06-BBA2-4EB2-8094-78B0A5FA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C191B-EEA4-49C3-A83B-2DB20A24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timestamp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FB203-BF2C-452C-8632-7AF9557C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message send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BA9D6-246C-4E17-A040-EA3EC7DD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CEF98D-57F0-4F66-9695-498E3E2A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248140-636E-4876-9184-7F0BFD79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C0F930-1D6C-48BE-B418-8782313B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5CB983-148D-4334-9504-C2C64ADC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receive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B0F08F-3200-4293-B43B-292339C3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0A45A1-D772-4573-BA2B-50C3891C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6AF45A-1627-4B48-A4C5-633FC6BB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5E7169-88C1-4596-968B-B2F64786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receive 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877D23-241D-4AD4-A3A4-A612C93E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happens-before order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778569-8EAE-4532-AF93-147FD911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4E3A01-6657-409D-94B8-5CFE069D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logical clocks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1293489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E59103-2065-4F22-9646-A64867B0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3BC84-2059-4B64-8E37-7E9DBBF0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F073E-65CB-4960-A236-CFDAC802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3BDB5-AF11-4080-9E6C-E485BBB0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79A0C-4289-4C4C-9BE3-E651DA3F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Global states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F7231-CFD9-4259-9BB4-CE1F7A02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E756B-3DEC-4BD2-8285-CCE58BD2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Global states is best taught as a nodes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3D93C-BEA5-486F-A39D-5AE4A465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C747C-20A5-4959-8D1B-FB7D16AC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network with shared resource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F1347-ED7C-473F-9E37-A7E667E0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5E25A-A3FD-4124-A6C9-4DC54F94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protocol and failure concern.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6CAAF-DA21-4936-BCFD-DFC6E832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F9ACE-B9D0-4F2D-936B-19B828FA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57300-E98D-407C-AAC3-306CE528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BF873-12BB-4C53-A879-422A9FB7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599087-BB29-4949-BAD9-50E2EBD1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failure concern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5AF98-4AC3-4FFF-9ECA-0EDA4CB1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634E6-F189-4B30-80C4-CF056F3A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global states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4741200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8C16F-4E35-458E-BE0F-F426E055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8FD02-EB66-424A-9E37-43C9FCB5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5C4E6-ED5C-4739-A8E8-D6AE204C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A3ED0-1F65-47A7-832F-70F7300E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B4E3A-AA10-49D7-AC78-250CB98C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Global states: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59CEF-67B8-424A-A1AF-F7EF844C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1E94C-BBD3-4A66-8700-E865AC0C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73165-6758-41F4-BA27-3A5AFEDE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07D25-6A87-4057-B3D0-B1F188C2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8346291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46BA7C-C135-4218-A674-75D92BFD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84BD8-CAC0-4F3E-ABE8-E26CFA52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E0E09-5B72-455B-B412-DD62BBAF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961EA-E0E5-49BE-A29C-A0D6040E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84BE5-1EFA-4DC3-8A89-8176BDBD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Global states: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9870E-BBC4-4844-9077-F57F4A72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7DBF4-DD14-4400-9B07-602BB6D4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B3322-950B-4460-8292-FAFCC969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5FF04-064D-4E30-BCFC-7E69B5A6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05D77-AE4B-482C-9ECB-4A07E975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1BB1F-9ABA-497D-8FE6-7DAD39E3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E7578-5D01-4BB9-8089-C0457F4F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BAE79-28CB-4E80-AF87-97A1EAC8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B40EE-D57A-48BE-811E-10461F1D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F87B4-196C-4618-BE9F-E08DCB09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83687-A260-4591-8320-BE642AE7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99D41-B532-453F-A497-A5C5ABBA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7A721A-8F60-4384-B207-0E5DAECF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CFB25-EE17-4207-B9F6-38FEE556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AF4FCA-91A1-4B6F-94A9-A41DAF55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894CE-D43C-4A2D-A1F3-586D027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F7E732-D994-44F5-BE6C-E571F56C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380BBA-874D-420C-A07B-10388607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4C4A7C-7ADB-4A3A-B151-8A640443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6624A6-3AB3-4463-9A1F-E95C50C8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F32071-5F0F-47A4-9408-C4A5A600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4C7B69-2FB0-45B3-8BF1-99C664BA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24B51D-E27D-4FDE-9391-B22C74F6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0B4396-C042-4C5C-AF8A-E4C92BA7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792B72-CDFE-4D3F-86F8-F0706927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F59F79-2A12-4629-803A-5002D491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global states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712372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98AE7F-9A00-434B-ADD6-946145AE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EA77F-7BA9-4C0C-AD05-6F684781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41718-2623-412A-8E3C-DA7A2C6C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8B4DC-12B3-4E49-A0F4-8315337B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8F148-CE1A-4B29-ACBE-6F57FB0F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Global states: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19EBE-9BE2-4CF9-9949-E16ACDD7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0F769-9B45-4483-886E-8C6BED24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6EA1D-C1CF-4844-B83B-AF0E8172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19931-095D-404B-BC25-D425A511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3C3A0-65E5-4161-805B-A151E50D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DFD76-FB40-44DB-BF40-14E21F91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Global states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C31CF-A39F-401C-A02E-53C6C905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6396B-F1C9-45D2-99C2-2C824FB1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FFCE8-C3CF-44AF-9147-1AE449AE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6B2A7-3648-4B78-83D1-C15E6286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FBFB6-8CB1-4F1B-89F1-6C70E745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F5DE6-C1CE-48AB-812B-4EC7969B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44757-0809-48AB-889C-E7ECCBEE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2A7A1-EE77-484E-A14C-AD57D536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3CA7F2-6819-49DC-AE70-05A58BB7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077F89-506D-4712-B878-D776D8B9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16325250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C2EBD2-5595-4D41-A8A0-737F8F65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F0DF3-7925-4256-BA95-62F4C5CD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AB878-3FD4-484B-87CF-FC072E5A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6A48A-D992-48D5-B339-91C7E38B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82A40-478D-4931-AD13-319FB6A7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Clocks events and process states vs Synchronizing physical clocks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C1462-239F-4956-B190-0C7E68E1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A990D-D3EF-4066-8B15-53A9392B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7735D-5BD7-43D8-A54C-AAAA08C3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Clocks events and process states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85223-CDC8-4773-A1B1-866FA410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Synchronizing physical clocks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8D3C3-2861-47EC-83B5-2FA12CE8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0F1E2-C009-456D-953E-2568AB4C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60433-CEFE-4A2C-B1B3-68A40256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D8F4-72F5-4F9D-8660-33B36EBD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072E9-CFF5-480E-8277-CD877438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13A87-87B5-4641-A255-F99068BA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916DC-D26E-4E43-81F6-BDB9C763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C862EB-21F1-429E-B09B-07F47C56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93B7E-9CCF-452F-8458-499CEB2D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59716-D720-47A9-99C2-96430AC4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490D9E-6A5A-46ED-A79F-343A4E9C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9971C-6026-49FB-BB87-66C56CE5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9D47B-D464-4B5B-A00E-EE1319BA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C1D41-BA03-4BA1-913E-74B02D0D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485500-045E-4344-BB2B-882C4F08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B595F9-ACD8-467D-87BA-4D86E7A7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2570237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5CD4E2-2379-463B-9938-CAAB5704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290EA-165D-4D1F-95A4-F39A4448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9AC68-03E6-46AF-8713-D41568CB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21FE5-0221-48CC-82AD-05F44AB5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08D38-5665-4F4E-8F7F-30105084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Logical clocks vs Global states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5CCF8-5E75-43D5-901E-6CBFAB8B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419E3-B2E1-4604-903B-27FF1322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99F39-ACCB-4C47-96A0-8614E37B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Logical clocks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57223-3E4E-4704-8A4C-1C1FE99B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Global states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ACF05-BB76-4F37-9E10-DAB5046E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0BC2A-0DAF-4D92-AE41-81BB3FA8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A3867-3FE0-45F9-A9F5-22C14484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18C3F-DCB5-4D6C-90A3-DC4EA661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4051E-CF2E-424D-B000-8D9418AC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9ED52-7656-402B-BA79-5EE9F42E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B948C-6D5C-40C9-B894-80892F6B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016A3-9E06-401A-97CC-FF63436A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5B314-D95D-4AB7-9313-62B4C7E2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85342-CC2C-4266-991F-ED8F03BB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717E94-E015-459A-AA3C-970A81BB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CF3EE2-13A5-4907-ACE6-5400F90C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8FAD11-BBED-4A22-8FC5-61B3B28F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033FB-DD55-4AA7-9C0A-7AE7C47D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48A02D-525A-46A9-918E-98341F74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B2A33B-C12B-4326-8EBB-F633888A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5848148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12B087-FF14-4F81-916E-F982E26D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DABD0-4E96-42FD-B968-67005CCD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644E7-9A07-4F1F-B707-D1749EA9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20FF1-8DCD-46C6-B7C0-CE9AD4DE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84613-A4C7-43E8-904C-AF2A34AA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3F621-04F1-40F8-A190-D786091C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063B4-CAF9-437A-B245-96BF316E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4E1A0-72B5-4739-936E-092DDAED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79719-102E-4B8E-9F48-D8E8E0E1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2DB02-5554-482A-812F-30BDD260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Exam answer</a:t>
            </a:r>
          </a:p>
        </p:txBody>
      </p: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D749D-28CB-49C7-9400-D1D4BAFA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AF168-99F0-4C9E-8A7C-A0CFABF4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Clocks events and process states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E6ED2-AAA2-4772-BB6A-9C653C0D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04ABD-3E21-44C2-9BD6-13E2F8A3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Synchronizing physical clocks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C9A4E8-58EF-4755-938E-EFAF4566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A056F-8C4B-4CAB-A16A-F9EA920F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Logical 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FD0330-D980-4756-8EDB-E9C07D98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AEBA96-7EFB-4E5D-A505-12E6FF11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Logical clocks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DFF1B2-B65A-4877-88A9-9AB054B7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08EF45-D42A-4A18-B83A-44CC18E1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Global states</a:t>
            </a:r>
          </a:p>
        </p:txBody>
      </p:sp>
    </p:spTree>
    <p:extLst>
      <p:ext uri="{BB962C8B-B14F-4D97-AF65-F5344CB8AC3E}">
        <p14:creationId xmlns:p14="http://schemas.microsoft.com/office/powerpoint/2010/main" val="140759743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574DBC-8DD4-4C23-B218-0F6CA726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FBA84-B267-4C8F-8801-1D344B60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BAADA-A66D-498C-AA8F-72062E0D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6838D-162F-4B1C-98CC-3D99FB9B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938C7-F946-4D2D-86BB-C0D3426F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E7903-BB1E-404D-B703-B4D4162D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78CB4-04FC-44EB-958F-ED7B06F0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1E23E-F425-4457-A302-EA85249D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1C81C-5A30-45E6-9A3E-435F406D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88EA2-7076-46D2-A976-60351F94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63C0A-E9C9-47ED-8AEB-5BB8E4C8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Clocks events and process states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2C5FD-1940-4A8C-B348-F0A7DF56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1F1AB-DFA2-4269-B3D9-293BEDE5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3F90D-0499-44D6-A9A2-9717FDED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E199C-254F-4422-B6FB-F03D12F1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Synchronizing physical clocks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5C9A5-BD85-494C-BC8F-D3E9D388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A6EB83-55FA-47F2-9A00-A7483766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1ED2D-2E3C-4BA4-8B65-D7A2A988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35F20-9A25-4ADD-9373-EE890367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Logical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2A3E5-AB1E-4BFB-AF3C-B420C00E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811E11-B3D0-4155-8CAC-9DA88A4C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DAE2AE-06E4-47C8-A897-A5E3B119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28DA1-82CC-4BF0-BBD5-06CD6783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Logical clocks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78E293-8148-4CDF-AA15-3CF2E399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F3BEDC-2DF1-41A5-ABAE-6753605F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99062683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B7C2C-07D2-49BD-886E-5140ED6A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ECC2E-6B90-44A7-87A5-947C555A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DA714-C3C6-444F-B04E-91812A61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14B04-67DD-4DE1-A065-62A17977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1F7F0-9F4C-423E-9E1F-7814AB17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CD287-0A73-41AA-807C-47C13053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1AB37-2449-4291-823D-9A6AED13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56411-1DF5-4BAE-867B-7DF4C1F6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ED21C-2079-40C8-8F17-0F570B69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B1F57-7061-428F-9209-9F26A14D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47AA4-337C-4AFA-9F16-118644B8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6CA84-7508-4C8B-9A50-B913070A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51C1F-A6E3-4411-943E-15532143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11552430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3CD54-AE38-4E6A-B1AE-3C5197C8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45533-6AD7-48DD-96D8-C1647E8C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CBEAC-404D-4FB2-B8BA-2096470E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F27FE-A9C9-4DD8-A023-8A47925A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D77FC-B3D1-4B91-BBB0-1DF951F9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9FD0B-D7D4-4881-B5CF-2F6E50CA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0B8BF-1452-48A1-AA92-57152532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7B044-C430-481D-801E-9AE7FE13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4878D-DC81-441E-98F5-7338F737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6D46B-DA99-4E99-ADA0-FAEB38BE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6FD31-110E-4BFE-B416-15623CE5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37C57-DC19-4113-9C87-738E0922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3A1B2-32F3-4F9E-A72D-F7CD8CC3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A5994-1B08-4976-B957-3044386F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44399-A45D-4BE5-B87E-E54F1EE2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14821831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B942C5-A976-4D38-BA31-2BA91244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821E4-74F3-41A4-97C0-00E4BA1C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D59BB-C814-4CEA-835D-64BA547E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F5B7E-539E-4E48-A9AA-3D46B815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CDB74-19B1-4F94-8935-48C445F3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E7479-42BF-4C06-B6E1-8105B87B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BFAFF-0B96-45AA-967C-9A8A047D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330A9-C32A-4655-9A83-D3C9F9FC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CAA28-F686-4F8A-B7D7-BCE47057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028D0-5C7E-4912-BC79-308A24E6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15C5B-2F14-499B-BE01-CBE8CA79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BD3D5-F151-41DA-BE74-63985A34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104FF-6F29-4C58-A335-6C2EA0ED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D20F5-2D4D-41FE-898A-D7651437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DC38E-5B2E-4B30-AAF0-AC334577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59CBA-8E0E-4B23-A610-CE02D614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E5DE3-1BC1-4F2C-BADE-D4048523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7EBFC-DDBB-4A1B-8AF4-ED54C897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C8723E-9A2E-4503-A7B5-AFD44B96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ADA49-92D7-4214-B52F-107C1896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445BA-A2CD-45E2-94BC-7B87CAE4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F7F0D2-540D-4806-A3AB-406918A4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AC5D70-883E-4B78-8C1D-6994467C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6D5556-ECA3-41F1-8C0B-A6F1AD9E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05238C-9F1C-4FEA-A83E-2BD1102F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122534211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762CE-4455-4ACD-BD63-EC35873E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3BFAB-37C2-4DD6-A6A4-51531631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073DE-857C-46F6-B2BF-D1B2D305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179AA-F0A0-4760-B260-90D63DE0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2AFAA-2202-4B5F-AA5E-8FE932E3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9572A-E1F3-4103-82F5-A691DCA4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2230A-36FD-4871-AA8B-722E84A1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Explain Clocks events and process states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BD153-B4CE-4B3C-8522-24D5E4FC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17773-1B82-4E68-A262-7DD63A60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Compare two approaches from Time and Global States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E8CE8-92C7-41BC-86A8-CF7A79F1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3FD04-5029-4E45-9A52-1A0BAD24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Solve a small worked example involving Logical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BC19B-EFFC-44DA-B648-BAB12A65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7CBCB-DBE3-4EB8-95C9-E2B17536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List common mistakes and how to avoid them in Time and Global States.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6F584-5EFF-4067-BAF0-ECB8EDB1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2C79E-2F8D-46DF-8D69-396EA819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168392880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CD1D22-8FC0-4F4B-9222-7E505A14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41751-4CD1-4575-A7D5-83D98BBE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8579A-24E8-4E13-BB50-3839A226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008B6-5E04-4B78-8181-3BC9C11D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CFE1D-B96E-4776-ABB0-7946A2A5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Clocks events and process states vs Synchronizing physical clocks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26B0E-7396-4A1A-804F-74B61B62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3113E-78AF-430A-8E68-24C87629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9796A-C2FF-43B8-B27C-C9176567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Clocks events and process states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B81FD-7399-43F8-AAA2-854F3B8B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Synchronizing physical clocks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5EAFD-AAAB-4D4D-8E87-1B9DB665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9D8AE-9BC4-4BAA-9CB1-9D4532E5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B85A7-270F-4C46-BB1A-E21B4BAA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16FAE-EB16-49ED-9303-67F5789B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98117-4592-43AC-8D18-12FD3728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7B6F6-CEC9-4B2F-8811-D02C2056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94278-C3DB-4164-9B4F-424D1D57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5D0E0-268D-4F25-8971-F031D9D8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0FACA9-D2FD-4BDB-9FB8-7B5D3AA3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BEC66F-8D9C-4045-B348-1E60FC4B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66B5D1-8E68-4383-97A9-6E28068C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7C683-60D4-4542-A9E8-D1A2E2B6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ED12FB-8069-4FC8-8BCF-72A2F4DD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188AC5-54C7-46E9-9929-F413E1FA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E799FA-7EA6-444A-81F3-8BFB4A88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89755E-EAD1-48AE-B921-ED88E151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5783987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7C7CD6-1937-4823-8575-E0F9AA52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9AF2C-80D1-4900-8B53-72F19034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082F2-BF63-45BA-B5A3-E378D7A3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59185-95D8-4B42-8D9A-A7B14221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E763C-B40C-473E-8682-0D6CB8EF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Synchronizing physical clocks: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F3E91-308B-4081-9752-71EB0D78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93CEC-EC66-40DC-8DA5-469D83BF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9C5B7-C84E-4F8A-A2B0-BE7D90CD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2F333-D745-4C8D-98FC-ED73EB7E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75D32-CB89-4DC5-8B3E-38E669E8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20660-9F1D-4451-9250-69CBBEA6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D5442-C3D9-403E-84DB-48F0B370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DCDE0-5E28-4CF3-B0B7-3FF6DCEC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B09E7-5A2B-4B94-B3DC-D82E91E8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timestamp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C821C-403D-477E-91CA-470F98DE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FE73D9-2B90-4764-B8EE-91944A9D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F418D8-3A18-46EA-B057-348A9D17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33278-873E-42F2-9E70-A42E1131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timestamp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B0398-9A04-48E3-8F6B-633F5975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message send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F16EF-7248-4A91-8D0C-67B37130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55DA23-FB77-4615-8C9C-30E64AB6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419542-2AF2-4D83-8248-22E07776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AC2F22-448E-4428-A108-64C43647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EB7168-37E8-4D58-A239-0F16FCB2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receive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E881C7-AE5F-4FA7-97CA-2A011FD0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867EA0-13E1-4222-9E5B-732C989A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75E361-8294-4BC8-8EF7-9982BC78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78EE59-E9F8-4179-8C71-B3E4C390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receive 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19BED2-8FF6-4D28-A695-9FB7FD06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happens-before order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655D3F-805C-4E0A-870C-E303DF41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EF406B-7907-47EA-A5E2-1627A4D2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synchronizing physical clocks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52958533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4D326-99EC-4B2F-B6C9-B85310B1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CB247-F414-4DB4-B1F2-70B1FA85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5B9D4-8458-471C-AFE6-B1451845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5613C-B58D-445A-B8FA-AA9227AF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6A319-F30C-4B65-BC38-A32E6E26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Logical time: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B771A-CA18-4712-ACB5-8D106739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1918D-3DD6-4031-9B43-4C30ECBA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15B57-AB4C-4C1B-ABAE-7462B1B2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6B88F-9B2C-4563-8C00-566E1BF6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777BB-A138-40EE-AABE-978EA3F4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5633F-B6BE-488A-9FDB-FE38D6A2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Logical time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FF3DF-19A0-4EE3-B4E3-EC17B7E2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366D3-038C-44D9-BE1B-3522C28A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local event -&gt; message send -&gt; happens-before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B01BD1-FF3D-4A04-8B77-F2A648E5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8B601-5D9B-4D2F-815F-71F9E273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E9A69-5508-43F0-A0C6-40BD4911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2A3B56-445B-448A-84B4-325D1A86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04DC52-6033-4063-A8D5-3EBE903E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527D5-C1F4-4F5F-B2F4-1E5833D6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1FE10-D594-4D0C-A6BF-F2AB1B4D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9A630-1F44-4A0D-9980-1C4C68CD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local event, timestamp, message send</a:t>
            </a:r>
          </a:p>
        </p:txBody>
      </p:sp>
    </p:spTree>
    <p:extLst>
      <p:ext uri="{BB962C8B-B14F-4D97-AF65-F5344CB8AC3E}">
        <p14:creationId xmlns:p14="http://schemas.microsoft.com/office/powerpoint/2010/main" val="126558641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F5105-47D7-4B64-BE20-6F9BBFD1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5B01D-0204-4692-884B-C03F6ACD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319CB-E83B-4DEF-8A43-ECAFFB3D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85E8C-1D3A-4954-BBFB-BE4797A2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6C0FD-E34A-45EE-A45E-AA23DB3E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Logical clocks: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12F52-1CFC-4158-8051-7503C719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D7ECE-C733-4F55-AF8D-C812FD06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3CDD8-989C-4DD5-9278-CC6C2C99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D3566-5A60-4A7B-BF83-0CF85286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50711170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453165-428F-461E-9F56-38B13C91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416DF-93FF-424A-AE84-020D46C4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08FDD-2515-4463-8B42-94C7CFD1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DD21C-DF81-4BCB-9954-BE39BF3A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C43E8-0DAD-42DB-974D-C27E917A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Global states vs Clocks events and process states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C611F-FAB1-4930-A925-B0DCCA0B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CBCE0-22FA-48E4-AD5B-D1554425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5C196-340D-44FC-A782-6DEDE6D2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Global states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2EEFF-914B-4F1D-9648-094BAB05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Clocks events and process states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452A8-79F8-4ACD-BA61-9FAB1ECB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BB768-F844-4016-A12B-B5FB2785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B7F7E-83F3-442A-A45D-308C6E87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4A6CD-3E51-4FDD-8740-3544C54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4E3A0-178D-47F6-9C89-823B1CA9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99AFC-9F61-4790-B0EF-7DB4E1EB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0A067-017D-475D-BFF2-5BA7C24A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9DF101-936F-43BA-A392-795C2129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4E3CE-9021-47DB-81CD-1C5A8E3E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05900A-2394-42F8-9007-CFEFA1CD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B1CA2-307B-4AEA-BACE-F647BA0C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D7ECDF-E8E0-419A-811F-921C132B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79B1A1-615F-46CE-929F-8FEE1961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DA5138-DDA0-4C22-A592-C366B7B0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40F71A-8B6A-4A35-A226-3EE9E0A9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84654D-F215-4BF4-8722-3F3958DC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72351704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48FA43-F03C-498B-88E0-833DDA4B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ECBF7-7F69-42A2-8953-8914A066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A6C80-6774-4F3D-B13F-45EC7307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9D7E2-E03B-49C9-96F1-CC30E9AF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2B833-D9DC-4FAE-AADA-EDA4AFF8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Clocks events and process states: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362D9-E04A-400C-956F-88D427E0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9D3AF-71C4-411C-AC3B-0F7C99A9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C9DB7-987E-4335-A7F6-7B64BAFF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7E12F-DC5D-423C-BECD-17A3F246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19AD5-5DCD-4E9C-8723-7F513F35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6DBE4-B30B-4E8E-9D23-A137C5AA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675DE-675E-4A7C-9676-38D7D98A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6190E-5015-4B8B-8976-03050DC3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8065D-B1E0-4132-B399-6BC2D9C6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timestamp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66E1E-5275-4940-9279-A1DF57E4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14605-8E66-40ED-913F-FAD02602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91D02B-39FA-4671-8C8C-9DA18DC4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038FD2-23C4-4F38-9976-C9447F36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timestamp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7113B-EB48-42A6-A5BE-DE6D18FE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message send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28280-C88D-4C69-8EA7-60F5DBDA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64632-C261-4994-BA04-BD1B1880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4B8A23-6B2B-4335-8E4A-95EE33B0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D5FC9B-346C-414A-B88B-961BB369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E08EC-8109-48D1-986F-7D19DA60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receive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91DB67-B443-45CF-8EEC-276DDF39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5F19CD-4497-4E54-9A48-49CF1177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47900B-3188-46E9-8619-800090A4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243FAB-6093-46A0-83A6-68821C75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receive 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469233-528E-4509-81AA-DF00A11F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happens-before order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9E6791-BE4D-4457-959C-F6F3E66A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0C7F6A-3291-4F18-95B1-6A9E3D5B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clocks events and process states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0295647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88B1D-923A-44E4-BB18-8C2453EB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7C2BE-4219-4D9B-84F4-44A844FD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14C00-0963-4DC1-9C62-58C23981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B95B8-7D5D-4DFF-8331-041BC008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236A6-5D55-43FA-9E0F-BDDE3D70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Synchronizing physical clocks: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2C17D-56D6-4686-90E5-2A399387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75A0E-5B9B-4DF5-B81A-F8A3D1E9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61C0D-9BF3-4380-BBBF-43AB4282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2DD98-7A5D-4493-84CB-908F5B5F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4E209-FEB0-41ED-A83E-C7C85BE9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92D80-76A8-4E59-ABDB-D8ED533D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Synchronizing physical clocks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1F25D-95A3-4BD6-AE24-ECEF65F1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EF167-5867-4C21-95F5-F0F0A852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local event -&gt; message send -&gt; happens-before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B5F0B-F02B-4782-8C1E-86080FA1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33A36-CAD0-485B-896E-7ACB097A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F74F6-5AA2-4851-9E41-B8A4A99D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664A7-ACC8-4D07-9B1B-3C300E50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8CF83-7C9F-42EC-8CBF-58AB43D8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FD1BA-0D6E-4801-8A76-709BCCAA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A0CC6-1CF9-41AF-BFBD-BE72D41F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786D2C-4D5A-4FF5-87A5-F97D3A92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local event, timestamp, message send</a:t>
            </a:r>
          </a:p>
        </p:txBody>
      </p:sp>
    </p:spTree>
    <p:extLst>
      <p:ext uri="{BB962C8B-B14F-4D97-AF65-F5344CB8AC3E}">
        <p14:creationId xmlns:p14="http://schemas.microsoft.com/office/powerpoint/2010/main" val="6901584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15687-253B-4FAA-990A-FDE4DB4F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49444-E1A2-4436-8569-792C74D8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9BE21-EFDE-4EB0-BA7A-FF9BC126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DEB76-012F-4F70-AEC2-32792280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BC9E3-CC9A-4C74-9553-55BF1E5E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Logical time: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91FCE-A128-4467-98C4-6ECCA17B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0D95F-9C72-40EC-B6AB-8FE5FB83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EAF47-56FE-4AC8-B3EB-D10C3F62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E0331-C2D5-4ECD-A314-2770A9AC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68387117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7E4F42-5FB2-4E1D-BABC-88694990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E2A70-2192-450C-8E86-D57FFA4B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7AC93-8346-493A-B313-A598108C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8C178-78C1-4350-9B8C-9432B5F1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97F79-C329-4F50-87A1-0411A9F5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Logical clocks vs Global states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B0FCC-1023-4041-B581-9F7CD216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83DF3-4576-4E99-871B-3D6104C5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8D54C-C5D3-4BC9-B14C-EAA07675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Logical clocks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F0D53-2315-40F8-86C7-D16D9449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Global states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13823-D96E-43C2-87FD-EE0156F6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FB659-385E-45F4-B6C8-1B399552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784D6-0179-48E9-B5BB-D0436CB6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A5D34-12D6-4C33-A910-B2A475FE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576F9-EC31-4CE2-A018-19006C16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12FAE-6FA2-443A-B870-1AB15031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DE2E6-1654-4CD3-82DD-BA592F9F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09EE4-2AF0-49DF-847A-3F228E6C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6B1B2-633E-4FD5-AF46-B83DE1FC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70A12-0DF8-4C88-85A2-BA0B43EE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C0B2E-4B23-479E-8BE8-F0C79B93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3CBDB3-26B2-4CB3-A48C-4B6A716C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C791E-7CCB-4831-AF8A-8967FBB4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735768-29B9-4C7C-B77F-A98117AD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FA0B02-C3DE-4B40-9737-AB33ECEB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D2D1A0-F186-4818-A790-27D08822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56688950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CBE1F4-7F9C-4248-8DA8-F8A68A13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20301-0EB6-4781-B558-650CE3FC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3329A-CCC7-4085-A07B-1203146D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7FED7-D0B8-4579-85B4-405FF7BE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06BF4-42AF-4444-9116-8C3BD78E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Global states: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592D7-CDDC-490C-A195-995B31DE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9956E-24CA-4C73-997B-A5D90332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C94D8-E75F-440C-A84B-2558B513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BF503-BEB2-4A9F-BFB1-504BBF08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4F095-D82F-4D7B-A86E-FE181567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4BFB5-6B11-466D-B784-BC772F12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5358D-2D99-4B37-96F7-CEB25558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E8FBD-8979-458F-B168-BFB2CB11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CC88F-487A-4672-91D6-C051F408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82A7C-A9B9-4574-8D14-A5856FDA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CD648-1E9C-4039-A0B8-92607FAA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71318-7852-4580-A3D5-2E9E7E5C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18662-371C-4701-BE74-B29E8E59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66816-3D73-4F6B-B174-C36E3231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C33E5D-2A35-4629-B4CA-D0A556D7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70C08-DAB5-4BEF-BE65-4A3791B1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3747A9-1DC3-4712-B2E3-3FBA542B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D18E3E-CAC8-4031-8CE7-43A5C2D1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5AFA92-F2DC-4171-A4FB-919BD720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23CC05-BA76-40B1-B47D-93407BB8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9A58B5-D163-4AB6-8D9C-70D810F6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3AF1F6-C70F-4D85-AD2B-5F042AF4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56B09E-32E9-4C94-A75D-78A5291B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ED0914-609F-4D8E-8675-FB235880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0F43E5-0C0D-481D-856F-556E775F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56C49A-C618-4ABF-AA1B-68950407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global states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47572129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5CEC9A-C805-469B-8432-9EBE40DD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AF5E1-7854-4994-AFA0-1CFD16FC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9659E-8269-454D-B10E-109BA8A8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7D4B1-CC42-4667-ADFD-FBB9C257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F9CD1-012B-4CE6-833C-02446E30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Clocks events and process states: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BDCD1-20A7-40EE-AC0B-4582F656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381E5-63DD-429F-99A4-E3B3A79C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36D77-F655-48FF-B66A-D363A23A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15B39-CBFB-4B16-A162-5E7A37EC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00606-AD7C-4FEE-9AFC-74C3E56B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6ECBF-10DB-4692-B181-05A6262D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Clocks events and process states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DD3E2-5B16-42F9-B96F-5D30AD5A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F9948-FA47-4530-B3AC-CDFEA56F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local event -&gt; message send -&gt; happens-before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784D6-386C-4D55-8F76-63A61610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352E1-74D1-4D38-9625-8B36C136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74702-B98A-4F3A-9513-874C0F0A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3D635A-F632-47CD-98D5-6E9B993F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129E70-97A7-4D19-850F-0170386E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15607-B990-4257-BE39-C4B06EBB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89FDB6-A591-4D06-B18F-3F209C1B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1E475-221E-4F65-97E8-CAC8E1D8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local event, timestamp, message send</a:t>
            </a:r>
          </a:p>
        </p:txBody>
      </p:sp>
    </p:spTree>
    <p:extLst>
      <p:ext uri="{BB962C8B-B14F-4D97-AF65-F5344CB8AC3E}">
        <p14:creationId xmlns:p14="http://schemas.microsoft.com/office/powerpoint/2010/main" val="43089681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1BD3B-EE40-44DB-9ABC-246A0BBA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CD733-1A6B-40D3-B1B2-4E365EF8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2B524-C2A0-48F3-8F0B-1DD2AD2F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59A16-AAFF-46D6-AD62-C0659341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B9EC0-06F7-44F1-B99E-F1774276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Synchronizing physical clocks: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1428B-9E7E-439A-AC89-A317FF0F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FABB6-2AA5-444F-88BD-9C10647C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8F83F-17D5-4040-97C5-7E7BB3CF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E6DEE-C7B1-4445-BE86-EE59C339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68537404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DC0642-4BC6-4CE2-8433-BB0B1C67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6D658-5F39-4F0C-BED9-ECACE4AC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FB56A-517A-4246-B321-F0F55722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7CBF4-D2C2-4515-9595-BE55676B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DE60C-32E1-45A6-851A-0BA2AA94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Logical time vs Logical clocks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81DCA-AC0F-4329-ADB3-8C4D7EB1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3EFF5-32E1-493A-BCDE-392B8F09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82EBF-A27E-4F7F-BC17-1F1CA6E5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Logical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DC205-25EE-4B99-8175-7C96E021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Logical clocks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DC17C-0AF2-4D6C-8D2F-71C23D5A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D6D9D-E98C-4C59-BA88-7E588877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4B7EC-E974-4932-93B4-7A1A41FD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DFBAE-472E-4B19-B6EA-BCABF877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43919-F3F1-4B43-AF41-3CCA771A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2B16B-AAE4-4CA6-A23C-08C5EA83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D131F-CA12-4E16-95DE-50F0742D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A8303-BAF0-4C2F-9D96-353A332A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79B9D-56A7-47EC-80BC-6568CF86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E8D1A-092D-4BED-A423-FCE62733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354B3-D2C0-4136-966E-154F95A7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063277-5F12-4A07-BB67-EA66ADCF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44C9C7-1B2B-47AB-BF1B-61BFF129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0EDE25-4F2F-454A-95BD-63D9265D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664135-5C7A-4E30-ACCA-A6B9BA3F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7F1CCA-63AF-4B92-80C4-6C0213EF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85286342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63284A-0A99-4589-B50D-9A3B9662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E6066-D37F-47D5-8E1D-6D3FE868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F703C-CE1B-4FEF-92EC-C9250A64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26C2F-0658-40E6-B797-3E8C6E7D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00FEF-AF98-48D9-995D-8FCCFEE3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Logical clocks: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0E685-867A-4C14-BD7D-7186D257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121E8-5B27-4E1E-978D-A5199CAE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45820-7EDD-404E-8284-862B1C92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7DA2C-7B85-445C-B87E-3204CB5B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E6601-8C28-4B97-8F3F-04CF7A1C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2D10C-1FCF-4303-964B-C9F4EF3D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3CB99-ABAC-4529-B55B-1B01FEFB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E9304-C55A-4B40-B352-4C255AB5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EAAC0-13B8-4CED-8020-F41226F5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timestamp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3E094-B60D-4BF3-9588-C564809A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F3E49B-CC1D-432E-AFB1-8F9F7C4F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DF0507-C881-4649-8EEB-7F9AF0E1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29AA4-F926-4E3B-9358-58435B2C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timestamp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5BC99-F0A9-48B6-85BD-9051CC95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message send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DF1AB4-C6B9-4AB2-B5BB-352ED12D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6CFD64-B887-4951-B170-0CBEA775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201E4-6BFF-4A28-93C9-6E3469D3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117436-D07D-4275-934F-320B0DD3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BDE17A-BA86-4933-B162-83C5FE8B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receive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2886C1-E490-4AD7-AE20-359D7B8E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2614F2-F4BE-4769-95CF-ED66A1EC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D63151-FAD9-4F9E-A8B4-581984AA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1106DF-4ED4-4197-A3BB-3F24E094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receive 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A3AABD-4FF3-4701-9585-7F95BD2B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happens-before order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50B2C4-46FD-4390-AEDE-353A7682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AED0CC-0464-4C92-B16F-B38D6B55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logical clocks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39887094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8A19E-6101-45B9-85FE-0F289704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E8AAF-56C3-4F58-B3C6-251C98E3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2B3DC-C005-4EE7-B721-5CEEE1B6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1234B-C8D3-4271-B49A-9D53D20F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B1C25-4386-46C5-8EFE-E60B9896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Global states: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46072-4D01-4A0E-A6A6-148251F6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2DA5F-178A-4041-9F8B-BB62B39C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1227D-6300-45CA-A430-BF121B9A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55A0E-FAC1-4BC7-98F1-96FDEE87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4DBD5-5806-4259-B789-E117B45E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244D3-EAF1-4B0A-B5ED-287756E3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Global states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A904B-E306-4B60-AF50-DA7A75D4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372D9-D829-4B39-A1D6-F8F9B030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638E68-CA78-49E6-8B85-0E0D913E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551CC-E494-4040-9577-FB132C07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8DBCA-52A3-4998-B998-5938D3DC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3B029C-65D4-46F5-AEA9-E8BDAEF9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2AAD4-32FD-400B-84E4-9694DA8E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15962-A609-4B23-8D8A-BC339997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C4F9E3-7A49-49BE-A76E-8E7A56EC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C50BC4-A254-4A18-8EC9-5A8B4CC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8127026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D6E83-E9E0-465D-85BF-4596B613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A433E-EB15-4400-B707-E1505F99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8E3C5-CC43-4EDF-84E4-ABAD2F02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3EAD2-AEA3-49BA-881C-9BFDEF64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193D6-3B74-4143-9C37-0381AAFE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Clocks events and process states: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AB4BC-207D-4425-A290-114A57DC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DB898-0C10-4099-AC67-8064EA47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B41C9-5701-4C41-9541-33B751AF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5ECB3-5E5C-48CC-8C0C-E0C2DE38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687239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718F0E-EC6E-4CD6-A65A-C8D269DE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EDF27-8003-41E0-926C-F1260F41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F2DF2-6353-4206-9F55-3B978A0B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F00C0-C29D-4C18-9F6B-FD3B5D19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8AEAB-1CBE-467B-BCD7-6039398D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Synchronizing physical clocks vs Logical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0364E-2F7E-46E3-9A9F-8878BB48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53F06-4AB7-487B-8964-53173EEA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51F6F-A149-4EDD-85DD-D1312199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Synchronizing physical clocks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B7672-67C7-4CD8-8D0F-92A918D4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Logical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E7883-2704-4575-AB2C-5B7DE425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68190-CC5C-4160-AE1C-03E5D5EB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676E0-DC1F-4057-8916-0831B74C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11DCD-D8D4-412C-8F1D-637ED25C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local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17B8E-6C99-4F67-A371-1B84E6AC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4C739-0365-49B2-912C-8EBEF68E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60812-727A-4B09-8ECE-70E0F83B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E06BD4-62BC-4B72-9B97-FE8779AF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message send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CA169-3167-40FA-8370-2BED9E48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6F8697-8395-49A7-9A63-C6E1BA39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AE3ED3-0751-4368-9DB0-918DAA61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844674-634C-4D81-B00B-0A762DB0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3EB3A6-3833-4C15-AC97-2E53BCBD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635EF1-61DA-4DDF-894F-B1F69028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8DAF8F-27FD-446B-9D66-71BEF881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A0E939-5688-4A65-B608-9C2CD206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95377984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3ECB7-5720-400C-BC8C-983322AC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F0E31-E5B2-4FD3-B632-B791B241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3: Time and Global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AD156-EA56-45BB-97C5-39192693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93524-23B4-4DCE-928D-0457B5E1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06C94-D37B-403E-A037-E6456975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7B2E1-E19F-4BA4-A7F3-A4EF0C7C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F2937"/>
                </a:solidFill>
              </a:defRPr>
            </a:pPr>
            <a:r>
              <a:rPr sz="2025" b="0">
                <a:solidFill>
                  <a:srgbClr val="1F2937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2E395-0CDB-487F-9680-B57CB043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6412F-E5B1-42AC-9ADB-1CD9539C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25CED-A13E-43D3-B8C2-FBEC9CFC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13499-2971-4376-8D3F-816924B0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925D7-0E1E-4FF7-8E2D-231CBB2E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2755B-8B48-4FBD-ABB5-3FA8AA4F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1786534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2026-08-24T06:05:12.0050000Z</dcterms:created>
  <dcterms:modified xsi:type="dcterms:W3CDTF">2026-08-24T06:05:12.0050000Z</dcterms:modified>
</coreProperties>
</file>