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1981b393c34f4c" /><Relationship Type="http://schemas.openxmlformats.org/officeDocument/2006/relationships/extended-properties" Target="/docProps/app.xml" Id="R18ef4451e44042a5" /><Relationship Type="http://schemas.openxmlformats.org/officeDocument/2006/relationships/officeDocument" Target="/ppt/presentation.xml" Id="R0167a5de5ffc4d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3bed4ff40544bb"/>
  </p:sldMasterIdLst>
  <p:notesMasterIdLst>
    <p:notesMasterId xmlns:r="http://schemas.openxmlformats.org/officeDocument/2006/relationships" r:id="R2fd3f5eda0ca4f8f"/>
  </p:notesMasterIdLst>
  <p:sldIdLst>
    <p:sldId xmlns:r="http://schemas.openxmlformats.org/officeDocument/2006/relationships" id="256" r:id="R8efd3a9a79794494"/>
    <p:sldId xmlns:r="http://schemas.openxmlformats.org/officeDocument/2006/relationships" id="257" r:id="R3a855c5d68574aca"/>
    <p:sldId xmlns:r="http://schemas.openxmlformats.org/officeDocument/2006/relationships" id="258" r:id="R3e34a49e28504a51"/>
    <p:sldId xmlns:r="http://schemas.openxmlformats.org/officeDocument/2006/relationships" id="259" r:id="R0c83d2dfc37b47fa"/>
    <p:sldId xmlns:r="http://schemas.openxmlformats.org/officeDocument/2006/relationships" id="260" r:id="R9014ffa4c36c458e"/>
    <p:sldId xmlns:r="http://schemas.openxmlformats.org/officeDocument/2006/relationships" id="261" r:id="R2e84208a12294243"/>
    <p:sldId xmlns:r="http://schemas.openxmlformats.org/officeDocument/2006/relationships" id="262" r:id="Rc993b155a93046e5"/>
    <p:sldId xmlns:r="http://schemas.openxmlformats.org/officeDocument/2006/relationships" id="263" r:id="R89ce99963813453a"/>
    <p:sldId xmlns:r="http://schemas.openxmlformats.org/officeDocument/2006/relationships" id="264" r:id="R565750fa9db64d4f"/>
    <p:sldId xmlns:r="http://schemas.openxmlformats.org/officeDocument/2006/relationships" id="265" r:id="Refae205dc0d14f9e"/>
    <p:sldId xmlns:r="http://schemas.openxmlformats.org/officeDocument/2006/relationships" id="266" r:id="R4779da8780c04be7"/>
    <p:sldId xmlns:r="http://schemas.openxmlformats.org/officeDocument/2006/relationships" id="267" r:id="R3c2603734bdc4ca6"/>
    <p:sldId xmlns:r="http://schemas.openxmlformats.org/officeDocument/2006/relationships" id="268" r:id="R98be962a6f9448fc"/>
    <p:sldId xmlns:r="http://schemas.openxmlformats.org/officeDocument/2006/relationships" id="269" r:id="Rad32ddb80a714ac1"/>
    <p:sldId xmlns:r="http://schemas.openxmlformats.org/officeDocument/2006/relationships" id="270" r:id="R8d9d5c994c4a45d4"/>
    <p:sldId xmlns:r="http://schemas.openxmlformats.org/officeDocument/2006/relationships" id="271" r:id="R8d145c51670e46e6"/>
    <p:sldId xmlns:r="http://schemas.openxmlformats.org/officeDocument/2006/relationships" id="272" r:id="Rc4a63dbf14ef42b3"/>
    <p:sldId xmlns:r="http://schemas.openxmlformats.org/officeDocument/2006/relationships" id="273" r:id="R27c2602982a9425d"/>
    <p:sldId xmlns:r="http://schemas.openxmlformats.org/officeDocument/2006/relationships" id="274" r:id="R80f29c3e74cc4d49"/>
    <p:sldId xmlns:r="http://schemas.openxmlformats.org/officeDocument/2006/relationships" id="275" r:id="Rd52cd08b05c4433b"/>
    <p:sldId xmlns:r="http://schemas.openxmlformats.org/officeDocument/2006/relationships" id="276" r:id="R1df9355438f045c4"/>
    <p:sldId xmlns:r="http://schemas.openxmlformats.org/officeDocument/2006/relationships" id="277" r:id="R62cc169a5d1c4385"/>
    <p:sldId xmlns:r="http://schemas.openxmlformats.org/officeDocument/2006/relationships" id="278" r:id="R67ba02e2cc74489e"/>
    <p:sldId xmlns:r="http://schemas.openxmlformats.org/officeDocument/2006/relationships" id="279" r:id="Re68751a0c4454996"/>
    <p:sldId xmlns:r="http://schemas.openxmlformats.org/officeDocument/2006/relationships" id="280" r:id="R2ac5778e22a740c8"/>
    <p:sldId xmlns:r="http://schemas.openxmlformats.org/officeDocument/2006/relationships" id="281" r:id="Rc8c52329e6624c8d"/>
    <p:sldId xmlns:r="http://schemas.openxmlformats.org/officeDocument/2006/relationships" id="282" r:id="Rf2b07ee9284e42d7"/>
    <p:sldId xmlns:r="http://schemas.openxmlformats.org/officeDocument/2006/relationships" id="283" r:id="R224fc4a6b711423b"/>
    <p:sldId xmlns:r="http://schemas.openxmlformats.org/officeDocument/2006/relationships" id="284" r:id="Ra9196bbc49e54a61"/>
    <p:sldId xmlns:r="http://schemas.openxmlformats.org/officeDocument/2006/relationships" id="285" r:id="R70c4891c0c9940c6"/>
    <p:sldId xmlns:r="http://schemas.openxmlformats.org/officeDocument/2006/relationships" id="286" r:id="Rf78063c4975f42dd"/>
    <p:sldId xmlns:r="http://schemas.openxmlformats.org/officeDocument/2006/relationships" id="287" r:id="R2620b321eba34b10"/>
    <p:sldId xmlns:r="http://schemas.openxmlformats.org/officeDocument/2006/relationships" id="288" r:id="R981541dc60c049d0"/>
    <p:sldId xmlns:r="http://schemas.openxmlformats.org/officeDocument/2006/relationships" id="289" r:id="R5e2c4262c7e74af3"/>
    <p:sldId xmlns:r="http://schemas.openxmlformats.org/officeDocument/2006/relationships" id="290" r:id="R3826d39e14b64e96"/>
    <p:sldId xmlns:r="http://schemas.openxmlformats.org/officeDocument/2006/relationships" id="291" r:id="Rfcb9c98bf330484e"/>
    <p:sldId xmlns:r="http://schemas.openxmlformats.org/officeDocument/2006/relationships" id="292" r:id="Rcf6851d9fb5a44a0"/>
    <p:sldId xmlns:r="http://schemas.openxmlformats.org/officeDocument/2006/relationships" id="293" r:id="Rf284262f65b94b43"/>
    <p:sldId xmlns:r="http://schemas.openxmlformats.org/officeDocument/2006/relationships" id="294" r:id="Rc87d084f4f224754"/>
    <p:sldId xmlns:r="http://schemas.openxmlformats.org/officeDocument/2006/relationships" id="295" r:id="R6758493eef3c4df9"/>
    <p:sldId xmlns:r="http://schemas.openxmlformats.org/officeDocument/2006/relationships" id="296" r:id="R25ae2faa02a54e7b"/>
    <p:sldId xmlns:r="http://schemas.openxmlformats.org/officeDocument/2006/relationships" id="297" r:id="R6f02da92b6924db7"/>
    <p:sldId xmlns:r="http://schemas.openxmlformats.org/officeDocument/2006/relationships" id="298" r:id="R89b3a74395c843a5"/>
    <p:sldId xmlns:r="http://schemas.openxmlformats.org/officeDocument/2006/relationships" id="299" r:id="R09bbc5ef36324bd4"/>
    <p:sldId xmlns:r="http://schemas.openxmlformats.org/officeDocument/2006/relationships" id="300" r:id="R2a0c159350014802"/>
    <p:sldId xmlns:r="http://schemas.openxmlformats.org/officeDocument/2006/relationships" id="301" r:id="Rbf82d9f729fa47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44bd1ba5848df" /><Relationship Type="http://schemas.openxmlformats.org/officeDocument/2006/relationships/slideMaster" Target="/ppt/slideMasters/slideMaster1.xml" Id="R223bed4ff40544bb" /><Relationship Type="http://schemas.openxmlformats.org/officeDocument/2006/relationships/notesMaster" Target="/ppt/notesMasters/notesMaster1.xml" Id="R2fd3f5eda0ca4f8f" /><Relationship Type="http://schemas.openxmlformats.org/officeDocument/2006/relationships/presProps" Target="/ppt/presProps.xml" Id="Rc018d9dd5032485a" /><Relationship Type="http://schemas.openxmlformats.org/officeDocument/2006/relationships/tableStyles" Target="/ppt/tableStyles.xml" Id="R349e0ee481354e03" /><Relationship Type="http://schemas.openxmlformats.org/officeDocument/2006/relationships/slide" Target="/ppt/slides/slide1.xml" Id="R8efd3a9a79794494" /><Relationship Type="http://schemas.openxmlformats.org/officeDocument/2006/relationships/slide" Target="/ppt/slides/slide2.xml" Id="R3a855c5d68574aca" /><Relationship Type="http://schemas.openxmlformats.org/officeDocument/2006/relationships/slide" Target="/ppt/slides/slide3.xml" Id="R3e34a49e28504a51" /><Relationship Type="http://schemas.openxmlformats.org/officeDocument/2006/relationships/slide" Target="/ppt/slides/slide4.xml" Id="R0c83d2dfc37b47fa" /><Relationship Type="http://schemas.openxmlformats.org/officeDocument/2006/relationships/slide" Target="/ppt/slides/slide5.xml" Id="R9014ffa4c36c458e" /><Relationship Type="http://schemas.openxmlformats.org/officeDocument/2006/relationships/slide" Target="/ppt/slides/slide6.xml" Id="R2e84208a12294243" /><Relationship Type="http://schemas.openxmlformats.org/officeDocument/2006/relationships/slide" Target="/ppt/slides/slide7.xml" Id="Rc993b155a93046e5" /><Relationship Type="http://schemas.openxmlformats.org/officeDocument/2006/relationships/slide" Target="/ppt/slides/slide8.xml" Id="R89ce99963813453a" /><Relationship Type="http://schemas.openxmlformats.org/officeDocument/2006/relationships/slide" Target="/ppt/slides/slide9.xml" Id="R565750fa9db64d4f" /><Relationship Type="http://schemas.openxmlformats.org/officeDocument/2006/relationships/slide" Target="/ppt/slides/slide10.xml" Id="Refae205dc0d14f9e" /><Relationship Type="http://schemas.openxmlformats.org/officeDocument/2006/relationships/slide" Target="/ppt/slides/slide11.xml" Id="R4779da8780c04be7" /><Relationship Type="http://schemas.openxmlformats.org/officeDocument/2006/relationships/slide" Target="/ppt/slides/slide12.xml" Id="R3c2603734bdc4ca6" /><Relationship Type="http://schemas.openxmlformats.org/officeDocument/2006/relationships/slide" Target="/ppt/slides/slide13.xml" Id="R98be962a6f9448fc" /><Relationship Type="http://schemas.openxmlformats.org/officeDocument/2006/relationships/slide" Target="/ppt/slides/slide14.xml" Id="Rad32ddb80a714ac1" /><Relationship Type="http://schemas.openxmlformats.org/officeDocument/2006/relationships/slide" Target="/ppt/slides/slide15.xml" Id="R8d9d5c994c4a45d4" /><Relationship Type="http://schemas.openxmlformats.org/officeDocument/2006/relationships/slide" Target="/ppt/slides/slide16.xml" Id="R8d145c51670e46e6" /><Relationship Type="http://schemas.openxmlformats.org/officeDocument/2006/relationships/slide" Target="/ppt/slides/slide17.xml" Id="Rc4a63dbf14ef42b3" /><Relationship Type="http://schemas.openxmlformats.org/officeDocument/2006/relationships/slide" Target="/ppt/slides/slide18.xml" Id="R27c2602982a9425d" /><Relationship Type="http://schemas.openxmlformats.org/officeDocument/2006/relationships/slide" Target="/ppt/slides/slide19.xml" Id="R80f29c3e74cc4d49" /><Relationship Type="http://schemas.openxmlformats.org/officeDocument/2006/relationships/slide" Target="/ppt/slides/slide20.xml" Id="Rd52cd08b05c4433b" /><Relationship Type="http://schemas.openxmlformats.org/officeDocument/2006/relationships/slide" Target="/ppt/slides/slide21.xml" Id="R1df9355438f045c4" /><Relationship Type="http://schemas.openxmlformats.org/officeDocument/2006/relationships/slide" Target="/ppt/slides/slide22.xml" Id="R62cc169a5d1c4385" /><Relationship Type="http://schemas.openxmlformats.org/officeDocument/2006/relationships/slide" Target="/ppt/slides/slide23.xml" Id="R67ba02e2cc74489e" /><Relationship Type="http://schemas.openxmlformats.org/officeDocument/2006/relationships/slide" Target="/ppt/slides/slide24.xml" Id="Re68751a0c4454996" /><Relationship Type="http://schemas.openxmlformats.org/officeDocument/2006/relationships/slide" Target="/ppt/slides/slide25.xml" Id="R2ac5778e22a740c8" /><Relationship Type="http://schemas.openxmlformats.org/officeDocument/2006/relationships/slide" Target="/ppt/slides/slide26.xml" Id="Rc8c52329e6624c8d" /><Relationship Type="http://schemas.openxmlformats.org/officeDocument/2006/relationships/slide" Target="/ppt/slides/slide27.xml" Id="Rf2b07ee9284e42d7" /><Relationship Type="http://schemas.openxmlformats.org/officeDocument/2006/relationships/slide" Target="/ppt/slides/slide28.xml" Id="R224fc4a6b711423b" /><Relationship Type="http://schemas.openxmlformats.org/officeDocument/2006/relationships/slide" Target="/ppt/slides/slide29.xml" Id="Ra9196bbc49e54a61" /><Relationship Type="http://schemas.openxmlformats.org/officeDocument/2006/relationships/slide" Target="/ppt/slides/slide30.xml" Id="R70c4891c0c9940c6" /><Relationship Type="http://schemas.openxmlformats.org/officeDocument/2006/relationships/slide" Target="/ppt/slides/slide31.xml" Id="Rf78063c4975f42dd" /><Relationship Type="http://schemas.openxmlformats.org/officeDocument/2006/relationships/slide" Target="/ppt/slides/slide32.xml" Id="R2620b321eba34b10" /><Relationship Type="http://schemas.openxmlformats.org/officeDocument/2006/relationships/slide" Target="/ppt/slides/slide33.xml" Id="R981541dc60c049d0" /><Relationship Type="http://schemas.openxmlformats.org/officeDocument/2006/relationships/slide" Target="/ppt/slides/slide34.xml" Id="R5e2c4262c7e74af3" /><Relationship Type="http://schemas.openxmlformats.org/officeDocument/2006/relationships/slide" Target="/ppt/slides/slide35.xml" Id="R3826d39e14b64e96" /><Relationship Type="http://schemas.openxmlformats.org/officeDocument/2006/relationships/slide" Target="/ppt/slides/slide36.xml" Id="Rfcb9c98bf330484e" /><Relationship Type="http://schemas.openxmlformats.org/officeDocument/2006/relationships/slide" Target="/ppt/slides/slide37.xml" Id="Rcf6851d9fb5a44a0" /><Relationship Type="http://schemas.openxmlformats.org/officeDocument/2006/relationships/slide" Target="/ppt/slides/slide38.xml" Id="Rf284262f65b94b43" /><Relationship Type="http://schemas.openxmlformats.org/officeDocument/2006/relationships/slide" Target="/ppt/slides/slide39.xml" Id="Rc87d084f4f224754" /><Relationship Type="http://schemas.openxmlformats.org/officeDocument/2006/relationships/slide" Target="/ppt/slides/slide40.xml" Id="R6758493eef3c4df9" /><Relationship Type="http://schemas.openxmlformats.org/officeDocument/2006/relationships/slide" Target="/ppt/slides/slide41.xml" Id="R25ae2faa02a54e7b" /><Relationship Type="http://schemas.openxmlformats.org/officeDocument/2006/relationships/slide" Target="/ppt/slides/slide42.xml" Id="R6f02da92b6924db7" /><Relationship Type="http://schemas.openxmlformats.org/officeDocument/2006/relationships/slide" Target="/ppt/slides/slide43.xml" Id="R89b3a74395c843a5" /><Relationship Type="http://schemas.openxmlformats.org/officeDocument/2006/relationships/slide" Target="/ppt/slides/slide44.xml" Id="R09bbc5ef36324bd4" /><Relationship Type="http://schemas.openxmlformats.org/officeDocument/2006/relationships/slide" Target="/ppt/slides/slide45.xml" Id="R2a0c159350014802" /><Relationship Type="http://schemas.openxmlformats.org/officeDocument/2006/relationships/slide" Target="/ppt/slides/slide46.xml" Id="Rbf82d9f729fa47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508b2c0da046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78513a56c047f3" /><Relationship Type="http://schemas.openxmlformats.org/officeDocument/2006/relationships/notesMaster" Target="/ppt/notesMasters/notesMaster1.xml" Id="Rc6ca687ef96a40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ffafd74d54771" /><Relationship Type="http://schemas.openxmlformats.org/officeDocument/2006/relationships/notesMaster" Target="/ppt/notesMasters/notesMaster1.xml" Id="R00fd263cf086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e8405833043cd" /><Relationship Type="http://schemas.openxmlformats.org/officeDocument/2006/relationships/notesMaster" Target="/ppt/notesMasters/notesMaster1.xml" Id="R3fc1acedf19f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586db157934a9f" /><Relationship Type="http://schemas.openxmlformats.org/officeDocument/2006/relationships/notesMaster" Target="/ppt/notesMasters/notesMaster1.xml" Id="R1b75060b35b741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280932521541e5" /><Relationship Type="http://schemas.openxmlformats.org/officeDocument/2006/relationships/notesMaster" Target="/ppt/notesMasters/notesMaster1.xml" Id="R583f714a5dc94a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dcfa3e4f3144fb" /><Relationship Type="http://schemas.openxmlformats.org/officeDocument/2006/relationships/notesMaster" Target="/ppt/notesMasters/notesMaster1.xml" Id="Ra5b41567871746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bc0b161d1d475b" /><Relationship Type="http://schemas.openxmlformats.org/officeDocument/2006/relationships/notesMaster" Target="/ppt/notesMasters/notesMaster1.xml" Id="R0c5c0ddeacc945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635f58875c450b" /><Relationship Type="http://schemas.openxmlformats.org/officeDocument/2006/relationships/notesMaster" Target="/ppt/notesMasters/notesMaster1.xml" Id="Rc8999a165f2f49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7fc0319d084c24" /><Relationship Type="http://schemas.openxmlformats.org/officeDocument/2006/relationships/notesMaster" Target="/ppt/notesMasters/notesMaster1.xml" Id="R71c93f90270240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094c0647a9422c" /><Relationship Type="http://schemas.openxmlformats.org/officeDocument/2006/relationships/notesMaster" Target="/ppt/notesMasters/notesMaster1.xml" Id="R0d8636a895d540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bb641bb23d4d8e" /><Relationship Type="http://schemas.openxmlformats.org/officeDocument/2006/relationships/notesMaster" Target="/ppt/notesMasters/notesMaster1.xml" Id="R975af7c2ccbb4b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0d42f46cee42e1" /><Relationship Type="http://schemas.openxmlformats.org/officeDocument/2006/relationships/notesMaster" Target="/ppt/notesMasters/notesMaster1.xml" Id="R288b9adf44cb4e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f3b49d744f4441" /><Relationship Type="http://schemas.openxmlformats.org/officeDocument/2006/relationships/notesMaster" Target="/ppt/notesMasters/notesMaster1.xml" Id="R18345274105c4e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5f36cdf93b41af" /><Relationship Type="http://schemas.openxmlformats.org/officeDocument/2006/relationships/notesMaster" Target="/ppt/notesMasters/notesMaster1.xml" Id="R96b7477bf62b49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ea0d9ecc6d4c08" /><Relationship Type="http://schemas.openxmlformats.org/officeDocument/2006/relationships/notesMaster" Target="/ppt/notesMasters/notesMaster1.xml" Id="R13d2fafa2a4542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99727b3e1b41fe" /><Relationship Type="http://schemas.openxmlformats.org/officeDocument/2006/relationships/notesMaster" Target="/ppt/notesMasters/notesMaster1.xml" Id="R7fd43a2974d342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f2780f388640dd" /><Relationship Type="http://schemas.openxmlformats.org/officeDocument/2006/relationships/notesMaster" Target="/ppt/notesMasters/notesMaster1.xml" Id="R49dcfe43bd9141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6a1e250e4e43c6" /><Relationship Type="http://schemas.openxmlformats.org/officeDocument/2006/relationships/notesMaster" Target="/ppt/notesMasters/notesMaster1.xml" Id="R3d6f9afda7a049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fcab65ffb64309" /><Relationship Type="http://schemas.openxmlformats.org/officeDocument/2006/relationships/notesMaster" Target="/ppt/notesMasters/notesMaster1.xml" Id="Rd466ecaa20fc4c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f2af8254f24955" /><Relationship Type="http://schemas.openxmlformats.org/officeDocument/2006/relationships/notesMaster" Target="/ppt/notesMasters/notesMaster1.xml" Id="R54cacac20d8b43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771b2c48fa4d27" /><Relationship Type="http://schemas.openxmlformats.org/officeDocument/2006/relationships/notesMaster" Target="/ppt/notesMasters/notesMaster1.xml" Id="Re9c4a7dfc79a44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2ea2ea60df487a" /><Relationship Type="http://schemas.openxmlformats.org/officeDocument/2006/relationships/notesMaster" Target="/ppt/notesMasters/notesMaster1.xml" Id="Rf8f0c2ea4fbf4b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475410989c48b1" /><Relationship Type="http://schemas.openxmlformats.org/officeDocument/2006/relationships/notesMaster" Target="/ppt/notesMasters/notesMaster1.xml" Id="Rb54a070346834ed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b85a59449447ed" /><Relationship Type="http://schemas.openxmlformats.org/officeDocument/2006/relationships/notesMaster" Target="/ppt/notesMasters/notesMaster1.xml" Id="R8a43303a4cf44b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db4acb78114658" /><Relationship Type="http://schemas.openxmlformats.org/officeDocument/2006/relationships/notesMaster" Target="/ppt/notesMasters/notesMaster1.xml" Id="Ra96dd3cb169b4d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5618e052744a06" /><Relationship Type="http://schemas.openxmlformats.org/officeDocument/2006/relationships/notesMaster" Target="/ppt/notesMasters/notesMaster1.xml" Id="R691407aaf86e40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a2fd0618be4482" /><Relationship Type="http://schemas.openxmlformats.org/officeDocument/2006/relationships/notesMaster" Target="/ppt/notesMasters/notesMaster1.xml" Id="R5c5b20b31bad4c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156e50828d49a4" /><Relationship Type="http://schemas.openxmlformats.org/officeDocument/2006/relationships/notesMaster" Target="/ppt/notesMasters/notesMaster1.xml" Id="R5f0f7e482b1b405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05a4e92a9cd453e" /><Relationship Type="http://schemas.openxmlformats.org/officeDocument/2006/relationships/notesMaster" Target="/ppt/notesMasters/notesMaster1.xml" Id="Rfebb242f3d9940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18599f1e374545" /><Relationship Type="http://schemas.openxmlformats.org/officeDocument/2006/relationships/notesMaster" Target="/ppt/notesMasters/notesMaster1.xml" Id="R4ae3b13aba13432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fe9a37402a422c" /><Relationship Type="http://schemas.openxmlformats.org/officeDocument/2006/relationships/notesMaster" Target="/ppt/notesMasters/notesMaster1.xml" Id="R9079188326b94b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21464a93654a95" /><Relationship Type="http://schemas.openxmlformats.org/officeDocument/2006/relationships/notesMaster" Target="/ppt/notesMasters/notesMaster1.xml" Id="Re5281e0d8fee4f9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16bad183f5b44ae" /><Relationship Type="http://schemas.openxmlformats.org/officeDocument/2006/relationships/notesMaster" Target="/ppt/notesMasters/notesMaster1.xml" Id="R0f71097dd9114f0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f6eefa692da4bb0" /><Relationship Type="http://schemas.openxmlformats.org/officeDocument/2006/relationships/notesMaster" Target="/ppt/notesMasters/notesMaster1.xml" Id="Rc84f7cb93af744b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b7afcf76cb54b26" /><Relationship Type="http://schemas.openxmlformats.org/officeDocument/2006/relationships/notesMaster" Target="/ppt/notesMasters/notesMaster1.xml" Id="R5f92bd6cd0d1475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95ae95d426a4b3c" /><Relationship Type="http://schemas.openxmlformats.org/officeDocument/2006/relationships/notesMaster" Target="/ppt/notesMasters/notesMaster1.xml" Id="Ra5970bddec4a437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bf9f6fda64a4915" /><Relationship Type="http://schemas.openxmlformats.org/officeDocument/2006/relationships/notesMaster" Target="/ppt/notesMasters/notesMaster1.xml" Id="Re9bc67c134a44df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f68d08bc0044008" /><Relationship Type="http://schemas.openxmlformats.org/officeDocument/2006/relationships/notesMaster" Target="/ppt/notesMasters/notesMaster1.xml" Id="Rf4cf0d3b1d8845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a0a5e9619f74406" /><Relationship Type="http://schemas.openxmlformats.org/officeDocument/2006/relationships/notesMaster" Target="/ppt/notesMasters/notesMaster1.xml" Id="R2c66a54257a7468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4b0f4053a294d38" /><Relationship Type="http://schemas.openxmlformats.org/officeDocument/2006/relationships/notesMaster" Target="/ppt/notesMasters/notesMaster1.xml" Id="Rfbf903f34e05446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676ffbb4c504256" /><Relationship Type="http://schemas.openxmlformats.org/officeDocument/2006/relationships/notesMaster" Target="/ppt/notesMasters/notesMaster1.xml" Id="R0f1095b9072b467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c5bd967f029456a" /><Relationship Type="http://schemas.openxmlformats.org/officeDocument/2006/relationships/notesMaster" Target="/ppt/notesMasters/notesMaster1.xml" Id="R75e5be9a739d4a1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93af050082942dc" /><Relationship Type="http://schemas.openxmlformats.org/officeDocument/2006/relationships/notesMaster" Target="/ppt/notesMasters/notesMaster1.xml" Id="R4fd36f614d6247d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b13ce2dada947b4" /><Relationship Type="http://schemas.openxmlformats.org/officeDocument/2006/relationships/notesMaster" Target="/ppt/notesMasters/notesMaster1.xml" Id="R5c5f4993671748e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c25a1cd3e40415f" /><Relationship Type="http://schemas.openxmlformats.org/officeDocument/2006/relationships/notesMaster" Target="/ppt/notesMasters/notesMaster1.xml" Id="R86127127ddf7447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ffc66ed186e47b7" /><Relationship Type="http://schemas.openxmlformats.org/officeDocument/2006/relationships/notesMaster" Target="/ppt/notesMasters/notesMaster1.xml" Id="R2c174ae4a82f47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75b87b302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1abfe76744920" /><Relationship Type="http://schemas.openxmlformats.org/officeDocument/2006/relationships/slideLayout" Target="/ppt/slideLayouts/slideLayout1.xml" Id="Rb95c9a1df8f2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5c9a1df8f2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05cc35acd42a3" /><Relationship Type="http://schemas.openxmlformats.org/officeDocument/2006/relationships/notesSlide" Target="/ppt/notesSlides/notesSlide1.xml" Id="Rb85c9d03c46244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60c8c75ff4d43" /><Relationship Type="http://schemas.openxmlformats.org/officeDocument/2006/relationships/notesSlide" Target="/ppt/notesSlides/notesSlide2.xml" Id="R5f422a96dc914c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84cf487a74847" /><Relationship Type="http://schemas.openxmlformats.org/officeDocument/2006/relationships/notesSlide" Target="/ppt/notesSlides/notesSlide3.xml" Id="Rd2deb6430c2c46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21c937687479b" /><Relationship Type="http://schemas.openxmlformats.org/officeDocument/2006/relationships/notesSlide" Target="/ppt/notesSlides/notesSlide4.xml" Id="R70ac4f7d6f4a4e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92b1c152f4fad" /><Relationship Type="http://schemas.openxmlformats.org/officeDocument/2006/relationships/notesSlide" Target="/ppt/notesSlides/notesSlide5.xml" Id="R5a2f103d517b4e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5024ca7074dd8" /><Relationship Type="http://schemas.openxmlformats.org/officeDocument/2006/relationships/notesSlide" Target="/ppt/notesSlides/notesSlide6.xml" Id="R137be83eef214f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b35754cb44f02" /><Relationship Type="http://schemas.openxmlformats.org/officeDocument/2006/relationships/notesSlide" Target="/ppt/notesSlides/notesSlide7.xml" Id="Rfebb9da76965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f639e29a74bea" /><Relationship Type="http://schemas.openxmlformats.org/officeDocument/2006/relationships/notesSlide" Target="/ppt/notesSlides/notesSlide8.xml" Id="R8ecbbfcff0f247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e39532ac24bf1" /><Relationship Type="http://schemas.openxmlformats.org/officeDocument/2006/relationships/notesSlide" Target="/ppt/notesSlides/notesSlide9.xml" Id="R41d6b32fb34b49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ee50e59114cd6" /><Relationship Type="http://schemas.openxmlformats.org/officeDocument/2006/relationships/notesSlide" Target="/ppt/notesSlides/notesSlide10.xml" Id="Rcb6b6dbed5ae4b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dac53425748d2" /><Relationship Type="http://schemas.openxmlformats.org/officeDocument/2006/relationships/notesSlide" Target="/ppt/notesSlides/notesSlide11.xml" Id="R63c7bf7e3b214e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7819ada79439d" /><Relationship Type="http://schemas.openxmlformats.org/officeDocument/2006/relationships/notesSlide" Target="/ppt/notesSlides/notesSlide12.xml" Id="Re89ca52b5d0049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3e5ee51c049d5" /><Relationship Type="http://schemas.openxmlformats.org/officeDocument/2006/relationships/notesSlide" Target="/ppt/notesSlides/notesSlide13.xml" Id="R7788e6a9b3a040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0c2d65a7e4581" /><Relationship Type="http://schemas.openxmlformats.org/officeDocument/2006/relationships/notesSlide" Target="/ppt/notesSlides/notesSlide14.xml" Id="Rac93aecabdd34e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aac4ac9d446b8" /><Relationship Type="http://schemas.openxmlformats.org/officeDocument/2006/relationships/notesSlide" Target="/ppt/notesSlides/notesSlide15.xml" Id="Rc866c5038a3d44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83933765f4ea0" /><Relationship Type="http://schemas.openxmlformats.org/officeDocument/2006/relationships/notesSlide" Target="/ppt/notesSlides/notesSlide16.xml" Id="R114b28a8e78545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934b0205d452b" /><Relationship Type="http://schemas.openxmlformats.org/officeDocument/2006/relationships/notesSlide" Target="/ppt/notesSlides/notesSlide17.xml" Id="R390dd87784cd47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1afae40f14fab" /><Relationship Type="http://schemas.openxmlformats.org/officeDocument/2006/relationships/notesSlide" Target="/ppt/notesSlides/notesSlide18.xml" Id="R3330abed5c854e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8a57a735f43c5" /><Relationship Type="http://schemas.openxmlformats.org/officeDocument/2006/relationships/notesSlide" Target="/ppt/notesSlides/notesSlide19.xml" Id="Rac31fb3d41e641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c68b2370749cd" /><Relationship Type="http://schemas.openxmlformats.org/officeDocument/2006/relationships/notesSlide" Target="/ppt/notesSlides/notesSlide20.xml" Id="Rf790ca8b1f3746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98c97a5754dac" /><Relationship Type="http://schemas.openxmlformats.org/officeDocument/2006/relationships/notesSlide" Target="/ppt/notesSlides/notesSlide21.xml" Id="R08ca7de9580440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25048e5e0489f" /><Relationship Type="http://schemas.openxmlformats.org/officeDocument/2006/relationships/notesSlide" Target="/ppt/notesSlides/notesSlide22.xml" Id="R52e5838e177e49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e53270d384d8b" /><Relationship Type="http://schemas.openxmlformats.org/officeDocument/2006/relationships/notesSlide" Target="/ppt/notesSlides/notesSlide23.xml" Id="R48992616bfc64a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28b6211a0423e" /><Relationship Type="http://schemas.openxmlformats.org/officeDocument/2006/relationships/notesSlide" Target="/ppt/notesSlides/notesSlide24.xml" Id="Rae08147805b1447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3c3dbc89d4314" /><Relationship Type="http://schemas.openxmlformats.org/officeDocument/2006/relationships/notesSlide" Target="/ppt/notesSlides/notesSlide25.xml" Id="Rd6c924ac8b5744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c32eecd7c41b9" /><Relationship Type="http://schemas.openxmlformats.org/officeDocument/2006/relationships/notesSlide" Target="/ppt/notesSlides/notesSlide26.xml" Id="R92c89305a3234e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3bc341f2c4292" /><Relationship Type="http://schemas.openxmlformats.org/officeDocument/2006/relationships/notesSlide" Target="/ppt/notesSlides/notesSlide27.xml" Id="Rae213467f70c40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1c019180146d1" /><Relationship Type="http://schemas.openxmlformats.org/officeDocument/2006/relationships/notesSlide" Target="/ppt/notesSlides/notesSlide28.xml" Id="R67c8bc2464664f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ffec3662a4c77" /><Relationship Type="http://schemas.openxmlformats.org/officeDocument/2006/relationships/notesSlide" Target="/ppt/notesSlides/notesSlide29.xml" Id="Rd0c2163bf76f42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ce94d8bb34786" /><Relationship Type="http://schemas.openxmlformats.org/officeDocument/2006/relationships/notesSlide" Target="/ppt/notesSlides/notesSlide30.xml" Id="R51fbecb74c8440b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2ea8253724f93" /><Relationship Type="http://schemas.openxmlformats.org/officeDocument/2006/relationships/notesSlide" Target="/ppt/notesSlides/notesSlide31.xml" Id="R7ff7a8dd42984f9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8139471a84d71" /><Relationship Type="http://schemas.openxmlformats.org/officeDocument/2006/relationships/notesSlide" Target="/ppt/notesSlides/notesSlide32.xml" Id="Rca49d4ee20ce48b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c9fa2e3a94f75" /><Relationship Type="http://schemas.openxmlformats.org/officeDocument/2006/relationships/notesSlide" Target="/ppt/notesSlides/notesSlide33.xml" Id="R34b9700dd0bc4c1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4052b32814714" /><Relationship Type="http://schemas.openxmlformats.org/officeDocument/2006/relationships/notesSlide" Target="/ppt/notesSlides/notesSlide34.xml" Id="R8ef95d0d26774d9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bf631e73a44fd" /><Relationship Type="http://schemas.openxmlformats.org/officeDocument/2006/relationships/notesSlide" Target="/ppt/notesSlides/notesSlide35.xml" Id="Rdfddac765b7b48b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944f52df54030" /><Relationship Type="http://schemas.openxmlformats.org/officeDocument/2006/relationships/notesSlide" Target="/ppt/notesSlides/notesSlide36.xml" Id="R3685e62caf8a488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d5b2c80c8446e" /><Relationship Type="http://schemas.openxmlformats.org/officeDocument/2006/relationships/notesSlide" Target="/ppt/notesSlides/notesSlide37.xml" Id="R6f8a88307e24470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f5b7008614625" /><Relationship Type="http://schemas.openxmlformats.org/officeDocument/2006/relationships/notesSlide" Target="/ppt/notesSlides/notesSlide38.xml" Id="Rd3481f33b66345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b09abcdca422d" /><Relationship Type="http://schemas.openxmlformats.org/officeDocument/2006/relationships/notesSlide" Target="/ppt/notesSlides/notesSlide39.xml" Id="R4ac656a769424ab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0c750128f43bb" /><Relationship Type="http://schemas.openxmlformats.org/officeDocument/2006/relationships/notesSlide" Target="/ppt/notesSlides/notesSlide40.xml" Id="Rbdb2e44127c34a1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f65b866f94ef8" /><Relationship Type="http://schemas.openxmlformats.org/officeDocument/2006/relationships/notesSlide" Target="/ppt/notesSlides/notesSlide41.xml" Id="R9b95e02f4c1e4fe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64500d3ad4a71" /><Relationship Type="http://schemas.openxmlformats.org/officeDocument/2006/relationships/notesSlide" Target="/ppt/notesSlides/notesSlide42.xml" Id="R5214ea18c6904d8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54f7b0bd348b3" /><Relationship Type="http://schemas.openxmlformats.org/officeDocument/2006/relationships/notesSlide" Target="/ppt/notesSlides/notesSlide43.xml" Id="Raf3f22acee9e4bb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a56dd1267454f" /><Relationship Type="http://schemas.openxmlformats.org/officeDocument/2006/relationships/notesSlide" Target="/ppt/notesSlides/notesSlide44.xml" Id="Rab0658630e6147a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7bf109ec643b8" /><Relationship Type="http://schemas.openxmlformats.org/officeDocument/2006/relationships/notesSlide" Target="/ppt/notesSlides/notesSlide45.xml" Id="R0463a49013654f9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a21cec2af456a" /><Relationship Type="http://schemas.openxmlformats.org/officeDocument/2006/relationships/notesSlide" Target="/ppt/notesSlides/notesSlide46.xml" Id="Rce3586465e0347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319D3-77E6-478E-BAC9-767D346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8523D-25EB-4DFE-BE30-498E4449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9D931-9BB1-4437-9D2E-E438DF39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945AC-94A1-4B2E-A169-2BCC452D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76529-C6E8-4A2C-8BF7-E4FE7C39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7"/>
                </a:solidFill>
              </a:defRPr>
            </a:pPr>
            <a:r>
              <a:rPr sz="3450" b="1">
                <a:solidFill>
                  <a:srgbClr val="1F2937"/>
                </a:solidFill>
              </a:rPr>
              <a:t>Characterization and Remote Invocation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A6375-9C1B-4640-B552-1BC87613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25B"/>
                </a:solidFill>
              </a:defRPr>
            </a:pPr>
            <a:r>
              <a:rPr sz="1725" b="0">
                <a:solidFill>
                  <a:srgbClr val="52525B"/>
                </a:solidFill>
              </a:rPr>
              <a:t>Distributed Systems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B7083-7424-4636-A60E-B1BCD9E7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94C7F-8803-4578-B350-5FAB0710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3B984-56B2-46F8-9DD7-60DEA4F3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57923-B528-4FF8-BC64-31BFF15C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9873E-755B-42E6-A74E-580036C8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93CE0-BB88-4C88-980A-7E5B6515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806791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128DD-2090-4A5F-8EB5-2EC5A4FF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024A6-07BF-42D2-9770-588DDC84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09755-C84D-4066-8505-E5D89E48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57BE1-47A6-4D3A-9A43-8B23A2AB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D50E5-239E-44B4-9D2D-01265CF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61ECE-9EC6-407F-9C3A-67A0AD62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45CA7-E3A9-420C-9353-1F59B760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52C7F-1FD0-4F85-BDD9-49C193A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D54CE-A2FF-478E-91B0-A9A030A7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1889B-9112-459B-B0D3-8797E15A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3E81F-6FE9-41C6-8FAD-4114676D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447BA-7B0F-40A7-B503-AB7F4EB9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7AEA3-D5DE-47F7-A5D6-6DD2501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695589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B4EBD-5BF1-440D-B5DE-C9161865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5C767-4A2D-4BD1-996E-5F05FF3C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1715D-6217-4C28-B700-51CB055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FB8CA-3511-4FA0-9653-D923AE7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F89F5-5E82-47C4-90E7-68B037AD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05948-4BA3-453C-A096-061711D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E3094-76DC-463C-A1DC-39227525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Introduction to distributed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ED505-D386-4008-87CB-78346DC0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A93FB-6054-4622-8348-C8159F08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Resource sharing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3BFF0-533D-42DC-9A72-95A65FEA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E0D3B-A17D-464E-925C-193555E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Challenges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667CE-FA3C-43E4-8669-84E07B79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72C34-C993-4008-AA24-DD5E6A54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Request-reply protocols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45829-7F54-4695-A5ED-99AC4ED0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16C90-3984-4A36-B71D-B3F5B1FB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Remote procedure 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5DC1D-F430-43A1-A4FC-379F0ED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11CBE-4BFD-408C-A304-91FD2C4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Remote method invocation</a:t>
            </a:r>
          </a:p>
        </p:txBody>
      </p:sp>
    </p:spTree>
    <p:extLst>
      <p:ext uri="{BB962C8B-B14F-4D97-AF65-F5344CB8AC3E}">
        <p14:creationId xmlns:p14="http://schemas.microsoft.com/office/powerpoint/2010/main" val="1383657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0CCEC-CFFC-47CB-BFBE-6E36BD01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6753C-042E-4B6E-9E3C-EA390492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84BDD-0A9B-4147-A919-14314E68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F7378-1E42-447E-AAA1-A39DC2E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CEC37-DACB-4BF0-95D3-5EDA568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Introduction to distributed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BAE1C-4B96-4294-9646-97052C3B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4EC99-60DD-4D91-8E55-693322CA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Introduction to distributed systems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576E-FEF1-49CE-8D8B-00C4C7B4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2A67C-8B82-4EFA-9E4D-99486B6A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8ED4F-EBC1-4C8C-A768-F8D468F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20F9F-040D-4DCE-91E7-0325734F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3A77E-4BC7-44C7-B124-9FBD9B18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EA34B-FE9E-4B64-90C2-5203521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A4D83-4B16-45F4-9576-3923B2B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8D26C-9DD7-42F9-8D70-8B9DEE77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4765A-B0C0-431A-837C-1321570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49F8B-8D2D-4142-8D73-F828D8F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5489D-E56C-4CEC-A364-07FD7109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introduction to distributed systems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95655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138D9-9EB5-499B-BC56-48F0BDE5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87E8D-3A47-4476-BDF7-712A7919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DD27F-67F8-46D7-83FB-9945D16F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6660F-2FFA-44D5-9D9C-B53F612F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03254-5E13-4873-A51F-DE7305D7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Introduction to distributed systems: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CE9D4-4832-4440-AC92-B79DDAF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17FCF-48FB-4138-8D8E-D74D1A7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BBE01-2674-43BE-B425-043D3C2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42495-8BA9-47A8-A1F6-AE534000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909805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B89192-0CCD-489E-93AB-4AFFC454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E0237-6343-4919-8BC8-CB6064E8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EAF74-C923-456B-8F22-2450A5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E0CA-3EA5-4EBC-9AEC-4A0A84F3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43F6C-BE38-4589-9B97-DDBFF9DA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Introduction to distributed systems: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46361-880E-433E-BFF6-CE7329C6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2CA99-7401-41D4-936A-566AD7A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D419A-A8D1-42CA-9C3C-9D77774C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9AB8D-4C59-48BB-BD4A-7B65B68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25DDA-2EC4-43DA-917C-2C33803A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E45F5-2EC8-463A-A760-4FD0E80C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0AB57-00E5-470F-A4B2-1987041E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6212A-B5B5-4675-AE33-12AF706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B71DB-1EBA-4A7F-A359-7C8F301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6B05E-D554-4648-B685-CC8E96B9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4842C-9C72-4A5B-83DF-F950EF36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0F191-7747-42D3-BC05-106CCA34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A8AEA-01C8-493D-8A43-E86780B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CE740-AEC4-45C4-959D-ADBF8588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BAE89-7C13-4FBC-B6FA-24C0C50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DC4D4-6692-4D47-BCE3-697B7DE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C246F-CB8B-43B1-95CD-1D1E4210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E1CED-2D75-40FD-8C82-136B376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51843-FDA3-40F4-8925-BC72B8C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8A4B11-C744-4573-BB52-47249F39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1A417-ED23-4A39-8416-A3ED8EB4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16A3C-0399-401B-AE2E-E9EF2808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469D3-4C4E-4B89-BF91-D0E2ECF2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9C42C0-7636-4D04-BEC6-444D2FC8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7692E7-F756-48B0-8B5F-EE777E1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3E3F58-B156-4867-A119-D9B62F1E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introduction to distributed systems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49824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C4B3F-1528-41E9-9711-CF15155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AE3A4-16B2-4A58-923C-7BDD1EC1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F2F35-5479-4810-99CC-98752534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6D9FE-F035-4FD2-9E09-8C96BA2E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1BADF-7B75-4683-97A7-F4E26564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Resource sharing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BE6C8-C986-47CD-9B11-053E7342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0EAA5-2BFC-449A-9BF8-E2DE5B15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Resource sharing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2B5DD-87A8-4C18-AA11-94B04A54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E9F3D-2A44-4D66-AD23-95701D61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8B3D4-08E1-4956-9629-77D13E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E9314-0406-4FD2-A612-9B22A5EF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93BEF-A326-4B1F-AD51-AB440F95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CD2EA-2F7E-4DC1-9578-D61B1199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9DD50-02E7-4CB8-BC14-9BE31062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1269E-26BB-4C26-B2D9-603158F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CDBB4-DC9C-49FC-99DF-0CAD265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08DF0-7176-4ECE-897A-E2A91024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9A24F-5468-4692-BAF6-0374FDB2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resource sharing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30337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FBFE1-05CB-494B-B5C9-78E64408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BE7E2-66C3-4E02-9795-F81761A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125FC-5791-4500-B479-8A4AE69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3685C-0F9D-4155-AA13-FB96464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120FD-D862-4941-AEEF-BDA61281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Resource sharing: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00F1A-955C-4829-B46B-88BF0D78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56392-7D0C-49AB-8D21-48BB8D6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A34D4-7DB5-48D0-95EC-7A033582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32B6E-B5BD-4067-A5B1-801C8374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993127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9B95D-9533-40FC-8C56-4CE4AB2E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19E07-2088-4645-8793-9ED861A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873F8-FE72-4892-8445-DBBC76E8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56C55-B8BB-4171-ABB9-A06F0E2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F900D-1A12-4C11-BF7B-628A15B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Resource sharing: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84837-5757-473B-B182-3035366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D91E0-50BA-4B9E-8294-1210F7A4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AF153-8ADC-4ADA-8F79-0F1D5DE6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F3AD4-743B-4CC5-BBA8-6598242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BACE2-9CBE-49BD-812A-99C7894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66009-0B5A-44BE-BB77-D4E69976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9A1DB-0717-41C4-AA72-42073BD7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A071F-CC49-4D65-A9CF-4CCF2920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2CF6E-4DFE-4302-9746-AE675A80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0FB7B-DFE0-49A9-95CB-F6F9EBA5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5F76F-DCC5-4870-BBF0-3F484111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429FE-73FD-40D9-96C5-BBB7E297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F00E2-0B73-4A66-A389-3EF18811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8B095-7957-4548-B8F1-6367F11C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7328C-05C0-4903-ABDA-5E5AE389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8DD20-294C-4B3E-8E7C-A6E90E2A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C4D5B-89AE-42E8-B789-5D71518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AB003-D8AE-4FBE-8C0E-57049D3B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E1B9B-0A13-4F1D-AE24-1AB99BF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24E72-BBF3-4ABD-AE11-D19AF19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2B54E-793E-4489-8006-8CBA980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D9584-CFDF-4997-BB64-907D3A26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215B9-2031-433D-A89D-1EBE99C3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B8A7B-D110-403D-8FEE-FFC7779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0594FD-6054-403D-BBBE-B8F27018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F17B0E-3FC5-462F-A0B3-1653ABE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resource sharing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79526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AB5D0-B8FA-4450-936B-40F906D8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E354C-3262-4F6A-B1CB-B49F56A6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EFD60-955C-45B8-B152-5DB03D92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23C42-9A94-40A0-ABFC-942AFDAE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520EA-21A4-464E-99AE-DAAEDF8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Resource sharing: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FE564-E17E-4883-A419-E18BEEF7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AD5B8-4220-4A1C-8013-75C08CDC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C111D-5FFA-41D8-B00F-2BB8539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10155-DC41-4132-BC67-6AD3DBF6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B25BE-C86F-4AA4-9E1F-36415957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CD825-BF15-4844-8FC7-D78B234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Resource sharing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5466C-6915-4D3B-AD1E-7BED962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66BC2-FAF7-4C7D-82BB-9F367255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2FB35-D327-41D9-9F89-3221C132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96CFA-8937-4144-95B4-68E84511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25FD6-5A8F-4963-8BE3-BD96CE7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49DF2-E484-4E5F-A68C-A801041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EC3ED-89A7-427F-AF69-A1B47997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94775-8E7A-43DC-8DDF-E05D4115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26644-4BFC-4C10-94BB-99B639C7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623B5-DCA5-42A8-83EC-367071F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646674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59010-CDDF-4BFD-A54D-2B3BA427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DF949-E6AE-4DF3-933A-D80BC2AF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1F03A-AF6A-4330-B13D-704F926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AE2C4-443B-4A78-8B7E-2EDC484E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2109-D546-4FF1-B352-5DB5FCD5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Challenges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5298A-99E2-41B6-A6CE-8DAD8CF4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A2618-6658-4FA9-942F-EACBF9EF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Challenges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566E9-83C2-4472-8F6B-47D88501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701AB-E145-4D2D-8F81-1DF4C3E3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E7554-2C4C-4A7F-AD18-4D1D4EA3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F0E85-ABDF-4B22-ADF7-21A1CF36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9B112-8D48-4D8B-84D0-3375C358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DEF6F-0B3D-4962-B2D0-812B7BDA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46B4C-4995-436A-8D86-56A6FC0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93D06-4F93-47C2-A2B9-F8CAE62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2923E-E8F0-468A-9FA7-B25F124F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A03F9-C47C-46F9-B645-5123B69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9D315-8028-4081-A539-04DA2CB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challenges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855127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BFDFD-F864-4D4D-A651-3B21186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03CD1-C749-408A-B36F-11AC694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69354-FD03-4DE4-A8E7-FE1D06D3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CAC27-E373-4364-9AC4-B21E0D3A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CE2A9-E8D2-44DE-A2DD-D4A67F7F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Challenges: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4A512-EB43-447D-A344-88712904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21342-F03E-401C-B60D-D8B2E482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7CFAB-A3CF-43E4-B09D-0B850C9F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5E9D4-7AE2-4AAC-BB67-7C367882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1344862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238378-3168-4100-9D8D-8B565F3A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24FB5-7531-41CB-B68D-994C8908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AD8E1-8894-4809-87C7-B409BFCB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F4762-1347-461F-AFD3-E520C453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25965-9336-4E1F-BAC9-3F19743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Challenges: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63008-6127-457A-A52B-91D5380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02B69-B9A0-4EB9-8E19-50FEE043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9C647-8BF0-4B1D-8B66-C76B90E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D1924-89A0-41DD-8C5B-11206548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2E56C-0659-4D20-919A-E900A186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8DBB5-C6E1-439F-80AB-7FE93B3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069A7-E4A2-430B-9565-994606F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35938-3058-45DB-BA57-F23EC56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E21B9-F081-4C33-925A-65D43CD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D055B-30E0-4FE8-BDF6-A64D70C9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F798C-EC63-4140-94A5-F9FC8993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4B2B5-713A-4BE3-80A9-B6ABD523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BDAF8-D167-4D23-A42B-B86A4D31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303F9-AE49-4644-9991-F3478EC8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00847-E5AD-4A33-A8F7-7E1E61D8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C614D-5DB7-49E5-BF2D-F9148C8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AAD4F-0658-46E0-9067-473F8F67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747E0-4880-4239-8947-90AD817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53FA8-5CD8-400D-A3CE-BF19A53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68DFE-AA80-46B2-A11A-94D45AF1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45292-3559-4A21-8CEB-610CD90B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3FFB0-2EE8-4BBC-8F3E-7458C0F9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626DE-C979-435A-B922-11E96117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CEEC76-CFEA-4228-9453-EF9D949D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12841-A1C7-468C-8F32-CC553F89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9FAFC-059B-47E5-B7E4-D7E1CA8F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challenges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06626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0AD94-07BF-4A33-91EA-5AEF6BD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D39D-1724-4470-B1E5-F36338A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F36D8-989F-4293-B322-6FA47B3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B0D5E-543E-4FF5-B235-2264F232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BE2C6-3963-4C6C-8165-63812EB0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Request-reply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0C766-0F3F-41E1-8D55-56DA2A75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57BCB-13AD-4685-B1EC-2383E3A2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Request-reply protocols is best taught as a client stub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4238D-E6C4-48EC-937C-2E99DAA0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4E2F5-4CE7-49BF-B621-6DC0D85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marshal request with server dispatch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6575A-EBE1-4683-B234-96C528D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AE661-DC1A-49E4-B81F-631E413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reply and exception handling.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9EDB1-5292-43F3-84C1-52F21FEB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client stub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335A7-98C8-4A09-8B2C-27F08721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marshal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3B5C2-4396-456A-A1ED-8CFA65A7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server dispatch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D9CCA-7349-48C7-9EC0-55722818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69548-C88B-4558-B88A-07DCA85A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exception handling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02E0D-EF39-4345-8FD6-463FB286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3A293-3A24-4474-8AB4-D2263618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request-reply protocols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915172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AC390-DD77-4775-92FD-EC15D47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26A35-BB1C-47A3-96E7-12DC8200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CF0AD-E33C-4084-992C-D606F443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63719-AAD6-46F2-A649-5E8BF8B0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41C3F-56D1-4BA9-B47C-D46F6956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Request-reply protocols: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D2D0C-5772-4E7E-A113-1AD7C8B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6AAC2-6149-41BF-A8FB-9D06D09A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7513D-C247-462D-A272-D309B8D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CBA44-5B1B-49F3-9E9B-030D4E0E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8298785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E0ED1-DD30-4E6B-87CD-AB694BB3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95663-D50F-4E62-9E1D-C9AAD6A4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DB4A5-04E9-4068-ACF8-02E990B9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52F1F-0329-4840-91F6-6580F46E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98870-D0B2-4519-970B-0F610FAB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Request-reply protocols: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0E6A5-A199-42F1-BDA9-DE69CF36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89CE2-6866-45C0-A8B3-9BB97138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882F5-576F-40A8-A057-25AC3E78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9864-A2E0-4E27-A256-233CEBEF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701B9-039F-4A85-88C0-BAFFACA6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DAA6A-1DD2-474A-89E7-C97A332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64B5E-E3C1-4E91-BDB4-5A5616AE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8D2AE-4ED9-4337-9BE9-6DF5AA4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client stub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35AE7-55A4-4D3D-B825-780796A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marshal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3FF55-3737-4254-84ED-922B46F5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8D057-EB4A-4670-8D49-831F4A1D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94953-AB47-41D3-8627-A63C4A1D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C44D3-73E1-4BCB-9325-276B827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marshal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A33A7-B313-4C4A-BDE0-226AFD70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server dispatch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CE218-B41E-46F4-8762-29B89440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62461-7F42-45B5-9E04-8369E8F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BECA2-F896-4A4C-9AC7-CE7F9746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10D21-78AC-4FD7-A574-D5DAFE82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server dispatch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5FB02-4B29-4EED-82BE-FCCDCCD4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EA115-6065-40E7-98E6-4254032A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26168-A136-4F78-89E9-EF929CED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20877-11F6-4EF1-A79E-EC60C7C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052B6-3D6D-4F98-8252-0F7C999A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reply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0ABCA7-DD8F-4B88-AC54-9E53176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exception handling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D6DBD-1E27-4A23-9AE6-49ED98CC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F2CF4E-6F86-45FA-851B-FF176F84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request-reply protocols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344871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41AB7-9FA1-4C9A-9504-297C4496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F959D-106E-4265-A23E-23FA15EC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5EADB-97C1-47B8-AACD-0421BA9D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D6564-5F9D-4108-ABFE-D0EDEC2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986C8-D203-4023-AF0D-5DAFCC2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procedure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92068-8B5E-4FCE-9296-99E3CE3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80F17-258B-4795-9181-8791EF35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Remote procedure call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EA7CC-9C13-49FA-B888-B90EE79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66393-E7EA-40F0-A2E3-04B81FC3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470E1-C61C-4A6F-AEC1-714D6FD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95A12-F12D-4D26-852F-CF480B6F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92508-0B41-4B05-9BF2-475D71BA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35153-068E-43E2-91CC-EAAA610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7F075-8626-430A-9544-2E8C1275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FAF94-0263-4641-9483-06CB8A7B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ACB6B-97A5-4AE9-BE97-10D6033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24FD6-59A1-43C4-817A-955694C0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3588F-B487-4F41-9BCC-6DDE2D10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remote procedure call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283651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A7037-0512-4ABC-B992-F7FA36B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C17BF-A9B8-4119-8476-C00DB8D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23DA5-022F-4783-B84D-F06E4598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C43DE-C7F1-4C22-B0EB-E6D18306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27F8B-76A3-454E-A1D7-68BC8E9F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procedure call: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FBB1A-9AC4-4D8E-A29F-4611E1B2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E0675-08D6-4329-8340-0D6EE89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22C40-21A3-41AC-A5F6-4E95B47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9E134-27C8-4761-8EF5-E2D091E5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9800990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25225B-DC5C-4A8B-8772-1BF51D52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9D71C-962A-4EF5-8EA5-BBD487B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AD641-7303-45DA-ACE8-3E48AE2B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33996-BE0B-4639-99FF-987B94F9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32011-0B09-4A52-B790-34EB8523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procedure call: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80ACB-5567-4AE8-ACAE-7A87581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E5549-8241-4F3C-B32A-2C469ADD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5CAA5-1E38-43DC-BE5C-5E55E5C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07F26-F3CC-4FB2-A4D5-237E6806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9E193-51E0-4555-848B-6B13808A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64D00-2CA0-4709-A36E-5DF86D0D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1B309-3D58-4087-A381-504AE4B5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0B472-4FDC-44BC-88F9-9A32759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301B5-BFE9-491E-9CDC-65616902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E7476-8455-46F6-BF26-4B345294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D83E9-B36B-4A47-9139-B8FAD0B1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1BB48-64B9-4747-A016-D78F630C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3DFE7-A5EB-42A6-82D8-43238C45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9DB1C-4C0D-4AAB-8326-505E45FD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22CB0-8244-493F-B27D-04FEB192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3D6F4-C743-4024-86FC-DDF433A4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8783C-1BBC-4411-8D8C-93FFC165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D24B2-76A3-4E97-BA9C-F829330C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82D01-D040-4EBE-B9D1-92C79CD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455E2-F10A-4D7E-9A57-C3823467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C48A5D-21AC-4191-8FAB-4DC76A58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792C0-3C46-47EA-A903-5585B721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0CAD8-1576-48A8-9D3F-CB2578FA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33874-6588-46E9-9713-C38C67C0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E7090-36D2-45DD-B35E-FE2DD31A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293C9-53B7-4215-BDDB-57CDA751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remote procedure call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050142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06B18-A089-41DD-9900-99BAA472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9C1C9-2A20-43CC-AEFC-0D21E7F6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5356B-B8C3-491E-8E78-ABF73DA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E956F-BA72-4A62-B8CA-58B89E3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29F83-C19B-4B88-91D5-47DE9781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procedure call: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934F2-2FE2-4544-AE65-DCB9079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5A216-98F0-4E2E-B6B8-01E29FC2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36663-08ED-41AE-AA53-88706BC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7E47D-8F38-4F83-BDF9-A9CB5B3B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F79C0-3F0B-4D14-9A04-83F280B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B4CB7-AD60-4B9B-A3B7-88523504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Remote procedure call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62AF8-61D2-403D-BDEE-AEB2F969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38455-FFCB-48AE-AEC4-1EC9C15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C747F-0EB8-4EB7-8DFB-F03238F1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42ED1-529F-44D3-9C8C-4F67F864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44C32-FB1D-45CD-9D84-4D736B4C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B4BFA-B5B0-4A93-AD01-F182116C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E2F83-720C-4DF0-899D-91BAE37B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99842-5F07-4FC9-A7AB-BD2E193F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1C06D-1903-4643-8A58-1A7B998F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0F320-85F8-4392-879D-594687C2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4371174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F4134-73A9-43AC-801B-56DEEA23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A507C-13B8-422F-886A-3D5997E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57E07-093F-4570-AEFA-F1B8C392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AAA3F-9393-44E1-8D6F-2895CCF6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18E8C-B939-435C-BBF5-68063646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method invocation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F2381-6E22-4961-9012-5F6DBD18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46737-3F89-4588-AD24-69E02DB2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Remote method invocation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62A03-0052-465F-8024-BA1B2FD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D20C3-517A-4741-AA13-5C4859B8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403B4-C07B-44D5-924B-9A1B3B4A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C021C-EDCA-4792-B2EF-6DC9A33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93C3A-A798-444B-9A42-410D50B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1AE67-18DD-486C-9F93-3419010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288EC-57E2-4276-80FE-7C01E7B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E8569-B4E6-479E-8AB6-6FE85024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03A9E-701A-495B-8CC5-08465BC6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9CB0D-618C-45B0-8FA7-5B97869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B9394-ABCF-4894-BAA2-65CB8C4F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remote method invocation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06450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B6566-E5B8-4138-BC24-09A0A18D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F5513-56D1-472F-8324-04464633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51F49-79E6-451D-A2C3-92A22C37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6B191-4907-4C19-94BD-401A2A1B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66C6F-A845-4C81-A1FB-DB06A12B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method invocation: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61F29-CEA8-46CF-AD0D-B217DAEC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D944-F30D-41E1-8410-A183508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DFCBA-C908-4EF5-A859-BF200EC2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2A85A-D344-4758-B298-C03D1CC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9631502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67FAA7-2A47-4F5B-A2DE-2B11AB39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87390-41A2-48B7-BA6C-3CED2441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72BF6-553A-47DB-8853-276D1A40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0F2AB-2ACC-42F2-9348-8DC479E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65E74-1CAF-4DAF-AD57-0BF0C69B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method invocation: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3851E-AC7E-4EEC-8351-7CD8DA5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ED783-8306-4EAD-9A83-658191C0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92BEE-53D7-4768-9C4F-CB40E18E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B1B98-BBDE-4FFF-BA91-D72782C1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F3398-D06E-4F34-BC52-8BB99894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98E07-AADD-4920-9CDE-1F7FCCE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E6E16-AF13-4C1C-9F5A-E7B3D7E0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C8154-BDEB-43D2-BF17-80A7E7CB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9ABFA-870F-40C9-B975-82E2125A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3C67E-875B-4DA8-88DD-EB02FD72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D0623-CF28-4363-8E40-C080F45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97E9A-899C-4555-B8CE-879A3104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BC5E0-778B-4A97-83C8-1DF17896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718F4-6068-4DB4-89B5-F14DF9D7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79804-169D-486D-AC01-58AA9D2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E98C3-C054-4F7F-AAFA-A8A7D85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7AA1BA-889A-40F3-BF88-7B585BBD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E43D8-5ADF-4FA6-8033-22237CD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ECC03-18C2-43D4-87A1-49CF6E63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B8E25-129C-437A-9F57-718199C1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44964-852F-4FEA-9551-70AF60B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AF399-5072-4EDF-9D23-7A9615C4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E43724-E291-43B3-B7CE-59638BC7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6C3DC2-A5A3-4DB7-8F4E-969C8EC4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4AF10-FBF5-4D07-AC8D-0318B8F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B76C6-D400-499F-AEEC-2CEF8966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remote method invocation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770069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748F8-1F32-4BD4-AF02-AF24D468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84B25-C78A-41C1-BF9B-27E77BEB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02C41-2CEC-4677-B66E-B16B1605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EC7D-91BF-4F6D-A8BA-23B86575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231A-EC9E-4CE3-A183-0C8B7E32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Introduction to distributed systems vs Resource sharing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89623-7E66-42E6-B68E-233C4AEF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6167-6F02-4ED7-B1EC-74B3482B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0C155-8D59-4BC2-880A-BF3B1F21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Introduction to distributed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2E0E6-0AC5-42E1-BD52-890B5D8F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Resource sharing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9FD38-705B-4DAC-B7DE-CAA58EAF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4AE79-027D-4382-ADD4-4379F1C4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20D57-86F1-4A94-B4A9-9DD520CA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73AFF-263F-43E2-AF1A-A7DFC402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21499-16D7-4FC0-A57E-6A890FC3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47D8E-9B77-439F-8653-23B466BC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F9495-8A35-44B0-B750-392183C2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26315-CDFD-487C-B0A6-23309A6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7B4BD-2BC9-40D0-91A5-AA9ACD7E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71B21-F69E-40B3-8E74-04CD14C5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5944F-6EF4-47AB-BA48-13ABC47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62187-73FC-4433-8836-EB9F7BF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9D2CD-C5F1-45F2-9C4E-3BF93ED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24A1D-4AA2-46E4-A15E-D6FD9129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CAD59-D881-491F-A92F-AC2BA3C9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45CBF-A270-4761-A769-00CF8AF4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9582712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3B942-849F-4F1F-AA78-881CA6E6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C9D61-887D-4C8D-9740-F1D00106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EC814-25FC-484F-9756-96AC821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E8C2D-FA88-4868-B70C-80E67A6E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84473-0C09-4EBB-8A7A-85F75A77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Request-reply protocols vs Remote procedure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B8E93-4F8B-4FC0-8C94-642BED51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7AB4F-C5D4-457D-84EE-0D26DCE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1A67D-0EEE-4E75-96DB-BAB1DDA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Request-reply protocols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7ECA5-E263-40A0-96FC-93C6304C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Remote procedure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2697E-0CE2-4771-9F62-51C761F4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78291-A12F-4E9F-A61F-D1B57F0A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981C9-4579-4ACE-BEC4-BA4A4D4B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client stub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B9A72-6C2F-43CB-8FE4-8FAF5DE1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233F4-6C81-4B68-B504-2BD5C9C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0C2A7-85D4-49BC-B3D5-5AC8C16D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B3B4E-AC1F-434A-A3CE-B7A6B687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server dispatch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04D68-96BC-4DE7-AAA0-73C4403E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1A107-13DC-43BA-819F-7C58116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EA3E6-962F-4633-9A02-E351EA8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B2D8C-CBFA-4E1B-9213-9CD0324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F1610-AB55-4916-9DCD-8FF52D4F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6FA4D-E1BD-4BC2-9307-1173E9D8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6E0E3-A63F-40E9-BAEB-19BD19A6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DD8CB-A9DB-4D17-8517-B60139B6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A8437-78BE-4A38-9558-E4EC83A1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386958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F4579D-5805-4309-BC76-995DCC8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911F7-011A-4831-8BF7-F9826854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BAD14-F894-47ED-BD31-E51DF2FB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8A726-24C6-4747-BDE1-F3266D03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B9F81-31C2-4A49-A619-1E19C486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978B8-623C-483F-A5CC-A41CE97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FEF07-23DD-46D5-B91A-0E6D601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89488-72F4-407C-9622-C6B69669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26B35-7DA6-4F3B-ACB3-BD3D847A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FAFE2-7E89-4CC4-80BF-CB52E62B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81D48-0552-45DC-96FC-06EC8277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700E1-C474-4B0D-BE6C-BE400FB7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Introduction to distributed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6BB9F-E0B6-4658-96C3-D35ACCF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100BB-58BA-4903-923A-8B0F9DA4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Resource sharing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E843C-06B9-4EBF-B56D-28E642D9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59E60-8EC5-4857-BDCF-5330B21E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Challenges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50F64-6C74-4D60-A379-732EA980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68CF1-84E1-4A85-B4E0-974CD5B2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Request-reply protocols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B354F-E0FA-4627-B893-D7C57CF6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85955-0F6F-4AA9-AA4D-0F6135DC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Remote procedure call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10A20-AC0C-48B3-A867-2CDC743F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B7E3A-98F7-47C1-ADBE-E8E5CE9D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Remote method invocation</a:t>
            </a:r>
          </a:p>
        </p:txBody>
      </p:sp>
    </p:spTree>
    <p:extLst>
      <p:ext uri="{BB962C8B-B14F-4D97-AF65-F5344CB8AC3E}">
        <p14:creationId xmlns:p14="http://schemas.microsoft.com/office/powerpoint/2010/main" val="6334778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E6C933-FA0A-40F6-BB2F-E3F04DD3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C155E-3041-48CA-87EE-01826C13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54D6F-0DA7-4F97-BB8C-F51E70FB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B9CFA-C025-4673-AFDD-3C997B25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3FC65-7910-448D-8E8C-5D67BAC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C1803-408E-4AC4-B284-408543B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0B039-6D31-4A87-81EB-FFB02975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BF0A3-5735-4670-A7A9-DB74FBDA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A6D82-62DD-4178-920D-0B0F479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AB326-C89D-419C-B750-1A35B50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9B3AD-4EFC-49FB-9B60-7E4B908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Introduction to distributed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79827-E77B-4451-A147-54064CEF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5E34B-1A05-4E09-A005-2C8630BE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7B384-E235-4C70-9763-22441C61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2308D-82A7-4F4C-81C0-6945AF7C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Resource sharing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DA309-6E5C-4455-86AF-9D3C8ACF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E9C4E-AAE0-442F-B0EE-63B6C501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0B911-5D25-4319-A6BF-18E0A7A5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9226C-9F43-4738-94BE-5897DE1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Challenges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7F227-F1BE-492B-B20E-54965994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D1674-D465-4340-B950-D3CEE912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FAF82-25A0-4994-929C-D28E89D1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9761D-79E2-4DEB-AA76-FDF2EB3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Request-reply protocols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A76DC-F8C2-4DBD-91C9-9D4FC991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7E06C-9199-498A-B76E-5E1CCDCF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3308078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ACFCC-1885-411E-84D2-16A01DE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41AD2-E314-449D-8E96-AD6997D9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DD3E5-67FC-4F27-A25A-CC5BD209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295C8-0EC8-4E57-85AA-5975148E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82971-3C8F-4481-B38F-C75C0F2C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ADF10-6BED-4366-905C-9786F7F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4A359-7EAA-4BD5-88A2-9321316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38573-62B9-4C15-988D-0EDD8334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A436D-A460-4BDD-ADDC-3FFB7DD8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28739-9632-4C2A-AD4E-B941050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2A676-2F0C-4A9E-A117-9FDD1C32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22EE4-70E1-4C84-A2CE-26F2B480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7F45B-69C6-452E-BDC2-DC37B7F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7905493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57190-2E9D-4E72-A87F-3EFAF190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9C58F-9C9B-41BE-8E9A-C6B56C2C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DED5C-CB24-46F2-9BDD-04B8DD1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C5667-720D-482C-8880-D7A89E52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A94C6-97F7-4A43-BC24-4FB4E3B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71A7E-4600-428D-B9F8-C09C6E22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FC4BD-B30D-4510-9F77-8C62369E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55543-D66D-46B3-BCA9-D17AF6C9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025A1-9571-4CF3-9EB3-21899D73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CBEED-9308-4F94-863E-7F26EC64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5CEA3-8B57-4CFA-9270-9354FD86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21AC5-4C59-4B81-A924-E723B396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2946F-C4DF-4BF6-8D75-7BBA5903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765F7-91E8-45C1-AC85-53067FB2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62618-B430-4D83-B5F6-9BFCCCE5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7677262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87FE3-DC3D-4953-B378-DD83907B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B070F-D32B-4A79-B8DF-FDA19ABA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C2E58-C9D4-4FDE-A95B-F954DA4C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6AF6F-B1E0-4009-AA67-F5FA889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38256-B2C0-4BDC-A736-F4CD7932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64E95-DFEF-4F19-83F2-AA9BD2F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3E710-9810-4C86-AAD2-EF51ED08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49013-F98D-43FC-A342-21806124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7E8FD-2119-4EAF-AF8B-35E2ECEE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0778A-0E66-4F3F-B7D3-4B4DB741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FECA2-4F2F-4D86-A703-C7CC3BD8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7A912-6DD3-4FFF-9624-16FD8EFA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BCF58-DDE3-4615-925B-88E1B5A3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F9C7E-C042-44E5-8C17-94EDA494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A70D2-44B8-4E62-8F2F-E6B0BA2A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116E2-CDB5-4CDB-8E8E-77B4AC1E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89ABD-1F81-49DB-9F02-4E3BFF07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BDA1C-85FF-4E29-9A6C-3A9B4F6A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EC0F9-89D2-4F63-911D-DA6CBE73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F7B46-4A5B-40C3-BAF7-B2C45623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1B514-48BD-4A00-801E-4343A5CE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325A8-E8DA-4954-91B7-8CDC9AA6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D4158-DBBE-40BF-AF85-375554B0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85B59-FF61-4DFA-85B4-82831613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ED008-207C-4E69-AC64-2AFF061F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6727604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68888-677A-4C5B-9993-498CB313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AF0EC-FCF9-4C4A-A337-35A0D64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271DB-C802-4445-B1B2-CAE3D12A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4413-CC14-47FF-9E1F-43781365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CDFDD-C1B8-4061-9EDB-AAD716E8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9C9A4-7599-4A0A-81A6-AC26393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17201-6E03-415D-B40F-9B5FB5DE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Explain Introduction to distributed systems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0A208-EAB4-4638-AD13-C5A884A1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9AA37-2E5E-4BC4-8768-2550FB4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Compare two approaches from Characterization and Remote Invocation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D2219-3C37-4DC1-8B99-E5B3E2CE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0A99F-E8C6-4493-A917-957155AD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Solve a small worked example involving Challenges.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B6841-0CC9-4415-B7C1-79AB980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5BC5A-F5C3-4C14-8C8B-068D0692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List common mistakes and how to avoid them in Characterization and Remote Invocation.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5BB77-EF5E-49AE-91BE-5C9809F5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8C42F-9AAA-4EA7-BB25-3B4D995C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792735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ED748-1BD1-4F16-93FD-09C964C0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1766C-924E-4998-8D97-2AAA3164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0DA7E-018F-4A72-9642-332A7F7B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67155-C9E7-4FAD-B59A-AE7804B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21205-33B0-4357-A384-974B8775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Introduction to distributed systems vs Resource sharing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C796B-CD8D-429C-AA2E-A57008A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9ADB0-1075-4BA4-A53E-C370F9E4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9C452-5F5F-4B23-A13F-F915777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Introduction to distributed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DE8F3-1747-4BBB-8299-59104907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Resource sharing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BDED6-3A50-432C-BA82-81D8C399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2198F-2873-4369-ADE8-D2ADFD1E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3ADF6-79E9-4C82-B1E5-F41D67D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ECA6E-D5B9-4FFD-8BED-2CF2377A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7A8B4-18E9-439D-93A9-426045C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DB8D3-651D-49D9-AE81-9F3B2260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CB3BB-6A33-4D6B-B096-729944E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E938B-6A49-40FF-A5AD-C9423028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9BAC1-54D1-4354-857E-6E70457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6F342-4D52-4C70-A0AD-774E57B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14956-60AE-4BA0-8601-48DE01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F9179-56D6-41FB-B21E-15B067EB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870C1-A7DB-471F-A0F3-047565B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24E884-8319-47F9-A913-D7F0BEE7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08A11-0B8F-4A47-930A-65B9967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85081-4AF5-410B-9CFA-FF347852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051054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7DA178-DDDB-40C6-8C37-3F73DB92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1FF67-2AEC-4B26-BC2F-BE7C4CD8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C60F9-430B-4EAC-BF7A-00C0262B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EA772-7565-408B-BB68-9EAC4B4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5030E-E9F1-40A1-9383-8A563B74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Resource sharing: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FC428-2196-4662-9CD6-A54803E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2CE9D-8787-4067-B387-9D22768A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B9DB4-DD24-4D3C-B60B-206AC90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896FF-5E9A-4F07-8E44-E46FDEB8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F8DA5-24B4-4D38-8EEC-1C2F0611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2E1B0-1E0A-4C5D-BD10-9573A59D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6722B-626A-48BF-B374-68F31F8D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4D2FD-EDC2-4ACE-9596-E84E293C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F7AC4-F62B-4C7D-92BE-E57DE364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71D10-D0AB-4F0D-AA4D-4A723B3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07403-3015-48E4-A388-93293E2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056AB-0C21-4E11-BB25-E80E28CC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5BA93-724B-40C8-B124-0EBA1C5F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554FC-A182-4603-8807-2523E3B1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6A073-0FAD-4757-BC4A-D7295C8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9F859-AEC6-4B2B-A137-7F4F78CD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17E3E-D0C9-40CD-8D6B-3333CA2F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4261C-B129-480F-A796-DB54AF0A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59E27-BAA6-41ED-BE68-40BEFC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609D4-9ADF-4925-B008-7ECB99B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BC3922-3F27-4C48-B066-9B4CF3AF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2D75D4-6825-44EF-BE33-5E0B7B42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7B15E-802B-47A7-9377-6C7C235F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432ACE-5AC0-4A24-AD94-05BC9525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4CC8C-5EF3-4F73-9303-A5371DD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3BF17-16AD-4092-B8A4-EC035C5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resource sharing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651199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98347-839B-4D1B-A90B-A27C292B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37D5A-8A8B-44B1-98B1-3AD56B0C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89089-206F-45A3-8FDD-0DBDA32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65583-1F72-4BD0-8A29-6DB78912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1F736-C841-4112-B450-B7CEE636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Challenges: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D4F13-49DC-47DC-9D79-46FE7A10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EB243-C272-44D4-8089-574BD5DB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AED35-2015-4615-9917-D869869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828AE-13BE-4209-A2BB-8567ABFA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96C9B-D987-4B82-90DE-64D62D8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FDE47-1E0C-49BA-B60F-5030586C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Challenges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8A6E6-5AEF-4C94-89F9-44DAD1E3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83942-2D9D-48BC-A91E-C3F43CC3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77FDB-ED04-466A-8531-0CAA9DA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39367-DF61-4FD9-80D8-3F155AD2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E36D2-DF1A-47DD-8AE3-D78185A5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32010-E45E-4372-81FC-09B2C7F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D596C-A7C0-4849-8459-4D071E5C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82C79-4A49-4735-8AFA-036DB3B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72A05-1BB4-4143-B405-1DA5C72F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09F2C-122B-4A1F-8F80-E27000D0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8419257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E92E8-98C1-4EA5-AB1E-DFDEDA07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ED572-FD77-4F6F-9315-8A4CE656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D08A1-403F-4C7A-84DB-16334D4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79C5B-3FD3-46C1-97C3-49F707F2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CC182-2202-476D-9626-E85FA3AB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Request-reply protocols: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F6145-9C0E-4FC6-A0D6-81F66BEB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A093B-F3F3-469E-882B-8709AD6B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E9842-1DB5-4C9C-BEAE-ECB63348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E0351-818A-4088-BA69-0BBCCCE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3918142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3007E-F60A-4EA8-A917-389DA1E0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7A2CC-DD73-4315-B37C-3809EEB0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1BE94-F8E3-441A-97F1-1FE73B00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2B3BD-22BB-4B55-AFB9-6863859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CB7CE-6A0D-479C-97C0-BFAFA22D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procedure call vs Remote method invocation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32BEB-95EE-4482-906B-33183E43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EE264-8EE5-4E91-B150-0D2C4024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7FE09-026F-4D01-800B-15440F5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Remote procedure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851B5-257E-499F-8566-C1FAB2D7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Remote method invocation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F0AB2-4FD6-4DA6-BB66-79C93946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898B5-0675-4B49-8966-406110A9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C0EEC-CCE2-4AFC-9DF6-E4DB1BE5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CFFF1-8CFF-483D-A6F7-E6CCA911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832C6-752B-469F-93A8-234C4A6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CA4A5-EE70-403B-86F2-47218A02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9714B-6BC5-4E65-8368-1A8DA4A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E7FCA-9BBF-43F2-8CD0-8C9D00F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0A4DB-4E0B-404F-9282-E7A53A20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9DC6D-53FC-4EE1-BCC2-E6ABF37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7426C-F86D-4074-951C-33705FAF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0449E-915D-4638-A817-62BB94C9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05ABC-E17F-49B2-B359-989A8D89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15A7A-6071-4605-A5A0-584C8FD2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DC44D-7F94-4539-B3DC-377A99D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75749-F635-4E82-B453-9AD268FD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380573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5ED7D3-8BB0-419B-B772-F715C5E6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792EC-E708-4F8E-ADC2-B4AEF9E6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F5F1F-43E2-443D-B285-A02DE27D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A67B4-1964-4CAC-8E86-D4DB029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38134-CA53-4979-BC32-6F7578E8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method invocation: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D0023-18F0-4912-B0EB-70072F5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CC2B9-45A5-4254-B223-AD6B436B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FFCB5-9287-4ADB-BAB4-D79AE234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95BDC-4DDE-49D8-9BBD-C9AD98B6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673B-3485-4E15-937E-26244343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98888-8622-4149-80AA-49E53F3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27B77-0193-4CBB-BF74-F3FA995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30947-76B7-46A9-BE5A-C99AF565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C85AA-7315-45FA-B75D-7D50BA11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6000-BBD2-4CA1-B2FA-06A6C2D7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C9F23-9F44-4793-955D-D30520C7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A52F3-216F-4A48-84FD-F73043EB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19498-74D1-437D-9976-995B2EEF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6F275-2B2F-4634-8636-2C24BE6C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E1A58-714F-4CCA-B6B0-C9745099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068DC-2495-48AC-AB58-2B34467F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F23C5-AC61-4EFE-B01D-A170EC70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2C8C4-5E36-4A80-9C8E-123E44D0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FC426-EDE9-47D1-AA30-FEA41A3A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CDBC1-F15F-4EB8-B51B-52EB756A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35504-7459-4717-BD70-833D039D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A0A7E-F935-4047-8179-9B80F41A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783DF-587C-4EA7-83C2-87653BC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90DFBF-274A-419F-A7D2-4771B4A8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D609A-1B4E-431D-9B0B-1992189A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F8162-6D0F-4F09-A57D-7AFA9547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remote method invocation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892573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730F3-31FB-4C86-9B0B-14276AF6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1D6EC-ED8C-4EE5-B1BB-4D589F49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8D856-1EC4-45F7-8FFD-84CE314A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93564-16CC-4411-8A5B-5C52D954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6ACF4-20B3-41AA-A64C-1C38C0D3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Introduction to distributed systems: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9661B-3B1F-4A12-9DD4-B8055C1E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F308E-06C4-4D00-8C75-7903DCB1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C73BC-479A-4A7E-91AE-E87D878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D991D-FE81-4941-B4B4-1DAFD22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FBE46-6CD8-4909-9925-13CA976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968AD-6675-46F2-B528-9C53078A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Introduction to distributed systems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9D083-2A7D-402D-9D37-72C7688D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E913C-B9BB-4207-986A-47CCD98B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FE058-BD40-4B3F-99A3-E995A6B5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D84BC-DA3B-435C-8D26-8578B6E9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D5029-1DAA-4518-9088-5225B93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65D67-9840-407E-81EA-9060489D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5E419-AC47-411A-8F69-44B20EAE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BC4F8-6230-4127-91CF-7249AAEA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71A63-F251-4359-8187-5C96F681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61240-CEFA-4920-B864-B6B1F8D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3179512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ACD4F-5532-413E-91DF-18587A64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4637E-65D1-4845-B8C0-BCE4FF5D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9A1FC-723E-4D59-892B-537A3313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295C7-B5C8-44D4-A8A1-0C8B6182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0D85-8D61-43E8-9F6F-9D93BD5D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Resource sharing: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41645-DC89-4BD5-B5FE-D7F32D6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724D1-2C87-4F45-A566-846EC852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6D106-FE29-47D6-8F4B-8C296913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343C5-7BD9-46B6-AE47-F6036D9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8564940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5BBE4-DFB8-49E0-AC63-3ECE60A4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F347D-9AEA-449C-AFD9-C01EB751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36BB-FB1D-4889-97CB-87580DE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1DAD3-B044-4C49-B7D5-5607D78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0388C-2544-41AB-918E-E4A6BE4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Challenges vs Request-reply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F52CF-EB80-4419-83EF-14EB684A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8A7EB-E468-4D92-8A74-42CE6F8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AFC72-C2D4-4FA7-82C3-F1DBAAF3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64509-ADD3-4B15-8AB5-1841EC75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Request-reply protocols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2198F-F0BD-44A6-9C84-A20B3BC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5AB9D-D0E2-4F08-9611-D4A98D29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4562E-518D-403D-88CB-8691D7DF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A64E9-A05E-4CEC-87E3-25638DF7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client stub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AD23D-D24C-4D74-AD5B-F4B1FB82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185FC-683A-44DD-BDF3-7537CCFC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1891F-751D-4811-B7A5-44F34F8D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D1846-1716-436A-B195-7E4613D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server dispatch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E6216-737D-4443-A6A0-BA54F6E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A106F-97AD-4CC3-91A4-B1E81B92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88670-3F99-4BF8-AB7B-44B1BCD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64127-96BF-415A-A585-E60C5028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FF3C6-F2B8-4CC0-B98D-D4BA4061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5DB7E-50CE-4D7F-8C64-7FAD307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9AD85-3BD0-4691-975D-9515EAB2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C1E95-2AAD-4C20-A552-253C8594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781690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8279E-9150-4106-A2FC-61CBE91B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91609-CEA9-4B70-A465-99B0268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5074A-5929-41BE-8E9F-E67D7DB6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68210-F697-4A27-BEA0-1C03C04F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7767E-899C-4101-B7CC-3CE7ABA8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Request-reply protocols: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98B43-D8F0-47E1-B0BF-18A6AC3B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FC642-B43F-4061-8C89-C94779C6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BE15E-6640-4339-819D-6FF4DE6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85ED4-87D6-42EF-9CBD-3EB41292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845FD-0BA7-49CD-B55B-6DCCC143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155E9-8FD2-4D7A-8A23-4816B72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6CFCC-4A36-4976-921A-D0904398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32497-C853-454B-888F-C29EDA2E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client stub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36249-95AC-4C52-BA57-FDB7E777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marshal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5DCE5-36F3-4489-965B-F113883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7879C-64B7-4DFB-9B1F-34049758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90548-1627-473D-A965-9450ECBC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74343-FF7F-4D9E-82CA-292922A9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marshal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732E4-7322-4687-B90E-8B442B5C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server dispatch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39026-202E-418A-BCA7-12FB375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5F649-A1D4-4570-AA25-BE8ECF46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3C85C-E1CF-41A4-A5A3-7204AD0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02D84-A469-4C28-AB12-19828D25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server dispatch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F6194-C4AC-4468-9F7F-8A20242B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1C9C6-F06A-4508-B1F8-B5F7BFA2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99B7C-C975-477C-9D95-3E6F8F79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ED365-8B71-4970-87C2-16114363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8E485-2AD3-497F-AD83-31B3DA3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reply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A330B-2A9A-4A33-910A-39A5F90A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exception handling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42056D-166A-4C2C-A1C2-2D6554A0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35F48-6BB6-4AE0-B783-A4BDEA0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request-reply protocols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44388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EC69D-90AF-4DFA-A212-A2B27DB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C1789-D16D-4235-859F-AA0DFE78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56F16-69E2-42ED-BF7D-5C7ACE9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F4BE9-11E1-4027-8123-E38D779C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19A81-6A2E-419D-9314-C0573A8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procedure call: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A2675-19B4-4C73-90DA-ADC7522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54F49-B59E-433B-81C2-B2A91B6F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03C37-2871-4902-825E-F73F3C98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30E4-16EF-4CE4-9F2B-EA18EFA8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30CF8-94CE-4A63-9C1C-125E0EEF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3CDD4-32EC-44CC-B3C9-C5C8960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Remote procedure call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97B71-BB7E-465F-981B-866C84FD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1D9F9-7E12-4905-90D8-9993141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6304D-6562-4A8B-918B-D09DED9B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9BAC7-EE1A-4694-9954-9739F9CE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DBB0A-D6AB-4D5F-AEC2-739DADA6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5174D-E75C-4148-8F5E-E6426A29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0354-E0CC-486F-AF48-C6A7D9A5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BB937-A077-4A41-95C8-9046232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E6AD6-E524-467F-BDBE-CCBA2857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F6A42-F09E-4922-BD74-524AF50A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96745884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6DDD8-5A6D-4D86-829A-FE2762F0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9254B-C0BE-40C0-A8CD-E685F4C1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0724C-1D68-44CE-926D-5AA72FC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EED22-FC41-4242-9DCE-359597A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16A65-1934-4F51-9D56-57E952AF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Remote method invocation: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F7908-F19E-4526-826F-EDB92036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3228E-EFA3-497A-9AD6-10646952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9892F-7EAB-4408-84C4-B69218E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6A76C-C70B-45C9-A933-A49034B0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1396358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BC80B-EB90-409C-8BC5-A886FE8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39077-2388-4FEE-B045-09ED10CF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43C94-C1A0-4B28-9984-71528AB6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D0D41-3F6A-452A-92D9-601AE896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C6D46-A8EF-4107-B638-73C9214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Introduction to distributed systems vs Resource sharing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ED04D-D5E5-4B00-9197-9B497478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6E147-51FB-45AC-AEC0-F58238E6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A06D4-00B4-49BA-9BE5-BE1C98A9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Introduction to distributed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71790-7BB4-4862-AA3E-D6DB23D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Resource sharing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B2D17-F410-45EA-8B5D-997655F8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FED2A-6A9C-4BE4-9CB0-40A6C25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476D2-742D-4152-A566-408AE2DA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1F68B-31A5-4E3A-A829-2FC21197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02CEF-3352-469E-89F3-1A489214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F698F-90AB-4ACF-A152-41DB14D8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CD63C-53DE-4098-BFD1-B2461B44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B4496-EFDF-4FE8-82F6-34EF88AB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DA17D-964B-48FA-9781-E0E4567B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9B425-05BA-4107-9E85-3DB387EB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DB5B4-36AF-4120-8B09-8FA9DD4C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CAC5C-208E-4299-9291-82F59391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2A514-CBB9-4300-A5AA-920B84F1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6A042-9E1F-4D75-B634-E2C0408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875E5-C035-4488-B071-49633A66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0FE5E-E3C7-4C3A-9616-2D94065B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38157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4172D3-0467-43AF-9233-9C462377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01144-DA98-4E1E-9CC1-AEE1541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815B6-E741-4202-9419-6DC61775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425D7-A240-4685-8191-1180987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A9A3A-48B1-47B5-B066-2B165978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Resource sharing: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53E9-8EFD-49FC-BD8E-700BA960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EA362-D3C9-4AFE-B580-08F10813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1FEF1-A01E-41CA-991E-6E83F86D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A0959-1491-4C87-9A65-48623EC6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07D2A-2854-499D-A65B-747D95E3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48710-6444-46D7-BEC2-6751D29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7EE05-F592-40CC-A5CF-41D052F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C92C7-210D-4C1F-9CCB-FBAD507D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D43AA-1823-49DF-8BF7-29B9541B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0ED21-5120-47C3-8118-C432A5A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385B7-0391-4954-88E3-20C9C1F8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F0A9C-A709-4DFF-9CF8-940876C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7D5AC-4638-44CB-8A26-E8A9E4A9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93814-9200-46AE-9F1B-ED7FF6A3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28C48-F5D4-4E9C-BADA-5A6A5772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DBA3F-3809-43C0-9E65-A306F89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C93C4-1658-4ED3-9A34-4B463C73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CAC43-1D2C-42E6-A824-753465F7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1E64-10E7-4597-8EDF-6675FE7E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C42AE-FCFE-47B9-9987-3B88104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8A4D6-EBEC-426C-AD1D-83D25F6C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E4DEE-1AE6-4B0E-BE04-72E5CBF9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CACEF-2516-4E8C-9B1A-03363CBD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CC5DD-33CE-4739-B123-9463A797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36A35-6DAF-45A2-868F-AACA348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DC298-85FA-4169-9D54-B55F0B3B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resource sharing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1698825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6C595-541D-46AB-B14C-E6355908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B8D8B-A7B3-4BEE-9FE8-5C021DC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1: Characterization and Remote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E2800-DC97-4A26-BE3D-2E68D288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15C3B-928F-4E8C-92C9-B84563F7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5DD70-65B7-4AD3-85DA-21FD4EC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F8291-45F7-4DA6-946C-4FD58EC0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7"/>
                </a:solidFill>
              </a:defRPr>
            </a:pPr>
            <a:r>
              <a:rPr sz="2025" b="0">
                <a:solidFill>
                  <a:srgbClr val="1F293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597A5-6B59-4DCC-B988-606308DF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3054D-0D56-4515-880E-F9537293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5B789-1E6F-4130-B4F1-57FE5B6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591CE-4B20-4E28-AB8E-47DA00B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2FEB8-0054-478A-9218-A1256E5B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1135E-8434-4538-839E-23D60BE9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282956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2026-08-24T06:05:08.7130000Z</dcterms:created>
  <dcterms:modified xsi:type="dcterms:W3CDTF">2026-08-24T06:05:08.7130000Z</dcterms:modified>
</coreProperties>
</file>