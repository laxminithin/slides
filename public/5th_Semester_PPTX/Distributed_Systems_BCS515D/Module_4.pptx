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41ab48334e40c7" /><Relationship Type="http://schemas.openxmlformats.org/officeDocument/2006/relationships/extended-properties" Target="/docProps/app.xml" Id="R78635c62b3134ae4" /><Relationship Type="http://schemas.openxmlformats.org/officeDocument/2006/relationships/officeDocument" Target="/ppt/presentation.xml" Id="R47af2d770e2449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75020bf9e14ff6"/>
  </p:sldMasterIdLst>
  <p:notesMasterIdLst>
    <p:notesMasterId xmlns:r="http://schemas.openxmlformats.org/officeDocument/2006/relationships" r:id="Rbf9a196ae4ad40da"/>
  </p:notesMasterIdLst>
  <p:sldIdLst>
    <p:sldId xmlns:r="http://schemas.openxmlformats.org/officeDocument/2006/relationships" id="256" r:id="Rfab41fc4891e4997"/>
    <p:sldId xmlns:r="http://schemas.openxmlformats.org/officeDocument/2006/relationships" id="257" r:id="Rc0c8de80a8b54bc8"/>
    <p:sldId xmlns:r="http://schemas.openxmlformats.org/officeDocument/2006/relationships" id="258" r:id="R97c12a2f2ab843e9"/>
    <p:sldId xmlns:r="http://schemas.openxmlformats.org/officeDocument/2006/relationships" id="259" r:id="R1815d67d7cd44c4a"/>
    <p:sldId xmlns:r="http://schemas.openxmlformats.org/officeDocument/2006/relationships" id="260" r:id="R9cc4d61a224e4e03"/>
    <p:sldId xmlns:r="http://schemas.openxmlformats.org/officeDocument/2006/relationships" id="261" r:id="Rbf70f733d64a48bf"/>
    <p:sldId xmlns:r="http://schemas.openxmlformats.org/officeDocument/2006/relationships" id="262" r:id="Rf3db9095819d420a"/>
    <p:sldId xmlns:r="http://schemas.openxmlformats.org/officeDocument/2006/relationships" id="263" r:id="Rf553b66afc3e4c25"/>
    <p:sldId xmlns:r="http://schemas.openxmlformats.org/officeDocument/2006/relationships" id="264" r:id="Rbc2113106e1c408e"/>
    <p:sldId xmlns:r="http://schemas.openxmlformats.org/officeDocument/2006/relationships" id="265" r:id="Rb7fde6a07c5941a3"/>
    <p:sldId xmlns:r="http://schemas.openxmlformats.org/officeDocument/2006/relationships" id="266" r:id="R97666c7257044ae9"/>
    <p:sldId xmlns:r="http://schemas.openxmlformats.org/officeDocument/2006/relationships" id="267" r:id="Rb4b3b54fc0664414"/>
    <p:sldId xmlns:r="http://schemas.openxmlformats.org/officeDocument/2006/relationships" id="268" r:id="R73b02e8fdeae42cc"/>
    <p:sldId xmlns:r="http://schemas.openxmlformats.org/officeDocument/2006/relationships" id="269" r:id="R55d86679319e45c7"/>
    <p:sldId xmlns:r="http://schemas.openxmlformats.org/officeDocument/2006/relationships" id="270" r:id="Rbde52e3cecbd4563"/>
    <p:sldId xmlns:r="http://schemas.openxmlformats.org/officeDocument/2006/relationships" id="271" r:id="Rf51de697083a43b7"/>
    <p:sldId xmlns:r="http://schemas.openxmlformats.org/officeDocument/2006/relationships" id="272" r:id="Rcd6bedd17cb241df"/>
    <p:sldId xmlns:r="http://schemas.openxmlformats.org/officeDocument/2006/relationships" id="273" r:id="Rfb0f35f31e7848df"/>
    <p:sldId xmlns:r="http://schemas.openxmlformats.org/officeDocument/2006/relationships" id="274" r:id="Rc09d6c4597a14870"/>
    <p:sldId xmlns:r="http://schemas.openxmlformats.org/officeDocument/2006/relationships" id="275" r:id="R01276cb5664e43cc"/>
    <p:sldId xmlns:r="http://schemas.openxmlformats.org/officeDocument/2006/relationships" id="276" r:id="R551cf4bc85e24982"/>
    <p:sldId xmlns:r="http://schemas.openxmlformats.org/officeDocument/2006/relationships" id="277" r:id="Rf109938e69604311"/>
    <p:sldId xmlns:r="http://schemas.openxmlformats.org/officeDocument/2006/relationships" id="278" r:id="R4bb4d79a1c744911"/>
    <p:sldId xmlns:r="http://schemas.openxmlformats.org/officeDocument/2006/relationships" id="279" r:id="R1cc8ec95767742fb"/>
    <p:sldId xmlns:r="http://schemas.openxmlformats.org/officeDocument/2006/relationships" id="280" r:id="Rd96f66dba7ab477e"/>
    <p:sldId xmlns:r="http://schemas.openxmlformats.org/officeDocument/2006/relationships" id="281" r:id="R3c21777c66384fd3"/>
    <p:sldId xmlns:r="http://schemas.openxmlformats.org/officeDocument/2006/relationships" id="282" r:id="Ree4211e08bda4214"/>
    <p:sldId xmlns:r="http://schemas.openxmlformats.org/officeDocument/2006/relationships" id="283" r:id="R67e5959613b24f15"/>
    <p:sldId xmlns:r="http://schemas.openxmlformats.org/officeDocument/2006/relationships" id="284" r:id="R2d12f10a183642ad"/>
    <p:sldId xmlns:r="http://schemas.openxmlformats.org/officeDocument/2006/relationships" id="285" r:id="R421ef610adca4f20"/>
    <p:sldId xmlns:r="http://schemas.openxmlformats.org/officeDocument/2006/relationships" id="286" r:id="Re346fb2253724004"/>
    <p:sldId xmlns:r="http://schemas.openxmlformats.org/officeDocument/2006/relationships" id="287" r:id="R37d90eaa08ea4d8c"/>
    <p:sldId xmlns:r="http://schemas.openxmlformats.org/officeDocument/2006/relationships" id="288" r:id="R6fea7be85a3d45e8"/>
    <p:sldId xmlns:r="http://schemas.openxmlformats.org/officeDocument/2006/relationships" id="289" r:id="R40d9caf199974dae"/>
    <p:sldId xmlns:r="http://schemas.openxmlformats.org/officeDocument/2006/relationships" id="290" r:id="R414dfee2053545a2"/>
    <p:sldId xmlns:r="http://schemas.openxmlformats.org/officeDocument/2006/relationships" id="291" r:id="R6d70d80769584ad1"/>
    <p:sldId xmlns:r="http://schemas.openxmlformats.org/officeDocument/2006/relationships" id="292" r:id="Ra60c341539274559"/>
    <p:sldId xmlns:r="http://schemas.openxmlformats.org/officeDocument/2006/relationships" id="293" r:id="R683a24610635409d"/>
    <p:sldId xmlns:r="http://schemas.openxmlformats.org/officeDocument/2006/relationships" id="294" r:id="Rf0b73e9853da467a"/>
    <p:sldId xmlns:r="http://schemas.openxmlformats.org/officeDocument/2006/relationships" id="295" r:id="R4ee1bb75e63b4bf0"/>
    <p:sldId xmlns:r="http://schemas.openxmlformats.org/officeDocument/2006/relationships" id="296" r:id="R384e3018f501401a"/>
    <p:sldId xmlns:r="http://schemas.openxmlformats.org/officeDocument/2006/relationships" id="297" r:id="R8affdfbddd8e4d24"/>
    <p:sldId xmlns:r="http://schemas.openxmlformats.org/officeDocument/2006/relationships" id="298" r:id="Rb0abbf9a9fb74d36"/>
    <p:sldId xmlns:r="http://schemas.openxmlformats.org/officeDocument/2006/relationships" id="299" r:id="R83651b44e13042b7"/>
    <p:sldId xmlns:r="http://schemas.openxmlformats.org/officeDocument/2006/relationships" id="300" r:id="R05fae62a60544e74"/>
    <p:sldId xmlns:r="http://schemas.openxmlformats.org/officeDocument/2006/relationships" id="301" r:id="Rfa4c1e532b9e49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3821e33bd14315" /><Relationship Type="http://schemas.openxmlformats.org/officeDocument/2006/relationships/slideMaster" Target="/ppt/slideMasters/slideMaster1.xml" Id="R2775020bf9e14ff6" /><Relationship Type="http://schemas.openxmlformats.org/officeDocument/2006/relationships/notesMaster" Target="/ppt/notesMasters/notesMaster1.xml" Id="Rbf9a196ae4ad40da" /><Relationship Type="http://schemas.openxmlformats.org/officeDocument/2006/relationships/presProps" Target="/ppt/presProps.xml" Id="R6d3c52578c314c87" /><Relationship Type="http://schemas.openxmlformats.org/officeDocument/2006/relationships/tableStyles" Target="/ppt/tableStyles.xml" Id="Rb01db4fa5114478f" /><Relationship Type="http://schemas.openxmlformats.org/officeDocument/2006/relationships/slide" Target="/ppt/slides/slide1.xml" Id="Rfab41fc4891e4997" /><Relationship Type="http://schemas.openxmlformats.org/officeDocument/2006/relationships/slide" Target="/ppt/slides/slide2.xml" Id="Rc0c8de80a8b54bc8" /><Relationship Type="http://schemas.openxmlformats.org/officeDocument/2006/relationships/slide" Target="/ppt/slides/slide3.xml" Id="R97c12a2f2ab843e9" /><Relationship Type="http://schemas.openxmlformats.org/officeDocument/2006/relationships/slide" Target="/ppt/slides/slide4.xml" Id="R1815d67d7cd44c4a" /><Relationship Type="http://schemas.openxmlformats.org/officeDocument/2006/relationships/slide" Target="/ppt/slides/slide5.xml" Id="R9cc4d61a224e4e03" /><Relationship Type="http://schemas.openxmlformats.org/officeDocument/2006/relationships/slide" Target="/ppt/slides/slide6.xml" Id="Rbf70f733d64a48bf" /><Relationship Type="http://schemas.openxmlformats.org/officeDocument/2006/relationships/slide" Target="/ppt/slides/slide7.xml" Id="Rf3db9095819d420a" /><Relationship Type="http://schemas.openxmlformats.org/officeDocument/2006/relationships/slide" Target="/ppt/slides/slide8.xml" Id="Rf553b66afc3e4c25" /><Relationship Type="http://schemas.openxmlformats.org/officeDocument/2006/relationships/slide" Target="/ppt/slides/slide9.xml" Id="Rbc2113106e1c408e" /><Relationship Type="http://schemas.openxmlformats.org/officeDocument/2006/relationships/slide" Target="/ppt/slides/slide10.xml" Id="Rb7fde6a07c5941a3" /><Relationship Type="http://schemas.openxmlformats.org/officeDocument/2006/relationships/slide" Target="/ppt/slides/slide11.xml" Id="R97666c7257044ae9" /><Relationship Type="http://schemas.openxmlformats.org/officeDocument/2006/relationships/slide" Target="/ppt/slides/slide12.xml" Id="Rb4b3b54fc0664414" /><Relationship Type="http://schemas.openxmlformats.org/officeDocument/2006/relationships/slide" Target="/ppt/slides/slide13.xml" Id="R73b02e8fdeae42cc" /><Relationship Type="http://schemas.openxmlformats.org/officeDocument/2006/relationships/slide" Target="/ppt/slides/slide14.xml" Id="R55d86679319e45c7" /><Relationship Type="http://schemas.openxmlformats.org/officeDocument/2006/relationships/slide" Target="/ppt/slides/slide15.xml" Id="Rbde52e3cecbd4563" /><Relationship Type="http://schemas.openxmlformats.org/officeDocument/2006/relationships/slide" Target="/ppt/slides/slide16.xml" Id="Rf51de697083a43b7" /><Relationship Type="http://schemas.openxmlformats.org/officeDocument/2006/relationships/slide" Target="/ppt/slides/slide17.xml" Id="Rcd6bedd17cb241df" /><Relationship Type="http://schemas.openxmlformats.org/officeDocument/2006/relationships/slide" Target="/ppt/slides/slide18.xml" Id="Rfb0f35f31e7848df" /><Relationship Type="http://schemas.openxmlformats.org/officeDocument/2006/relationships/slide" Target="/ppt/slides/slide19.xml" Id="Rc09d6c4597a14870" /><Relationship Type="http://schemas.openxmlformats.org/officeDocument/2006/relationships/slide" Target="/ppt/slides/slide20.xml" Id="R01276cb5664e43cc" /><Relationship Type="http://schemas.openxmlformats.org/officeDocument/2006/relationships/slide" Target="/ppt/slides/slide21.xml" Id="R551cf4bc85e24982" /><Relationship Type="http://schemas.openxmlformats.org/officeDocument/2006/relationships/slide" Target="/ppt/slides/slide22.xml" Id="Rf109938e69604311" /><Relationship Type="http://schemas.openxmlformats.org/officeDocument/2006/relationships/slide" Target="/ppt/slides/slide23.xml" Id="R4bb4d79a1c744911" /><Relationship Type="http://schemas.openxmlformats.org/officeDocument/2006/relationships/slide" Target="/ppt/slides/slide24.xml" Id="R1cc8ec95767742fb" /><Relationship Type="http://schemas.openxmlformats.org/officeDocument/2006/relationships/slide" Target="/ppt/slides/slide25.xml" Id="Rd96f66dba7ab477e" /><Relationship Type="http://schemas.openxmlformats.org/officeDocument/2006/relationships/slide" Target="/ppt/slides/slide26.xml" Id="R3c21777c66384fd3" /><Relationship Type="http://schemas.openxmlformats.org/officeDocument/2006/relationships/slide" Target="/ppt/slides/slide27.xml" Id="Ree4211e08bda4214" /><Relationship Type="http://schemas.openxmlformats.org/officeDocument/2006/relationships/slide" Target="/ppt/slides/slide28.xml" Id="R67e5959613b24f15" /><Relationship Type="http://schemas.openxmlformats.org/officeDocument/2006/relationships/slide" Target="/ppt/slides/slide29.xml" Id="R2d12f10a183642ad" /><Relationship Type="http://schemas.openxmlformats.org/officeDocument/2006/relationships/slide" Target="/ppt/slides/slide30.xml" Id="R421ef610adca4f20" /><Relationship Type="http://schemas.openxmlformats.org/officeDocument/2006/relationships/slide" Target="/ppt/slides/slide31.xml" Id="Re346fb2253724004" /><Relationship Type="http://schemas.openxmlformats.org/officeDocument/2006/relationships/slide" Target="/ppt/slides/slide32.xml" Id="R37d90eaa08ea4d8c" /><Relationship Type="http://schemas.openxmlformats.org/officeDocument/2006/relationships/slide" Target="/ppt/slides/slide33.xml" Id="R6fea7be85a3d45e8" /><Relationship Type="http://schemas.openxmlformats.org/officeDocument/2006/relationships/slide" Target="/ppt/slides/slide34.xml" Id="R40d9caf199974dae" /><Relationship Type="http://schemas.openxmlformats.org/officeDocument/2006/relationships/slide" Target="/ppt/slides/slide35.xml" Id="R414dfee2053545a2" /><Relationship Type="http://schemas.openxmlformats.org/officeDocument/2006/relationships/slide" Target="/ppt/slides/slide36.xml" Id="R6d70d80769584ad1" /><Relationship Type="http://schemas.openxmlformats.org/officeDocument/2006/relationships/slide" Target="/ppt/slides/slide37.xml" Id="Ra60c341539274559" /><Relationship Type="http://schemas.openxmlformats.org/officeDocument/2006/relationships/slide" Target="/ppt/slides/slide38.xml" Id="R683a24610635409d" /><Relationship Type="http://schemas.openxmlformats.org/officeDocument/2006/relationships/slide" Target="/ppt/slides/slide39.xml" Id="Rf0b73e9853da467a" /><Relationship Type="http://schemas.openxmlformats.org/officeDocument/2006/relationships/slide" Target="/ppt/slides/slide40.xml" Id="R4ee1bb75e63b4bf0" /><Relationship Type="http://schemas.openxmlformats.org/officeDocument/2006/relationships/slide" Target="/ppt/slides/slide41.xml" Id="R384e3018f501401a" /><Relationship Type="http://schemas.openxmlformats.org/officeDocument/2006/relationships/slide" Target="/ppt/slides/slide42.xml" Id="R8affdfbddd8e4d24" /><Relationship Type="http://schemas.openxmlformats.org/officeDocument/2006/relationships/slide" Target="/ppt/slides/slide43.xml" Id="Rb0abbf9a9fb74d36" /><Relationship Type="http://schemas.openxmlformats.org/officeDocument/2006/relationships/slide" Target="/ppt/slides/slide44.xml" Id="R83651b44e13042b7" /><Relationship Type="http://schemas.openxmlformats.org/officeDocument/2006/relationships/slide" Target="/ppt/slides/slide45.xml" Id="R05fae62a60544e74" /><Relationship Type="http://schemas.openxmlformats.org/officeDocument/2006/relationships/slide" Target="/ppt/slides/slide46.xml" Id="Rfa4c1e532b9e49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56e28fd7af42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697352f8a94f7d" /><Relationship Type="http://schemas.openxmlformats.org/officeDocument/2006/relationships/notesMaster" Target="/ppt/notesMasters/notesMaster1.xml" Id="R8f15ff95fa5844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7d52e076064799" /><Relationship Type="http://schemas.openxmlformats.org/officeDocument/2006/relationships/notesMaster" Target="/ppt/notesMasters/notesMaster1.xml" Id="Red2bbbd38c4649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86dde4777d474b" /><Relationship Type="http://schemas.openxmlformats.org/officeDocument/2006/relationships/notesMaster" Target="/ppt/notesMasters/notesMaster1.xml" Id="Ra9e958835a424e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5b714fe61f4f18" /><Relationship Type="http://schemas.openxmlformats.org/officeDocument/2006/relationships/notesMaster" Target="/ppt/notesMasters/notesMaster1.xml" Id="R2727d975ac1b48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d130d9137340de" /><Relationship Type="http://schemas.openxmlformats.org/officeDocument/2006/relationships/notesMaster" Target="/ppt/notesMasters/notesMaster1.xml" Id="R8fe102f30a464b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10f0ffd0654371" /><Relationship Type="http://schemas.openxmlformats.org/officeDocument/2006/relationships/notesMaster" Target="/ppt/notesMasters/notesMaster1.xml" Id="R72f722cc9ecd4d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38e5569c56412a" /><Relationship Type="http://schemas.openxmlformats.org/officeDocument/2006/relationships/notesMaster" Target="/ppt/notesMasters/notesMaster1.xml" Id="R7c6b1c9d25134c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8b11b4ab654410" /><Relationship Type="http://schemas.openxmlformats.org/officeDocument/2006/relationships/notesMaster" Target="/ppt/notesMasters/notesMaster1.xml" Id="Rfd3499cecf1645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355db2d4d147cc" /><Relationship Type="http://schemas.openxmlformats.org/officeDocument/2006/relationships/notesMaster" Target="/ppt/notesMasters/notesMaster1.xml" Id="Rbe92680b8deb4b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3736d218af47a1" /><Relationship Type="http://schemas.openxmlformats.org/officeDocument/2006/relationships/notesMaster" Target="/ppt/notesMasters/notesMaster1.xml" Id="Rfa06d14ad4d64d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25fae73bac4e3a" /><Relationship Type="http://schemas.openxmlformats.org/officeDocument/2006/relationships/notesMaster" Target="/ppt/notesMasters/notesMaster1.xml" Id="R2e08094ba0234c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3865cedff2435e" /><Relationship Type="http://schemas.openxmlformats.org/officeDocument/2006/relationships/notesMaster" Target="/ppt/notesMasters/notesMaster1.xml" Id="Rf3df5e73533b46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769c5aa46b4d13" /><Relationship Type="http://schemas.openxmlformats.org/officeDocument/2006/relationships/notesMaster" Target="/ppt/notesMasters/notesMaster1.xml" Id="Refe080b094b946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521b8b98dc4a54" /><Relationship Type="http://schemas.openxmlformats.org/officeDocument/2006/relationships/notesMaster" Target="/ppt/notesMasters/notesMaster1.xml" Id="R2008362c35cb4b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70403187434b90" /><Relationship Type="http://schemas.openxmlformats.org/officeDocument/2006/relationships/notesMaster" Target="/ppt/notesMasters/notesMaster1.xml" Id="R95a57a7d28534d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50c53a855574ce6" /><Relationship Type="http://schemas.openxmlformats.org/officeDocument/2006/relationships/notesMaster" Target="/ppt/notesMasters/notesMaster1.xml" Id="R6edda5b8654d49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c3eaf7322d4e17" /><Relationship Type="http://schemas.openxmlformats.org/officeDocument/2006/relationships/notesMaster" Target="/ppt/notesMasters/notesMaster1.xml" Id="Rc1ce6fbe1d6947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8df454cdcf41cc" /><Relationship Type="http://schemas.openxmlformats.org/officeDocument/2006/relationships/notesMaster" Target="/ppt/notesMasters/notesMaster1.xml" Id="Re5691fc4e63745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63a4d021d6543de" /><Relationship Type="http://schemas.openxmlformats.org/officeDocument/2006/relationships/notesMaster" Target="/ppt/notesMasters/notesMaster1.xml" Id="R6cda683562e14b6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8b35567a8d649b0" /><Relationship Type="http://schemas.openxmlformats.org/officeDocument/2006/relationships/notesMaster" Target="/ppt/notesMasters/notesMaster1.xml" Id="R12e0cc39a8824a2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43d2a1812304d92" /><Relationship Type="http://schemas.openxmlformats.org/officeDocument/2006/relationships/notesMaster" Target="/ppt/notesMasters/notesMaster1.xml" Id="Rb5085f9bdfc847d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e72181bbcea4621" /><Relationship Type="http://schemas.openxmlformats.org/officeDocument/2006/relationships/notesMaster" Target="/ppt/notesMasters/notesMaster1.xml" Id="Rec216e3a43214a0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7ffec4e923c4d01" /><Relationship Type="http://schemas.openxmlformats.org/officeDocument/2006/relationships/notesMaster" Target="/ppt/notesMasters/notesMaster1.xml" Id="R13ae93b66a2847a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8d4d7cb97cc47f1" /><Relationship Type="http://schemas.openxmlformats.org/officeDocument/2006/relationships/notesMaster" Target="/ppt/notesMasters/notesMaster1.xml" Id="Rdc8adfaa88d242f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97c490265c9461f" /><Relationship Type="http://schemas.openxmlformats.org/officeDocument/2006/relationships/notesMaster" Target="/ppt/notesMasters/notesMaster1.xml" Id="R0af5c8036f45429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2422af8f8b345b6" /><Relationship Type="http://schemas.openxmlformats.org/officeDocument/2006/relationships/notesMaster" Target="/ppt/notesMasters/notesMaster1.xml" Id="R13c3905ff437488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2e087d95cfc4320" /><Relationship Type="http://schemas.openxmlformats.org/officeDocument/2006/relationships/notesMaster" Target="/ppt/notesMasters/notesMaster1.xml" Id="R45b9e0e61a724e2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8f6333b237a4604" /><Relationship Type="http://schemas.openxmlformats.org/officeDocument/2006/relationships/notesMaster" Target="/ppt/notesMasters/notesMaster1.xml" Id="R43d028009f13466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2f2081d0ba54998" /><Relationship Type="http://schemas.openxmlformats.org/officeDocument/2006/relationships/notesMaster" Target="/ppt/notesMasters/notesMaster1.xml" Id="R039002adea924a5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0ee622b493d411c" /><Relationship Type="http://schemas.openxmlformats.org/officeDocument/2006/relationships/notesMaster" Target="/ppt/notesMasters/notesMaster1.xml" Id="R646a0c43c16949a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aa058418e104052" /><Relationship Type="http://schemas.openxmlformats.org/officeDocument/2006/relationships/notesMaster" Target="/ppt/notesMasters/notesMaster1.xml" Id="R8c03596a3a4642f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259e754460a49c9" /><Relationship Type="http://schemas.openxmlformats.org/officeDocument/2006/relationships/notesMaster" Target="/ppt/notesMasters/notesMaster1.xml" Id="R631f3cf322024d7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bbc462c53ba46cf" /><Relationship Type="http://schemas.openxmlformats.org/officeDocument/2006/relationships/notesMaster" Target="/ppt/notesMasters/notesMaster1.xml" Id="R24c0ab52bd4849a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c58081f229d4893" /><Relationship Type="http://schemas.openxmlformats.org/officeDocument/2006/relationships/notesMaster" Target="/ppt/notesMasters/notesMaster1.xml" Id="R4ad045aa5b68414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a845c12fab345f9" /><Relationship Type="http://schemas.openxmlformats.org/officeDocument/2006/relationships/notesMaster" Target="/ppt/notesMasters/notesMaster1.xml" Id="R07038ede14a443d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9b5207a7aa642c6" /><Relationship Type="http://schemas.openxmlformats.org/officeDocument/2006/relationships/notesMaster" Target="/ppt/notesMasters/notesMaster1.xml" Id="Rbac6e18df6d440f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b6ad3c84e904372" /><Relationship Type="http://schemas.openxmlformats.org/officeDocument/2006/relationships/notesMaster" Target="/ppt/notesMasters/notesMaster1.xml" Id="R15a1dec6bd0e4e4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48efe2c75354806" /><Relationship Type="http://schemas.openxmlformats.org/officeDocument/2006/relationships/notesMaster" Target="/ppt/notesMasters/notesMaster1.xml" Id="R8e1f8efdc5cc495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1c0fde67c9c4eed" /><Relationship Type="http://schemas.openxmlformats.org/officeDocument/2006/relationships/notesMaster" Target="/ppt/notesMasters/notesMaster1.xml" Id="R30a5f7b5dae34d4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969864aa26941d2" /><Relationship Type="http://schemas.openxmlformats.org/officeDocument/2006/relationships/notesMaster" Target="/ppt/notesMasters/notesMaster1.xml" Id="R8b275f5c02514ee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385c74930d0481f" /><Relationship Type="http://schemas.openxmlformats.org/officeDocument/2006/relationships/notesMaster" Target="/ppt/notesMasters/notesMaster1.xml" Id="R10ac13a362a2416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ab1a6530aac4b56" /><Relationship Type="http://schemas.openxmlformats.org/officeDocument/2006/relationships/notesMaster" Target="/ppt/notesMasters/notesMaster1.xml" Id="R9c044ad9fecb44a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4a47d1a6fab4934" /><Relationship Type="http://schemas.openxmlformats.org/officeDocument/2006/relationships/notesMaster" Target="/ppt/notesMasters/notesMaster1.xml" Id="R240c49514104470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8b80d0076394e9f" /><Relationship Type="http://schemas.openxmlformats.org/officeDocument/2006/relationships/notesMaster" Target="/ppt/notesMasters/notesMaster1.xml" Id="R34e9dfe2df8c4f3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f70ac4eea4d44a2" /><Relationship Type="http://schemas.openxmlformats.org/officeDocument/2006/relationships/notesMaster" Target="/ppt/notesMasters/notesMaster1.xml" Id="R51b02463d362417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98e0448d5044a5b" /><Relationship Type="http://schemas.openxmlformats.org/officeDocument/2006/relationships/notesMaster" Target="/ppt/notesMasters/notesMaster1.xml" Id="Rd4b2cd6c75fc42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6c812c569446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c81fe183a24e03" /><Relationship Type="http://schemas.openxmlformats.org/officeDocument/2006/relationships/slideLayout" Target="/ppt/slideLayouts/slideLayout1.xml" Id="R1018a06a14a447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18a06a14a447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8a1c892834620" /><Relationship Type="http://schemas.openxmlformats.org/officeDocument/2006/relationships/notesSlide" Target="/ppt/notesSlides/notesSlide1.xml" Id="R04435d7385c944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b3e60d2cb46a1" /><Relationship Type="http://schemas.openxmlformats.org/officeDocument/2006/relationships/notesSlide" Target="/ppt/notesSlides/notesSlide2.xml" Id="R9aa3740d96a748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ce0bbb9b84497" /><Relationship Type="http://schemas.openxmlformats.org/officeDocument/2006/relationships/notesSlide" Target="/ppt/notesSlides/notesSlide3.xml" Id="R789403ea94f24f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e4775fcaf4bcb" /><Relationship Type="http://schemas.openxmlformats.org/officeDocument/2006/relationships/notesSlide" Target="/ppt/notesSlides/notesSlide4.xml" Id="Rb6aaaef5f7e544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ea64555784aa9" /><Relationship Type="http://schemas.openxmlformats.org/officeDocument/2006/relationships/notesSlide" Target="/ppt/notesSlides/notesSlide5.xml" Id="Rb9e667b0707a49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5602c1c354342" /><Relationship Type="http://schemas.openxmlformats.org/officeDocument/2006/relationships/notesSlide" Target="/ppt/notesSlides/notesSlide6.xml" Id="R6f081e5a98d94e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dc64c155f463e" /><Relationship Type="http://schemas.openxmlformats.org/officeDocument/2006/relationships/notesSlide" Target="/ppt/notesSlides/notesSlide7.xml" Id="R88c347d78feb47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2ecad75f94380" /><Relationship Type="http://schemas.openxmlformats.org/officeDocument/2006/relationships/notesSlide" Target="/ppt/notesSlides/notesSlide8.xml" Id="R26700912316f46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24fa1cbf744ae" /><Relationship Type="http://schemas.openxmlformats.org/officeDocument/2006/relationships/notesSlide" Target="/ppt/notesSlides/notesSlide9.xml" Id="R849466b0b9c749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0fafa99a043ee" /><Relationship Type="http://schemas.openxmlformats.org/officeDocument/2006/relationships/notesSlide" Target="/ppt/notesSlides/notesSlide10.xml" Id="R43abc449cfad45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3eee956154bbb" /><Relationship Type="http://schemas.openxmlformats.org/officeDocument/2006/relationships/notesSlide" Target="/ppt/notesSlides/notesSlide11.xml" Id="Rec702056f27b45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6dcca5d2040e6" /><Relationship Type="http://schemas.openxmlformats.org/officeDocument/2006/relationships/notesSlide" Target="/ppt/notesSlides/notesSlide12.xml" Id="R36428b0a0b3f49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ee94741764cfd" /><Relationship Type="http://schemas.openxmlformats.org/officeDocument/2006/relationships/notesSlide" Target="/ppt/notesSlides/notesSlide13.xml" Id="R317d6b07d03046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4e546b817406b" /><Relationship Type="http://schemas.openxmlformats.org/officeDocument/2006/relationships/notesSlide" Target="/ppt/notesSlides/notesSlide14.xml" Id="Rd8c60c47b42645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8de249210470d" /><Relationship Type="http://schemas.openxmlformats.org/officeDocument/2006/relationships/notesSlide" Target="/ppt/notesSlides/notesSlide15.xml" Id="R34c6ab1b4d6046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a00f38a324a80" /><Relationship Type="http://schemas.openxmlformats.org/officeDocument/2006/relationships/notesSlide" Target="/ppt/notesSlides/notesSlide16.xml" Id="R570da422c0db49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564af205747e0" /><Relationship Type="http://schemas.openxmlformats.org/officeDocument/2006/relationships/notesSlide" Target="/ppt/notesSlides/notesSlide17.xml" Id="Re2e117ea91e24d2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c914810914d79" /><Relationship Type="http://schemas.openxmlformats.org/officeDocument/2006/relationships/notesSlide" Target="/ppt/notesSlides/notesSlide18.xml" Id="Re983f98adacd484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6ffb55e7a4d95" /><Relationship Type="http://schemas.openxmlformats.org/officeDocument/2006/relationships/notesSlide" Target="/ppt/notesSlides/notesSlide19.xml" Id="R5a6f8616c733437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7b1e3d9034a27" /><Relationship Type="http://schemas.openxmlformats.org/officeDocument/2006/relationships/notesSlide" Target="/ppt/notesSlides/notesSlide20.xml" Id="Ra8128314a5bf46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6d4ec4b4d47bb" /><Relationship Type="http://schemas.openxmlformats.org/officeDocument/2006/relationships/notesSlide" Target="/ppt/notesSlides/notesSlide21.xml" Id="Rc0f9b818627d46f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24f4343d840fd" /><Relationship Type="http://schemas.openxmlformats.org/officeDocument/2006/relationships/notesSlide" Target="/ppt/notesSlides/notesSlide22.xml" Id="Rd5d3b026ee8443a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766826b0047e9" /><Relationship Type="http://schemas.openxmlformats.org/officeDocument/2006/relationships/notesSlide" Target="/ppt/notesSlides/notesSlide23.xml" Id="R5799f835258a4e3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619bdcae54b7b" /><Relationship Type="http://schemas.openxmlformats.org/officeDocument/2006/relationships/notesSlide" Target="/ppt/notesSlides/notesSlide24.xml" Id="R3600be1073bc402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c8e31833e4f62" /><Relationship Type="http://schemas.openxmlformats.org/officeDocument/2006/relationships/notesSlide" Target="/ppt/notesSlides/notesSlide25.xml" Id="R60444009b77a433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9be1aa50a407d" /><Relationship Type="http://schemas.openxmlformats.org/officeDocument/2006/relationships/notesSlide" Target="/ppt/notesSlides/notesSlide26.xml" Id="R7f3f6c6beee147c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ef58cf62e469d" /><Relationship Type="http://schemas.openxmlformats.org/officeDocument/2006/relationships/notesSlide" Target="/ppt/notesSlides/notesSlide27.xml" Id="R25ece22d4d7543a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0e72a93ca4c6b" /><Relationship Type="http://schemas.openxmlformats.org/officeDocument/2006/relationships/notesSlide" Target="/ppt/notesSlides/notesSlide28.xml" Id="Re2d3db1edd7f485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acc85da014a6a" /><Relationship Type="http://schemas.openxmlformats.org/officeDocument/2006/relationships/notesSlide" Target="/ppt/notesSlides/notesSlide29.xml" Id="Rc5694f40fef9404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f1f0bea6f4aa8" /><Relationship Type="http://schemas.openxmlformats.org/officeDocument/2006/relationships/notesSlide" Target="/ppt/notesSlides/notesSlide30.xml" Id="R9430c6219a81471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5fcac18524202" /><Relationship Type="http://schemas.openxmlformats.org/officeDocument/2006/relationships/notesSlide" Target="/ppt/notesSlides/notesSlide31.xml" Id="Rcfb1d99fe43a461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d321a4a0b4d03" /><Relationship Type="http://schemas.openxmlformats.org/officeDocument/2006/relationships/notesSlide" Target="/ppt/notesSlides/notesSlide32.xml" Id="R844f8cf57bf34aa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86b3dc37b4a08" /><Relationship Type="http://schemas.openxmlformats.org/officeDocument/2006/relationships/notesSlide" Target="/ppt/notesSlides/notesSlide33.xml" Id="R2add0aa15c44446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473d4dd184085" /><Relationship Type="http://schemas.openxmlformats.org/officeDocument/2006/relationships/notesSlide" Target="/ppt/notesSlides/notesSlide34.xml" Id="R950f349ac53a4cb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6e52d99e64019" /><Relationship Type="http://schemas.openxmlformats.org/officeDocument/2006/relationships/notesSlide" Target="/ppt/notesSlides/notesSlide35.xml" Id="R55294312399443c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994490a1b47e0" /><Relationship Type="http://schemas.openxmlformats.org/officeDocument/2006/relationships/notesSlide" Target="/ppt/notesSlides/notesSlide36.xml" Id="R141f2fad6a054a0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18db438984014" /><Relationship Type="http://schemas.openxmlformats.org/officeDocument/2006/relationships/notesSlide" Target="/ppt/notesSlides/notesSlide37.xml" Id="R9c1d1bb05cc6454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8d49a8711465b" /><Relationship Type="http://schemas.openxmlformats.org/officeDocument/2006/relationships/notesSlide" Target="/ppt/notesSlides/notesSlide38.xml" Id="Rc74551c0f03f403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db7df28a848ee" /><Relationship Type="http://schemas.openxmlformats.org/officeDocument/2006/relationships/notesSlide" Target="/ppt/notesSlides/notesSlide39.xml" Id="Rfad3dc8b2434420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734e3335a4ebd" /><Relationship Type="http://schemas.openxmlformats.org/officeDocument/2006/relationships/notesSlide" Target="/ppt/notesSlides/notesSlide40.xml" Id="R2ab0d78edbe640d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71cb120694deb" /><Relationship Type="http://schemas.openxmlformats.org/officeDocument/2006/relationships/notesSlide" Target="/ppt/notesSlides/notesSlide41.xml" Id="Rcacee223adb5429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b3ae30b184795" /><Relationship Type="http://schemas.openxmlformats.org/officeDocument/2006/relationships/notesSlide" Target="/ppt/notesSlides/notesSlide42.xml" Id="Rc1be32901f474c9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667bb239b4f05" /><Relationship Type="http://schemas.openxmlformats.org/officeDocument/2006/relationships/notesSlide" Target="/ppt/notesSlides/notesSlide43.xml" Id="R6482df0a3aac476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212bc56c54440" /><Relationship Type="http://schemas.openxmlformats.org/officeDocument/2006/relationships/notesSlide" Target="/ppt/notesSlides/notesSlide44.xml" Id="R6ee0c08996dd490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307f5f9154476" /><Relationship Type="http://schemas.openxmlformats.org/officeDocument/2006/relationships/notesSlide" Target="/ppt/notesSlides/notesSlide45.xml" Id="R0c1fbb7ca9224a0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5ef1588644466" /><Relationship Type="http://schemas.openxmlformats.org/officeDocument/2006/relationships/notesSlide" Target="/ppt/notesSlides/notesSlide46.xml" Id="R60267b9dc63e43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DEF7A-FCCB-4B4E-AD8B-928D54A9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58361-2883-4607-8B7A-97C82E93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EE9A2-47EB-4EAD-92C1-36299EF1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ABD34-E227-4153-8910-17420B95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D1B89-720B-41E3-B40F-64526998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2937"/>
                </a:solidFill>
              </a:defRPr>
            </a:pPr>
            <a:r>
              <a:rPr sz="3450" b="1">
                <a:solidFill>
                  <a:srgbClr val="1F2937"/>
                </a:solidFill>
              </a:rPr>
              <a:t>Coordination and Agreement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F4C73-06FE-411C-8B90-9C6D5811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25B"/>
                </a:solidFill>
              </a:defRPr>
            </a:pPr>
            <a:r>
              <a:rPr sz="1725" b="0">
                <a:solidFill>
                  <a:srgbClr val="52525B"/>
                </a:solidFill>
              </a:rPr>
              <a:t>Distributed Systems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CCA93-4812-4DDC-8D99-23CA4543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646DE-64DD-4652-B7BB-7AA43C95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667AA-2D3F-4E9C-B56F-7A9809E4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0562D-96B3-4060-91A1-BAF13C21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8610E-C7BB-438D-84D6-A9FC7685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544A6-2F80-4C7A-9800-50387951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612261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F62E9-F0F8-4C8A-AE8A-C793BAA0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DB399-B475-4275-B3DB-8EAAEC30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99447-AF7B-4DE1-AF15-CB28694F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BFB55-FE0E-45A6-897F-B9F152C0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FEF66-4DE0-4824-BB54-D49DA92B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E388B-6C3C-4087-A93A-D46C3CCE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760B5-6C7E-4120-95F2-64264483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F154F-16CD-4825-8099-D24FE4D0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12B97-2B67-4D77-9BA0-31C71653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6B3E5-1652-4B4D-A4AA-F73CD0DB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D8339-25BB-4C1F-A704-389E92FB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D3C36-27C4-47B1-8BDE-86553CAB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CF0D1-855F-4561-A215-BDF8DAB0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345835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194A2-85F9-4AF0-BA6F-B88217F7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3963D-D0E3-4990-ADDA-846B3F1C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22AAA-C8A4-4FC0-AB8C-E4DA0219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374C3-F637-4975-BA5E-C03B31AB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2383B-8311-44B3-981C-B1D512EF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B5955-B33B-4A42-8018-4730B46D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FA2B8-D067-457F-BDDC-EBCAA121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Distributed mutual exclusion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D8F13-5ABB-4340-A898-3EA312CE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65EA5-142F-47E4-91E5-A3333A50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Elections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D9555-9486-4D81-A475-E6AEA705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8EC91-5EB7-47E7-AA67-4177B896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Group communication coordination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EF745-6A12-42C9-A7B1-E28623CC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8D748-C274-40D8-9C24-E86175B4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Consensus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46474-B97E-4E4F-9854-FC421347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7257C-EDD6-42C6-B259-80898C27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Related agreement problems</a:t>
            </a:r>
          </a:p>
        </p:txBody>
      </p:sp>
    </p:spTree>
    <p:extLst>
      <p:ext uri="{BB962C8B-B14F-4D97-AF65-F5344CB8AC3E}">
        <p14:creationId xmlns:p14="http://schemas.microsoft.com/office/powerpoint/2010/main" val="995608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72A6F2-DB2E-420D-901C-5017C62C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782A4-2A28-4CBC-93CE-4FAA925B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BE9CF-ECAF-43C8-9165-0BD8026A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DD460-1CCB-440F-91B1-7C2714FD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647D1-3379-40BB-9B8B-BA75C8A4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mutual exclusion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76D87-BB15-4716-A839-3F0F4E39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819EB-2A0E-4F5C-90D9-B93A29A1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Distributed mutual exclusion is best taught as a request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A0A88-B82E-4DEF-B98A-4F1CD698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F8A5A-767F-4D70-988E-2EC344D4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coordination messages with ordering rule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68820-1359-43C4-AF07-594A06CF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096A6-4A25-4946-AA07-859810D9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decision and safety/liveness.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E37D5-9CC6-4435-86E9-F4E9DE77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D07DD-7C71-4E2F-94E0-26631896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coordination messages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B4355-73FD-4EF6-B43F-073A5D1B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0C25D-AAF0-49EF-A4C0-70505888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CB28D-AF8E-4931-A9E0-8E194C60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safety/liveness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9EF40-9A94-49C2-B5D1-54C4040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81D817-E745-4594-AE25-FB6ADEB6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distributed mutual exclusion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6792850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1F230-C5F1-4C05-89EB-7F09737C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21C58-3770-4C61-A056-7329113C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09F70-5543-44BA-AF11-CCE349DA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92BEF-D410-4203-8E86-D93DAB09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FABDD-C111-4F55-B14E-0C86EFCA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mutual exclusion: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680AC-F53D-410E-AD56-A839B9DE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CD9BC-A39F-4798-93C1-75EF62BD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6B8BE-158C-4556-8254-6E52FBC3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60F0E-2155-4227-834F-5CE7E1CC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5593732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1E2629-5AD4-42D0-9104-B82C4E83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53EBB-8F97-4251-AA93-F762A419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B6D92-3998-4115-AC65-32914688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CA78E-7DEA-4C1D-8E2E-48A62643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95BD3-0D96-420E-863C-275C3533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mutual exclusion: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22CEC-3E14-4808-956E-9F9FB22E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FAB23-3016-442F-953C-CFC16A02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057ED-A18A-4105-8648-7D2B230F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1A021-66B7-4309-BB6E-B6EBB6B2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3AD2E-6237-4BCA-81F0-D0E8A14C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D19DF-9FC9-49F2-8DF1-6C11F516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3C0DB-CE2B-4F1C-865D-C182A13D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EC1C6-2CEE-4FE2-8B10-2FAE9735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E979A-1879-4F1E-BE4D-88C7EE21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coordination messages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3C051-F428-4635-B04B-2473885A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2617D-DEF5-4AD1-96DF-EDAC98B6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07BC7-D53B-41E7-AE1C-1557CC0A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D297B-FFB2-4214-AFD7-BB4B8F69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coordination messages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63E86-106E-47AB-8C38-20CCEE11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ordering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1CA365-037A-4787-9D11-2EBC7384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F0A726-4D11-4A81-8B80-1248ABFD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8403E9-D71C-4E8F-8814-ECF1CAB2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4818D1-B5EB-4DE3-81C2-3C254CEE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1B9AC1-0CEB-43FD-96DE-712B9F35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11B606-044D-4738-9561-A919C7AC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D5E309-BD92-4490-8B36-7305F305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F4FE35-6C39-4694-B7FB-E25E9FA1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59CCE9-E89C-49AC-B96F-ACF83B84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3379EC-03E8-47AA-88B2-563B34CB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safety/liveness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929312-E4BA-4446-94A6-7A7563E1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2BCE10-49B6-477B-ACCA-581C9E85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distributed mutual exclusion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163762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9303E-54A3-43A4-9F8B-FA21512C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005E0-CF94-43F4-AE70-7844D521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D0A7A-7D57-4BAE-994D-B761AAF3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5858C-24E1-4B7B-ADC5-F7587AAD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7CEE4-8735-417C-BDD2-60D9E9AA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Elections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B0070-AEA7-4317-9AC8-46654995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B0F8F-ADE2-4E27-8CB2-3153D2F4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Elections is best taught as a request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82C49-5302-4D55-84A8-803D115F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E0AAB-4C16-4549-A577-5FDA3F69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coordination messages with ordering rule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3B782-FD74-4AE3-8E7A-68C0E7D5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1E668-06CA-403E-9F8E-84523051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decision and safety/liveness.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5D9B4-CB2E-4062-9316-326EDC38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B9297-BBBA-4EFC-B5E2-DA54549B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coordination messages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EEF8C-8F6C-4274-B928-FA47E32D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9C060-1842-4A08-93CF-84182114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A041B-6EE3-401F-AF42-6E5F21B5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safety/liveness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6E05B-7E29-41C7-9CB8-A4C26642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9B972B-DA53-403A-BC83-E7FFF007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elections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511922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C766A-1E3F-437C-B872-0829F2C7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CA8B8-374B-48CE-BB57-CE0B9475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04CB1-2E81-417B-BC27-BB916F0C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2BA03-CAC1-4BA9-B2E6-98BE458C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82A78-1841-47F7-9690-CB6FEB02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Elections: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9A0CE-AEF7-450D-B5E1-EA61DEF5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AB17A-5A0D-4090-A2C0-9179BF82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7FD55-F60A-4880-A517-23BE99FB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D74D6-73EA-41C6-8365-414860FE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9178558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B9402E-B5FA-438E-95AF-8138ED48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8D54B-4F34-4184-BED2-F168377E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55B32-551E-4010-AFBB-61AF90EC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97F4A-B361-4102-8B75-144D8FE5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68208-EFF6-4A8C-8360-A44DE018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Elections: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1A4E1-4095-41BF-BDCB-1395291A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5D003-37FF-4949-9F1B-900010F4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DDB6C-4F66-4F89-B8C4-4F14B9D2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0A3B8-0975-4E18-9512-40983879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418CF-9215-42CD-9F1F-582EE755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9A830-FF21-4A25-8721-89C9CD64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FE5B6-1A18-4CEB-BE3D-4D1E646B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8DFED-B4A7-4569-951A-80F9FC76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21377-8249-458C-B15B-AD4D4A31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coordination messages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9D40F-EDCD-4E27-A418-2B14C25D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B6299-D834-41A2-B1AD-DDCE676E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1767E-7CAA-44C8-B87C-6D9B12F9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A1BCB-1ECC-4949-9894-86EFE22E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coordination messages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CF5CC-ECA1-462B-A06D-C7051085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ordering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CD5AB3-06E2-4440-A9D1-97B8AADC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A9CA7-0C2C-4162-9D2A-1B91D7D3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A7BD0A-934F-4BE4-9B95-CCAAC6DD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9EB965-B222-4A08-AEB0-1612BDD5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04F44-EF91-41B1-A8FC-1A0A4AE5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115B0-506B-4D04-884C-BB8013AD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97E85F-0254-4986-929C-787EB6CC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48570C-AEF4-4BD4-857B-E3756741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D53FAA-874B-48BB-90A8-F01C5608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16E8A6-1C1F-4331-A44C-B184004E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safety/liveness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1A0439-F65E-4FA9-AD5A-69267786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9FE052-4D21-49E8-886E-DAA29417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elections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3061994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16FA43-82DF-4B2D-A94C-A98372B5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D4340-90E5-4053-9BBD-B1CC2DA2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C3D1E-E11B-4307-9170-4E6BC09C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335AA-67B5-45FA-BBC7-AF6F6C23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9E7C1-B7B6-4A31-8E2E-164799B5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Elections: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FA590-A268-436F-AC45-C3EFE31E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F9F6B-A2E2-42D1-A346-6B900B29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376D1-98A4-4775-BDD9-1C3FA369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DA4BA-E1E2-44F1-A1EB-32817FAE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6ADF2-CE8C-48B3-9A7E-089D34ED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0FD50-5B6E-49B0-B8ED-A637AB55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Elections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0A3E7-CCC9-406F-9437-97E0FCD6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01488-DBB3-406D-92E5-D3368EFB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request -&gt; ordering rule -&gt; safety/liveness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F9431-2F25-4D3C-9EAE-B6F4CE89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D701F-C26C-4483-ACA9-890A7A99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272B0-4BA4-4B31-9DA1-119DE7CD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30E01-6295-4CB2-AC1A-1AD0CEEE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07073-5287-4138-96B6-C8031A1A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658420-0AD7-4EE2-AE03-D21C656A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FF30E1-22EA-4032-B701-780C91A6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BA239-AD0D-4A89-B824-FA96BF8B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request, coordination messages, ordering rule</a:t>
            </a:r>
          </a:p>
        </p:txBody>
      </p:sp>
    </p:spTree>
    <p:extLst>
      <p:ext uri="{BB962C8B-B14F-4D97-AF65-F5344CB8AC3E}">
        <p14:creationId xmlns:p14="http://schemas.microsoft.com/office/powerpoint/2010/main" val="13984069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908D7D-1A16-4D0B-9E0F-F9F586B3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0D2BD-DE54-458D-AD0F-2DBAC07E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C01BD-E599-4E36-9C73-145F4FA0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6D47D-37CE-49B9-A26C-7B265227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A83B6-7235-4B4F-A076-D97E3437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Group communication coordination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56A15-0064-47F9-943C-E2BF0944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5A478-57E0-4350-98F2-0BB0EB7B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Group communication coordination is best taught as a nodes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A0F75-9BD1-4612-A3F4-DA52D317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BAA67-BE5A-4D9E-A879-8C60D00D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network with shared resource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6F090-6989-4385-852C-41188E55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05F7C-396C-4ABF-ACA3-DEBB1E76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protocol and failure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D0A3A-243B-42D5-AE7B-9E1ECA82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D8108-8A64-4663-8851-4DC45881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A52C3-C7DE-4ACA-995B-E38DD82F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8FAAB-6ACF-4E1F-B7B1-DE6D7C93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EE455-C8DE-4AD5-B9B0-821737FC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failure concern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A6CBC-2806-4222-A524-561F060A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9B704D-D4A2-4B2C-B4EF-2EE6AE00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group communication coordination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4465696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E7E1A-1D77-47ED-96A4-5AA09452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0F29C-5741-4D2C-9B2F-1043F60F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14ABE-2490-45CD-BF44-EE83E895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1C172-2038-4486-98B5-07CE3CEC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32DCD-0BC6-462B-B522-5446FDE7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Group communication coordination: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C247B-422F-4D11-A67A-F82C6330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3E170-F91E-4F2F-A124-6D1700F4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8CF4F-B88E-4E7B-89F3-ACD2FEEB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9865F-0900-4B92-8D1A-4ED5F577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1343760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9CEB39-8ED6-4CFA-9FF4-C14FCE91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7AC47-954B-44D6-ABCE-A7887FE3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02383-718C-425C-ABCC-8EA679F3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F283C-9560-4046-9E71-28CB3421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2E89C-C48E-4489-990F-A9ED288B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Group communication coordination: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FA1D4-B2BB-4F1B-AC51-BB30A1ED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B13B3-C2B9-48EB-AC69-3166D430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A2951-FEA9-47C6-8721-BE5FAC05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27E8D-D96A-413F-A578-F0679917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74B90-5408-4792-B2BE-9C422720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94F67-9A7E-444C-99C1-B4D2F620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30B2A-F9F0-411A-9918-C595F8BE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79127-FA7F-4AC3-865B-780B5DF0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5F5F1-4F67-4A5A-BC6B-E9E3FFF1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F5DDF-D845-45D2-83F3-C739D61F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39324F-0AE8-45AF-AB38-5C5406C1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BDB43-594B-458C-BED2-00E6AB50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CB15F-BB67-4273-B947-76667E51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EDA260-50D6-42BA-A7F4-8988C99F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9C01D-CCDB-43B4-81DC-8C5226CC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4A573-C5A3-44BF-B92D-88C9C71E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AA9D4-B6F6-4B9C-9201-1E8C37DA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821176-9EC5-4A3E-A8E7-88C97558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FC43E-2EE0-4367-A7D8-0A20F8C0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B45A58-92E5-412B-BF32-AC39B637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0DFB04-1A9A-4CF1-AD83-04D6E452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A8E82F-1FEE-45D0-A46E-40A8602A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B2C0A-2AE2-4A9F-B714-515DD197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33BC10-7594-491E-A19C-A9D98E60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49C5A7-68EC-4E5E-9B4D-492BBF4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59455E-8A40-4A84-9D8D-06749B35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group communication coordination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3635499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0F9FDD-308D-4F34-8862-FCFEBA70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14A09-18D8-491D-97E9-CA6504A8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D5120-5DA1-49B3-9858-EAC8EAB8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E664F-45F3-4B45-8DE3-3871DFD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409E0-6144-49EC-995A-784F3272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Consensus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9108B-F47B-40A0-BCF3-EAD2D5D3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2E9DC-B19B-4B3A-9603-52E17C40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Consensus is best taught as a request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27BE5-07A2-48A2-A768-1177F803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D3A16-0E6E-4E82-8DB6-B918249B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coordination messages with ordering rule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9D0B2-8CBE-4166-A65F-FE73822C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2B3E9-D02D-4986-9794-11E59786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decision and safety/liveness.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FF2FB-5784-4ED6-899A-DF258E2D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6ABC2-AC38-4781-B9CB-B334300A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coordination messages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45789-2C10-4C11-8C29-C483EC3C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406C8-B171-465E-9DF8-49465A7B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FC7D1-015D-4C83-89A6-3B0AEA42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safety/liveness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3B953C-D15D-4F22-9C4B-EC637A2B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2633B-E7A7-4933-9816-5209F8E7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consensus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5539530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6BE73-CB9E-427D-B9B7-1C2158AE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924A0-FA2E-458D-A4A9-91649E4D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DAEAB-C4F8-4613-A7DB-CD5E9001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AF282-A7FD-4AB1-AB20-DF8F3326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3D703-7DD9-4CBC-8232-B8CF2E47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Consensus: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5A331-53BF-4912-9585-1376738C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48E79-2220-45EA-A9F7-74FD367B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62E68-DE83-4897-B5DD-5BF1F1CC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5F684-7314-4074-B82F-4870102E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7891206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5E6A40-7435-4307-B971-21824CB6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C6F57-C1CA-4666-8A2A-2519F77C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890A7-F3EA-4368-B7B5-48BDBFC4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627C1-EE05-4ED6-AD39-748581E6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F6B07-7850-4151-A80A-F62E4FDE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Consensus: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0A27B-EDB7-4363-B9FB-E4658C9E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BCF07-8615-4BF7-8BCA-B2DF0B62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1F451-86F7-440D-B4D2-1099FAAC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195B7-9B82-4A5B-8C68-A3E71B55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4B1DE-5929-4882-8B64-48ECBA8F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C82DF-CFE7-4B73-8B2D-AFF65E31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71337-DF6E-4B23-B8CB-4C17E4FA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1F3A0-B5A0-4A39-92F3-36930B32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89FC5-0EE7-4CD1-B287-FABC5E2D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coordination messages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342337-31B8-47E5-9F05-318AB7D0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28BC9-DECC-4AF6-86FA-B8536F9D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577A6D-1425-4593-80BD-157DBECA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A74F4-4366-4D29-B843-0D60A0AB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coordination messages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2BB2B-23A9-465F-B585-9F40544F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ordering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9A2CB0-FB7A-4796-88B9-DFBA36E5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7B9CE-5CFE-422E-89AB-1A9AA09F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11531B-0C69-4796-9343-05C8C70A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8284E8-CF83-41B7-B9F4-461B8631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1C2B01-84E4-4B3D-B037-7CC36AF7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2F939F-E755-44F0-BE12-FD4AD829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C3D1B-C8CA-4D67-89C5-E0DDC2C4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8AD44C-EC9B-4349-A49F-D4C83CE8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0E7F16-56D5-4F36-BD13-F3A35D87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BAF96C-787A-4CAF-8AF9-D090EAA9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safety/liveness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5AA99-6482-4243-8683-C22EEA33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A41DF2-77FC-4F05-8725-57FE002C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consensus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146583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12C648-25AC-4009-A599-9B0D4E8E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B8547-A717-4A3D-9B19-2E4DE2C1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8EBE9-4B23-4173-B129-6D78E4E9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ADEC1-C0F8-443B-AAE8-2315B934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AE0F4-0E3C-4E28-BB1F-06521B30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Related agreement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7BE7A-1ED2-4A0C-80EE-3A302FBE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495CB-F828-43B6-98E5-BC044B30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Related agreement problems is best taught as a nodes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71EC1-2C85-48F7-94F1-0DC90AA2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A42EE-C6ED-41A1-B642-BFB42E93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network with shared resource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2788A-9A28-4554-8C88-9D783581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7617B-5C4C-4F57-BC74-DD5DCFFB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protocol and failure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4E40D-7ECC-4D65-8DC8-CFBABBDE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7DB72-4DCF-4862-8832-12D45B69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E689D-0EB8-448F-ADAA-C341A939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32AB4-255C-4AC3-9066-5957D1DA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99FC8-121C-433F-8B29-0FC42247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failure concern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7DF993-6B65-4370-B95D-3CBF2106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4D7588-76C4-4433-A6DF-297C242B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related agreement problems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5761264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D86AD-500C-41CF-AC00-0088B9D3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FCCEA-BE3A-497B-A392-85D527EE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9EB06-62EB-4BFC-9DCC-244F7A1C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6A684-A562-442E-B41F-BFAC1C77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D8E07-51DA-4BBE-9B58-BEDD850D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Related agreement problems: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887D9-1AFF-460C-B130-5B075268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FC75F-48EB-4694-A579-73E28D5F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13C51-4576-4142-B974-4CF6CAD0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94B3C-FA0C-48B5-BF70-BCBB5018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5207468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E3E7EC-67BB-4A20-855B-5EC58D4A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20B8A-23EB-4B25-971A-65538449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59513-2F5B-4F3E-B9C1-296347DC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7542B-3B33-4BCA-B346-3ECEB048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8807-02F3-4A2A-B739-34D550B7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Related agreement problems: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7A093-04D6-46D4-B12A-FE4B5B3D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70BD0-F8AD-4296-9D73-DD869DCB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BB7AD-B906-4BC5-BBEE-724C1F7C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0F5A3-8F99-4597-B2D5-564C5800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E4467-22EA-4EA1-BE80-F9D19596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14491-3D58-4030-A66A-4D30593B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8C351-ADE7-4A5F-822B-D357FB1D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3ADC7-64BD-4C03-938F-0D616721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FBF5D-ABEF-4F45-A1B5-E5A504D1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52582-3AAA-483C-AEF6-A7BE3B4B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A2D70-F4F7-4898-9D81-31677DF7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54535-F25B-40A1-9CEC-A772467B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68F18-7E6D-426F-8B96-30B651F8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BBDC04-9730-4832-BAF0-BC4AD648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133EE-6C3A-4BE1-8CE4-C735DE2E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2F15D-1699-480C-AFEA-219CE803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71303-63A5-4383-9AE7-6A4FEC6D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BA7FCA-D088-40F8-ACEA-A3657834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92A910-6B64-4F0C-A4F3-E3035A79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7B5ACF-F9FB-4207-BC66-93D122FE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A5E040-E514-4FAB-A45D-AEFDFDE7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9C1A5-7BDA-4601-A731-393E8A6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E9130C-599A-423E-A39B-D7E8CB36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80A83B-C1EC-472E-BF1A-D5D6C887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6496BE-E1AC-4A2E-8EC8-B7978F48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2BEAB8-6255-48D4-BEA1-791F8CC9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related agreement problems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257892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19C828-A1E7-40C8-81AE-2B97810E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D998D-5AFA-483D-B022-0EE64EA7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DFD1F-6F61-43F0-B429-A3BD0A4C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31B74-F7A3-4B83-843F-501783CE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CE495-3E9D-4F22-8C1E-FCD2C16C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Related agreement problems: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2D8C6-D10B-4A19-9A92-E36EBCD9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D3688-A887-4BB0-88E0-4B4E8C38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4D1B3-2267-445E-A729-DAC33F34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3D037-6E89-49B3-916C-DD86FED5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03F23-924A-4E5D-8A52-2CC320B0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61E31-2555-461F-AC36-C55BEBCE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Related agreement problems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83553-FC5D-4960-8DA4-81236262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B0F68-790A-415D-A372-5BFB1CB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467FF-9843-4AE2-90A3-B7593A61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BC31A-4F67-4EF9-9FB6-66A91C38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7CB05-A167-4113-9FBA-CDBD169A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69DA6-771F-41F3-9EAF-89EF06D1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2D7D1-B1FD-483A-B51E-83968AF9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3B1F91-1812-4558-A2C3-F1AE8744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26009A-04DA-4A22-BA4C-9194DC62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22D39-E108-406D-95BA-904B2403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90845968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77F400-7CC6-4429-9EAB-1AD094A6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0623B-8D14-4551-A513-680B19B5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EB0D6-C176-44F9-8A48-BDDB7342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B87D7-FAC8-4AB7-A23E-EE459F07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F8B28-C2CF-4533-8E9D-6836EDC5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mutual exclusion vs Elections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B261E-124D-456C-8F15-45D3C1C8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A25F9-F142-4CF3-A754-0C673D60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34B48-3A72-4C44-8402-F20511FE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Distributed mutual exclusion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93057-57EA-4390-896B-6A88FD1B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Elections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529A3-9BCC-412C-ACEF-E22047E8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15EA5-F712-4893-B82A-690E745A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7D9A7-F11F-4132-B5ED-B53123FA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486B2-F46D-4752-A353-157CE4B2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334D6-7DBC-4506-A7B2-D76750D3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64077-231C-4D43-89A4-F1B2400F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E81C1-A572-4C4A-8B99-99C1940D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389B9-6077-40B2-8341-643D86BC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27BDE-92C4-43F0-AE51-1FCFD740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8D7BB1-89D1-4804-8A6B-0016DAC9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9ECB7E-1FC7-42D7-9976-84587AA8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CC9A9-C84C-46D0-A00B-0A120AF8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40809-344B-48D5-AD7B-6611E320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3DBBD5-3354-468A-90D2-90E64514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4FFC5-208C-45F6-AEF5-0077D46D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90DA9-CF03-41F2-A57A-0B38EB53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6782047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87936F-6053-472D-A572-EA1FEB3E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20EF0-4B00-4E64-906A-8D8B5411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252D7-76BE-4573-8CB5-43D0D325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00CC1-A501-424A-AB2A-2AB9DF9A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8439E-D1EE-430E-80BD-7BA56E38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Consensus vs Related agreement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D544D-EA83-4F59-BB91-DA306B7A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3CE5E-B722-4E6F-87E3-A8920825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D8FE4-493D-458A-8281-DFB7F789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Consensus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4CBF3-0FF0-442E-B388-A6F458A3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Related agreement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7DD39-53E8-4694-9ACD-136986E1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8D8A9-DD04-4CDF-BA1D-315B2744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66E29-61CB-483A-9EAC-28DA6693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2F7A2-CDFD-4D4F-8CBD-C5B37413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CE733-CE0B-4C96-95F1-45E07FCF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0A40B-812A-4C6C-B276-9EC70E0D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A3614-4793-458B-9EE1-B2665166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D1389-23CD-4139-BBAA-947FAC7B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465B4-2468-4C57-A696-613C756C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AB7A8B-2A66-4E7D-8CF7-DB5356A8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DA741-E9D6-44B6-B422-37CCE0E9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CB8F2-490F-4E7C-A081-91A10F5F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93FB99-D82F-434D-B9F8-DE06B9FC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1E977-4502-49D9-AB0F-346D5E02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1A7294-A887-40F8-A6DA-F1123240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45A09D-2711-42FF-92E0-3CF9B232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67254435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62D68C-30E4-41D9-9C08-5469044B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F38A0-ED4E-4BD2-9D3E-AA140397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1669A-6865-4B5D-BCF6-022ED263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B5530-1377-4201-A983-C4EEA6AE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12B76-9822-4A0D-9D40-3DE2CE9D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1B4C5-1381-4CFC-9B4C-BF960D3A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69B38-7C64-42E2-B673-DA8B810D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A107B-131F-4EE4-8E16-C49866D7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6FC8A-5393-4D11-85E3-35C7063E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0F47C-C695-4BB1-BDFF-E9679BEC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Exam answer</a:t>
            </a:r>
          </a:p>
        </p:txBody>
      </p: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AFC64-9B40-43FD-B7C8-81418C84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9AFE8-0B31-4852-A1B6-902BB6BA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Distributed mutual exclusion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2ACCC-D608-4E5B-8F44-EDFC1ACD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DEEF8F-AF71-488E-BF6A-7C692FAA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Elections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1C094-CC00-4EE2-83FE-3AFD58C5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1E759B-29EF-4AE5-B8AC-1B2B491D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Group communication coordination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1D86A-FF9C-4EBF-8DDF-4965D2CA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43E7B-73D6-40FE-8CC2-05ECFBB4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Consensus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98FE5-5857-4EEF-A591-38B9B40B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F0034B-121A-4DCB-B9E7-E69D24A2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Related agreement problems</a:t>
            </a:r>
          </a:p>
        </p:txBody>
      </p:sp>
    </p:spTree>
    <p:extLst>
      <p:ext uri="{BB962C8B-B14F-4D97-AF65-F5344CB8AC3E}">
        <p14:creationId xmlns:p14="http://schemas.microsoft.com/office/powerpoint/2010/main" val="641732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303058-182F-41AE-AB73-C9D5670F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98934-74DE-4A43-B717-8B8E8ED0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50674-7AB3-4286-BD29-38B649C4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D9D5D-26B4-4F65-810C-6C554617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446A2-C76B-4840-95E8-6E4ECBEF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A8DF8-14AF-49F5-9301-9B71CA6B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62124-0FE9-4976-B983-04E92CAB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90F89-3B80-4A56-98C3-2B1E2C0E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4DDEE-F9D0-4EAA-9E88-6DF992B3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D1003-1C63-4E68-BD31-51519EBF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7DB43-0BB0-4A8C-A760-3E8B3BA9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Distributed mutual exclusion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86C4C-D0F0-4889-9D72-E090E68E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5CBAF-20FB-4C0C-9EC3-ADF4B1D1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34385-1784-41D6-8D17-0067AAEB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56A584-A7A5-450E-8E18-B4440B82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Elections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33B70-9DC4-4F0A-8E1C-5E193569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C6AF1-D73E-4024-B13D-0A7A350C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3543C-76D1-4C86-A93B-68FAE20C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97173B-F4B1-4C15-A898-4ED51DC1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Group communication coordination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1F9F7-5346-4187-92C7-FF3C2B86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ED5E7-C1B5-4213-B36B-F58CCA5C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3818F-9898-45F7-BA2D-344BC64A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905661-6911-43D4-9156-41CCF61F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Consensus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B48BD-B20A-4DD4-BEB2-108A033D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F7F31-C749-4E6F-B3F8-F20ADCEF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5080937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5BDE6-7E8B-47CB-8675-E05BDBE9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AEF63-8104-426A-A199-F9C72441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C9FFF-8A41-4FB4-B372-A0FF898A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4A1E1-6208-4589-AA16-E458E2E1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06A6B-E785-4DB0-AAC4-85F7AA22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372EE-2474-493E-834F-F28CE931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0729F-2D1C-4AD3-A71B-8EF274EB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62DC2-F500-49A0-A3A5-AEF53CE8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246B0-C7DB-4C06-95D2-5DE882CE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06271-86A0-420F-9703-C564A98A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8DC95-125B-4CF6-A268-6D75B60A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DFFD8-125B-4F1C-AF90-6CE12593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C3E8D-40F8-467C-9C8E-07D6C10A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211826874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D6390-CA27-4CC3-B779-517F165C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E7E28-1E88-4DE8-B710-89F20445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4E293-A5D9-4275-AE53-450838D7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E4884-D6B0-4232-B311-B7755CE7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12123-841F-4FFB-9F94-578677D3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AD2C7-7FB7-4772-BD79-F32915E0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854B8-9596-4706-BDA5-A0820CDC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7D882-89FD-4134-AE1E-4657FBE7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E2A57-C0A2-44C0-9558-62995B31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489C5-F4CD-4D12-8FD0-7AAAECA6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A93BC-5121-4BFB-9F61-1C78D5B2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BE991-E3C8-4BFE-8A26-CA92BBC0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84D7C-DDD9-4E8D-BAB3-8A5200DD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C92E5-D34D-48BF-BBB4-3F82BC39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EFC1A-F177-47A4-A9C7-12EF1392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79903591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036FA6-1569-4176-904D-39D82205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72AB6-42F1-4CE6-9966-DA4FB4B3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5F81E-3465-466D-B0F4-5E0ED0E9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729E4-1CA0-4033-B9FA-2BC46107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A7FEB-E149-4150-9BD3-FA3CE338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9EFA5-86B6-438E-B5F4-F775CE7E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C4069-CD76-4EA8-8C0F-30EC2E97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D1A0F-5352-4F1A-BC5A-5BF2A0C0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EEC88-81E2-446C-AE5D-FFF04E51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4BDD5-E05C-4C3C-848A-044CF902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27A2D-48AC-4CA8-910D-DF7507F0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E846E-1316-4820-81E3-84E7FDD1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FC5DE-EFAA-4B2D-B095-99075245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B959C-7FA8-481A-859C-9BCA377D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2B476-7E17-40EB-8391-D4586DC5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C2484-4E88-47C9-B637-801B4A54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56208-5C5A-4D81-950C-5A5C0616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3E50E-1FDB-4828-90A6-689A82FB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78B19-5B54-48B1-B700-E4A07135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F88715-D4B9-4805-B0CE-7420CA74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988689-4135-47F5-894E-85B90C94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EDECAE-D8E7-4A9D-8C81-C79EB1CD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95A01C-75EE-4FCE-A7A5-B8473749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4F452C-B1FB-4EAC-8AD0-EB1C7A9A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24F664-0E3C-4B15-AC64-007CDDB5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209255407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1B4E1-B4AD-4EC5-85F9-C752BEF0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0CBE8-0C53-4F26-A94F-1CB89BEF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C64A4-3CFA-42B9-9861-C142BC5A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8BF15-D606-4908-9087-8A383D73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8ED37-8744-442D-8867-2ADC1028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1C904-E520-4E70-BF8D-4167FB95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03F4F-1D3B-48FE-B9B3-BA13A093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Explain Distributed mutual exclusion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134EF-B013-4B66-8949-164485CF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1F2E3-BA33-4095-B2A2-6F60C400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Compare two approaches from Coordination and Agreement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1C242-2252-4EEC-B8A7-DBD91FF0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F14AA-B3DB-44A5-8B19-5EDBD27F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Solve a small worked example involving Group communication coordination.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D816D-31AF-4217-B3FD-981AA798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D622E-73F9-473B-ADCA-2037014A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List common mistakes and how to avoid them in Coordination and Agreement.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D6221-DCC1-479C-AF28-31117129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97E88-1471-4567-BD80-D3A7BE4E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7222623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6FBF33-03A0-46F0-B91F-890FF82F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1A5CE-A84E-4D60-92BB-85A76831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E4DF9-F717-4C3A-A57F-FE1D0F9C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9E377-1D3C-429D-ACF8-DAA6FBCF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A1531-38B8-43EE-9B0A-306D5D9A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mutual exclusion vs Elections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2063F-7583-46FF-9367-06BD2912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70777-6017-4115-8BE7-A7015343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460D5-A58C-4FD4-9383-B49856D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Distributed mutual exclusion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165D4-45D1-49A1-BFFE-92D37849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Elections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2FC7F-5211-439E-B483-6B59260E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747E2-D5B8-4F3C-971D-D809FCDC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F46D3-4CEE-4CF6-8544-E400EA06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BA4C0-2A6C-413E-9AEE-3688BF34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099C2-AC49-4826-937B-A4D6314B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EFB33-F899-493B-8CC9-2926B543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B427B-F954-4D70-A48B-40BBE305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7EDB2-9844-4445-BC17-EB73E610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E0D72-B2B8-4A64-85C3-F0D0F55A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9460BD-DC29-4FB7-BF45-759B970D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8B643A-8D64-436F-AB31-CC90214C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ADF355-85AB-43AD-BA71-1B3AAD4E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ACD522-7F7C-4BDC-827A-275B6B81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F0B617-9CDC-47CE-8152-2BA77519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02EA9B-8A1B-4583-B7EA-8263D780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9527B5-3860-4F1A-BE8C-D0F3ED4F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90600443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37B714-C418-47FE-BE84-94C4371C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960B3-4D61-4FCC-A432-F4E738AE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DAB3E-4137-41F7-BB09-4558B625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D8C95-B68B-4A0B-AA0C-9DB2920B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AFA99-9CC3-4F0A-AD63-CDE87722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Elections: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FA180-7E26-4826-A0B8-2FBF62F2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0F3E9-E991-4353-8A1C-CA7B16B9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37462-3250-4135-A875-77A2CD12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CEEFC-FA7C-4FF0-9936-0052C486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984D2-883E-4600-BB03-302ADD28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6C5C6-678E-47E7-ACD2-39986BFF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14F89-6ECA-4E77-A278-600127B0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98FF9-31EA-4F65-996F-3E53E859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862CD-9252-4307-AE3A-226E57A2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coordination messages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830DAE-D890-46C9-9872-DB949286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EFBDF-2D22-4687-8FD5-FFAFA074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642D8-F273-446F-B783-314FADB9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861DB-0844-4673-A9A0-CB115F02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coordination messages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81C85-BB44-44C8-B305-F21A0A97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ordering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F5803-70C7-4751-9E47-9BDB315D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B54AEE-6258-4651-A92F-E34EAC04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810F7B-510A-4DCD-8A66-BBC5CD9B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4B096D-6C2D-458A-A92C-7325C012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2AC36B-E9A6-4425-87DC-3265B590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0C154-F72A-4F21-B9A1-E6030CE9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3458FD-69C6-45ED-A107-6BE1707B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882226-D547-455A-B742-211F9E1B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2D69B6-C6E9-4B0A-82FC-3431AD73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F2C777-58C5-4B2F-BF68-09B2844A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safety/liveness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3ABD63-759F-46EF-B328-0E5C9487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152D80-25C5-4796-8167-DEF76136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elections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4319842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255095-268B-4E5B-9D34-EC898CFC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0C90C-BDF5-476C-B555-97A4D033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BACD7-66CA-4E55-A56F-534340A0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FBC94-9CBB-499C-9FE1-AC6BEC56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E0B5E-E34C-4546-A6B1-4EE77FE5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Group communication coordination: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E4BDC-EACA-47BD-AC49-40958C91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05396-9108-4403-A771-78454077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59DF2-ED1F-4B63-AB0C-D212D5FE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83684-F2CC-448C-8901-C684C80A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17BE0-8969-4514-B952-03D35EBC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07829-0756-4C2E-A63F-CB0330E1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Group communication coordination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5F349-036D-4FA0-8E8C-9F34DC1B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D82B2-5E3C-4CBA-9D1B-2D16E613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82B9D-085E-47E7-AE63-6153E6E6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3B474-9DFB-4E35-B355-354E0A50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CE081-4DCE-4AC0-8CCC-42D486A2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854A0-10CE-44A3-B4A9-7BCD49A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1C31B-7BF3-4038-BCED-1FEAC671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80783-B461-46C1-87B5-B166AA26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B9808-C8A1-42E3-AE94-82BEF43C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358B4-82BE-40CF-A205-242FB721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23765710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3A73F-7F01-477C-96B0-C20D94E8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1B29F-C13E-49F5-9A98-C4C6F168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A7148-20B0-4138-B9E0-58E40B72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43C46-0F82-49AB-8B38-31022824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F8470-B611-44C0-B05B-213BE68D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Consensus: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8E73E-28C3-4531-8846-EE7B1D5B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A186C-3D6A-4F26-82F3-67080DCA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CDE14-7861-4659-BDBE-744A524E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FFF30-F07C-477E-8931-5901B67C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80889025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C26266-34DF-4CEE-9881-A8459052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7698A-8386-419B-9FB2-2BD4C69A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333C2-6A20-4EC6-BC9F-6201DF10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8453E-637D-4A9A-8B71-B2DD749F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B4A94-5BF7-4E39-8676-A64CD74F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Related agreement problems vs Distributed mutual exclusion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FCFE1-14B4-4259-BB78-A2DDDFBC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F8E38-A49D-4009-8482-A8282B06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8310F-4312-4BA9-AC9F-B2923CED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Related agreement problems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4FCCA-A99C-40AA-8464-636BA55C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Distributed mutual exclusion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40E00-DC96-4520-97CD-813C3C6F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1CFC9-A994-4982-8529-91838494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D2BD0-1B1E-4746-88F6-3CCC5EE3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D9EAC-75C8-4CC7-9494-0048251D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73B76-4D61-4746-96BD-F86D242C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9495C-54BD-49B1-8CDF-B52A7598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65CD0-AABA-4E5A-8E12-416CD80D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DB097-29E2-454D-A436-60B23442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746A23-86B8-4F32-9BF6-EAE5E584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7832F2-9EB7-42B1-B731-86BEB18B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BA7B5-89E3-41F3-9DA4-E511C6E0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61320-DEF3-484E-BE50-8F9F2F85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C2157-5213-43DC-9B5E-CB64B195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C38624-296C-4F0D-8841-E307E8C6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4FE15E-D4BB-4CB2-934B-10A4300B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83803B-3A81-4DD7-ACEE-FBB8BD2E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82208733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20CAF5-AA7D-45DD-B5C7-A7415E2E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E7B9E-1B2C-4B84-8585-DE8FFBF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DF326-BE47-44B0-BB05-CD084A5E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738E8-0EDC-4577-9DE7-D8DA8846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D2220-4CC4-4385-992E-AE95E718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mutual exclusion: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CCBC4-0F21-4CAC-9550-A6101023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4D35C-ADCA-4B06-8973-5B4A3052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DEED4-C8EC-4BBA-887E-2936850D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0335E-999E-4A2A-82E8-A815FA5E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DC054-2FED-4A8C-AE14-D714A737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DDEFF-4088-4A00-961C-3023E707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31CD5-B7DA-4C8C-A45E-24529F9B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2CF2A-0455-4912-8F6A-BD3A8B16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D3120-B71F-499F-AF78-A935FBEF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coordination messages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ED8590-AC8A-4EC6-AE27-B749FDD4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BC5F7-904C-4320-9755-ADE2C7F1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D1DF3-ED8E-4CC3-8E6B-8698D1A9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C7164-2798-4286-BC77-D42FEBDF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coordination messages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1C03B9-B1D0-4119-9040-D80272C6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ordering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B67CA-64EF-473F-B8E5-82EF3281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53025-9F43-42B5-9CC1-295F77F4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05527A-30AF-4226-B74D-444792A3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6118CA-34C5-47CD-9766-53552D87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EF1B2-CB9D-4A9F-B4F3-E89389E2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738D26-414D-44D4-810B-5CBF7BC2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2D14C9-99F3-4BE4-A17E-5950B97F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7D2AD2-BE6D-4033-A7B8-0B41CF19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742DF9-F33F-42E8-8694-68C1561E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2DF24F-DA4E-4BF6-A866-494D1E10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safety/liveness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9E86DA-B0B5-432A-B20E-6F532F4B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1DF645-B0CE-4F9D-B88F-556C3744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distributed mutual exclusion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42235137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53E7A7-5F24-409A-BB08-8EDBEA54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F4A56-C674-482D-87E9-45851832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C46B1-FABA-4594-BEDB-CDC39699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8CD68-D358-45D0-831D-250C8677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EA5EB-4082-4887-8E51-08B5F847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Elections: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19829-E7D1-40C9-B2C8-9FC4741E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B1AE2-E20D-4064-ABD3-54D7604D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9C7D6-05C3-46A7-B77F-17408250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AE58D-1B01-4F84-8EAC-0D17D94C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0E431-8528-4F78-BC0F-5E2CD617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D6F5F-B42C-441B-8AD5-E9B6C561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Elections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78C52-8A46-4565-9E89-138F9450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217DF-A61D-4BAE-AE7C-7C532227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request -&gt; ordering rule -&gt; safety/liveness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074A7-822A-4F9C-A665-D81B00C3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AD230-B70B-4AE0-8607-E692E22C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0F899-72CB-4815-A5F3-893F6294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27E57-AF3B-4A12-B7C0-11D42823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488F3-9740-4DF3-92A9-B4B9A94F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57B13-E931-4A38-9D64-3B5CCEED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F9450-9EFF-423F-B5F3-B3FFCDB1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E1B22E-80F5-48E9-BC44-23AAC1B5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request, coordination messages, ordering rule</a:t>
            </a:r>
          </a:p>
        </p:txBody>
      </p:sp>
    </p:spTree>
    <p:extLst>
      <p:ext uri="{BB962C8B-B14F-4D97-AF65-F5344CB8AC3E}">
        <p14:creationId xmlns:p14="http://schemas.microsoft.com/office/powerpoint/2010/main" val="139401672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14164-F9C9-483B-8CB6-CE3BF056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CEB43-84BA-4B26-927D-F67AAC2D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32F7E-F1E8-4BA3-9235-10EC8A5D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FFD30-2DD6-4AB8-88B0-07C80C12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7D135-1290-48D6-A5E9-8933F63D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Group communication coordination: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E4C4D-56B3-44B1-923B-9A3BE28E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E3049-A60D-4D9F-BECC-EA64B7B7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BE02C-2644-440D-8615-ABE678E8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40084-3197-42C6-9FAA-D3752B79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16106355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DF4FF7-6485-4193-9EBE-30A9E159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3F428-ABB5-448D-B020-F80C058F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FF81D-7857-4D5C-9B61-2BBE42D8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D2BFD-7C33-43B9-89F5-6497EA61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ACEC5-B5B3-451A-9C89-D8963EEA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Consensus vs Related agreement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71669-76B8-4692-A612-70E3644D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59EB4-3DAF-4D85-BC8F-78770DFA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0AC99-3E7E-4992-A3AD-D97E07DD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Consensus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B3C00-FC07-48F1-8BB2-11826D3B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Related agreement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D8BA7-72B0-4500-A5C7-76245BB4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4F884-83CE-41F8-ACDB-7C40E86F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B25EB-85CA-4221-8C7F-000C72C2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BA4BC-482A-4347-BFC2-90448448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B7A8B-9F0F-447F-83A7-491D83CA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C0D12-CED0-4DFC-8126-961976FD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C7AC6-C42A-4516-BDC3-2FA0DA69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090BF-41A4-486F-8DC3-E8924A2B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CBD90-1417-4EFE-B9FE-3E9D08C4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2F689-503F-40F0-AE13-E3877DC5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9FB5F-8ED5-443D-B538-DF941727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8347D-C830-4F1E-891E-7B9A4A3F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106BFE-0E50-47DE-83DD-666D40BD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18EE68-AA6E-412E-9925-229F147F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E23036-8241-4936-94AD-6B1ACBF9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DE9D6F-E762-461D-B8C0-A2E5A39F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88188794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4DFC2C-8641-403A-B99B-A4CA041A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C6AA5-350E-4656-9157-8DA51EF4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EF67A-FD8F-41C3-B01E-E0BC96CF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08909-D111-4A93-B0FB-2BA281AF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DB320-DDBD-4CA9-B8E1-2D3DC27C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Related agreement problems: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A1364-5F8E-41A7-A369-B4D1D830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C8035-7C7F-40EE-85FF-21B5E6D0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B84F9-B9CD-4906-9952-9DED9128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4F30A-BB3F-4C6D-AE8F-C85DD6D0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53357-76DB-444B-A9CA-091A3DF1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79787-C780-442D-B15A-42C6AADE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7E864-FA63-4658-9222-EACD507A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C2ED3-B9C2-4623-87F5-851194FF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A2264-6F3A-43C7-A223-2A27BA62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3D575-5216-4B2D-A3F3-28F3DA22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3ED08-1547-420E-A8B1-BEDEDF08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343833-8299-4EF6-A3AC-A6A190AB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CBF6D-FB7C-49A3-9F59-0F074F6B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3D6693-879C-472F-A342-4E51C3D6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ADFA3-EAC7-454A-AFE7-6C28BF26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FDF984-64FC-44AE-A88C-ADB171C2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85B8F1-EDDA-41F0-B1AD-17EAC5D7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F92620-C95A-489E-A93F-0A916F95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30C20B-1009-4012-AD80-68FBFC48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08E90D-2AD6-4B45-9A71-B86DECE9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A1269-2A71-4D8D-9DA2-42E4202E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B67672-0843-4718-A316-D3C06039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241D7F-4D74-4D0C-A68C-55325FAC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ECBFA1-5A9F-48FE-9A1D-609C6A12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CDBAA9-A4B2-4F8B-B011-2BC77615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DCFE03-51CD-4B8E-9D0B-919B1D3F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related agreement problems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8986289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FF15BC-1F25-4B1D-88BD-7A86020A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744A8-C2FF-4A6D-A272-6A5248B1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31A2E-1FDC-499A-84C6-AFCC2053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F7D8D-4A8D-4488-B139-4D67FA71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16A9B-A2DB-4170-802B-53912253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mutual exclusion: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D080C-9220-4C61-81DF-9D4D6899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70DCB-4E18-4B69-BD8E-4C5C2180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F6B40-2C69-4F27-83D3-24EFD2EF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AA9ED-523E-4413-8F7C-EA9029F3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4DCA5-8CE4-437E-8C3D-93397E8F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702F86-1EDA-467E-9ED1-87618706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Distributed mutual exclusion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85751-DE36-4CFE-BDC2-C0F6F271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97122-7A6C-4D04-9CC7-50E13D9D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request -&gt; ordering rule -&gt; safety/liveness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C5323-5264-4372-B909-AA42B709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7CFFE-33BB-4B95-A6F5-8B2F073E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82806-EB31-417E-B412-36A68644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BF8F9-1AF3-474B-BF76-7AC08BD0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FA607-1B3A-4DBD-ACDE-0DAAAECD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CF9AC-245B-43AD-9DFF-B2F47614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AA57C-AC9E-4C10-B47C-509D1FBA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1DE75-4355-43B2-8A57-E6686AFF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request, coordination messages, ordering rule</a:t>
            </a:r>
          </a:p>
        </p:txBody>
      </p:sp>
    </p:spTree>
    <p:extLst>
      <p:ext uri="{BB962C8B-B14F-4D97-AF65-F5344CB8AC3E}">
        <p14:creationId xmlns:p14="http://schemas.microsoft.com/office/powerpoint/2010/main" val="43245549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09B1E-7685-46A4-BEE5-FA7750F3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17509-A982-4013-809B-1BCAE5E3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D9BAD-C554-4BE1-BA65-5CC1231B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D250C-F1A0-4C9F-A2DA-DBD17BEA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FAB19-DAD2-44E9-8F22-20B0C024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Elections: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EDE84-378F-4D85-83FC-B9683C50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55C1A-06A9-4594-8098-C437E1A9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15C5F-F7D1-4D36-A12C-3107906A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F3A1E-8EFA-435B-8513-1CD71CED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58195991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95FEC8-8855-47CC-8444-E450F625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E3D8B-485C-41D4-A113-A93D5D8E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DF549-491E-4A70-A283-12994225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48307-D50E-4CF5-B32B-EE81F2FF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72D6C-102F-47EA-9EDA-C345EEEB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Group communication coordination vs Consensus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B70C6-44D9-4CDD-8B47-6AAD6ED1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6C359-AC49-45A0-AD52-80E61C1A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81BE1-8198-4098-AEB6-79C31A6F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Group communication coordination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C5538-F589-4227-BB9B-D0EE407B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Consensus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C1BE3-0265-45A8-9239-8732E511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40F42-A196-4D99-ACDA-796F4A7F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A668A-1463-45FA-B0FB-7207B1F5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D6F82-EE9D-40EF-B753-00ED1FC5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D88BA-5FFE-4C55-88A7-E1EFE2D1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EF447-EF41-4DB9-A617-2FD9E51B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578FF-0EB8-46E5-92D7-F413D59C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2ED80-5C91-4744-9BE1-0415D0F2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4ACB8-2D7C-42A6-905A-6D212A21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34E94-77C9-4B26-978D-2991F542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073678-B39F-4BD3-A1DA-C648785D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664FF-8DBF-4431-A13A-B8CC9C92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5B1FA9-BE21-44F9-AE2F-0A06F9D0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81B8CD-F6A9-4D59-A598-FEEC26C0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59BBF3-7C96-4741-AABA-6ACBC9DE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C6E425-D413-442D-B676-2F68DFBB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3138520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D43308-9B1D-4433-B3FD-E3908F8B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F2DF7-0150-47B0-AA2C-B7CDDE1B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2B4B7-48AB-4018-97E6-79CB74B2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FEB53-43AD-44BD-81E9-E4EB650D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A01FA-D712-43F2-A578-BFDCB54B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Consensus: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D75E9-3FC3-4538-8210-C3BC6F6D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B1F4C-20E0-4D2C-ADB1-570DA5A7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05252-2AA1-45C0-BC2A-D0A462C1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1664C-4202-4E96-A2E2-E824F1DB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31E6E-AE11-407C-8B8C-2E19CFB9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77F8A-78A0-4D76-A139-3B2066CD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C0631-BF27-4D3D-9B7D-ECFF2EC6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34B8D-84FD-4E37-9134-F79952DE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9AAC4-BE8C-4F58-93D4-DC1D1C22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coordination messages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66A36-02B4-4343-A39E-752EE019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E33D9-B1A7-4D5A-8B37-0D713783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18550-CA6F-4904-A889-D62F1A83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BB968-2CAB-4B50-815D-21977006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coordination messages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29B366-8702-4C0E-BD4D-4EA39593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ordering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EA96A-47AC-42C0-A4DB-6C8D898C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9559A-36C2-4082-B0D6-7A262D4E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BF4C9E-2A33-4633-B43B-E7437FF0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DAF960-F571-41B5-B36D-B7F0ACCE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14F35D-93B5-4859-B93E-FE31C94D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5D702-710F-4880-8631-6368D3B0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89222D-D21C-48CF-907F-D70AC8B5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3820E6-7596-40F6-AF7C-E778AA95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2EBA4C-F022-4B3D-A412-4713B40F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FF6CC4-1607-4927-B461-42741741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safety/liveness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E1504A-08EF-4A11-A4AA-69F94C6D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DC7C08-CD06-403B-AF3A-0C39BB05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consensus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8771279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1E1521-F841-4F88-9A1D-2D1B3AF9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EF810-2828-486E-96CD-6296F392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C7469-23B2-48CB-9DD9-002B8AB4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0A8D9-A1DF-45A5-985C-7B180750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572D1-FABF-48F1-8953-DE26D097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Related agreement problems: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D7998-463C-4606-B537-8F38D61A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F1E39-BB08-414E-BFAE-8A3A79D5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5BF89-D1A0-4B33-8173-4E7623AA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95B1D-2128-43F9-A391-2EC32E40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07C14-1E65-426A-A6F6-23269321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899B6-5F80-44B3-8A27-9C35DEE8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Related agreement problems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86C16-7F19-423E-88B4-BB016360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632A4-EB7A-4231-AD0A-AAAFCE3D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B84FD-0C93-4732-A6E7-66C819D8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3ECA7-F114-44AB-97F0-DDACA24A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861E73-367B-431A-9DD7-7CBCC4F7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7CCB3-F7A1-41E5-BB9B-F3BF0872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4EB3AF-78DF-4712-9E6F-13192F4D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0433D-5801-4714-BB00-16E541D1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C704C0-8F19-475A-98B5-D3DF4A16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AC35F-4C79-4265-9604-CF42F355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118699899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5296B-20A6-430B-948E-56997287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B61C0-D64C-4EFF-97CA-CC70F648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D749C-3352-4733-9BA6-3ACCD02B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D11C2-3C98-4D65-B146-C85B2357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79B48-2BF5-4C32-8155-41544CB0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mutual exclusion: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074B0-6BE1-4B25-BB28-9BA8B167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1A1DA-119E-4D41-AB74-C2B2ABD0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5C58F-36FE-4B7D-AEC4-55D1576C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99760-3CD0-48AC-9519-C0AA3041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49756631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C185B1-97AE-4292-BDBE-BC693C27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5CBE3-F0F1-442A-B36D-B2D9AACD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4FCBE-B8A6-43FD-918B-C1DCEBAB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72E59-94A4-40DA-9136-AD63A832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FA403-60EC-401A-94F4-1643F982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Elections vs Group communication coordination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FDECC-5262-44CA-912C-27F61006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55BC1-CA06-4A95-9304-638279F9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00E22-7D4E-45F9-907A-BDDDC38F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Elections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E8ADA-E829-4EB8-AAF2-3952CCDB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Group communication coordination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58ED8-2E17-4A30-AA40-0F18E802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F57AA-6310-40B6-807E-29318310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8D9C3-90D1-4D70-A731-AA70B092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5EF8C-0D54-4725-A7DE-FEF7C601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5D25B-7AA8-40C0-AE6F-04AEC18D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D9C38A-410A-4F1D-9517-6890A887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2777B-F3EC-4E45-B252-C36EB0A3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ordering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EB4F1E-B7E5-41DE-BA75-000842E1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D0789-B3E7-4B11-8968-8E8F7BE2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44CB5-F2ED-4864-BF05-B94AA7AE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2CEF1-0586-4069-80FF-CF068EB5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59E6DD-1E9C-4784-8C87-990811FC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493767-9143-46AF-9B84-ADABA2DB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DEC727-FF51-4F60-823F-F66D0CF1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35BB33-ABCE-4BF9-9CFF-C7FFC528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72C08C-8AF3-4B8B-877C-97534F08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91713941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62094-DE41-4336-B145-ECF58FDB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1AF0D-87F7-408E-BB91-2D90017E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4: Coordination and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0DE39-724C-4B1D-B962-13358D40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37B3B-BDE0-44AB-83E9-709A610B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8B9AF-7A09-4FE2-B00E-1CB2A730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D63D9-390C-4C8C-BD7C-824D399C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F2937"/>
                </a:solidFill>
              </a:defRPr>
            </a:pPr>
            <a:r>
              <a:rPr sz="2025" b="0">
                <a:solidFill>
                  <a:srgbClr val="1F2937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C3EBF-8D24-415B-8EC9-6D868869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66809-4760-4623-9499-42DEFD01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88B5E-9BA2-4F63-893D-1A940F4E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027F0-36B3-4A59-86CF-C93DCE62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A012B-3753-48B9-9A9C-4C4AEF97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30AC7-2E42-4DEB-955E-DB8B6792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1909450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2026-08-24T06:05:13.6730000Z</dcterms:created>
  <dcterms:modified xsi:type="dcterms:W3CDTF">2026-08-24T06:05:13.6730000Z</dcterms:modified>
</coreProperties>
</file>