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bd2f7ec0584b65" /><Relationship Type="http://schemas.openxmlformats.org/officeDocument/2006/relationships/extended-properties" Target="/docProps/app.xml" Id="R7ddf2f9944c7474e" /><Relationship Type="http://schemas.openxmlformats.org/officeDocument/2006/relationships/officeDocument" Target="/ppt/presentation.xml" Id="Ra0b4a6cf4c9446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335b8575d840fd"/>
  </p:sldMasterIdLst>
  <p:notesMasterIdLst>
    <p:notesMasterId xmlns:r="http://schemas.openxmlformats.org/officeDocument/2006/relationships" r:id="Rd4b7b5cdb9c94047"/>
  </p:notesMasterIdLst>
  <p:sldIdLst>
    <p:sldId xmlns:r="http://schemas.openxmlformats.org/officeDocument/2006/relationships" id="256" r:id="R33965815fffd456f"/>
    <p:sldId xmlns:r="http://schemas.openxmlformats.org/officeDocument/2006/relationships" id="257" r:id="R44f9b6aec08c4ccc"/>
    <p:sldId xmlns:r="http://schemas.openxmlformats.org/officeDocument/2006/relationships" id="258" r:id="R1ca2ad081e704d23"/>
    <p:sldId xmlns:r="http://schemas.openxmlformats.org/officeDocument/2006/relationships" id="259" r:id="R5b24dd6ccfec4377"/>
    <p:sldId xmlns:r="http://schemas.openxmlformats.org/officeDocument/2006/relationships" id="260" r:id="R4a86238976d64c50"/>
    <p:sldId xmlns:r="http://schemas.openxmlformats.org/officeDocument/2006/relationships" id="261" r:id="Rd7f329f4a5544f87"/>
    <p:sldId xmlns:r="http://schemas.openxmlformats.org/officeDocument/2006/relationships" id="262" r:id="R2e90f3779546469a"/>
    <p:sldId xmlns:r="http://schemas.openxmlformats.org/officeDocument/2006/relationships" id="263" r:id="R0af04ab22ec14296"/>
    <p:sldId xmlns:r="http://schemas.openxmlformats.org/officeDocument/2006/relationships" id="264" r:id="R7e3a419e60394571"/>
    <p:sldId xmlns:r="http://schemas.openxmlformats.org/officeDocument/2006/relationships" id="265" r:id="R47335efb1c774436"/>
    <p:sldId xmlns:r="http://schemas.openxmlformats.org/officeDocument/2006/relationships" id="266" r:id="R31a14965c6f44755"/>
    <p:sldId xmlns:r="http://schemas.openxmlformats.org/officeDocument/2006/relationships" id="267" r:id="Rb23114cd948a47dc"/>
    <p:sldId xmlns:r="http://schemas.openxmlformats.org/officeDocument/2006/relationships" id="268" r:id="Rc95ae49e4f484f49"/>
    <p:sldId xmlns:r="http://schemas.openxmlformats.org/officeDocument/2006/relationships" id="269" r:id="R38ba81a882894ecf"/>
    <p:sldId xmlns:r="http://schemas.openxmlformats.org/officeDocument/2006/relationships" id="270" r:id="Ra1401f5551bd4421"/>
    <p:sldId xmlns:r="http://schemas.openxmlformats.org/officeDocument/2006/relationships" id="271" r:id="R00647b28dcf44ee0"/>
    <p:sldId xmlns:r="http://schemas.openxmlformats.org/officeDocument/2006/relationships" id="272" r:id="Rdae5c44c3fdd4dcf"/>
    <p:sldId xmlns:r="http://schemas.openxmlformats.org/officeDocument/2006/relationships" id="273" r:id="Rdb7614dfe7dd4ffe"/>
    <p:sldId xmlns:r="http://schemas.openxmlformats.org/officeDocument/2006/relationships" id="274" r:id="R8027dad156994919"/>
    <p:sldId xmlns:r="http://schemas.openxmlformats.org/officeDocument/2006/relationships" id="275" r:id="Rdbabd7522c60487c"/>
    <p:sldId xmlns:r="http://schemas.openxmlformats.org/officeDocument/2006/relationships" id="276" r:id="R5bafe227bc404ae0"/>
    <p:sldId xmlns:r="http://schemas.openxmlformats.org/officeDocument/2006/relationships" id="277" r:id="Rb175982ea0454950"/>
    <p:sldId xmlns:r="http://schemas.openxmlformats.org/officeDocument/2006/relationships" id="278" r:id="R4c205118b0904c24"/>
    <p:sldId xmlns:r="http://schemas.openxmlformats.org/officeDocument/2006/relationships" id="279" r:id="R0bc5e5331149485a"/>
    <p:sldId xmlns:r="http://schemas.openxmlformats.org/officeDocument/2006/relationships" id="280" r:id="R94575a7f028446af"/>
    <p:sldId xmlns:r="http://schemas.openxmlformats.org/officeDocument/2006/relationships" id="281" r:id="R36c970ba2c334c93"/>
    <p:sldId xmlns:r="http://schemas.openxmlformats.org/officeDocument/2006/relationships" id="282" r:id="R8bcebcf77cab4a9a"/>
    <p:sldId xmlns:r="http://schemas.openxmlformats.org/officeDocument/2006/relationships" id="283" r:id="Ra2e34a7a8973438d"/>
    <p:sldId xmlns:r="http://schemas.openxmlformats.org/officeDocument/2006/relationships" id="284" r:id="R3e66a5dbae7c4ede"/>
    <p:sldId xmlns:r="http://schemas.openxmlformats.org/officeDocument/2006/relationships" id="285" r:id="Rb58415b0c4c44879"/>
    <p:sldId xmlns:r="http://schemas.openxmlformats.org/officeDocument/2006/relationships" id="286" r:id="Rcd6fd9b2528b4692"/>
    <p:sldId xmlns:r="http://schemas.openxmlformats.org/officeDocument/2006/relationships" id="287" r:id="R620423c9e1f944d0"/>
    <p:sldId xmlns:r="http://schemas.openxmlformats.org/officeDocument/2006/relationships" id="288" r:id="Ra6b15e2648e549a3"/>
    <p:sldId xmlns:r="http://schemas.openxmlformats.org/officeDocument/2006/relationships" id="289" r:id="Rfd1b0edee6fa4350"/>
    <p:sldId xmlns:r="http://schemas.openxmlformats.org/officeDocument/2006/relationships" id="290" r:id="R5e8a97e0740c4981"/>
    <p:sldId xmlns:r="http://schemas.openxmlformats.org/officeDocument/2006/relationships" id="291" r:id="Raf334b62fe5e4c03"/>
    <p:sldId xmlns:r="http://schemas.openxmlformats.org/officeDocument/2006/relationships" id="292" r:id="R5c61591dcb694a67"/>
    <p:sldId xmlns:r="http://schemas.openxmlformats.org/officeDocument/2006/relationships" id="293" r:id="R49129fe15a3e4108"/>
    <p:sldId xmlns:r="http://schemas.openxmlformats.org/officeDocument/2006/relationships" id="294" r:id="R18f3eab798d94aaf"/>
    <p:sldId xmlns:r="http://schemas.openxmlformats.org/officeDocument/2006/relationships" id="295" r:id="R3c2f8cbf5cfc4889"/>
    <p:sldId xmlns:r="http://schemas.openxmlformats.org/officeDocument/2006/relationships" id="296" r:id="Rbac7941d4f074630"/>
    <p:sldId xmlns:r="http://schemas.openxmlformats.org/officeDocument/2006/relationships" id="297" r:id="R735ce366f38242d6"/>
    <p:sldId xmlns:r="http://schemas.openxmlformats.org/officeDocument/2006/relationships" id="298" r:id="R2e087b6dc5d94ecd"/>
    <p:sldId xmlns:r="http://schemas.openxmlformats.org/officeDocument/2006/relationships" id="299" r:id="Rad8eba2a41284191"/>
    <p:sldId xmlns:r="http://schemas.openxmlformats.org/officeDocument/2006/relationships" id="300" r:id="Re5d01b498e964cac"/>
    <p:sldId xmlns:r="http://schemas.openxmlformats.org/officeDocument/2006/relationships" id="301" r:id="R9f45de45b54a4132"/>
    <p:sldId xmlns:r="http://schemas.openxmlformats.org/officeDocument/2006/relationships" id="302" r:id="R5d95dfc51c704b6b"/>
    <p:sldId xmlns:r="http://schemas.openxmlformats.org/officeDocument/2006/relationships" id="303" r:id="Rf81075d878bc4b8a"/>
    <p:sldId xmlns:r="http://schemas.openxmlformats.org/officeDocument/2006/relationships" id="304" r:id="Rf0f54dbdee1c4eac"/>
    <p:sldId xmlns:r="http://schemas.openxmlformats.org/officeDocument/2006/relationships" id="305" r:id="R59e900fd9dda46bf"/>
    <p:sldId xmlns:r="http://schemas.openxmlformats.org/officeDocument/2006/relationships" id="306" r:id="Re196bd5ef4c643e6"/>
    <p:sldId xmlns:r="http://schemas.openxmlformats.org/officeDocument/2006/relationships" id="307" r:id="Re845a0d953e94d3d"/>
    <p:sldId xmlns:r="http://schemas.openxmlformats.org/officeDocument/2006/relationships" id="308" r:id="R2848f6449cc74964"/>
    <p:sldId xmlns:r="http://schemas.openxmlformats.org/officeDocument/2006/relationships" id="309" r:id="Recce75c7645e4241"/>
    <p:sldId xmlns:r="http://schemas.openxmlformats.org/officeDocument/2006/relationships" id="310" r:id="R62d37168a090451a"/>
    <p:sldId xmlns:r="http://schemas.openxmlformats.org/officeDocument/2006/relationships" id="311" r:id="Rf085515bf43243ba"/>
    <p:sldId xmlns:r="http://schemas.openxmlformats.org/officeDocument/2006/relationships" id="312" r:id="R28acdf241b574377"/>
    <p:sldId xmlns:r="http://schemas.openxmlformats.org/officeDocument/2006/relationships" id="313" r:id="R0cd0aa06d8c54e0e"/>
    <p:sldId xmlns:r="http://schemas.openxmlformats.org/officeDocument/2006/relationships" id="314" r:id="Rc94dfd65f9c640c4"/>
    <p:sldId xmlns:r="http://schemas.openxmlformats.org/officeDocument/2006/relationships" id="315" r:id="R6701957e92ae47d3"/>
    <p:sldId xmlns:r="http://schemas.openxmlformats.org/officeDocument/2006/relationships" id="316" r:id="Red77482c09e94b42"/>
    <p:sldId xmlns:r="http://schemas.openxmlformats.org/officeDocument/2006/relationships" id="317" r:id="Redad691597df4c57"/>
    <p:sldId xmlns:r="http://schemas.openxmlformats.org/officeDocument/2006/relationships" id="318" r:id="R5ea93d3e82344417"/>
    <p:sldId xmlns:r="http://schemas.openxmlformats.org/officeDocument/2006/relationships" id="319" r:id="R50a95c464a4b4295"/>
    <p:sldId xmlns:r="http://schemas.openxmlformats.org/officeDocument/2006/relationships" id="320" r:id="R8d69f81d19c54776"/>
    <p:sldId xmlns:r="http://schemas.openxmlformats.org/officeDocument/2006/relationships" id="321" r:id="Ra13a42de65a6450d"/>
    <p:sldId xmlns:r="http://schemas.openxmlformats.org/officeDocument/2006/relationships" id="322" r:id="R8b947df3066c4a78"/>
    <p:sldId xmlns:r="http://schemas.openxmlformats.org/officeDocument/2006/relationships" id="323" r:id="R0977a0d8c53e48b8"/>
    <p:sldId xmlns:r="http://schemas.openxmlformats.org/officeDocument/2006/relationships" id="324" r:id="Rbd83a1f1aa724f86"/>
    <p:sldId xmlns:r="http://schemas.openxmlformats.org/officeDocument/2006/relationships" id="325" r:id="R182cc9d2db10486f"/>
    <p:sldId xmlns:r="http://schemas.openxmlformats.org/officeDocument/2006/relationships" id="326" r:id="R15b46456bf824f1a"/>
    <p:sldId xmlns:r="http://schemas.openxmlformats.org/officeDocument/2006/relationships" id="327" r:id="Redf2c003aacb4c2e"/>
    <p:sldId xmlns:r="http://schemas.openxmlformats.org/officeDocument/2006/relationships" id="328" r:id="Rcbbe5cb3121342f8"/>
    <p:sldId xmlns:r="http://schemas.openxmlformats.org/officeDocument/2006/relationships" id="329" r:id="R16feb9d0b12b4e81"/>
    <p:sldId xmlns:r="http://schemas.openxmlformats.org/officeDocument/2006/relationships" id="330" r:id="R4575a628dc2846e8"/>
    <p:sldId xmlns:r="http://schemas.openxmlformats.org/officeDocument/2006/relationships" id="331" r:id="R8c755924a7964eed"/>
    <p:sldId xmlns:r="http://schemas.openxmlformats.org/officeDocument/2006/relationships" id="332" r:id="R059c7bcfa77944df"/>
    <p:sldId xmlns:r="http://schemas.openxmlformats.org/officeDocument/2006/relationships" id="333" r:id="R840b0b5822fd46c3"/>
    <p:sldId xmlns:r="http://schemas.openxmlformats.org/officeDocument/2006/relationships" id="334" r:id="Ra4c3f4f2b5f548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3b4d4bf2c94d91" /><Relationship Type="http://schemas.openxmlformats.org/officeDocument/2006/relationships/slideMaster" Target="/ppt/slideMasters/slideMaster1.xml" Id="R3a335b8575d840fd" /><Relationship Type="http://schemas.openxmlformats.org/officeDocument/2006/relationships/notesMaster" Target="/ppt/notesMasters/notesMaster1.xml" Id="Rd4b7b5cdb9c94047" /><Relationship Type="http://schemas.openxmlformats.org/officeDocument/2006/relationships/presProps" Target="/ppt/presProps.xml" Id="Rcba1685a69ac487f" /><Relationship Type="http://schemas.openxmlformats.org/officeDocument/2006/relationships/tableStyles" Target="/ppt/tableStyles.xml" Id="Raad813dc1b47480f" /><Relationship Type="http://schemas.openxmlformats.org/officeDocument/2006/relationships/slide" Target="/ppt/slides/slide1.xml" Id="R33965815fffd456f" /><Relationship Type="http://schemas.openxmlformats.org/officeDocument/2006/relationships/slide" Target="/ppt/slides/slide2.xml" Id="R44f9b6aec08c4ccc" /><Relationship Type="http://schemas.openxmlformats.org/officeDocument/2006/relationships/slide" Target="/ppt/slides/slide3.xml" Id="R1ca2ad081e704d23" /><Relationship Type="http://schemas.openxmlformats.org/officeDocument/2006/relationships/slide" Target="/ppt/slides/slide4.xml" Id="R5b24dd6ccfec4377" /><Relationship Type="http://schemas.openxmlformats.org/officeDocument/2006/relationships/slide" Target="/ppt/slides/slide5.xml" Id="R4a86238976d64c50" /><Relationship Type="http://schemas.openxmlformats.org/officeDocument/2006/relationships/slide" Target="/ppt/slides/slide6.xml" Id="Rd7f329f4a5544f87" /><Relationship Type="http://schemas.openxmlformats.org/officeDocument/2006/relationships/slide" Target="/ppt/slides/slide7.xml" Id="R2e90f3779546469a" /><Relationship Type="http://schemas.openxmlformats.org/officeDocument/2006/relationships/slide" Target="/ppt/slides/slide8.xml" Id="R0af04ab22ec14296" /><Relationship Type="http://schemas.openxmlformats.org/officeDocument/2006/relationships/slide" Target="/ppt/slides/slide9.xml" Id="R7e3a419e60394571" /><Relationship Type="http://schemas.openxmlformats.org/officeDocument/2006/relationships/slide" Target="/ppt/slides/slide10.xml" Id="R47335efb1c774436" /><Relationship Type="http://schemas.openxmlformats.org/officeDocument/2006/relationships/slide" Target="/ppt/slides/slide11.xml" Id="R31a14965c6f44755" /><Relationship Type="http://schemas.openxmlformats.org/officeDocument/2006/relationships/slide" Target="/ppt/slides/slide12.xml" Id="Rb23114cd948a47dc" /><Relationship Type="http://schemas.openxmlformats.org/officeDocument/2006/relationships/slide" Target="/ppt/slides/slide13.xml" Id="Rc95ae49e4f484f49" /><Relationship Type="http://schemas.openxmlformats.org/officeDocument/2006/relationships/slide" Target="/ppt/slides/slide14.xml" Id="R38ba81a882894ecf" /><Relationship Type="http://schemas.openxmlformats.org/officeDocument/2006/relationships/slide" Target="/ppt/slides/slide15.xml" Id="Ra1401f5551bd4421" /><Relationship Type="http://schemas.openxmlformats.org/officeDocument/2006/relationships/slide" Target="/ppt/slides/slide16.xml" Id="R00647b28dcf44ee0" /><Relationship Type="http://schemas.openxmlformats.org/officeDocument/2006/relationships/slide" Target="/ppt/slides/slide17.xml" Id="Rdae5c44c3fdd4dcf" /><Relationship Type="http://schemas.openxmlformats.org/officeDocument/2006/relationships/slide" Target="/ppt/slides/slide18.xml" Id="Rdb7614dfe7dd4ffe" /><Relationship Type="http://schemas.openxmlformats.org/officeDocument/2006/relationships/slide" Target="/ppt/slides/slide19.xml" Id="R8027dad156994919" /><Relationship Type="http://schemas.openxmlformats.org/officeDocument/2006/relationships/slide" Target="/ppt/slides/slide20.xml" Id="Rdbabd7522c60487c" /><Relationship Type="http://schemas.openxmlformats.org/officeDocument/2006/relationships/slide" Target="/ppt/slides/slide21.xml" Id="R5bafe227bc404ae0" /><Relationship Type="http://schemas.openxmlformats.org/officeDocument/2006/relationships/slide" Target="/ppt/slides/slide22.xml" Id="Rb175982ea0454950" /><Relationship Type="http://schemas.openxmlformats.org/officeDocument/2006/relationships/slide" Target="/ppt/slides/slide23.xml" Id="R4c205118b0904c24" /><Relationship Type="http://schemas.openxmlformats.org/officeDocument/2006/relationships/slide" Target="/ppt/slides/slide24.xml" Id="R0bc5e5331149485a" /><Relationship Type="http://schemas.openxmlformats.org/officeDocument/2006/relationships/slide" Target="/ppt/slides/slide25.xml" Id="R94575a7f028446af" /><Relationship Type="http://schemas.openxmlformats.org/officeDocument/2006/relationships/slide" Target="/ppt/slides/slide26.xml" Id="R36c970ba2c334c93" /><Relationship Type="http://schemas.openxmlformats.org/officeDocument/2006/relationships/slide" Target="/ppt/slides/slide27.xml" Id="R8bcebcf77cab4a9a" /><Relationship Type="http://schemas.openxmlformats.org/officeDocument/2006/relationships/slide" Target="/ppt/slides/slide28.xml" Id="Ra2e34a7a8973438d" /><Relationship Type="http://schemas.openxmlformats.org/officeDocument/2006/relationships/slide" Target="/ppt/slides/slide29.xml" Id="R3e66a5dbae7c4ede" /><Relationship Type="http://schemas.openxmlformats.org/officeDocument/2006/relationships/slide" Target="/ppt/slides/slide30.xml" Id="Rb58415b0c4c44879" /><Relationship Type="http://schemas.openxmlformats.org/officeDocument/2006/relationships/slide" Target="/ppt/slides/slide31.xml" Id="Rcd6fd9b2528b4692" /><Relationship Type="http://schemas.openxmlformats.org/officeDocument/2006/relationships/slide" Target="/ppt/slides/slide32.xml" Id="R620423c9e1f944d0" /><Relationship Type="http://schemas.openxmlformats.org/officeDocument/2006/relationships/slide" Target="/ppt/slides/slide33.xml" Id="Ra6b15e2648e549a3" /><Relationship Type="http://schemas.openxmlformats.org/officeDocument/2006/relationships/slide" Target="/ppt/slides/slide34.xml" Id="Rfd1b0edee6fa4350" /><Relationship Type="http://schemas.openxmlformats.org/officeDocument/2006/relationships/slide" Target="/ppt/slides/slide35.xml" Id="R5e8a97e0740c4981" /><Relationship Type="http://schemas.openxmlformats.org/officeDocument/2006/relationships/slide" Target="/ppt/slides/slide36.xml" Id="Raf334b62fe5e4c03" /><Relationship Type="http://schemas.openxmlformats.org/officeDocument/2006/relationships/slide" Target="/ppt/slides/slide37.xml" Id="R5c61591dcb694a67" /><Relationship Type="http://schemas.openxmlformats.org/officeDocument/2006/relationships/slide" Target="/ppt/slides/slide38.xml" Id="R49129fe15a3e4108" /><Relationship Type="http://schemas.openxmlformats.org/officeDocument/2006/relationships/slide" Target="/ppt/slides/slide39.xml" Id="R18f3eab798d94aaf" /><Relationship Type="http://schemas.openxmlformats.org/officeDocument/2006/relationships/slide" Target="/ppt/slides/slide40.xml" Id="R3c2f8cbf5cfc4889" /><Relationship Type="http://schemas.openxmlformats.org/officeDocument/2006/relationships/slide" Target="/ppt/slides/slide41.xml" Id="Rbac7941d4f074630" /><Relationship Type="http://schemas.openxmlformats.org/officeDocument/2006/relationships/slide" Target="/ppt/slides/slide42.xml" Id="R735ce366f38242d6" /><Relationship Type="http://schemas.openxmlformats.org/officeDocument/2006/relationships/slide" Target="/ppt/slides/slide43.xml" Id="R2e087b6dc5d94ecd" /><Relationship Type="http://schemas.openxmlformats.org/officeDocument/2006/relationships/slide" Target="/ppt/slides/slide44.xml" Id="Rad8eba2a41284191" /><Relationship Type="http://schemas.openxmlformats.org/officeDocument/2006/relationships/slide" Target="/ppt/slides/slide45.xml" Id="Re5d01b498e964cac" /><Relationship Type="http://schemas.openxmlformats.org/officeDocument/2006/relationships/slide" Target="/ppt/slides/slide46.xml" Id="R9f45de45b54a4132" /><Relationship Type="http://schemas.openxmlformats.org/officeDocument/2006/relationships/slide" Target="/ppt/slides/slide47.xml" Id="R5d95dfc51c704b6b" /><Relationship Type="http://schemas.openxmlformats.org/officeDocument/2006/relationships/slide" Target="/ppt/slides/slide48.xml" Id="Rf81075d878bc4b8a" /><Relationship Type="http://schemas.openxmlformats.org/officeDocument/2006/relationships/slide" Target="/ppt/slides/slide49.xml" Id="Rf0f54dbdee1c4eac" /><Relationship Type="http://schemas.openxmlformats.org/officeDocument/2006/relationships/slide" Target="/ppt/slides/slide50.xml" Id="R59e900fd9dda46bf" /><Relationship Type="http://schemas.openxmlformats.org/officeDocument/2006/relationships/slide" Target="/ppt/slides/slide51.xml" Id="Re196bd5ef4c643e6" /><Relationship Type="http://schemas.openxmlformats.org/officeDocument/2006/relationships/slide" Target="/ppt/slides/slide52.xml" Id="Re845a0d953e94d3d" /><Relationship Type="http://schemas.openxmlformats.org/officeDocument/2006/relationships/slide" Target="/ppt/slides/slide53.xml" Id="R2848f6449cc74964" /><Relationship Type="http://schemas.openxmlformats.org/officeDocument/2006/relationships/slide" Target="/ppt/slides/slide54.xml" Id="Recce75c7645e4241" /><Relationship Type="http://schemas.openxmlformats.org/officeDocument/2006/relationships/slide" Target="/ppt/slides/slide55.xml" Id="R62d37168a090451a" /><Relationship Type="http://schemas.openxmlformats.org/officeDocument/2006/relationships/slide" Target="/ppt/slides/slide56.xml" Id="Rf085515bf43243ba" /><Relationship Type="http://schemas.openxmlformats.org/officeDocument/2006/relationships/slide" Target="/ppt/slides/slide57.xml" Id="R28acdf241b574377" /><Relationship Type="http://schemas.openxmlformats.org/officeDocument/2006/relationships/slide" Target="/ppt/slides/slide58.xml" Id="R0cd0aa06d8c54e0e" /><Relationship Type="http://schemas.openxmlformats.org/officeDocument/2006/relationships/slide" Target="/ppt/slides/slide59.xml" Id="Rc94dfd65f9c640c4" /><Relationship Type="http://schemas.openxmlformats.org/officeDocument/2006/relationships/slide" Target="/ppt/slides/slide60.xml" Id="R6701957e92ae47d3" /><Relationship Type="http://schemas.openxmlformats.org/officeDocument/2006/relationships/slide" Target="/ppt/slides/slide61.xml" Id="Red77482c09e94b42" /><Relationship Type="http://schemas.openxmlformats.org/officeDocument/2006/relationships/slide" Target="/ppt/slides/slide62.xml" Id="Redad691597df4c57" /><Relationship Type="http://schemas.openxmlformats.org/officeDocument/2006/relationships/slide" Target="/ppt/slides/slide63.xml" Id="R5ea93d3e82344417" /><Relationship Type="http://schemas.openxmlformats.org/officeDocument/2006/relationships/slide" Target="/ppt/slides/slide64.xml" Id="R50a95c464a4b4295" /><Relationship Type="http://schemas.openxmlformats.org/officeDocument/2006/relationships/slide" Target="/ppt/slides/slide65.xml" Id="R8d69f81d19c54776" /><Relationship Type="http://schemas.openxmlformats.org/officeDocument/2006/relationships/slide" Target="/ppt/slides/slide66.xml" Id="Ra13a42de65a6450d" /><Relationship Type="http://schemas.openxmlformats.org/officeDocument/2006/relationships/slide" Target="/ppt/slides/slide67.xml" Id="R8b947df3066c4a78" /><Relationship Type="http://schemas.openxmlformats.org/officeDocument/2006/relationships/slide" Target="/ppt/slides/slide68.xml" Id="R0977a0d8c53e48b8" /><Relationship Type="http://schemas.openxmlformats.org/officeDocument/2006/relationships/slide" Target="/ppt/slides/slide69.xml" Id="Rbd83a1f1aa724f86" /><Relationship Type="http://schemas.openxmlformats.org/officeDocument/2006/relationships/slide" Target="/ppt/slides/slide70.xml" Id="R182cc9d2db10486f" /><Relationship Type="http://schemas.openxmlformats.org/officeDocument/2006/relationships/slide" Target="/ppt/slides/slide71.xml" Id="R15b46456bf824f1a" /><Relationship Type="http://schemas.openxmlformats.org/officeDocument/2006/relationships/slide" Target="/ppt/slides/slide72.xml" Id="Redf2c003aacb4c2e" /><Relationship Type="http://schemas.openxmlformats.org/officeDocument/2006/relationships/slide" Target="/ppt/slides/slide73.xml" Id="Rcbbe5cb3121342f8" /><Relationship Type="http://schemas.openxmlformats.org/officeDocument/2006/relationships/slide" Target="/ppt/slides/slide74.xml" Id="R16feb9d0b12b4e81" /><Relationship Type="http://schemas.openxmlformats.org/officeDocument/2006/relationships/slide" Target="/ppt/slides/slide75.xml" Id="R4575a628dc2846e8" /><Relationship Type="http://schemas.openxmlformats.org/officeDocument/2006/relationships/slide" Target="/ppt/slides/slide76.xml" Id="R8c755924a7964eed" /><Relationship Type="http://schemas.openxmlformats.org/officeDocument/2006/relationships/slide" Target="/ppt/slides/slide77.xml" Id="R059c7bcfa77944df" /><Relationship Type="http://schemas.openxmlformats.org/officeDocument/2006/relationships/slide" Target="/ppt/slides/slide78.xml" Id="R840b0b5822fd46c3" /><Relationship Type="http://schemas.openxmlformats.org/officeDocument/2006/relationships/slide" Target="/ppt/slides/slide79.xml" Id="Ra4c3f4f2b5f548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52c078012047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5bd3a1706a4ae4" /><Relationship Type="http://schemas.openxmlformats.org/officeDocument/2006/relationships/notesMaster" Target="/ppt/notesMasters/notesMaster1.xml" Id="R255731096b3147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f6919eaf1a4647" /><Relationship Type="http://schemas.openxmlformats.org/officeDocument/2006/relationships/notesMaster" Target="/ppt/notesMasters/notesMaster1.xml" Id="Rc61f917b198844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d5f426c4434016" /><Relationship Type="http://schemas.openxmlformats.org/officeDocument/2006/relationships/notesMaster" Target="/ppt/notesMasters/notesMaster1.xml" Id="R57fb621f7d0a43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23a2b215cd4761" /><Relationship Type="http://schemas.openxmlformats.org/officeDocument/2006/relationships/notesMaster" Target="/ppt/notesMasters/notesMaster1.xml" Id="Rfcc574f5f8db43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46bbb864744b28" /><Relationship Type="http://schemas.openxmlformats.org/officeDocument/2006/relationships/notesMaster" Target="/ppt/notesMasters/notesMaster1.xml" Id="R1241704d659443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ed01de3c5d48e8" /><Relationship Type="http://schemas.openxmlformats.org/officeDocument/2006/relationships/notesMaster" Target="/ppt/notesMasters/notesMaster1.xml" Id="Rdcd0c4e5ee1649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d1b71042e64106" /><Relationship Type="http://schemas.openxmlformats.org/officeDocument/2006/relationships/notesMaster" Target="/ppt/notesMasters/notesMaster1.xml" Id="R63cf490d3fdd45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67d08810aa41fd" /><Relationship Type="http://schemas.openxmlformats.org/officeDocument/2006/relationships/notesMaster" Target="/ppt/notesMasters/notesMaster1.xml" Id="R64b1a2c0eb404a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222142c49047b1" /><Relationship Type="http://schemas.openxmlformats.org/officeDocument/2006/relationships/notesMaster" Target="/ppt/notesMasters/notesMaster1.xml" Id="R961b7f23965b43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12adbc6dbc4a59" /><Relationship Type="http://schemas.openxmlformats.org/officeDocument/2006/relationships/notesMaster" Target="/ppt/notesMasters/notesMaster1.xml" Id="Refe2688652d840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cabbea08194225" /><Relationship Type="http://schemas.openxmlformats.org/officeDocument/2006/relationships/notesMaster" Target="/ppt/notesMasters/notesMaster1.xml" Id="R07e3ba350f5342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6fca019d654163" /><Relationship Type="http://schemas.openxmlformats.org/officeDocument/2006/relationships/notesMaster" Target="/ppt/notesMasters/notesMaster1.xml" Id="R9f778b6c277e4c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354f612f284285" /><Relationship Type="http://schemas.openxmlformats.org/officeDocument/2006/relationships/notesMaster" Target="/ppt/notesMasters/notesMaster1.xml" Id="R3ae94598cf2640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7843af9f8f547d3" /><Relationship Type="http://schemas.openxmlformats.org/officeDocument/2006/relationships/notesMaster" Target="/ppt/notesMasters/notesMaster1.xml" Id="R43c50b72dddb46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0b2cdb82514fa8" /><Relationship Type="http://schemas.openxmlformats.org/officeDocument/2006/relationships/notesMaster" Target="/ppt/notesMasters/notesMaster1.xml" Id="R5cf4a6befd7141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2e6ae0e5aac43bb" /><Relationship Type="http://schemas.openxmlformats.org/officeDocument/2006/relationships/notesMaster" Target="/ppt/notesMasters/notesMaster1.xml" Id="R0d1f75586d504f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5ddab6c17d7459b" /><Relationship Type="http://schemas.openxmlformats.org/officeDocument/2006/relationships/notesMaster" Target="/ppt/notesMasters/notesMaster1.xml" Id="Rff71c2b9db5243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0f87330feac4505" /><Relationship Type="http://schemas.openxmlformats.org/officeDocument/2006/relationships/notesMaster" Target="/ppt/notesMasters/notesMaster1.xml" Id="R4b3b17d0a4d9433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ac78e0add284ce0" /><Relationship Type="http://schemas.openxmlformats.org/officeDocument/2006/relationships/notesMaster" Target="/ppt/notesMasters/notesMaster1.xml" Id="Rb38239f31fc6428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0ed0a673a534674" /><Relationship Type="http://schemas.openxmlformats.org/officeDocument/2006/relationships/notesMaster" Target="/ppt/notesMasters/notesMaster1.xml" Id="Ra0d4698a0b944df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91c6d79a85444d2" /><Relationship Type="http://schemas.openxmlformats.org/officeDocument/2006/relationships/notesMaster" Target="/ppt/notesMasters/notesMaster1.xml" Id="Rbdc9fd83338b487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a80d06a66304b0e" /><Relationship Type="http://schemas.openxmlformats.org/officeDocument/2006/relationships/notesMaster" Target="/ppt/notesMasters/notesMaster1.xml" Id="Rc6a900f53acc41a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7e39b6fa6284ee7" /><Relationship Type="http://schemas.openxmlformats.org/officeDocument/2006/relationships/notesMaster" Target="/ppt/notesMasters/notesMaster1.xml" Id="Rff396df2210b4db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58a9232428a41ab" /><Relationship Type="http://schemas.openxmlformats.org/officeDocument/2006/relationships/notesMaster" Target="/ppt/notesMasters/notesMaster1.xml" Id="R89d07b43efb84b6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1fb143934a54547" /><Relationship Type="http://schemas.openxmlformats.org/officeDocument/2006/relationships/notesMaster" Target="/ppt/notesMasters/notesMaster1.xml" Id="Rffa8551431b74d4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feaafbb752241ec" /><Relationship Type="http://schemas.openxmlformats.org/officeDocument/2006/relationships/notesMaster" Target="/ppt/notesMasters/notesMaster1.xml" Id="R18c5333098584df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275cca9880e4b11" /><Relationship Type="http://schemas.openxmlformats.org/officeDocument/2006/relationships/notesMaster" Target="/ppt/notesMasters/notesMaster1.xml" Id="R42eca49498ab41f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846e6dc479e4d6a" /><Relationship Type="http://schemas.openxmlformats.org/officeDocument/2006/relationships/notesMaster" Target="/ppt/notesMasters/notesMaster1.xml" Id="Reed04813b0694fb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901b8aad25b4e40" /><Relationship Type="http://schemas.openxmlformats.org/officeDocument/2006/relationships/notesMaster" Target="/ppt/notesMasters/notesMaster1.xml" Id="Rb0a52e769556441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19702eca25b443a" /><Relationship Type="http://schemas.openxmlformats.org/officeDocument/2006/relationships/notesMaster" Target="/ppt/notesMasters/notesMaster1.xml" Id="Ra3b972d9145b4d9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e140fc1975f47d0" /><Relationship Type="http://schemas.openxmlformats.org/officeDocument/2006/relationships/notesMaster" Target="/ppt/notesMasters/notesMaster1.xml" Id="R9a8bf2a078a9498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d5311c2fd8c4ce3" /><Relationship Type="http://schemas.openxmlformats.org/officeDocument/2006/relationships/notesMaster" Target="/ppt/notesMasters/notesMaster1.xml" Id="Rd45500e0b379410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2da903865284726" /><Relationship Type="http://schemas.openxmlformats.org/officeDocument/2006/relationships/notesMaster" Target="/ppt/notesMasters/notesMaster1.xml" Id="Rb8808bbf0af3434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09f33202adf4bca" /><Relationship Type="http://schemas.openxmlformats.org/officeDocument/2006/relationships/notesMaster" Target="/ppt/notesMasters/notesMaster1.xml" Id="Rbb196368634641f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6fd8a5e4b8d46a6" /><Relationship Type="http://schemas.openxmlformats.org/officeDocument/2006/relationships/notesMaster" Target="/ppt/notesMasters/notesMaster1.xml" Id="Rba86336672f041f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0478daedd7342f5" /><Relationship Type="http://schemas.openxmlformats.org/officeDocument/2006/relationships/notesMaster" Target="/ppt/notesMasters/notesMaster1.xml" Id="Rd2f601f689e4423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f38a7a50e354719" /><Relationship Type="http://schemas.openxmlformats.org/officeDocument/2006/relationships/notesMaster" Target="/ppt/notesMasters/notesMaster1.xml" Id="R0b61ca17855f425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815f57ae4ac4197" /><Relationship Type="http://schemas.openxmlformats.org/officeDocument/2006/relationships/notesMaster" Target="/ppt/notesMasters/notesMaster1.xml" Id="R019af502e56646d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d8099f21ab44a60" /><Relationship Type="http://schemas.openxmlformats.org/officeDocument/2006/relationships/notesMaster" Target="/ppt/notesMasters/notesMaster1.xml" Id="Rd8894fbd9e194aa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b8e829973384622" /><Relationship Type="http://schemas.openxmlformats.org/officeDocument/2006/relationships/notesMaster" Target="/ppt/notesMasters/notesMaster1.xml" Id="R1f5cac9504134e7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db1c5e04d874959" /><Relationship Type="http://schemas.openxmlformats.org/officeDocument/2006/relationships/notesMaster" Target="/ppt/notesMasters/notesMaster1.xml" Id="Re55825a040f4486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c6772ea2ef74819" /><Relationship Type="http://schemas.openxmlformats.org/officeDocument/2006/relationships/notesMaster" Target="/ppt/notesMasters/notesMaster1.xml" Id="Rd713d41a8ba5442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48d7ff2be924f85" /><Relationship Type="http://schemas.openxmlformats.org/officeDocument/2006/relationships/notesMaster" Target="/ppt/notesMasters/notesMaster1.xml" Id="R78e4f3bb38da435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1de7dc21a6f4386" /><Relationship Type="http://schemas.openxmlformats.org/officeDocument/2006/relationships/notesMaster" Target="/ppt/notesMasters/notesMaster1.xml" Id="R8a62f460860b4ab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8b94a204ece46f8" /><Relationship Type="http://schemas.openxmlformats.org/officeDocument/2006/relationships/notesMaster" Target="/ppt/notesMasters/notesMaster1.xml" Id="R38316889817141b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0bca09f721e4897" /><Relationship Type="http://schemas.openxmlformats.org/officeDocument/2006/relationships/notesMaster" Target="/ppt/notesMasters/notesMaster1.xml" Id="Rd40b5239745b4ac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2bbeedf616a4d71" /><Relationship Type="http://schemas.openxmlformats.org/officeDocument/2006/relationships/notesMaster" Target="/ppt/notesMasters/notesMaster1.xml" Id="R7ef61d0d788145e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a8632513231744aa" /><Relationship Type="http://schemas.openxmlformats.org/officeDocument/2006/relationships/notesMaster" Target="/ppt/notesMasters/notesMaster1.xml" Id="R25a1581d91c44b7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4920cf8760d459d" /><Relationship Type="http://schemas.openxmlformats.org/officeDocument/2006/relationships/notesMaster" Target="/ppt/notesMasters/notesMaster1.xml" Id="R9372c343418e4e0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343c595d3ef4d5d" /><Relationship Type="http://schemas.openxmlformats.org/officeDocument/2006/relationships/notesMaster" Target="/ppt/notesMasters/notesMaster1.xml" Id="R4c8de10ef2c04da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1bd9f3338024966" /><Relationship Type="http://schemas.openxmlformats.org/officeDocument/2006/relationships/notesMaster" Target="/ppt/notesMasters/notesMaster1.xml" Id="R594a23b71411446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19522f1fe2d84620" /><Relationship Type="http://schemas.openxmlformats.org/officeDocument/2006/relationships/notesMaster" Target="/ppt/notesMasters/notesMaster1.xml" Id="R8b92baa55a344f8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8e27d36dfc784184" /><Relationship Type="http://schemas.openxmlformats.org/officeDocument/2006/relationships/notesMaster" Target="/ppt/notesMasters/notesMaster1.xml" Id="Rbfff4aee27ec4e8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39496c00b59e4f08" /><Relationship Type="http://schemas.openxmlformats.org/officeDocument/2006/relationships/notesMaster" Target="/ppt/notesMasters/notesMaster1.xml" Id="Rfa9ef2aa8dc24e2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02a4a4970d64947" /><Relationship Type="http://schemas.openxmlformats.org/officeDocument/2006/relationships/notesMaster" Target="/ppt/notesMasters/notesMaster1.xml" Id="Rbc6d44baed7d437f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ed459b1a35014951" /><Relationship Type="http://schemas.openxmlformats.org/officeDocument/2006/relationships/notesMaster" Target="/ppt/notesMasters/notesMaster1.xml" Id="R73b559e14fd8415e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4b75cd40d60a47aa" /><Relationship Type="http://schemas.openxmlformats.org/officeDocument/2006/relationships/notesMaster" Target="/ppt/notesMasters/notesMaster1.xml" Id="Rf538f8b14b9247ae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04506a9a33dd441d" /><Relationship Type="http://schemas.openxmlformats.org/officeDocument/2006/relationships/notesMaster" Target="/ppt/notesMasters/notesMaster1.xml" Id="Ra763a119a7144784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d91f76fa947d46ee" /><Relationship Type="http://schemas.openxmlformats.org/officeDocument/2006/relationships/notesMaster" Target="/ppt/notesMasters/notesMaster1.xml" Id="R77bfa60e9e3743a7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d8306d6939454e36" /><Relationship Type="http://schemas.openxmlformats.org/officeDocument/2006/relationships/notesMaster" Target="/ppt/notesMasters/notesMaster1.xml" Id="R42ac1fa0b8a84d4b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278e517a9b454461" /><Relationship Type="http://schemas.openxmlformats.org/officeDocument/2006/relationships/notesMaster" Target="/ppt/notesMasters/notesMaster1.xml" Id="Rd28260e836774fb7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67fa1f5c1c344e4a" /><Relationship Type="http://schemas.openxmlformats.org/officeDocument/2006/relationships/notesMaster" Target="/ppt/notesMasters/notesMaster1.xml" Id="R59291b8fe6c94612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ac3e5a08c7844673" /><Relationship Type="http://schemas.openxmlformats.org/officeDocument/2006/relationships/notesMaster" Target="/ppt/notesMasters/notesMaster1.xml" Id="R77f68aea897a46e1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bc86cd5aa11d489c" /><Relationship Type="http://schemas.openxmlformats.org/officeDocument/2006/relationships/notesMaster" Target="/ppt/notesMasters/notesMaster1.xml" Id="R75057dda6a3f4204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b8ceaf91d9ef43fa" /><Relationship Type="http://schemas.openxmlformats.org/officeDocument/2006/relationships/notesMaster" Target="/ppt/notesMasters/notesMaster1.xml" Id="R9e1ac813b8a646ba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e5fe6368238641fb" /><Relationship Type="http://schemas.openxmlformats.org/officeDocument/2006/relationships/notesMaster" Target="/ppt/notesMasters/notesMaster1.xml" Id="R4cd0b5912fb44f11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3cd017d8e4544768" /><Relationship Type="http://schemas.openxmlformats.org/officeDocument/2006/relationships/notesMaster" Target="/ppt/notesMasters/notesMaster1.xml" Id="R9200b3bb829e4501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6efba23fae3348f6" /><Relationship Type="http://schemas.openxmlformats.org/officeDocument/2006/relationships/notesMaster" Target="/ppt/notesMasters/notesMaster1.xml" Id="R6820b7aa230f4584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03519b14df0547f2" /><Relationship Type="http://schemas.openxmlformats.org/officeDocument/2006/relationships/notesMaster" Target="/ppt/notesMasters/notesMaster1.xml" Id="R862826a0c19e4bcb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fe1f45f30d42489e" /><Relationship Type="http://schemas.openxmlformats.org/officeDocument/2006/relationships/notesMaster" Target="/ppt/notesMasters/notesMaster1.xml" Id="Reab5384222494d9a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8d3c90d6f9ab4abc" /><Relationship Type="http://schemas.openxmlformats.org/officeDocument/2006/relationships/notesMaster" Target="/ppt/notesMasters/notesMaster1.xml" Id="Rfdb012d4b2bb47fb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d77305930a724e7f" /><Relationship Type="http://schemas.openxmlformats.org/officeDocument/2006/relationships/notesMaster" Target="/ppt/notesMasters/notesMaster1.xml" Id="R87f84dc72f404b34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7ecd7646778d4e26" /><Relationship Type="http://schemas.openxmlformats.org/officeDocument/2006/relationships/notesMaster" Target="/ppt/notesMasters/notesMaster1.xml" Id="Ra5c56590f5b54302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de9dca1d914b43b4" /><Relationship Type="http://schemas.openxmlformats.org/officeDocument/2006/relationships/notesMaster" Target="/ppt/notesMasters/notesMaster1.xml" Id="Rd9e923c6d32e4534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732b24763a0043f8" /><Relationship Type="http://schemas.openxmlformats.org/officeDocument/2006/relationships/notesMaster" Target="/ppt/notesMasters/notesMaster1.xml" Id="R091725d02e82410f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7d134b75f6f64fc5" /><Relationship Type="http://schemas.openxmlformats.org/officeDocument/2006/relationships/notesMaster" Target="/ppt/notesMasters/notesMaster1.xml" Id="R6ed2bdb3fbcc41a3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f7d15dba48914f17" /><Relationship Type="http://schemas.openxmlformats.org/officeDocument/2006/relationships/notesMaster" Target="/ppt/notesMasters/notesMaster1.xml" Id="R90ff605f5569421a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f6464e6ba15c4e78" /><Relationship Type="http://schemas.openxmlformats.org/officeDocument/2006/relationships/notesMaster" Target="/ppt/notesMasters/notesMaster1.xml" Id="Rf1f37328316f4715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2a235ff829ec4831" /><Relationship Type="http://schemas.openxmlformats.org/officeDocument/2006/relationships/notesMaster" Target="/ppt/notesMasters/notesMaster1.xml" Id="R90b419b66b064b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28c9f4e1bc4e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21952186c14670" /><Relationship Type="http://schemas.openxmlformats.org/officeDocument/2006/relationships/slideLayout" Target="/ppt/slideLayouts/slideLayout1.xml" Id="Rc4586d762c0342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586d762c0342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774a8509a4bb0" /><Relationship Type="http://schemas.openxmlformats.org/officeDocument/2006/relationships/notesSlide" Target="/ppt/notesSlides/notesSlide1.xml" Id="Rcd071a8de2dc4c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0f949e92a468f" /><Relationship Type="http://schemas.openxmlformats.org/officeDocument/2006/relationships/notesSlide" Target="/ppt/notesSlides/notesSlide2.xml" Id="R2311c10b5bf348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f0986092d4308" /><Relationship Type="http://schemas.openxmlformats.org/officeDocument/2006/relationships/notesSlide" Target="/ppt/notesSlides/notesSlide3.xml" Id="R02f9e0a7f44c41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d1fd21da5438a" /><Relationship Type="http://schemas.openxmlformats.org/officeDocument/2006/relationships/notesSlide" Target="/ppt/notesSlides/notesSlide4.xml" Id="R6aef192f8fb646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09129966e43a0" /><Relationship Type="http://schemas.openxmlformats.org/officeDocument/2006/relationships/notesSlide" Target="/ppt/notesSlides/notesSlide5.xml" Id="Rc8b13c34eda042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03c4821544eb1" /><Relationship Type="http://schemas.openxmlformats.org/officeDocument/2006/relationships/notesSlide" Target="/ppt/notesSlides/notesSlide6.xml" Id="R494dd67fa1304a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a127fbbd9437e" /><Relationship Type="http://schemas.openxmlformats.org/officeDocument/2006/relationships/notesSlide" Target="/ppt/notesSlides/notesSlide7.xml" Id="Rbb90b3be4a7642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a19a4fdb245c7" /><Relationship Type="http://schemas.openxmlformats.org/officeDocument/2006/relationships/notesSlide" Target="/ppt/notesSlides/notesSlide8.xml" Id="R586ea07c8fe540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709b2a75b410a" /><Relationship Type="http://schemas.openxmlformats.org/officeDocument/2006/relationships/notesSlide" Target="/ppt/notesSlides/notesSlide9.xml" Id="Ra7cea4fd76fa40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6667783ee4880" /><Relationship Type="http://schemas.openxmlformats.org/officeDocument/2006/relationships/notesSlide" Target="/ppt/notesSlides/notesSlide10.xml" Id="Rbdb524bc41e546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8ecc7a96147aa" /><Relationship Type="http://schemas.openxmlformats.org/officeDocument/2006/relationships/notesSlide" Target="/ppt/notesSlides/notesSlide11.xml" Id="R2d1a14120b8246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9fce5b3774bfb" /><Relationship Type="http://schemas.openxmlformats.org/officeDocument/2006/relationships/notesSlide" Target="/ppt/notesSlides/notesSlide12.xml" Id="Rc60b8c0a613a4a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0c92c851a4d3c" /><Relationship Type="http://schemas.openxmlformats.org/officeDocument/2006/relationships/notesSlide" Target="/ppt/notesSlides/notesSlide13.xml" Id="Rd4f5067c0fed44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fac2dbd274110" /><Relationship Type="http://schemas.openxmlformats.org/officeDocument/2006/relationships/notesSlide" Target="/ppt/notesSlides/notesSlide14.xml" Id="R414eb92241194a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5b972a9b94f53" /><Relationship Type="http://schemas.openxmlformats.org/officeDocument/2006/relationships/notesSlide" Target="/ppt/notesSlides/notesSlide15.xml" Id="R520c91c5a2dc4f9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9cb8284b6401d" /><Relationship Type="http://schemas.openxmlformats.org/officeDocument/2006/relationships/notesSlide" Target="/ppt/notesSlides/notesSlide16.xml" Id="R07019f00de8e49b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f25b0711a4afb" /><Relationship Type="http://schemas.openxmlformats.org/officeDocument/2006/relationships/notesSlide" Target="/ppt/notesSlides/notesSlide17.xml" Id="R3b371c6b9070489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837dac91640ec" /><Relationship Type="http://schemas.openxmlformats.org/officeDocument/2006/relationships/notesSlide" Target="/ppt/notesSlides/notesSlide18.xml" Id="Rb72b448d95ac447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f0aedb6ab4f5a" /><Relationship Type="http://schemas.openxmlformats.org/officeDocument/2006/relationships/notesSlide" Target="/ppt/notesSlides/notesSlide19.xml" Id="R30049fd5814b4fb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63d6e8c974f4a" /><Relationship Type="http://schemas.openxmlformats.org/officeDocument/2006/relationships/notesSlide" Target="/ppt/notesSlides/notesSlide20.xml" Id="R09d2f5fc6bb04db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8da0c23334aab" /><Relationship Type="http://schemas.openxmlformats.org/officeDocument/2006/relationships/notesSlide" Target="/ppt/notesSlides/notesSlide21.xml" Id="R6c8e1274138340e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159f083364b08" /><Relationship Type="http://schemas.openxmlformats.org/officeDocument/2006/relationships/notesSlide" Target="/ppt/notesSlides/notesSlide22.xml" Id="Rdd59d7b0ec97498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e48b366944506" /><Relationship Type="http://schemas.openxmlformats.org/officeDocument/2006/relationships/notesSlide" Target="/ppt/notesSlides/notesSlide23.xml" Id="Rdf9e6397221d459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319fa5f7e477b" /><Relationship Type="http://schemas.openxmlformats.org/officeDocument/2006/relationships/notesSlide" Target="/ppt/notesSlides/notesSlide24.xml" Id="Rb060e295c66c40a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3ba6ae2734f93" /><Relationship Type="http://schemas.openxmlformats.org/officeDocument/2006/relationships/notesSlide" Target="/ppt/notesSlides/notesSlide25.xml" Id="R1a584570a64043f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8e0a872c34f35" /><Relationship Type="http://schemas.openxmlformats.org/officeDocument/2006/relationships/notesSlide" Target="/ppt/notesSlides/notesSlide26.xml" Id="Rb0653f7e11124a5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bc09397c84dcc" /><Relationship Type="http://schemas.openxmlformats.org/officeDocument/2006/relationships/notesSlide" Target="/ppt/notesSlides/notesSlide27.xml" Id="Refa7cc9a15194cc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4b03c32dc4ecb" /><Relationship Type="http://schemas.openxmlformats.org/officeDocument/2006/relationships/notesSlide" Target="/ppt/notesSlides/notesSlide28.xml" Id="Rd8295afefa41480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61ca2e0244c3f" /><Relationship Type="http://schemas.openxmlformats.org/officeDocument/2006/relationships/notesSlide" Target="/ppt/notesSlides/notesSlide29.xml" Id="Ra8af0a8b1a7744a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8fbee49044605" /><Relationship Type="http://schemas.openxmlformats.org/officeDocument/2006/relationships/notesSlide" Target="/ppt/notesSlides/notesSlide30.xml" Id="R835d1f5f946e4a3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1c82a9b554b19" /><Relationship Type="http://schemas.openxmlformats.org/officeDocument/2006/relationships/notesSlide" Target="/ppt/notesSlides/notesSlide31.xml" Id="R61a24228a0224f2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57eebd1974e66" /><Relationship Type="http://schemas.openxmlformats.org/officeDocument/2006/relationships/notesSlide" Target="/ppt/notesSlides/notesSlide32.xml" Id="R050306068bcb4c2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68177f1264074" /><Relationship Type="http://schemas.openxmlformats.org/officeDocument/2006/relationships/notesSlide" Target="/ppt/notesSlides/notesSlide33.xml" Id="R7c1e624ebe2145e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26959c4db4124" /><Relationship Type="http://schemas.openxmlformats.org/officeDocument/2006/relationships/notesSlide" Target="/ppt/notesSlides/notesSlide34.xml" Id="Ra6e583d47e0b4ff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b04a6f97b4d7c" /><Relationship Type="http://schemas.openxmlformats.org/officeDocument/2006/relationships/notesSlide" Target="/ppt/notesSlides/notesSlide35.xml" Id="R7f4d333ae03342a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56cf810b84ba9" /><Relationship Type="http://schemas.openxmlformats.org/officeDocument/2006/relationships/notesSlide" Target="/ppt/notesSlides/notesSlide36.xml" Id="R9d8ca44ca946480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af7e3d84746b6" /><Relationship Type="http://schemas.openxmlformats.org/officeDocument/2006/relationships/notesSlide" Target="/ppt/notesSlides/notesSlide37.xml" Id="R8b6696309e6747b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5e15da3e34fde" /><Relationship Type="http://schemas.openxmlformats.org/officeDocument/2006/relationships/notesSlide" Target="/ppt/notesSlides/notesSlide38.xml" Id="R1c797f24922248f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02861f4bc40f7" /><Relationship Type="http://schemas.openxmlformats.org/officeDocument/2006/relationships/notesSlide" Target="/ppt/notesSlides/notesSlide39.xml" Id="Rf832ad1e888b46f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fe44aa5e0475b" /><Relationship Type="http://schemas.openxmlformats.org/officeDocument/2006/relationships/notesSlide" Target="/ppt/notesSlides/notesSlide40.xml" Id="R6b467d7847d0421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f0ca64f814e6c" /><Relationship Type="http://schemas.openxmlformats.org/officeDocument/2006/relationships/notesSlide" Target="/ppt/notesSlides/notesSlide41.xml" Id="R612b6291920044e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25265a88b4277" /><Relationship Type="http://schemas.openxmlformats.org/officeDocument/2006/relationships/notesSlide" Target="/ppt/notesSlides/notesSlide42.xml" Id="Rab609d0ae11a4fa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5ef3cc47347ee" /><Relationship Type="http://schemas.openxmlformats.org/officeDocument/2006/relationships/notesSlide" Target="/ppt/notesSlides/notesSlide43.xml" Id="R3208ddadb1a24fe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decef7ae54762" /><Relationship Type="http://schemas.openxmlformats.org/officeDocument/2006/relationships/notesSlide" Target="/ppt/notesSlides/notesSlide44.xml" Id="Rc9c98876c63c4a5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76dc0df6049c0" /><Relationship Type="http://schemas.openxmlformats.org/officeDocument/2006/relationships/notesSlide" Target="/ppt/notesSlides/notesSlide45.xml" Id="R4eb0301f66214ca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8e5cc8edc407e" /><Relationship Type="http://schemas.openxmlformats.org/officeDocument/2006/relationships/notesSlide" Target="/ppt/notesSlides/notesSlide46.xml" Id="Rb0f3250c5c4c458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ad913f80e4082" /><Relationship Type="http://schemas.openxmlformats.org/officeDocument/2006/relationships/notesSlide" Target="/ppt/notesSlides/notesSlide47.xml" Id="R1728864f8d5d461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431e3b3b94bed" /><Relationship Type="http://schemas.openxmlformats.org/officeDocument/2006/relationships/notesSlide" Target="/ppt/notesSlides/notesSlide48.xml" Id="R6593c77e82014b5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15fe93bf14cc3" /><Relationship Type="http://schemas.openxmlformats.org/officeDocument/2006/relationships/notesSlide" Target="/ppt/notesSlides/notesSlide49.xml" Id="R3bc817a2b4a147b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a6df8396847d9" /><Relationship Type="http://schemas.openxmlformats.org/officeDocument/2006/relationships/notesSlide" Target="/ppt/notesSlides/notesSlide50.xml" Id="Rbfb2016761d44b8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8b3ebbaec4f1b" /><Relationship Type="http://schemas.openxmlformats.org/officeDocument/2006/relationships/notesSlide" Target="/ppt/notesSlides/notesSlide51.xml" Id="Rcd9008bff47249c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d4c3d1b904cb5" /><Relationship Type="http://schemas.openxmlformats.org/officeDocument/2006/relationships/notesSlide" Target="/ppt/notesSlides/notesSlide52.xml" Id="Rad03e803aca1485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824814edc471d" /><Relationship Type="http://schemas.openxmlformats.org/officeDocument/2006/relationships/notesSlide" Target="/ppt/notesSlides/notesSlide53.xml" Id="Re0f56dc73d5047c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8911b76224955" /><Relationship Type="http://schemas.openxmlformats.org/officeDocument/2006/relationships/notesSlide" Target="/ppt/notesSlides/notesSlide54.xml" Id="Rd95f11ff507a4946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980a6cb3f42c4" /><Relationship Type="http://schemas.openxmlformats.org/officeDocument/2006/relationships/notesSlide" Target="/ppt/notesSlides/notesSlide55.xml" Id="Rd129d273e7aa4e9c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ddc6389e3475c" /><Relationship Type="http://schemas.openxmlformats.org/officeDocument/2006/relationships/notesSlide" Target="/ppt/notesSlides/notesSlide56.xml" Id="Ra8635aef689d49c6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1e698219a41e1" /><Relationship Type="http://schemas.openxmlformats.org/officeDocument/2006/relationships/notesSlide" Target="/ppt/notesSlides/notesSlide57.xml" Id="R1a35f59ed2a94dd5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eccbdf57b4127" /><Relationship Type="http://schemas.openxmlformats.org/officeDocument/2006/relationships/notesSlide" Target="/ppt/notesSlides/notesSlide58.xml" Id="R4f0d26a65d75437e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610403ec648c3" /><Relationship Type="http://schemas.openxmlformats.org/officeDocument/2006/relationships/notesSlide" Target="/ppt/notesSlides/notesSlide59.xml" Id="Rbc14a380885d4dda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b3cbddbe94475" /><Relationship Type="http://schemas.openxmlformats.org/officeDocument/2006/relationships/notesSlide" Target="/ppt/notesSlides/notesSlide60.xml" Id="Rb082587fd02e4f24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fdf4d24834c68" /><Relationship Type="http://schemas.openxmlformats.org/officeDocument/2006/relationships/notesSlide" Target="/ppt/notesSlides/notesSlide61.xml" Id="R1bdfa47102e840e2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c36f2a623448d" /><Relationship Type="http://schemas.openxmlformats.org/officeDocument/2006/relationships/notesSlide" Target="/ppt/notesSlides/notesSlide62.xml" Id="R12b3c1aa35a94f03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08965e7d24669" /><Relationship Type="http://schemas.openxmlformats.org/officeDocument/2006/relationships/notesSlide" Target="/ppt/notesSlides/notesSlide63.xml" Id="R2478b14a3a7244a2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120c9e8ed4812" /><Relationship Type="http://schemas.openxmlformats.org/officeDocument/2006/relationships/notesSlide" Target="/ppt/notesSlides/notesSlide64.xml" Id="Rfc79d713affd477e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d6ea9a4ce4120" /><Relationship Type="http://schemas.openxmlformats.org/officeDocument/2006/relationships/notesSlide" Target="/ppt/notesSlides/notesSlide65.xml" Id="R24961d4fa9c04593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982bd69ae4af0" /><Relationship Type="http://schemas.openxmlformats.org/officeDocument/2006/relationships/notesSlide" Target="/ppt/notesSlides/notesSlide66.xml" Id="Rf2a1e77dcf2e47da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65b6a66c44ff4" /><Relationship Type="http://schemas.openxmlformats.org/officeDocument/2006/relationships/notesSlide" Target="/ppt/notesSlides/notesSlide67.xml" Id="R91532387151d4127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92674abbe4ece" /><Relationship Type="http://schemas.openxmlformats.org/officeDocument/2006/relationships/notesSlide" Target="/ppt/notesSlides/notesSlide68.xml" Id="R028470330d8747ff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4c494dd514e11" /><Relationship Type="http://schemas.openxmlformats.org/officeDocument/2006/relationships/notesSlide" Target="/ppt/notesSlides/notesSlide69.xml" Id="Rced176df65264922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227a12f31479e" /><Relationship Type="http://schemas.openxmlformats.org/officeDocument/2006/relationships/notesSlide" Target="/ppt/notesSlides/notesSlide70.xml" Id="Recf0b6b25c9d441a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846ef78494dce" /><Relationship Type="http://schemas.openxmlformats.org/officeDocument/2006/relationships/notesSlide" Target="/ppt/notesSlides/notesSlide71.xml" Id="R7e506a6cc91d4ee9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45ca5fe4c46fb" /><Relationship Type="http://schemas.openxmlformats.org/officeDocument/2006/relationships/notesSlide" Target="/ppt/notesSlides/notesSlide72.xml" Id="Ra9cfea1ea8fb411a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5e0c87e3f409d" /><Relationship Type="http://schemas.openxmlformats.org/officeDocument/2006/relationships/notesSlide" Target="/ppt/notesSlides/notesSlide73.xml" Id="Rac9a34ba12f241a2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e6f7ca6564b88" /><Relationship Type="http://schemas.openxmlformats.org/officeDocument/2006/relationships/notesSlide" Target="/ppt/notesSlides/notesSlide74.xml" Id="R477c8fd4c97d4ef4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a50f0d3a84c92" /><Relationship Type="http://schemas.openxmlformats.org/officeDocument/2006/relationships/notesSlide" Target="/ppt/notesSlides/notesSlide75.xml" Id="R38fa1b8d3b6d4a9c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5c66ef1204ed8" /><Relationship Type="http://schemas.openxmlformats.org/officeDocument/2006/relationships/notesSlide" Target="/ppt/notesSlides/notesSlide76.xml" Id="R589f9d9663cc4645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fd8e2fb1f414c" /><Relationship Type="http://schemas.openxmlformats.org/officeDocument/2006/relationships/notesSlide" Target="/ppt/notesSlides/notesSlide77.xml" Id="Rcb8c28b0fa004e11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ff91485c84ed7" /><Relationship Type="http://schemas.openxmlformats.org/officeDocument/2006/relationships/notesSlide" Target="/ppt/notesSlides/notesSlide78.xml" Id="Rf16d780c28184e5b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3e14b189c4733" /><Relationship Type="http://schemas.openxmlformats.org/officeDocument/2006/relationships/notesSlide" Target="/ppt/notesSlides/notesSlide79.xml" Id="R9ee20f22ee3a43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013E46-D57D-41A1-B6E4-79E4C25F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6E00B-A2AE-4735-85D7-FD631B07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11E32-2441-4129-867A-18EB8A21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2B335-95EB-4228-86BF-63379949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9D7F9-D784-4267-AAEB-8C6CF381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18"/>
                </a:solidFill>
              </a:defRPr>
            </a:pPr>
            <a:r>
              <a:rPr sz="3450" b="1">
                <a:solidFill>
                  <a:srgbClr val="0B1F18"/>
                </a:solidFill>
              </a:rPr>
              <a:t>Unix Standardization, File I/O and Process Environment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FA0F7-91B9-47CA-9EB5-350EAF13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Unix System Programming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D51F0-AAF6-412D-9C22-40257037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9F207-7B2C-4066-A3C9-DE858657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3DAB0-BF40-499C-9D9B-D34FCEE0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42718-31F1-4037-8280-9E16FDD8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3AC32-5B29-42DA-BDDC-8D0E2021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6846E-52E6-42BA-AD54-DD0C2EAF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3725284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A8B6E-B99A-42B0-825F-6ACFC7D8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93316-B285-45F8-BED1-FEA6CA94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557EC-D1EA-457C-9857-5ECD4916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FB43A-9612-44C3-BA55-DC260E74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E7C44-2344-4616-85C6-68FF4CDA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ED836-D548-4E61-BF3B-6E38B1DE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B065D-4D84-4097-A198-0CD2776A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4B2E7-0D5F-4E7F-A6B3-6C8C9B7D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89DE9-D109-4759-AE0F-881B8063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FF58D-43C3-4389-8AAE-8D23D41E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94E6B-3A6B-43D7-A639-117D1377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07814-9290-47A0-B0E3-8331F518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3296A-4F1A-4C80-9999-092C0611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284922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B57FFC-506D-4746-A252-C8B35CD6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88355-41A0-4A11-AE68-B3B80D71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8C1E9-4929-45D3-A308-3A785B71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21AB1-68B8-4F7D-9047-4E592B6B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67420-A785-4067-A8F2-624E32FC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4570E-D5E4-49AC-92C7-B371F427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EA030-21AF-4D28-975B-ABCAEEE2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Unix standardization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8E866-D665-404B-A35A-366B6B10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1E896-3E35-4B46-A544-A1FBBD21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UNIX system implementation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10509-D177-4F87-AF95-70157D7E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35B08-638A-43D0-938A-4F701943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File descriptors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EEB6C-9723-42EA-9A39-A4EFEF9A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C778C-E35C-448C-90FB-460F2A5D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open create read write close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4C34E-B542-442E-A6EA-9B5D5AD7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29F770-6020-45AE-874F-F0FEC448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fcntl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54950-E305-4E41-976F-59A6557F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81196F-6686-47E7-AD16-4D276C14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mkdir and rmdir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704AE-A4C7-4197-889B-2BE31B7C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8618B-DA0A-4761-963C-D119E064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Reading directories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6C53A-EDC9-4016-B710-A8A1AE91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EC61E5-9386-4169-BED0-04667117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chdir fchdir getcwd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815592-2E74-4ACC-B5D5-C23C1B3C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5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6E38D4-A6DE-4437-88F9-4E39F162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Device special files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0768FD-278E-4B8A-9317-3972E4EA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38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+ 10 more syllabus items are covered in the following slides.</a:t>
            </a:r>
          </a:p>
        </p:txBody>
      </p:sp>
    </p:spTree>
    <p:extLst>
      <p:ext uri="{BB962C8B-B14F-4D97-AF65-F5344CB8AC3E}">
        <p14:creationId xmlns:p14="http://schemas.microsoft.com/office/powerpoint/2010/main" val="13730159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377C04-7548-473F-A6A9-3F9144AE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018B5-0473-4905-9F7A-D06D0F20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A4CEF-C8CB-41ED-9A36-3A763C4C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58338-D3FE-4944-BF22-68D27FD5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A9167-011D-4F5F-9569-E122C39E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Unix standardization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39A41-064D-4359-94EA-09704E76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94E7A-1491-4DC9-A494-608907C9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Unix standardization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9EA5D-3696-4F45-BDB1-2B1EA8E8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034BA-D212-4024-977B-C1909B9F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836EF-2100-4752-8777-43734495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55D58-DA28-4194-AF60-556C0143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A70B0-A00F-49D9-8BA3-099CBB71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B6D7D6-BDBF-4800-A690-C05B6B13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64E6A-897D-455A-B7FF-9BDD318E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B7901-2551-4168-9D59-CDDAE5F2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68233B-B113-4423-A539-9D6F600E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7017B6-75CB-4004-B51B-E2845744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8BCFAC-AC49-42DC-86D9-86026C74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unix standardization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8317937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624B0-0E09-4523-870D-FF57EC75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3B44F-6340-4E47-9D1C-976E5BC3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0F6D9-44DE-4D14-BB9C-D77EB9A3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E9716-D9E6-44F5-AD55-06BE97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6CF71-0519-4C4C-99A1-DFA4843E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Unix standardization: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BB4F3-5F10-404E-8D74-B10AE688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EC126-9769-4AC1-A01F-71DC506B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9027B-D66D-4CAC-B1EF-CFC8D68B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476C1-1F8E-4D35-9DA3-DD362730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17B97-C720-4E5F-9468-E4515BA8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6DC99-15AE-4BB2-B152-733BB0EB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D14D5-0875-4072-9059-E461CE7B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2117191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B4FFC0-BBE6-4F14-BA70-A22C4676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C02FD-2B01-475C-BD3C-E541E8C7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C08A5-E3F2-4B38-ADEC-37EDBC95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A0F63-CD27-4DAE-A78E-01BFCDD9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55A09-53E1-4C07-BE34-359302F3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Unix standardization: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5BE1C-CB53-4753-A838-70B70E13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3AE7E-D99D-4E85-AEDA-995FEA0E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243B3-9635-4CAD-97AE-A5015F4B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E8DEF-174E-4000-81EC-906D65B9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31F7B-43FB-44CF-83DA-B0CD7C8C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09AB0-526F-40B0-9EA4-D687692C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5DE47-41A2-4661-8B90-9FB190B8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6187D-F434-4259-A998-47DA18E3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D462A-A919-4CC9-B83F-99812EB0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6EF44-D2F0-4A9D-8BA7-6BE6D2E7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1EB8E4-1F2E-411F-9D53-A364CA6E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E402A-0A28-4ACE-9EDE-421F987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1C07F-4574-4F7E-9F70-C08AEB77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9AF90-F64E-4AD0-BB1F-3854F057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92BC9D-220C-482B-8F5F-C622013C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73D99-AFA2-4B3B-968F-8D235DBE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3CB01D-2658-4EB6-938D-B4D754A3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AE4157-0A11-4EC6-A07B-6464D087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80C2C2-3099-4E9F-BB9A-79F206CA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3629F1-5ACC-4A19-BC5D-C9AB35D7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D288D-4B94-44F3-B98B-BCC82BBD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19DCD5-BB81-496A-9511-9362F851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BF0397-6B21-47C7-A1E9-2D9796C8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7C82A7-8938-434D-AE3B-1FC41CE8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878669-A341-4C4E-8CD7-C0D4DFE2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26790B-9E6B-4DCD-9686-58027568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unix standardization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7077152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C3EA80-D926-4630-A29D-9A76E734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6C812-58A9-4215-8C07-C8B4F8D0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16374-7805-408F-8A95-05E72F32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D54F6-15EE-4258-A4B3-2E6C1BC5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C7986-0F8E-4562-8E6D-26789E09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UNIX system implementation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4370A-4FD8-4132-BF26-945026CA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131DD-6B68-4EF7-AA85-9B2B16EB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UNIX system implementation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8B89A-6E14-4959-8EEA-E6A9C31B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2EFAF-455C-40B0-9056-A3BF9433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91ECA-F949-4994-92E3-9C5C0A37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485F4-101B-4C17-8074-2B45AA56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B3EB8-8AF8-475B-A4A1-60A4F3DE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C4B08-1725-411A-B7E2-78A2D8C5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040609-7CD7-4B05-9556-78F6704F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86C52-9A36-4EB4-96B6-AB2FA964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6DADE-9D6E-47B0-AF32-2B764445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943E1-12D6-446F-AB83-D404E627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6B78C4-50C0-4E99-9CC0-715D0D1A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unix system implementation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428106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A0E52-5593-46A9-A934-CE09E205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CD884-0C94-40BB-8102-142F4154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6EB02-956F-450D-A79C-29D42359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8C28D-C8DE-424E-BFB9-EE25832C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5825C-3062-496B-B996-47472813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UNIX system implementation: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148D3-9D80-4ED9-BD47-DE21BBC3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80FFA-2F04-4D35-9773-41A44696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8558D-5E81-49A6-B5BE-75B2E603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FFDA8-20A7-45B8-906F-48C4FE3A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6358D-6F2C-4E44-9F7B-D85FDEE1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2CBB0-44D9-402B-9CB4-1398641A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0F260-26F1-4FDF-B6F8-7EA2D3EB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5706152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163BD8-E1BE-47D2-8C86-E6355DEE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A5613-FF18-4A1A-BAB5-B9A5E89E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02921-A4E9-4B7C-9058-28235EEB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F346D-9DBA-44AD-BEF9-2E306F57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8302B-89BE-4118-859E-22187540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UNIX system implementation: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4D99B-ED79-46BB-9E53-4250C50F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2486B-B005-4C2B-A97E-AFB9DA99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5EC80-DA18-4610-A297-26B86C75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72816-A904-462D-83A6-507BC0FE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DB279-7868-4C70-9449-131FC1CF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D5FEE-07F0-4723-83D5-50CD0255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1BC28-6F03-493A-9BB7-D9D02B45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D6E56-9328-46B1-A78F-1CD06689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C2C26-B6EC-4902-8EC4-1B3CC62E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0F3B6-FF34-4C9A-99DC-78BE55D5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509256-9C91-4380-90FF-CC7ED650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79957-EBC3-4211-98E4-53FFC609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C12481-FA19-40DA-B68F-312B146B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2B88B0-6910-466B-BD17-30BFE518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7D2E1-D5C8-4152-A580-7D1BC46A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D4BBA2-E5DA-4626-BF47-BEC5338C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255F95-4228-49E4-B56B-7E07C712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521D32-7754-4F4F-8485-92007960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060952-0F96-42DB-A781-B2ABF32D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5813B7-F833-4C09-87C0-6A645084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8F2FD0-F8CA-40B3-8A84-74577CEA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7ED7E1-3E07-427E-ABD8-76CFCE6A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A143D8-2672-4687-9A90-7F02A3F8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FB9F4E-621C-47D5-9476-50C5EB8F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51EA56-F3DB-4B76-9AF0-D842A875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4D5577-B31E-44FE-A510-D1804CF6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unix system implementation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870370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53871-0DEE-4B08-ABE1-C004700E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87C8D-876B-4837-97C6-52465CEF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95A33-C831-4D87-B8CB-5A8D1DCA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7985A-080E-4A24-ADC6-81D02FE1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D2249-92B8-48EC-BD9F-6AE44763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UNIX system implementation: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C0119-158A-4F2F-A026-F7CA3ACF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B74EE-C305-4E6F-94E9-CA9976D0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17A8F-E3B3-475A-8EA0-13AA6D05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07AD4-51F8-49E4-87A6-E4E066A4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3BF77-CA11-488D-A6B6-92F59448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80B02-0761-4A8D-93FC-641EE1E5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UNIX system implementation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CC377-C918-4FB0-B20C-7A574BB9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2CA6A-802F-4D1D-BA9B-0A1BE1F8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0B548-A323-474F-ABB5-6F3C44F7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39B3CD-FBF9-4AF8-9334-908FDDA7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B3FF3-4D50-4E53-A8B7-746E2646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C512A8-922E-44B0-936B-27102800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E9CE04-B67B-465E-9F27-B82EF3F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440F3-C168-407C-A1A8-6477E293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366EE0-F054-42BC-ACFB-8052D85B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869FD3-0C2D-4C30-8BE5-43B2C538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416391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59DB0B-903D-40F7-A6BD-8873A2B8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94284-82FB-4218-A6A3-7A537845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9BC50-D927-456D-BB27-8A15FCF9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D4595-85A8-41E2-A550-E24D47E9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646BF-94A8-4690-AAF8-70859EBA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File descriptors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02ED4-6833-41F6-A08F-1CFDD1C6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E51AC-CF5F-436B-9268-8B34BD33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File descriptors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37DEA-BA61-490D-A2F4-60B7BD6E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06DF3-9C41-4DB4-A5AF-31BF861F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8CA92-8C40-4AF9-8E18-F25D3614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A2D55-68A1-4FB7-8C3C-63DEDD73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109DFC-47C0-463E-973F-9793EEA7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D8A31-3CC4-4841-A87C-1BDC708A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FE665-F7B3-48C4-8182-9DEB80ED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528DA-A26C-4A67-BA82-A75B4CC8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A2A09-960D-4AD1-A3A0-578027CA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0BEC3E-C3EA-4B9D-B9A7-9F9579EF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0E215B-FC90-4A2D-A0EA-610F8C19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file descriptors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8531887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54889B-5461-406B-829C-EA79577F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1363A-45DA-4DEE-AE6C-EB96164E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D5A15-01C6-4F58-B5BC-02B1D345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B3E52-B2B8-459E-980E-406576C3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5C9E5-F004-432A-9CDD-25E98079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File descriptors: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0A5D8-38ED-4047-A7CA-90631FBC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1D09E-0674-404F-A012-BE3011E1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362AF-4585-41F2-9659-E17BB413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49248-7C31-4553-A55E-4BEA5040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C8CB2-9915-45DC-8F16-46B1235A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C28F7-275F-4804-9957-8D7B9AC3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360B2-1697-4186-9F72-C35141EC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2560457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1B9774-594B-4BAC-AA96-5DAAC03B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899B2-45A4-49DB-BE18-9CBEA756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2FB69-B602-4BB4-A7B8-106CCAC0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6DC44-8523-42F2-B7DA-8FE49AA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C481A-727B-4359-898E-D7CA873B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File descriptors: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F943A-8EE1-4D3A-BF79-7B4C94D6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AE372-22B9-4D2B-A808-02EBEFC8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BA923-DB93-4D98-8BCD-73ED0619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75389-CA65-4309-AA96-4836FEEC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23879-614A-4F08-AE69-BB929062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CDD3E-3CC5-4D5E-9DDD-4B63FC89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25385-5128-4437-B81F-ED63EF7A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399F9-CBAC-40D6-8017-814F21C7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07230-03F9-49A3-985D-9796D269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4BE57-A68C-4239-8F69-61B9020F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AC550-A952-4D37-9ADF-B9454ABA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C7FF1A-D704-49E8-9612-9104422C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7CCF20-B46C-4010-B56A-E073D0F7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66CD98-6AA6-4D29-BE35-9D9226F1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8B9B6B-8F73-45BC-90C0-21968D5B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935553-C54F-4C8F-8114-6357934B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B3DE73-2E60-4752-9183-59F87877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682F11-FAEC-468B-9FED-197A7CF5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FA1D45-1D54-4BE1-BADD-53BCB876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6B49EF-61ED-4645-B36E-B0FF2EDF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947EDA-7BD7-48E9-9C2B-426A9F27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F5FBE-B754-4C05-9019-7A757BD7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18558A-3A07-4C35-ADF7-DBD81319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A7151F-C8EB-4BBE-A400-E3643FBC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CC441D-9865-4787-B7CB-BC19AF8D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584B82-D9BD-4CEC-B416-6A274FC6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file descriptors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2141466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4F2BCC-85B5-4B9C-9CFA-C7036DB5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6E266-329E-46B2-BAFD-6A650199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1EEEC-6ED6-41AF-AD4E-5260F6F7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8F3EB-BA18-404D-A183-387F831F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88F03-646E-4D44-AD01-CF4BA581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open create read write close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1E4A2-18EB-413E-8EFE-6E975A62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FFCAD-6062-4679-B198-0E7A3EBC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open create read write close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1CCC6-3723-496B-B431-654F56DE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3D788-44C5-4A46-AACE-58744020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D4060-6156-4C46-A337-28FFC891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263BD-7FD7-4F3D-9915-50455851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E4BD3-CADE-484A-BF1C-C2ED58C8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90A26-94DF-48EF-B01F-E507F166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EA58A-2756-4DE4-A596-CFFF8749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0706A3-DCC3-4993-A026-6756A814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E86610-F3DD-4AEA-A6A2-480715F3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9074A1-5DF7-42A0-85D9-82FA8FB1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B3779C-A3DA-4DAA-9EB6-8F240951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open create read write close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6323911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1A691-C31C-4CE2-85B3-0AE79CDE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33BB0-475A-4489-A255-E47CFA5E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1D74C-3851-4C9C-874B-08F6D514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8B660-985C-491C-B71E-FEC2F8AE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20F51-934A-4C04-B5B9-54F0A663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open create read write close: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4EF00-00BF-47F6-8A18-1430C00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300EC-B1EF-4AB1-8949-E9FE596D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2AE13-36E3-4B98-B5BD-A50A30A4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BD260-B41A-433E-A653-F0869225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D8DAE-90CE-4BA9-861C-F80D5DD0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CE0F2-6E8A-4089-9A58-02C13C80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9C8DB-4777-4761-A9FD-5C2BECB4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50088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F5C084-44BE-4308-8047-C05EC37E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806D3-390D-4822-BC8B-C7B530BF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9CB77-7DDF-4FB3-9964-BE964C29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C6F88-9F50-4810-92F5-B83B66DB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01702-9C6D-4914-9439-AD666EAF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open create read write close: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6654A-193D-4B87-8DC9-1D4F6828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7E2E2-877E-492D-AF94-08F79048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92E97-8CF9-409A-A6B9-E451ED2B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1EDF4-F996-440B-B775-526C2813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6EC89-1D50-4E3C-8896-2A1E8DB9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CCA43-01D4-46E7-B36B-032F2B21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C99B7-DC01-4370-81BF-87195ED7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92F41-C133-454D-B240-3E6ED428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51D1E-00C9-4C47-9C8B-71460B0B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8E69D-A7CF-42FA-97E3-91FEDE15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048332-B063-4F3E-9E47-FD85EA04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B15BA5-3B23-41CC-9755-10EA0EC4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2F76C8-BEDC-4FDA-B3FC-D629C2AB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36DB6-4E9C-4BD1-AB77-54258884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6AF1C-1F8F-486C-8CA6-98CF7137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F157E2-1360-4154-83EE-EAC185B9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F72792-11C6-4BDE-8BDE-850634E9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4FA84C-534D-4CDA-8B7F-40A5107B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80B84C-2C85-46A7-AE30-42CA30AF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BEE326-6B9D-4CD0-8365-4156909C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FB0868-3AC5-4482-AB4F-4E350B6C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86AB72-A574-4C4C-B971-6EEBF2E8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4BEF11-055E-41F2-93C0-F0041939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D11BA4-A5EB-4E42-8BDF-3462944B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A600BB-BA00-44A8-9DA5-E7BC474D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B2BC2E-F765-4012-878E-C503AF9C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open create read write close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018836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A7B77B-BB44-4216-9B5A-9369C242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BA5C0-83E2-43CB-8C2D-B5AF962D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BEC8F-0756-42B3-949E-C2F40101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135B4-85EF-4339-BE97-FF901DAD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F2CC1-D2F1-4AE2-91DB-D819C2D8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fcntl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5E62F-AD8C-454D-A02D-8B0E5CEB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78903-E334-43B1-94E4-D1E39446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fcntl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53AA2-2A16-438D-B021-0785326F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16F4B-208F-4266-A82D-419BAD1E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F3688-B449-4372-B3BE-0DC504C1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7684B-1B68-4677-89C7-84899EC1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D0961-0E9E-4388-BB43-F4CA9D46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4B3D9-7503-4948-9866-213625AB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AAE73-CFC8-47F0-91EF-21F6FB65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C3EDF-51D2-418C-9C36-F044014C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389E8-F8A4-4AA1-B3F6-C495C85E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89239C-D8BF-491D-872A-7ABAA308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3058A0-766D-4CEB-890A-CACE4BBC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fcntl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7821635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61A92-C221-422C-A2C6-5EB07334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FBED3-C5C9-4A4C-BD77-3EDF169F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C944F-66BE-48A6-BB93-9FD08BB6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06A49-200C-4026-8E7D-3B9D7E4F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87369-4565-42E6-A50F-BBE8D576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fcntl: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6E72E-C9C1-4188-9379-4774BE20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BDC74-ED86-45F1-9367-18B0F17E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ECC40-D0ED-47CE-BE38-5C258791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B2587-43E7-4A0C-B285-94C7D830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B6EBD-D8C3-4340-BF33-E48B0C23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75A14-BA75-4CD6-ACFD-15E3BC46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826D0-879B-4E3A-B935-8112E937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9801110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0B3E04-E35F-43AB-99D5-7147AFE3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7F325-33AD-4867-8D5A-7DCCEBB1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B64EE-4D7F-43BF-AA4E-8146ACF4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89367-FFA4-4F53-ABDE-8632D489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FFBBD-732E-499A-A4CE-BC20C631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fcntl: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E2465-FB2A-43D4-AC90-9892011A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39F7A-131A-4ED5-8961-96F62D51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F4F89-D817-44AA-9FE6-ADF71972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0D12F-D93C-4939-965F-74221844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F7036-66E5-410D-99C3-D7362B4C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60E2A-0178-43B6-968B-A1781F30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54F51-0741-4BA1-9A3A-40CC15EF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5952C-4413-4338-8761-A5732BBA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3D8FC-003C-4929-9E69-E3A7F695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E9238-4A2F-4954-84CB-8C4BBA5B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4C9C5-CF29-4F02-A53B-D6AD634F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CC290-9054-4084-ADBA-8FA13440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7CF13-8DBC-48AB-83F3-19D585AF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4BFAA-5C80-4EAB-A32E-D48551C2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AEF80C-B9C4-400F-91FF-F2BF353A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00468E-27EE-448B-9157-FD75A33E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580617-47CE-4490-9A47-E549E503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C41252-6A74-4DE3-B5DF-7D2B0825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72B640-0CF4-4419-A6C8-507170AA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45D0ED-A226-41D4-9C25-E9459253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52302F-2D07-499E-A1C1-4F322795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0490E6-21A8-4000-8EA5-4DA2AD26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66C208-3A95-484C-A2C1-12443DC6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3CDA12-6827-48EB-A727-00830134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DF12D5-AA56-433B-9A29-6267AFD4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85E845-FE1F-450A-AACD-F7D69F72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fcntl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6423335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58A640-101D-4995-AF85-FE179332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007AA-AED4-4D89-B34A-B29BDB55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CA632-89BC-4937-BAF4-252DFED2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BB34B-3617-4839-A74F-8F67588A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04AC4-7BB1-464A-9F55-9C45ADEB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fcntl: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29A55-FF94-4D4E-8FF2-93D3D93A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49F49-F482-4468-AA26-C0A03F6F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E6690-A75D-4286-AC1B-69A6DF56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F995C-F407-49E3-8906-1CDE749F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0D644-2ED9-40EA-BAB8-1D5128B6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F8FF4-3679-452F-8BBE-B697FC03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fcntl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DB3C5-BD19-49E9-8FA1-B088C8BE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629A4-32AD-4B39-9CCC-0CB2EFF9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8AC9B-B417-4C31-B993-624DAC8A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6F106-5FA2-4F63-AE81-4A26AF25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E5D79-6AC7-44DD-873E-361E6087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D5008-814B-4331-877F-9CC5AF7B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663592-E1E5-45CF-A0CC-074A6832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74787-49E1-485C-979E-75EA461A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AB0128-B090-4197-AA93-D5FA85FB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5ABA3D-CF6C-404E-B4F9-B8CCC221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1247797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6E97E8-E744-44E3-AB42-B1E06501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9B920-23BC-4118-8702-E956D3D0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5E477-2BC7-4FDA-97E8-5E8AE2C6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FAA53-36ED-4D40-96F3-79F6B6A9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E3E52-2A62-4EDE-9632-2B30F604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mkdir and rmdir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60815-9306-47A4-B49F-806DB5AD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24551-0E5A-4AA4-AB14-22C3FF72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mkdir and rmdir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F99FF-3DB3-47F3-BF51-462A3DD8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9FB6A-BEB9-4F8F-BA00-D6386D58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2120B-065F-4681-9359-C9D154A6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6C819-D000-4B3F-AF2B-47E494C1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B6003-FB10-42F7-A232-D6DD8729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75FAC-00E9-4F14-8CE5-E6423CED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3B1AC-8E94-4FED-A554-305F78BD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51348-2199-42D9-A603-4041B403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ACFB27-DDFA-4847-B665-030E2301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61A5C9-145D-4A61-B54B-779A9E57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723287-BEE3-4648-BBF9-32275142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mkdir and rmdir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3972202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0974A-EA97-46B4-91DE-9EB16196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7C97F-6CCA-4B8B-81DE-D8633508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1CD61-73CD-498F-8DC7-80378EC5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1E1D2-9454-4396-ACD1-0937B3FB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EEDFB-7ADC-4B11-A8AF-947F457D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mkdir and rmdir: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51D4D-20A9-4918-B4AC-6F177610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C1AC5-59ED-47C1-8FA8-D472C189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B8680-1F07-4E6B-AB86-B829E05A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E2EF9-863A-453D-8EF6-DB3534DB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45BE9-C987-42E0-A9C1-60732DE3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7AD9E-1334-4DA8-8474-893F35A8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6F53E-D9C2-4463-A5B8-8D4E59A4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47896271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26FF03-38E9-4A1C-A344-989CF710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F5DAE-9044-49CD-9B63-ECA6A8F3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1ED5F-9346-41E4-8DCA-21685286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AEF34-DCCE-4D13-B041-3F02330D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FE979-2501-49F5-BA4D-69AF07FF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mkdir and rmdir: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56C9E-1886-4BB1-8986-58E20EF9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16BE4-B498-4691-A64B-D35AE301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5804A-F560-4B66-9C69-06C7753C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D78D0-9CF2-47B7-8CFC-BBB2EF01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DD6D3-BABD-4F3B-AB8E-EC4F256D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69227-3D5F-42B5-ABC2-C881C251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D15D7-D6C2-498D-9CD6-BD5D10D3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5229C-40E7-4A4E-BC2E-6D283EE3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92E7B-B1D4-41AC-B869-C2EDC964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6D01B1-6512-4713-AB44-6FB3DD48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2B16F-4F66-4813-B57D-43441BFD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26692E-51B5-40B2-88EC-ADD5AE83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F2C9D4-DCD8-4622-96CA-F118242C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24FD23-B0B9-452F-AC66-759D6819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701F77-A74F-45B5-8201-A164B8F2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0992A5-3F31-4F86-A266-3AE6D6DB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914252-F185-45F0-A916-25342111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AD2DC5-FC5C-4F3E-B5A1-3890EEC2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C25616-1B5D-455A-976F-56B2FA4C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16B220-0DED-487A-9D92-48C02844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0D55D5-4B50-42A3-8BC2-4466B974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9D80A7-E11B-4357-A237-4226728F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6EF649-C85E-4175-AF8F-C530B361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4C075D-7137-4F34-8F17-9D8585D9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FF0CE2-BBE9-48E3-A5AC-1632D95D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D4854A-7DE2-4B56-B52B-4BF9D39D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mkdir and rmdir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58192136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BDE0C3-4842-4490-BF4A-51D4E6DD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F9488-4F0F-434F-AE18-DEDEF346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3CF4F-9B8E-47C9-AAAA-E8FC32BC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5EE44-1F3A-4F1D-B3C1-5CBAB0E5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4212D-1511-45E4-AC2A-078CFB2A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Reading directories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8A84E-91CB-4D24-BEA5-94BBB1E5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E560F-F29D-4F75-B53B-AED12870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Reading directories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267C3-0CDA-4C19-A244-5C5059A0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D1FC4-D817-4059-9E93-653E346D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3AA9E-66D3-4AF0-A0DA-400718D8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8D044-4DA1-473D-A1D8-67F1D681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D3EC9-DF63-46C4-996F-87789604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0EB442-162D-4442-8CF1-35265B82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1D71C-6B9C-4852-9A92-EAF91864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9B323-DF42-4ED7-9127-96C56058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898D57-A88D-4473-A2E5-23174CF2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48640-D51E-4D97-B8CB-B158105F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0C0EC-797C-48FD-87C3-6E73D501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reading directories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41127443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1ADD9-5F17-4875-AF14-570749AC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A40D3-BAE0-497C-AF65-CD52876E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72D33-BF9E-4909-B609-DFC056A5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9CB72-D7AF-4B24-942E-B37C94AE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DA223-AA2C-4E73-A415-BD044F52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Reading directories: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3AB89-7F3E-4D86-B114-825FF6BE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C6E90-BD22-4C67-9C18-94D10933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68800-3D97-4C15-8733-5E040189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4F0B3-4388-4B1F-A3EA-EE0376D0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689CF-39BF-40E9-9429-AE3299E1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59A5E-2B99-4ED3-865E-E64BA73A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4B0DA-17E1-49F8-A138-85084D07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83790711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F6ADDF-4138-48F0-A8AB-41CE3CAC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59B36-5520-4154-A667-C1488660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8084D-D088-4A8D-8B6A-1E695B16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5737E-E058-459B-89E6-DDC44EBE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ECF3A-AC58-4018-9F63-C56E1F39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Reading directories: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3E525-26BF-4CF1-BC55-4392A792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DB1CF-A929-49B5-A191-813FAA44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522DC-8BFA-4208-8DD5-DCB80B8D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7863D-BEF0-4A56-A2C4-73197D87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27825-E3C3-4503-8845-C415C40A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84032-0D31-4F82-900D-D40F7421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9C10A-F673-44AF-B6CA-5DEC3221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A21A7-2757-4B81-8899-BCF49494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E8666-8E6E-4B13-8CA6-A164F052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2A189-E319-463B-99AB-3E8081DB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2A3CF-B6BA-4085-9B82-35AC101D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7A2A0-7C81-4D97-8BC9-6D5D9AA1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D495E-8B1A-4385-AE84-1B6014F0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913666-9635-40A2-B08C-77298BE4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933F14-D87B-4E5E-8066-BB6E2CBB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EB16D2-6B63-4C94-9101-6F4588B8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16DB57-0FCF-49AB-BB6B-B7B35078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33CD3E-36C1-4EB7-BFAB-150F7326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54D1B7-6D6B-466B-8E9B-D2B6A6E7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FC6DC1-68EE-4D5E-B640-A3570995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F2BE16-62BC-4726-85D9-2F077034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0A0204-AA9D-4F77-BD5E-AFA001E2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39D012-09FD-4D5E-B143-DA1D8671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91911C-ED85-4C33-B8AE-BE4C054C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6333C3-5F15-433F-B3BF-A1583924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CE278B-B974-4D6C-A965-949BD006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reading directories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33872088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F3FDD6-1B0F-453C-B45F-51CB5FC9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986F8-B8D0-4CAD-B6DC-90B3BBA3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70673-9846-4AD2-AAFD-6F268C52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02F4F-1A06-452D-92EF-EE7351B1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57053-25A8-4AA9-B59B-D5B0BF64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chdir fchdir getcwd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376F1-94C8-4433-93D2-B0F31873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9B363-5FD0-43E5-947C-21B5CADB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chdir fchdir getcwd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3F6A9-B6F6-47FF-B6CA-4FEB5CB4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A5BBF-1671-407B-AE18-EB667F61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25BB8-D14A-4486-AA96-43E17A95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0B417-3FD1-4089-BEEA-1240F0EB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B5A3D-7B2C-40B1-BEC3-4BE9B1CE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75C2B-26BA-487E-88C6-D6989010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B419E-5FF1-4FB4-98F7-D93878B6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6425D0-A90E-4227-BC02-7AE4E636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429D8-110B-4424-AF3D-990BEDED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A0C60D-86C0-4CE0-A2A7-CD1895DA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333A97-84F3-4E62-BCE0-4AFAE310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chdir fchdir getcwd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95513207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C4CC9-98C0-491D-AF3B-E76EB4F2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C27F5-3B67-4CAC-BE04-B427916A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E82B2-89D5-40A5-882C-4950D843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C2C8D-1420-4D49-9377-2E21BB8B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3A2CC-524E-4B17-87AA-1060D20F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chdir fchdir getcwd: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0AF0C-C00B-4D2D-B863-38A71008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68FC3-59DF-478C-9F4D-C3638F80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38362-D099-40DF-BDA6-DBA051F7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A47A2-9065-4F0B-8615-C14B7EE9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89453-4F95-4848-8D61-EE600264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25990-A9CA-421F-BE55-D0EF4823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FFD14-EAF3-4B3B-8A63-62FCC073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56200135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49467A-0BD1-4771-9D5A-3495451C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5CBD3-4572-49AA-8059-50A1525F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76FF5-A99C-4D95-A5DB-C93760AE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53AE4-1C5D-4E35-AA88-903EF020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2C190-22B1-4534-A293-BC1406F9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chdir fchdir getcwd: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3FB47-B416-44E1-85AD-F78BFCD4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C5944-59F5-40B1-930A-6BCF38AA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2A061-A232-416C-9676-AE16FE9D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B8680-FC8C-499B-8C0F-8527B1B6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9D256-3F24-4744-AB25-224B86F9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71716-EB14-4214-B2DD-4648EDE6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14A60-4DF7-4515-BD3E-B32D8BF4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20A7A-E563-4F8B-9302-50618A97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4D67B-D3DF-4013-A345-6712B655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71620-4581-43B1-99F9-44B72936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DB677-3A28-4B0E-938B-9F467892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CAAC4-1467-46E4-A6CE-8DD1CD7E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53B1D1-5B46-4BAB-92CA-6CE8A0A1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03378-45F9-4D5C-8D52-3B6F2808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F366CD-0DC5-4A47-BE63-6BECD7EC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589382-B712-4C51-93D7-4B43FF9B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937461-6A7F-45F7-A194-FC654633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7F0511-FE66-43ED-AB99-CD0FF747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EDD883-D004-4857-BEAF-E0C06068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8F38F8-DAB1-4B76-99D5-CD469529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E91D71-C223-43F8-A8C2-95C3E303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3EBFA5-2DCE-4814-B1B6-0DA8B661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97B576-A413-4E09-9338-15D76C65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6B6BA0-AE6A-40A9-B80D-0E7EAB3E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9206F5-C5CE-47F7-9C3C-E3D6E454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C0C450-ABCE-4D55-94E4-0B34A11F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chdir fchdir getcwd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49825341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971D64-0B60-428D-A6B3-ABC029C0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3B43A-6CC1-4117-92FB-3EF5B222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F769F-CDD9-4BC5-8D29-F47BCC2D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2F477-C687-493A-A112-0F3C98B4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1FF96-8E90-49DF-83EA-7373E04F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chdir fchdir getcwd: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241C2-1763-49A3-869A-D873CADB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1AD62-A24B-46F9-95A9-01A29F72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9D4B6-5D73-4712-8A7A-72CC7A35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20550-8E8F-46F6-A9B0-43F41B6A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CCDD5-F6EF-402B-B546-32D7B796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F5365-F7D1-4BF3-B233-919DEE4D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chdir fchdir getcwd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AD556-C39D-411F-81E3-450DC725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D258E-A249-4DCA-AECC-78BD087A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C2F38-602D-4D26-B0B6-3877AE3F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A99835-CE11-48A3-B6C2-B8D363DA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DEF83-EC06-4A2F-9386-CDA9D766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D3211-ED84-435D-B8F2-799D48D9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13A703-40A2-4A6D-BF1F-DA7DA312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A87BC5-D4CE-442A-AD6A-86A623AC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8A646A-8EDB-4848-BBE0-E041E227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61A916-F55C-4F6B-81DF-7D6D4998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46501035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68868D-1A42-43C5-8B12-4A24B42F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40B71-16F8-44EF-9E8E-68E52904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C784B-107F-4251-AB75-28506427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429A5-44B4-45FD-8114-FB0AE186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31B8B-3AB0-4DAD-815D-0DA07B42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Device special files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F6630-F7AC-467D-B687-3DDD86EB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8944D-1631-4E97-BC91-AD628926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Device special files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60046-E6FD-4EC2-AC88-377FF1A1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AB368-656B-45BF-B367-E805F953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36356-5ACE-4E36-A747-1AB6009F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54B46-D4FB-469C-B921-714F20C8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FDB9C-0620-4417-8D35-B3E66623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5D3F7-B6C8-46B5-B674-4DE25750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49127-3E13-4AE8-A46B-BDB54BA4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9F767-DEC3-4D37-88EA-AF8B84E9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DFBE1-A8C4-49D6-B04E-DD6F74D7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349A17-7AF9-47A6-82BC-97D880E5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737388-449B-43E5-9D0C-8BA8E59D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device special files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9100544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4DF435-C5ED-4D3C-9DB7-77E55DC8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B7D13-1805-4C81-B1BB-0171127A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69358-4DAF-4B0E-A44E-14AE1B0A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BEAA3-D601-4BC3-99FF-D420929D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E4257-305B-47F1-8525-BABD90E2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Device special files: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ABF4C-0319-4D53-9873-4A98F3AF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17261-9004-4AB2-82DC-6357B9F5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F3321-4190-4D20-B0F8-125074E8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97976-A58B-4994-9814-FB24CCFD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DFBD9-0202-473B-A4C5-AB9C3CCF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FEB4D-6404-4A8A-9C7A-74B717D6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48A37-8869-4A63-B791-28D845EB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36533403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1C9F2F-552B-4184-8886-28292A1A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5DC02-1C63-4594-A607-527C76FC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8EA43-D385-4DBC-9C6E-737160EB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91E3B-4FBF-4F3B-8530-BB69E242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FEC71-F03E-45F9-A743-FC49FDBC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Device special files: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DBF45-3D3E-4B20-AC09-7FF416DF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6911E-6CCD-4647-BABD-851AF413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8535D-F8E3-46AE-82A4-91BA4741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86E31-C95B-42BC-A19C-7F9F89B4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AF4C6-9562-4390-93DC-9CFFA4F0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17C87-97E0-44A3-BAC3-C0D8AA08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9DDA1-5442-4770-8435-39C9D211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4F7B1-B031-48A9-8A40-2884FB1F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18E7E-A806-473E-9895-B602504E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09CBF-2F9C-4A73-BA31-748F6372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428B6-B3F6-433E-8E7B-85D697B4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E87944-A8C0-4EA1-9CD2-D1AB0A0A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D24367-67D6-4668-BC56-DA837148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D85B4-371D-497D-9B9A-7F5B8B4C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350A5E-B9D5-4C07-9A6E-7B43E71A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81595A-1E6F-446C-9F39-2BD268C4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502A79-106D-4669-ABEA-E8871FB7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797BDB-DDF0-4D42-AAC5-64F2090C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3A393B-FF1F-4E49-97EA-16180206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924453-61E0-4B0B-856B-0DBFC69E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9BDCB9-5497-4790-9494-695E890F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154C30-0C00-4140-9F02-1335417D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DB92BC-560B-4B87-B40B-DB15ABEB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CAC116-4B6D-4C73-8C32-842AFD84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BB7681-55E4-4754-9324-1EFD8AB8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11EA4A-B23C-46EA-9A2F-0E6DAC99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device special files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2678168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372039-91E0-422F-A6B3-DEF621EC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B8B28-B9A2-4899-867C-ADB6D90C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0C3DA-18D3-4C98-8772-2E4752EC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2B456-6C75-46AF-850B-4A15338B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1731E-8E5E-4E46-A05E-DF02D836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main function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0C87E-11A3-4590-A61F-7BDB182D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AFEB6-98B4-46A6-B5EC-D9B1B2A5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main function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7A367-B021-493D-9C8C-12954476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8A15E-098E-46E9-8BBF-568606DA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107BE-1A56-4CF6-9B20-49DE14EC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35D8F-EB97-4089-A785-D3FEE133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1A140-8644-44C1-83F6-8ED9D926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18E8E-48DD-4573-BA15-6F1309E2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563C0-E7FD-4E22-958B-08475BA0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F2B1C-10F6-4BBA-995F-4EFE0288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BB65E-3DB7-4A12-A221-5AF25343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1EA343-44CA-44AA-852D-35E7E339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B44C0E-BA25-4C05-ADF1-09D507AE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main function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02956794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7CCE3-2842-4E30-AE49-CC55A93A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40FF8-A70C-4BD5-B0BF-6049FD3C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7DD08-7782-4514-B58D-6D123F8A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11DC5-ACD3-4C44-95B2-B1A9A594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70AD3-0041-4B44-A8CD-A3B91481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main function: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8E9E8-B97C-477D-AAD0-4450D974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CFFEC-49CF-483B-B86C-328B4581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B6E0F-8723-4BC4-A598-E2C74195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13F48-1AE3-47E8-8CE6-D44445D4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3E89B-E1A5-4BC4-959F-BF95EA9B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165AC-3AEC-4FB4-B6C7-9BEAEB08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C899F-5B91-422F-A0AE-79D2CCDE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56123119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45AB89-EB2D-4D6B-84ED-FC28F098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8A6A9-30B6-4FF2-9E1C-94F45419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B0F26-BC78-45CC-8E60-8512AF0B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98192-40BF-4EFF-8EE2-74C99096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7BAB8-AF0B-4BB3-B4C7-1239905D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main function: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E4C9F-F882-46EF-8988-57968AB3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216DB-3E38-4801-9B71-296B1BF1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4D13B-74F9-42F9-BCE7-07982B8B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EF20B-B313-4D87-9325-D817EC31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7BD52-3930-4457-8230-624A59C8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31B52-49E0-48FF-A199-6E8C551F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8EFE6-C7B2-4845-881C-4D9FA24A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6D3C2-D646-4253-80D2-428A1AC8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99366-F9BB-4479-AC6B-6F423083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DC307-A213-41BF-8D14-E97D321D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35039-FFC9-47A9-9274-65383F3A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324DB-519B-457F-B8B8-CB5E3F94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47B1F-CD92-4FE8-A2BF-6B803B31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BFD71C-D0F6-4898-9DC8-8EB0ED26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73C5B4-DACA-419B-8137-B0799F5F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D90187-E691-4CD7-97D6-434C55E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80D85F-1C76-4C84-B1A2-7871FA86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798A9C-A89F-47E4-AE85-DD2F09CA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04316E-A289-42CB-BA68-1546D0D6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55FB1E-3065-48AD-8159-E407000E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8E1F11-1702-472B-B6BF-255DDEB7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9D04B1-6235-4A30-8FF1-024733C4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AA69EF-5EA5-4B29-AD73-ADB2FE12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155FBE-C3E1-4292-80CD-D07A26AB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79704B-8647-42AC-9EC5-A7AEBCFF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FD5B09-267D-4181-B652-F8EBA156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main function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3098741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15BE87-23E9-41E7-A57D-7B884EC6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1ED79-312F-4CD7-8137-FC9141CC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08DEC-7E5D-419A-8AC5-DC740DFE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D6FAF-9235-4CAA-8362-97FC51F6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AF703-B4C9-48CB-BA69-2BD8DEE9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Process termination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4F4D5-906B-49FB-AD91-CC083093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2CA81-4CB0-4427-A580-6C12F8C1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Process termination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0EBF9-06D9-45CE-996B-181B826F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196D7-2432-4F7E-AA62-EC81F900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7272A-D46B-4EB8-B562-A108D12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30BBF-3921-4C3C-8AB2-0332E6E6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CB6A31-17EF-42C6-AE55-333238D4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9BB63-50CF-4B0F-93D2-56EA61E8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136D0B-C79F-40B5-9146-8C0A9E47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34D5D-FEB4-47F7-8849-E7AAC74A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32282-C6B0-4E2E-8BA8-B0FCA127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CAC4BA-F564-494A-9F7C-6B7B93A8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27DC0F-1095-42F3-B142-402EFF72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process termination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8727111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68053-201D-4315-8FF4-A3A1BB37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24F71-A923-45D4-A49E-2B43B86C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B16B9-595F-49D4-8AEB-B813AA36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56BAC-D8F4-45F1-A288-FAB55A66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20FA9-7AC0-4C8F-894B-3AA76C71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Process termination: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33DA6-9952-4E57-841E-D3FD6963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1233F-71D2-488E-A5E4-5EB52937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5ADA8-EDE9-4D97-B3EC-291D0097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C7529-4AE5-44E3-9490-C966C601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671FC-6C3D-4E2D-AF6A-9862D5DB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50273-F28A-4A5F-8903-5BFC9E76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58C01-64F4-44F4-9A95-258133BA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91859598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192F17-9208-45F5-BB66-4AB3CDB0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8F570-DA82-4F2F-AEC0-EC76A2D2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8033A-78B8-4DFC-80DC-5922F33D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D5E0D-4E1C-411C-8692-31268E7C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A5BB0-0585-407C-8B32-A66D4B02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Process termination: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0237E-0FC7-4215-93A7-ABFE8349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F959B-6A5F-4EF3-A25C-65CB160F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00DD6-40CB-4401-A932-7B3C5244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64D1B-62EA-47C8-B5F1-C7E50488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31216-E0E4-4469-B183-602D8227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063B9-83EC-4AB0-AD73-7DAFCA75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742ED-FC19-4F40-A972-591F2301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945D7-5B1B-4AF3-84E1-5946BAC3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1C2DC-D4F5-464A-A27A-BA1F0854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84BE0-3080-4683-82C2-132EEDDE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ACBEC-B668-4B38-8082-98AEEA2C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AD88F-142D-45C6-BB86-6B163514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EE2D7-7AD5-4272-8067-755819C4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3378E-B7FB-4850-A032-E3BCC0A6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7F8BAF-7243-47C8-BD49-A9E05390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4EB0FA-018D-46A0-972C-B49C986E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52F649-A296-44E3-8889-558FB72A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592875-8AE6-4AF1-8591-4A06DB75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2677C6-7D2E-4D6C-A059-523A2045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2F8F18-D3E4-4AB3-831A-EA382BB9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6DE144-5442-4E6E-A246-C471849A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AB4105-FE02-4315-A681-2915A760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016F1D-46C6-4353-BC8A-1E9DE7EC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280E22-E3D8-442C-B197-A1756186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C8BCAC-5983-45F1-99F2-4CCC119B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692291-A95D-45FF-B1EE-753F0E3B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process termination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33378619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B7619F-11CA-41D9-8FCF-7F622505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F6D1F-493A-4C34-BA81-1D86290B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CCE2A-6BB9-40BE-9BF3-FFF491AD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36C76-F591-40A4-9411-FD9325C9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B85C3-32B5-49A6-88B8-FBE0D125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Process termination: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B8387-EEDF-4447-9233-E4DD42F7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32F26-CE7B-40D3-BC1A-70790EE1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0DC0B-E0BF-496B-9415-3FF1DDBF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09BC8-51B2-42DF-8AF5-A4D03F31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9A217-6215-46B5-8963-0A7AF761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67E52-E4B3-4BB1-88EE-8EF494F6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Process termination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BFCA5-8313-48A8-99C0-AF9D3662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62E90-56C2-47B9-8926-7DDEFE05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EF729-0BB3-4ABC-8855-CB038E78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5A087-8EF5-4AC0-AE4F-20B3F03C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8CFFB-C61A-4591-B4FD-69D309EB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D4D12-C025-482C-9060-050ADA06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A8461-17C1-44C6-97CE-C119907A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CC7878-B868-4AB4-984D-7FF275F4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018B98-7C2D-4D6E-AD85-C8703E6C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E774E-FF7E-4090-8120-31D68272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182030915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0E25B4-C577-4CC0-98B5-441E0FF2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0392D-D7A4-40F2-8C69-7B2B5CD9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32A1C-E450-4B6A-9D65-4E681FCD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16FE9-0C68-4CFE-90D1-8A5CC57B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9FAA2-F96C-47CF-94B1-7D5007C0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Command-line arguments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FD736-8A17-40ED-8869-583DCC15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5BA78-B0C8-4D3C-BF71-4250F62F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Command-line arguments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4B405-739A-46BF-8646-66657CC9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5690C-601B-4684-B52A-4BCC77F9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2C791-2A79-456B-91EE-D7F4E7DA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7F348-D046-4FB1-A38C-F8E7A76F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B6B9C-FEC9-4DB0-86E1-BE9757F2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A6A93-B58E-47DC-BB27-F5DAD649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0D854B-869D-4C40-9B62-4A67B070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D1E68-CDD2-415C-9447-65E4A27F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24B68-76EB-45FD-BB34-FE229E2D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01FB90-43C2-4BBB-98DA-0F1C7C97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03437D-8F44-4B58-9209-D76EECA3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command-line arguments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85103528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6522C-9F90-42B9-B942-49ECE040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7E564-500E-4119-8686-44A91752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6C113-6C23-40B4-846A-80DB91E6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A4B25-9F0E-44CB-9E30-AD23D327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66D04-D706-4D9C-BBC8-D267D2FE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Command-line arguments: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FE48A-50A7-4F50-8C53-6283A0E3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04C1E-C7AF-4F10-B465-C7131FB2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A4E25-993F-4966-A293-A017EB6D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F6A17-F491-416F-A608-814D7602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F1B60-6C9E-436E-A63E-F59FEFDC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36995-D7F2-43A0-9D28-05115E9D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34B1D-DC3B-41F4-B471-AF0C0F41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98269374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5FF028-848E-455E-832C-7F0F6860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D282E-B9A9-4C03-8B10-F1CFB0AF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FB7D9-CF4C-41FE-A9A5-86EBE7D7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49C4F-30E0-4CE1-9F76-47A9BF2C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4154B-5DF2-4FC5-B910-A4C11E9C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Command-line arguments: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BCFFC-4D09-4CAF-9A2F-7927620E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B5FFB-5841-40CB-A9D2-86B51DD1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17F46-5645-4648-8E55-9CFB597E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5B811-CF33-45CE-804C-D2690D02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95DD5-8C1F-41CC-952E-0F6037C8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FEA24-E539-4275-B266-10338A42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3D7F2-D49F-466C-BAAE-2F95732D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1E0A7-4265-4D31-80F6-3DEB3EFE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A73E6-C6AD-4B8F-BEAC-A8D453CE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D3B03A-CEA8-4B4B-A460-4815FA98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D42A40-46EC-447D-AA78-886E1955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6586A8-0E32-47A8-A003-4685F0EF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A037D-5597-4FA9-BAF4-8DA672F8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9D8891-6DAC-4CD4-BEF5-FE9E98B1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AE992-26BB-4D10-9D04-47C1F9A5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085FD4-F930-455C-98F2-F1358DFD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EC9891-3E91-4AD6-BF5F-715E2A3C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A0B723-D1D5-48F7-9E4B-D90B20F1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0B8385-BA8B-4FCA-8A17-52B5CF88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7A7DE4-49FD-482B-9AAF-033F1CAC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141CB7-81B7-4579-A514-5A6CECBC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FF420D-5F6F-4CA2-8570-73C7C70A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FD3D5E-F9AD-407F-8216-40881E6C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4E3B53-0773-41E9-9DD0-590D1BAC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6A7FCA-5869-4270-8014-75714DCA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AB2DA6-0E42-410F-ABE9-4BB7EA46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command-line arguments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7998752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2CF48C-6FA0-40F5-9724-29888A7B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59828-81CF-4100-859A-67E4545A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3BB60-3F1A-4766-986F-402A8233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28A27-4CF5-4233-9D1C-5F0AC67B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5CE4F-7BD9-4C8D-875E-74E265ED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Environment 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6DBF2-15A3-4E7C-A955-63D584D3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2D4D0-BF04-4804-97B4-26AC3343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Environment list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5129F-C25E-4367-B58F-235C4BEA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79678-D542-4D59-A44B-314F93C8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A70F3-C234-438E-B5D5-87556058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9756E-2CAF-4F26-B782-7DC7C63A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448CC-33FD-4172-A9E9-1BB8BEA3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F9A92-4489-49C9-BDED-A8C28406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6B2DB-22AE-4AC4-83CD-010064FA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D7ED0-AE71-4E34-ADB2-DD46EABD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6B3528-F05B-4A94-AB04-A9D8DCB8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9370C4-CC7A-42A8-AA58-26B07BC4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385CC-8368-466F-8E54-D16E58D3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environment list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06451761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E46B4-96AC-4F15-A97C-74C26649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87F31-77C1-4079-8FE6-4995D23D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96B0E-AB82-4D13-A6D4-FA697CB0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C8808-D1EE-4DC7-B7FA-88A8AC01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A9306-9A32-44F6-8C2A-0403343A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Environment list: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92281-EABF-4B7D-A737-D9B3C528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86A89-7CCD-4342-8AE6-04965B03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15276-E3D2-4AE3-BBFF-586E3FA4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27ED3-F357-4AE6-ADE2-531A7BD4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DC9EA-9A78-48E8-8F1C-84F15EF2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412B0-33DA-4361-A9DB-9356AB59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857361-CC65-4732-BCDA-D7DC996F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204059044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706C12-156A-40D2-9B50-C8788549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3C4D9-7F05-44A2-9992-F85CE8AA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16CED-162D-494F-810A-B2A8B661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9345C-B477-4EA0-A6BE-D81FA13A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A0FBA-2586-4728-B5B9-037B6A0B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Environment list: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F6482-1DD7-4C23-B894-6D8422FB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94EA1-E2FD-454F-9C33-4C29370A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E4C69-6F52-434D-9C53-810F0EF7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4DB49-DC4F-4EFD-ADFB-B1B6006C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5BA2D-EB36-45C1-BE84-CE67F8D9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DC2E5-A90F-4FB8-BB34-BFBBDD8C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E472E-60B7-4B83-8C26-E7241548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6051C-BE6E-4DB8-9EF4-05DB0356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EDF1A-DCFE-4EC0-B270-D5859CD6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732245-B822-4922-B99F-8516D1A0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632C2-DB25-44A9-831E-55AAA852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159F23-8D72-48F2-BA85-C0896030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2A00D2-180F-4DAD-8FA3-E83AFA8B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3E0003-FD11-4BD0-90FE-3A90028A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7A6767-338E-4DFA-8A05-DAA8A798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5CCB1B-8A43-4FF3-B210-F8A9CD47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E280FC-6719-4FB6-8149-363F824A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57FB95-9E2D-4C52-BB19-6BD9287E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A51872-FBA5-4DAA-8D82-2765B14E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885F33-23EC-4CB4-AD97-58D05AD1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52D910-0EBA-4AE7-8DE7-A1F99C94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227CBB-14F5-4A0E-8D3C-031D5B6D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A55AF0-EE67-4D9E-862C-906B4BB6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264CFD-EE47-4C77-AE39-619044F7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F4344E-250F-4C7C-8544-307D1A95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2E7AB6-AF70-4563-83A6-63E323B2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environment list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01783999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BEAA65-FE6C-4A10-BB77-907229AD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F47C7-1B32-4A8D-AC41-5E6053E0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6F296-F66A-426C-893B-CEC59D76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DD4E4-E58C-4DFE-8B9A-86D163A7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25B44-6673-47FC-AA89-C47F62EB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 program memory layout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1F889-6E4E-4B86-B992-6571241D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0D738-B1DD-4977-96CF-9B7E4E48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C program memory layout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9BD2E-4C40-4703-A471-C8D9168B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5E087-ECEF-434F-8854-28F65CC2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7EB18-C91B-483A-93AE-4C1C1766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7936D-3DE5-49AB-B1E3-12DC4A0F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7DB69-3336-40B5-801E-51E8BC5D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99501-5E04-40C8-8781-DF03F3AE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C1BF8-85C2-4228-A971-1FCC8B48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4D266-1B14-41E1-AD02-51635A77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ECC904-45B8-4FA9-AC7E-01EA5C78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2EBB73-B0D8-497C-97C1-8C9BC6A3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337AF5-B18B-49DC-BB63-F0701F03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c program memory layout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84524426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E8FDCC-4050-4FA6-8FC1-0E9355B7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8AE2A-32C0-4709-906D-D1608716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57FBF-714B-4CFC-8426-2B7FA622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AEFA1-3E54-404A-AFDE-F5573CD3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4630A-F8B4-4E8F-A5BE-3A993AD6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C program memory layout: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B9975-AFDE-401E-B176-E93CF7BB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62301-17AE-41E7-80C2-446B5D64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D0D03-606C-491E-91AA-6CFD8B8C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F5EAC-6AB0-4133-87A7-CE7664B1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C393E-57D7-46E3-B1EE-D151664A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96FBE-9C40-4199-AF7B-B889D811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569A2-1193-4D6B-B335-B1376E07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71824172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24E09E-5F4C-4D47-AC4B-A1C50A25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791F0-772B-4100-81BC-87056A1B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E7572-50EB-4020-8E74-EA03F22C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C27D3-C36B-41AF-8682-A50989AE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C279E-A5DE-4401-AAEE-CA07BF7E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 program memory layout: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6500E-0D52-4358-B022-8C1CC0D5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43C0A-6D54-4918-8C4E-A1D30394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BB460-9080-41E4-B57A-4E65F8CA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65DAE-5DAA-4D0F-B811-BE5B1D78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B2493-1A37-43BE-BABB-95251685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EE2EE-82CC-4345-85B9-9DEEED14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21EBB-7E38-41A0-A36F-C2FAFBB1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8E163-7DB4-45A6-8E5F-CFDD8442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A42A1B-ABAF-438E-9CF1-4545E708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C4A61-05DA-47AA-AD18-4123EE63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D22442-C2F2-42CD-8C33-7A9C5F85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85AA3-199E-44AD-A5A6-7010160C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A8FAF4-86D6-4E64-8686-448EE5D0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6129C-545F-41C0-99D9-B50E1DA0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9733B6-6B39-43EB-86A8-22741AB9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6B3148-6C61-4E30-8BAB-0A94C584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61F5CB-89FE-4B75-B17D-AF659A56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A914FD-943A-4AA6-8244-203BA65B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970098-CC55-49A6-9958-1B237C18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A55CA4-9ADB-4AD7-8046-94BA59FA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D09633-B533-4A9F-914D-65D545CE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5C8F24-40E0-4658-8BC0-7702CDA5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B727D9-0AB9-4430-A6DC-ACD55CC2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9F13C5-F5E7-4810-ADA2-3C2A0E02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BF307C-F7F6-4D73-9B31-AB36AFF6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0433D6-A87C-4E10-AB83-EFEDC53C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 program memory layout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2257728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3DB727-4685-400B-A41C-879B48C6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46C02-0FFA-4487-B1DB-79DBA8A8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5EC13-523E-4B27-B029-88970688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CB9F0-E498-4FE4-BAE0-82D130F9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321FD-9131-49FE-A4F4-5E179E85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 program memory layout: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A4D6A-BF8E-4862-88F4-C41F5EF8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FD6AC-686F-4AA0-AF39-0C86C841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CF1DA-540F-4F5F-AC91-B1D65ED5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3DCB8-A621-4A19-850C-EA1E9999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7793C-4218-4EE0-A480-6963E29F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FE645-C265-445D-8DF4-09866EB0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C program memory layout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C1A1A9-46EA-4137-90D2-332D6026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F4811-F086-4696-B6A1-1126B53A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0D27B-B7AB-48F0-B510-F4935A9F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AF35F3-1A78-4DB0-9DFE-2C962998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13EFE-4867-4AB6-8FCA-2DDC2E4B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3D94B-FB59-433B-A004-CB5899CB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2E298-E111-466D-9011-D9B31AF8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C684F4-98A7-4DB8-AD04-51851448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FD52A4-38E8-41CF-975E-8F1AE8C5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02DA8-EF22-4B5F-9B68-A20DB70A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199622785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17AC54-0E8A-44B2-93A8-B72BDB14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2600A-2FAC-45D3-9E2A-440FD10D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C7D73-50AA-4866-B8EE-0C45DDF4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EFB84-DC7F-460E-8CBF-7BB549CA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C6BD3-4018-4AD5-A57C-61EA0C9C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Shared libraries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69AF9-3C18-411D-8623-6A3B78BA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CF398-EED8-44E0-93E8-96DCB25E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Shared libraries is best taught as a producer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66C76-DCED-44A5-BF59-BA4B4859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64EB2-B82F-4BA4-8752-ADF050D8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object with synchronization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C6AFE-D79D-4B9B-81DC-FD1415D6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C02A8-5A51-4EEC-98FC-209C3FEA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consumer and cleanup.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12FFB-AFB6-4DAB-B932-022B2285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85ED0-AEC2-42BD-8CB4-11165DD2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object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C18DA-933E-4E99-8899-04247455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A4E1E-C1E6-4260-A320-25DC8BB7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consumer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56433-EB22-467F-8B2B-25336A16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cleanup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0FF8E1-A685-4363-B1C3-0F58AF9D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8CA2F-F20A-4348-A496-6379A20A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shared libraries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912293562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7DA5C-B50D-48ED-8AA3-F82B6F26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847DE-5637-4FDE-8AF8-A3422E23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E402B-01B0-4EC0-B161-1F9A6B34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D5C80-79BE-4D44-80CA-8B43C5D5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52F86-3CD9-4D0B-A174-BDD576C1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Shared libraries: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7D139-DB3A-4EE9-A915-18748154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652D8-38B3-45B1-A092-C576F713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25B3E-4419-4928-886B-F5487B4B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DEE68-0C49-458F-BCD2-05579DD3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2FD7E-6C17-4AEA-BF55-B256BA39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24C264-F87F-4E13-BE22-2D572FE5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67B92-9443-46A9-9A64-4D58D04E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43879327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600901-24CA-4FF5-B9A8-9592F32A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728EB-F0F2-4906-9D3D-E62DBCB1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5D9ED-837A-4411-9125-CA272A71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2714B-D378-4369-9F59-35193660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35120-767A-441E-9449-37CCAA89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Shared libraries: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0C790-B05F-40E8-AD27-FC3019EE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18B34-DF6B-4B49-9523-CD040753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70D14-9DDF-46FB-A551-F23ADF79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38772-7D7B-405F-B5B7-C28E2505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D1B3F-AF58-450E-B6A8-5AE57516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E47C1-EBB1-423E-A4AB-60127D57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71ECA-89C7-43DC-AE38-A606FE4B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0FC8E-2706-4F24-8019-085DEF09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A9896-F324-4EA1-BD85-6ED12A6A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object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52A06-47DA-4EF8-82D9-51008C5F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F6B14-2827-40BD-A2E7-50743E2A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C9D629-3135-478E-8232-9D2948EE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C0731C-9C6A-431C-9755-FAB45586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object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8AF58-EE16-4047-A75B-22C2CD03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synchronization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7CF8EB-C7F7-4D03-B314-2402038F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9584EF-0010-41D8-9F1B-8030B8B3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45D787-8F07-45AF-84B8-5AE09F35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04B7F9-9809-416A-B688-48C2F4C5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27D28F-BEE6-4B73-BA98-EEC37FE5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consumer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37B4AD-2714-4AF0-AA41-BE30DCF0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274E59-AA0B-46E2-BE66-811A669A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DCB880-EADE-46C4-8E97-6BBDDCC6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80DBDA-371E-43F7-B851-647A5CE7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consumer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C11DF5-3076-414F-805E-46D2636E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cleanup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AFEB2B-5384-45A0-B04F-519FD4B5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8CE7E1-925D-4B6B-B3D0-7D5318B7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shared libraries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3472117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FEA8B-2AF6-4ECC-A15F-9DBEDEEF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C3686-7833-4220-8106-0F4070BB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92450-243D-4D7E-84FD-0BC4F685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08EFB-2DC3-40FE-AA25-52D69CC4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BC261-4253-4268-8641-7F99CCEB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Memory allocation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B8A04-D0DB-4E77-BB3C-8E530C95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D0D95-897A-4339-9761-33A769F4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Memory allocation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E4BC6-EABF-4727-8365-BB197A20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B7AF3-4660-441D-9346-6E6CA68B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AE11D-4C98-4C87-A725-488B8C73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4A62E-7438-4E7B-B6C2-253A284A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C47C2-FFC5-4BEF-BCED-C6E5C4CC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F0637-C914-4CC2-B3C4-E8F8EF32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93AE57-F14B-4E28-95D8-BC9EC7B0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0AEBF6-8723-43FD-B9B6-745597BC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55F48-6273-4CE2-9060-D89B139E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16791B-3EAE-4A6F-A1EA-BA69A236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26C05F-9BD1-4692-A705-B90E72E3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memory allocation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48730502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24FF7-3E7D-498F-A8DB-9413E9F2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04A5F-9F20-461A-B77D-F7DA83EE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7F501-26F0-4E1E-928A-9472D308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40B7B-E425-475A-92A8-CBD0F537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A7B42-C77B-48A0-92D9-19D62109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Memory allocation: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A5BDA-8221-4523-9FAE-EEC555D5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82707-20A5-44D4-A0DB-C50523C4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0DDFA-3149-409A-9695-2BEC4C2D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D2FE4-A6C5-4A2C-99E8-71AA9EED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B3624-C71C-4557-B998-24DD26E2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CA158-34D7-4D34-BF8C-84BE1BC8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E5AAC-576F-469A-957D-8AF0B03D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49744557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CD1D5F-5141-49C8-9CC1-8C296145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BC5D3-7457-490B-8837-AB79FBAB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A0DFC-D58F-4062-B224-A3D48112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ECFF1-E5A0-4553-B57D-1E9C6C66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36D85-DD51-470A-87CD-41E65140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Memory allocation: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D2B98-9613-47F5-9F73-41CD89A3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8E28A-8D1C-4CD7-AD5A-85D8603F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742F4-E207-4446-95E9-D1B00F63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0BE8C-54F5-4CF1-B8F2-3FBDCC67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283DB-94F1-469A-9EFB-65F82816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200EE-125C-467E-97A6-21915FF2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E0558-071A-4C2D-A7AD-E720E918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4D294-C7A9-436E-A0FF-E99AB5EB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C1379-D50E-4754-8436-CE64A3ED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DF2F7-4F23-4AC3-9D30-79CAC0CC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A34100-B36D-4F9E-A344-76711A2A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378AC2-88EA-43AF-A0B0-ED6DEBE2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CDE6C7-434C-4E0C-B32C-963332E6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A4A23D-4121-4C89-A79C-4DFD37F3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CCFFD8-31A9-449E-8F76-68169A9E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D8E8F-8687-40A1-B5FA-0053442F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FAAFBA-771A-4392-ADE1-7BEFAC43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E3C854-2C02-4AC7-B029-6352B3EF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E06C8-865E-4011-8DE1-1DFB600E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389829-C471-446E-9A02-8C20E21A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F1E842-C780-4969-9D14-4A3BA8B2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84EE42-68FB-4FD7-A93D-CE620298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8BFC38-4A80-4BDF-AB79-D1A1301B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5C6C06-97C6-4F7A-9778-444485FE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21DECA-454C-4B01-A30A-58AC3234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386E0B-7ED2-4F9F-A65E-8886EF4D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memory allocation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1055186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A0929-85D7-4DB6-AF04-F33FDBF0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40ACB-E468-4E6A-87A2-AF53884C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45E90-C539-4CED-A97A-253BB4B5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9B8FD-5AAF-49D5-A7D3-F18CEB82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928BE-7027-477C-AF2F-A43162D4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Environment 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8CBDB-CCFD-4422-9C1D-C1877598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0898F-13C4-481B-B0F4-3BA53580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Environment variables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C73B8-91A9-4250-907F-9D36345E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F2275-E103-474F-BE17-40CF1800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E6CEF-FACC-437C-8E45-E7D7A802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EC525-FBD8-40C0-A1AF-97EDA310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7E8E42-2F57-4D28-8F18-4A6C5958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39ABA-A15E-4022-96DA-9C3082B6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AA147-A409-4AAA-B233-EFDF9CC6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3FAA2E-47BD-4D6D-94AD-29E3CB70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02DA28-B869-46FE-A134-19639AFC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B61BE-4500-4A62-BDBA-751D2D4E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45A4CF-E398-4279-B04F-1511D722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environment variables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82581193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390E2-BE38-4243-B9D0-1B3FA011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0D484-8DB6-40AF-9BF1-8E838384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A8F0E-B1F8-4B71-8F5B-492AEA9A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025A5-A93A-4EF9-B1E0-92748ECD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7E330-9F1A-4464-AABF-49B59FEB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Environment variables: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EF69F-9460-45A3-86E5-5347A4F5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996B9-A301-4522-A696-9C9AF09F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929E8-79E0-4327-A576-C853A04F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5D135-EA81-4865-B559-100D9DE0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02272-09C2-45B1-AD64-BDCD84E3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A556D-03A7-4AD4-901F-1ECE6864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A9B23-48C6-4F45-A6C6-7C493EE3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34407789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042596-9478-4E9F-8D5F-CA2F18D8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CA176-038E-48A0-BDA7-FA4DF350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72F05-2CE7-402D-A28B-C4AD89C2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1F6B5-A386-4BF6-A9B6-354AEB6E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8AFDD-2DDB-4208-8EAD-FF29FA9A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Environment variables: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12CB0-3D2C-49B7-817D-0486E8AB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74373-BE97-457E-8949-9EF7AFBE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CC5D8-A565-45D0-BD80-2FA97F99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85307-20D6-4F08-BF5E-3BB1D4C9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9B658-2378-49B2-8E43-69346F04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07E67-4750-4BF8-9AB2-B04F0A65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F4B88-7D22-4798-AEFA-0DFA8C56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6F763-9C65-4BD3-B2C3-0EE5DD21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C068D-9A8B-485F-91D9-A20872AE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F2F5E-DF53-4AE5-9AA6-3CF77233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B6413-66FF-4945-AF41-891310BF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D2504F-169F-4DBF-95CB-01639A6B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18F8B-E555-46CF-9283-A4BCB1D2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78F1CE-AAAE-4A06-ABBB-A2986A96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5B16D-DC1B-4D93-91EE-7926CE6F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A7D38-6309-4C27-9A80-1912D2D0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448F51-CD74-4958-82D1-BA32F799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0FDF73-5F48-48D9-94B7-4DB276FE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6C6A48-8786-4C27-ABC3-ABF8FE2A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2DC662-B787-41AE-A85D-7F95EE42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5BE01E-6F45-4F89-89D9-5817CD75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C34378-6BC8-4DBC-AD83-880D6941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4CF627-A601-4D9C-A322-4E6BDE69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8B752A-D76E-46B2-A7FC-45E9C668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D64964-8710-4DC8-8C34-144ED4EE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F8F17E-57A3-4FCF-853C-93A1E80C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environment variables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7425603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6A5E1E-3CC0-4510-99E3-C399B1D9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E93FF-5C6A-42A9-A637-1DECD262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09537-C244-40D2-A601-9A87A9B9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E2910-2B1A-43FA-8D62-EA1CFC13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43F64-0CC9-4790-90DA-0135C988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Environment variables: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D2FBC-3C1A-4290-BC23-63C2FA40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C8A3F-CBC4-401B-B1BE-4A427D7F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117CB-FC73-4395-84EA-790B9E2A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B9F67-5623-4D07-9B12-8A55BC73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3F90C-0294-4B42-BC18-D8BB3530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028B6-D9EA-45A7-A278-F1FD3415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Environment variables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9FB3C-C93D-4B46-8C3A-A46A1587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1399CF-0E38-4E02-9629-B170939B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26DA81-7805-47BA-9C0B-AF9DDE75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3D3964-2B36-45DD-9CEF-D8B90F26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0FB64-C56B-483D-945F-844F2C78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EC2749-8993-4737-8494-85C9737A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9D87C5-C12B-4D7C-8FF6-54835130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F0B29-A0F1-4122-93CE-0038C616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9AC82-F343-4272-8378-DB0A9692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1EE44-FAED-489D-93BF-EACDEB34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652679476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643282-20BE-4B40-A165-161A4342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897F3-C95A-45B6-83F7-AAB8A0A3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A2D31-6E51-4FCF-B3FE-8F4E7AFA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2CE98-BF68-4F18-B176-D29878BF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AD4CE-9E5D-4483-905C-03F0613E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setjmp and longjmp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E7188-E7E3-4D44-A682-605900E2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2540A-0BD1-4029-98B2-1B175579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setjmp and longjmp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C9051-CF64-4F36-8803-6F96D725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FB75A-1BD3-4902-A008-24789235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D786B-526C-4F31-9C74-713E0C47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C5515-254E-4DF8-860E-B6CBE302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06AC2-EE93-4285-8FE8-731B2B9D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AAA6D-8301-4623-B1E9-F79A692B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A418D-8E06-4F1A-8C8F-BA3E9AA5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045690-168A-4988-881B-EEDAC4CC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84B27-308A-4037-8476-F02E41FC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52A587-8475-4DFD-8BB8-1C042083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5C7546-3F1B-4918-849B-A7604C32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setjmp and longjmp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65644770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F61EE-F046-4884-9E81-5D8A56CD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E35F8-7B4A-4ADD-B94A-3D74E933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15584-1D5A-4367-869F-5C3173AC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49C58-443A-411C-B08B-C0155DDB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4B4CE-B1BA-4195-BA26-F7D76FF6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setjmp and longjmp: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5A6C4-C803-4A1C-897A-4A5ED878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08B06-97C4-4603-A13C-5D882342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E3A81-10B6-4593-B514-83A53FA2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D242B-557D-4F09-ABCE-5902E7D6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94E8F-BA80-470D-BD3F-C454E910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B7054-97A3-428C-AAF7-A5B45A5D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8CE91-B423-4DDC-A158-C1930B07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203402896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52DBAB-0E48-4233-9051-5677FBAA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BFD8D-327B-472E-852C-A1BC4243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44AB9-448D-4390-9590-E34C0108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D07E8-A7D6-4FC8-AF01-4115FC04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74B6B-AEB3-409A-97DC-75E795BD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setjmp and longjmp: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37006-E2D6-4CB4-BD34-0197D274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EC11E-65D0-4422-A99F-C1C2FF62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92110-4DA6-4DCA-83F8-736D3EFC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FAF78-B2D2-465C-8B7C-EF8D6CF8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10E2E-B13B-461A-896D-A9F908D8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45ACD-37AB-4FB6-9316-056D89B7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25F6E-7279-4AD4-B70A-C5A9146C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518A86-BEEF-4637-9E8D-1B7F4312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2775C0-6E4B-4BCB-8CE0-E2E96B4E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72F145-7147-44E9-9378-D779C6EC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7B3B0-615B-444B-820D-430F6C69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E6045-7189-4E76-BE83-38104B09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A5E64-319D-4E90-AB9A-2BD59B53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D59ADD-77CC-419F-845B-82C1D863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06ADE-9C08-455A-A207-B4AF75F6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98CE07-9C1F-4C86-BFE9-7F99A898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52095D-7FCD-4E99-9F9C-9A1AE71F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356F40-878B-4848-907D-905A3AAC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337E7F-4E6F-4655-BB87-0D9B2B78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06DBCD-F703-435A-B2C8-653D5587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6F16DD-E6F2-41E5-87B7-BFB5FACE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B32418-B684-4BF8-9FF4-0BF0C995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82EEAB-2295-4A37-A5A3-E04881F5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EEC7A5-96DE-4532-9800-184C0657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FFA354-83F5-4BD1-BB87-663F2A8D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A44235-1EE6-4C1E-A107-5692F5DE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setjmp and longjmp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501749734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46853A-19DF-42EC-A106-1604E877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F2484-4669-46AE-8552-0CC4F2C1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3560D-1D45-47BF-8DF3-DE0FBA57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99E83-399E-4C63-9351-B606DE69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A0C61-448E-4645-86DC-45AD53A7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getrlimit and setrlimit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0D903-AC74-4014-B0A0-0A3354F4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B462C-5992-4E6F-985C-ACB1A33D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getrlimit and setrlimit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C04B4-FB4E-43EC-B87F-2BF6350C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CF0BB-105A-468C-8FCA-157A9996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53150-19F2-4122-9576-B5E9A04A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37842-2233-4C92-BB41-C56B130A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E39B5-4707-4F6B-9676-072B168F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0B0DB-3B08-4300-AE62-AD0A42C6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1F015-7D5B-4C9E-80D1-98C67EDA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01812A-BB07-4147-8E83-0066E2B5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46736-A28F-4697-BDDA-2ECB9466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DEBB8-1860-4F5A-A76C-42606112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F699C2-6E49-4147-9EC4-DA548388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getrlimit and setrlimit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666569324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EA31B-79E9-494E-859F-B30098C9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8EF25-4A1F-49B1-8C5F-5B56E6FF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BACA3-57A1-48D5-BED1-F70E4E6A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C316D-1385-4963-B3BA-2438FE43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2EAF8-5EE6-4337-8DA7-E02181B7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getrlimit and setrlimit: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D71D1-B629-4BB8-A4CE-5B3F137A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E4364-A5EE-4A5A-BB30-9412AFC1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8FA89-FDA2-4B08-BDAD-F5BFBD6B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61427-30E7-47A8-8EBF-E5E1F814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BB3D2-897F-473F-9DFD-4097B98F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19C44-66A5-4C4B-A441-D4C32E22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5444C-A839-4DF7-A64B-604D409E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45128549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960339-DC60-4D0B-AC11-0E1B011C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F543D-0F99-4E90-93C3-5177DC58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32F7F-0166-4907-A31F-A1DD7707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00C7F-673F-4C8F-9A84-5DBF480D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CF0AA-F851-43DF-9655-DD27DA96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getrlimit and setrlimit: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5D0B5-6985-4464-84E1-91B56314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DA96B-0E1C-4AA3-B59E-2320A79A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A1E56-9654-48BE-B4FE-2D93F8C5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98897-C350-4443-8EB1-488AB40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4309C-5D26-4536-BB1E-795716F5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23325-782E-456B-BED7-1F7C9374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54966-9353-416E-8EF0-EDFB7E89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29B6B-179D-45E8-9EEA-7645B030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F4835-1432-424C-B97D-3B28ECCC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8303B4-E948-44D5-876F-C396301F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5C104-5752-4217-8C0D-D0B2A0ED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44EC7-99D2-4A0F-8F6D-AE1F388C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E2523-36E5-494B-AB20-080534D7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D8DC6-D34E-4894-B930-A2D6F48F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069708-D186-43EB-B728-823F696A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258B40-5AB8-468D-A73C-88E664D6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C629B-4BF1-41C9-BB64-8D4E1F21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C948A8-8630-41D4-9837-E8969D44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264C3B-4C49-42A5-AEC5-A65E0CC5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57F72A-843F-4A83-BC57-75D6134C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6F123F-7BC2-4E3F-9634-9DFDE376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93B099-C09A-4C58-860A-AEEDBC84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D4F33C-1518-4E4E-B04B-E2A32F09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EA3809-22E3-4AEC-9B40-CDAE6361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C26228-3CF9-46E3-B7DE-68FB5D93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62E34A-F791-4EBC-A938-DA37AEEC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getrlimit and setrlimit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3751330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7BFD8D-235B-4E5C-8B6A-50CB6E7E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4844E-4738-4FAA-A152-585E2CBA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548FB-D1AD-4FF8-BB64-184A236D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EDBB9-F561-4A75-A60F-FDCA7D19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66D64-7463-480B-9CD9-A3EDA858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Unix standardization vs UNIX system implementation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44F8A-DEEB-4BD5-8189-A24F1288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B06D2-836F-41FE-BE34-385077FC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37DCA-DA4D-4D49-9091-781EBFC0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Unix standardization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AF70F-20BD-492A-883E-583B36B0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UNIX system implementation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0DCDE-FF78-4E54-90D7-FA2994D2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240ED-1F26-438F-8068-ABBDB76A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9C0E66-B8AE-4C22-914A-8CD782F1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7D474-41C1-41FD-9F13-B555691F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2379A-838E-47AB-B492-A4328BDE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43176-0CC1-42FD-A73B-B9386155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99B27-52F6-4058-ACA1-D9DD1C27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6366CB-EE1A-4FB9-9B51-D5F282F7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89D87F-5A83-4044-AC3C-D9D5CB16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3C51A5-B515-4A60-8E05-CF2CC63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0559E2-C87B-42B8-8E0C-FEAEF4EC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590C6-7B5F-4E17-840B-BC05638A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226849-E617-4A4D-8543-9981E13B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A5AF6A-19CD-4D41-B191-D6917527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AE7046-3292-4F9D-ADB5-2C7F47BF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34D651-6EA8-4806-A821-1B4EE690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2077668833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B42F30-1BE8-4BA5-A72E-B6042C8A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22635-0138-43CE-8E8B-75380F68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B6BF2-8143-4FE2-8DE6-E21149E1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47784-E608-4CE4-B0DF-7643F16C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73B4A-6910-4287-A94D-DE83602B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open create read write close vs fcntl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11283-9E3C-4D8F-A42B-42386C38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FA138-DDE4-4375-BCC0-C9748799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D7FDB-0771-4D9F-B50C-AD99CCED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open create read write close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3DF54-4C7B-4A13-B064-986B7FBA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fcntl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F4E4A-2511-4942-87DB-09322408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BAB35-7217-4330-86B3-E32509B3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FC659-608D-4CEF-89CF-D562314D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0E540-E537-4717-B4B5-9FCFC5D1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B42E1C-A587-4337-988B-CACBE248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FB792-7F8D-49F4-BF49-C5AF1F31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9CBA62-8118-4814-B6B5-1F4074D8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CA5429-49C9-410C-A8A6-56E493BC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132493-BB0C-4DE6-83BF-26F9DE42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2BFE3F-CE28-4380-B055-CD27A853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55E3B-5903-4E63-B09B-7D8F3D92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915CF8-712A-42E3-8E84-C6EC4C3A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EEDBBD-0090-4157-BF64-08F12A86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257A4C-CC8E-4B4D-B559-7BE43401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D35BD-57B6-4CDF-B94E-7DADFD45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E39216-D64B-4D4A-9680-1000E3AA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109978742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EA4C85-6619-4DA4-BEAA-90F70499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49EE7-B83C-4FA5-BA69-995E674C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2389D-271F-4BF3-8829-9F0ED201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55FD9-0BE1-49F0-94BF-2F526F6C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426E9-9B4B-403F-BE78-F4B7828F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Reading directories vs chdir fchdir getcwd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9AAAF-E3C8-4114-8769-B057B919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8D60B-57D4-42A0-B6D9-8624BE8A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A3FE2-E0A5-4DCE-BA9B-9D6C3AD1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Reading directories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47971-5C57-43F2-B59E-7472818B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chdir fchdir getcwd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8F437-DA94-4CB8-92C3-6FE02A95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F2F9D-BDC3-405B-9222-F104F695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8116F-13BA-485C-BECC-FD13CAB9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31975-1D6E-4EB7-9ACC-7C8373D7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2769E-3328-4182-9320-6AC301E9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E2A9C-C6F9-4A42-A3E6-E4F0B9B9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22F127-6D46-4385-A556-14E75F12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A389AC-11CE-4C00-BD0F-1D67C4A3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EEA89D-5DD5-4DF2-86D2-D49298FE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1749B-9156-4439-924D-DD45A0B3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6551DB-AF66-400D-9FC3-29F59047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83C86-B2B2-4E47-BD65-070EC51D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D954A3-D88D-411C-9039-B30B529C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B4D429-9C04-4D10-AA3F-432CAD3C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E77EDC-A293-4034-A2CF-AB49A8E0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FE94BC-3A47-46C2-BBFD-17BF942D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86963959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4799C3-AE2A-4DD2-8C32-02035B67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ECCF6-2EB6-4BFE-BEF2-D553068F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10E07-7FD4-400A-925C-5BB08515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4D40A-78D5-4513-8726-BE84EBCF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E07FF-A359-473E-93D2-0AD962CA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main function vs Process termination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DB0F2-8BC6-472B-B58D-A6D7ADCE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85734-FE7A-4267-A75F-EEDC3393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A6B43-EDBA-43E2-83B9-0C9EA915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main function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08E91-3437-437B-AC0C-BBBFF192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Process termination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BF3E3-0E3E-4E89-BFEF-2C7B7222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90C6C-61DF-4128-8119-3B89214D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12600-F5E5-4EB8-ADA5-17266095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53FD6-1193-4DD0-856F-BC923FC2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C2332-47B1-4F2C-9504-286B5906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060E8-91CA-4A05-8D81-1DD9E7BC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5F75D-4E01-4204-BD11-4C99E7D2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2C3D51-BDD3-4E98-A330-0BA5D139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9EA40-9EA8-474D-9DBB-44F64381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493345-0FC7-4C5D-9480-8E87B186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563C4F-20ED-4243-B080-9C3E99A0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CF47E-5C50-4A63-84E3-89E13DDF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474484-A362-491B-844B-C904A061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920B0-3F8D-4A15-A330-22B11962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80BD1E-3887-4547-A3E3-191BF2CC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3A441F-4987-4419-B2BA-AF21F00D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96125085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D028F7-BA80-498B-AF60-A49DA400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C919A-E330-434D-B07F-55612385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4FBE6-F6D2-487F-B977-E76D15FB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DD736-EDB6-4313-B5EB-6C566E32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1C6E-818F-491D-8699-4AC6EBFA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Environment list vs C program memory layout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5683B-0369-44C3-BA35-3652671A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8269E-B2FE-4B19-B714-C3F3ED90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F75D3-2478-4DAF-B55E-3FF97CC3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Environment 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4B6BE-9F78-4FC8-801D-16086A6A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 program memory layout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3F8BC-9040-4CDA-B2B1-0B6DAF0F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218FD-CCD9-4C22-BE9C-9DD17DDA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9494F-9D6C-48E9-AB4B-BDA9FF2B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27208-E6DA-4036-8EFD-6009811D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CEE6E-CF45-4C20-9C61-16C32446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18693-F944-4066-A30D-E9A183FC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2524F4-3F67-4A57-8F40-3D6A0C99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A007C-D706-476F-BEF1-4CFB674F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A55200-BC1B-4BAF-BD34-31737CF9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A56FFE-11D4-4F16-B0C5-C96F943F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1DCCB9-F0D0-4EB3-B203-9509F323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F3FB22-23B2-4B51-ADDF-C9F7CE99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C1A46D-0B44-4736-BA57-0E59064C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968E6-AAAB-4F5B-99BD-E0DABB88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F48500-7366-4C33-9B31-9D33EF67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9FE929-95FF-458C-AEA0-DB30F016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736887906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CE07B2-369E-41EC-B24D-73829C17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3B05E-AA0D-4F34-9C03-ABC74D27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CD015-7D13-4C34-BED2-CEE57ABD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E6B92-1AA5-4EC4-AC8A-260FEBBF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22311-26E1-4167-BACC-F3894DDD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Memory allocation vs Environment 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F330E-D67A-476A-8CE1-D6E025F1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048AC-017E-478A-B88F-FF6A2C55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BDD3D-9C83-4D99-A6A1-01CA9423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Memory allocation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FC370-BEC6-4CB6-8D36-2C1B6700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Environment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0466C-4CE7-4FE9-8AAB-DA1EA011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74D6C-E6F7-41E9-A0F0-F4E16FD0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0D411-0315-4B30-A483-EAC743D7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ABC4F-04D8-4083-A326-F95887BA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096DF-684F-4C58-9D80-24ABC1D9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87575-67BD-4AE0-811F-E0724A53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C732B-DEE7-4C36-AB19-90928A0D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77BDF-75E8-46B0-A928-1C34E76D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F30A6A-4B53-4DA0-A2DA-67F82B8A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DB503F-6ABE-4F2E-8730-88E92D95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16F9E6-357C-4741-83D5-C6561657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72C73-3459-41EB-8B6D-0A019D61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7BAA45-5A1D-4B80-BF2E-39B1D70E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A44F09-0EB1-4209-A9D8-903866C8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369FFC-85CE-41EE-9089-BA3AC779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124B3A-737A-41A6-8FEA-9EA84EEF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450155890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B54B52-EF75-42D3-81E7-EDADD7FB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0B5CA-84EE-4AF4-94F2-898EC92F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E976C-88A8-474C-9583-83557820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D45F2-1D10-43A2-BC60-CD9DAABF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05A6C-556D-4509-A52B-92EAAE50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5D5DE-2555-4698-999C-8CB60290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FD911-C4C8-44B1-A408-DF62C35D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94DBA-FC27-4C7C-849A-F39E2F85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8B3A5-70D8-4C36-A75F-A1B26260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15A71-DD4F-49F7-9011-2A66AE62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B8520-DBF4-4957-B9E7-A24C845C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B82B8E-B4AE-494A-A8F3-AFAF79D9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Unix standardization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818B7-80B6-491E-821C-19771A7A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F2A60-15A4-4B02-89DC-ED6EB9E5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UNIX system implementation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2392E-686A-467A-9BB1-C3963568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0E1BBB-0704-4F78-B42E-7B4EF347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File descriptors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1C8499-972B-4759-BD5E-3D059335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A3D9FB-10A5-4CBF-B41D-F24967B7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open create read write close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6F0476-049F-4BEC-BDB8-CC3C678C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F1F6B6-B327-4CB2-A2E7-3B4314BA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fcntl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FD7F1C-1AB3-4FE0-94D1-0A813DC0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11A7E9-2B15-4496-9E4D-1C464EB5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mkdir and rmdir</a:t>
            </a:r>
          </a:p>
        </p:txBody>
      </p:sp>
    </p:spTree>
    <p:extLst>
      <p:ext uri="{BB962C8B-B14F-4D97-AF65-F5344CB8AC3E}">
        <p14:creationId xmlns:p14="http://schemas.microsoft.com/office/powerpoint/2010/main" val="1832531588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0CC3CD-D6D9-4765-B514-F27633BA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44B14-4BA6-4A9C-949C-FB4B5CA9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3351D-E586-4FFA-ACC0-51A7392B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B7680-275D-4894-BD82-65864E88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5D180-C72E-411A-B3CD-55FD9C46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8ADEE-3273-45EE-ACEB-4E6E2CA9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7E405-75E3-446C-81A1-2FE53EF2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2BEF8-AB8B-41C7-B3F2-6FD2FD94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53265-2B76-4C9F-B092-40AC2C7A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92732-6758-4050-92B0-51964FFF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959A7-21B5-4F7E-B607-173BE3C3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Unix standardization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C7533-C3C8-433A-82FB-B882E2A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308C2-DE51-4E80-A111-20FB312A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775EC-722F-4FD7-A57D-3E1E16AA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1C634-6E5D-4E59-91AA-473F0C18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UNIX system implementation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E61B09-F78C-48A3-8C42-E30645B7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F22193-D967-4E2C-B0D4-1E10DD6A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78036C-C359-4065-8578-468AC2E6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9F5C43-81E8-4DD2-8934-1BF80D89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File descriptors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E9E90-4FB7-4089-8E71-26A2CE61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9B315A-FC33-4F24-B33F-C587677F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6EB3F-B15B-4C8B-A532-AB4FAC5F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F64E3-E9C4-4165-BBA6-C1F5C071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open create read write close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194859-07C2-4292-8F3E-9256F028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274B49-7CB3-4D70-A3C1-2DB69FEB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146581246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BF438-FF49-4F4A-8921-9CAF0A9B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53823-0B1F-457B-A315-CB1A004D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C9F99-894F-40B9-A3F5-7E2943FF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EE39C-5A18-4BBD-B94E-21E969C3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82B79-78F6-4F8D-B698-F177B75E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B15F1-39D1-4720-9D65-DA12379F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00438-607A-44ED-98F1-15D508F3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0330D-E557-40DC-B682-63CFB937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DF22E-19DF-464C-9A52-5BA59B66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B7C6A-B928-442B-A1B8-71DDD2FC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5BF99-74AB-4F7B-B689-5BA10621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8C6D3-0522-43C7-BE71-A24BA391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EA205-9A24-43BC-8E2E-9D173EA1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1183934277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5082B4-FE31-47A0-9C50-5C0F7975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0F734-4E3A-447C-BFFA-7DF629DC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C0F35-98E5-47EE-8F15-5BF5D8D0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448A4-1BC4-4872-BB46-1AEE031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09185-0D1F-485F-9A75-132A227F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7D3E3-32F1-4008-A050-A0F3D7CD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257AD-518F-4706-A0F1-47E89574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C5114-E742-480C-AF9A-C386CBB9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67800-DEC4-4D8A-BA37-1AD4A6F3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A1B19-67D0-4104-8881-8B5D6940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E9707-FE28-4101-924F-CF261113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51EF7-C55D-4CDA-B75C-7735A440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88FEB-EDB7-4B07-8206-6A488E7D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5A540-9711-465C-81A8-5C6E9BAB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87861-CF1E-437F-B43A-0980D70A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318062265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D9F35C-14D6-4C16-B78F-A37D509E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3A7FD-F086-40E9-B839-49869E88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7F113-928C-48ED-ACF6-C54199F8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9D023-24DF-46B5-B512-736B8AF5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A1410-C14B-4D7A-9765-B92CC057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FF848-F5FA-4E40-83E1-073596B6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90FB8-BA15-490D-9724-E6D24027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107C0-719C-4920-A0B7-DA202125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43EA0-5124-499B-8D05-E9C7F81D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7D770-1B9D-4224-86C3-C3C4AC6B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BFC4E-8FF6-4E45-8864-2D2BD669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8F1D3-98C8-46D1-B5ED-192AADC7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77F19-4AC0-4382-AA9B-D2C8C15E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9C804-D2EC-4D6B-9553-520408FE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3F84DE-4778-4A58-868E-D0FD1C2E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025898-4BD5-4D2F-9FF6-3083A577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7F72B-1C0A-4FC0-A719-F3DE0458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C95127-50C7-4D8E-8739-722EBF8E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F6C154-7E38-4EC7-B59D-57571187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67F32F-A00A-4E32-B635-CB86A5E8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B07734-9D35-44B6-BA7A-58FA022A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47BB07-0C6D-4FA7-B87B-C777CC71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1C67AC-9E17-4C2C-95C6-3737066A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00983-2531-4E72-8A2C-43E81000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E8DF89-AF31-43E6-A8FB-2C83D0EA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91986850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334E8-6F5C-461F-8ECF-A3EFBA9E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1EFFF-7C25-4915-AE25-15F31652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501D5-B974-466B-B4D7-8CF1F66B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9BCE1-3A33-45A8-9729-6A1D8151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155C2-DF62-4051-A225-57E8A25B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09679-5706-4F1D-AB20-BDD29B52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E0C6C-2338-4D4F-B83E-96800D34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Explain Unix standardization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ADE27-746D-4655-A491-23A15ED2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B6712-76CD-4215-85E8-0850E024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Compare two approaches from Unix Standardization, File I/O and Process Environment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BB646-117B-4293-9DB2-403617DA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2B772-11EC-475F-93BD-073FA0FD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Solve a small worked example involving File descriptors.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277C9-5F05-4105-8089-DB0CA436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E366D-D721-49AA-A73B-68DA1915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List common mistakes and how to avoid them in Unix Standardization, File I/O and Process Environment.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DD8A2D-1DFC-4069-B82E-80B8D38F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A05B9-BCC0-4C3E-8AB3-F700E626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1161296548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B9F53A-E8E6-4FFD-B2B0-D2BB3FFE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4C2EB-E400-41D0-A20C-2994B7AF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Unix Standardization, File I/O and Process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735D0-AE9D-4713-B224-CAD3200F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16CFD-4C6A-4C13-B9F7-283334D6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20A5A-2BC0-4245-B295-F975DCB1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DDEEC-3FE5-43B6-A28B-DB6DC5F5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B1F18"/>
                </a:solidFill>
              </a:defRPr>
            </a:pPr>
            <a:r>
              <a:rPr sz="2025" b="0">
                <a:solidFill>
                  <a:srgbClr val="0B1F18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0423A-8878-4592-A448-4F9A313A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DE205-DD73-4B40-B146-CEDC7480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12B62-6639-47E2-B5CD-56A95AFA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FA80F-55B5-48BB-930C-34CDF750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CDE28-CAD1-4A33-A666-DD1DE49F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AD578-3B63-4816-89A2-033A41D0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21454311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2026-08-24T06:05:00.6170000Z</dcterms:created>
  <dcterms:modified xsi:type="dcterms:W3CDTF">2026-08-24T06:05:00.6170000Z</dcterms:modified>
</coreProperties>
</file>