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83.xml" ContentType="application/vnd.openxmlformats-officedocument.presentationml.notesSlide+xml"/>
  <Override PartName="/ppt/slides/slide84.xml" ContentType="application/vnd.openxmlformats-officedocument.presentationml.slide+xml"/>
  <Override PartName="/ppt/notesSlides/notesSlide84.xml" ContentType="application/vnd.openxmlformats-officedocument.presentationml.notesSlide+xml"/>
  <Override PartName="/ppt/slides/slide85.xml" ContentType="application/vnd.openxmlformats-officedocument.presentationml.slide+xml"/>
  <Override PartName="/ppt/notesSlides/notesSlide85.xml" ContentType="application/vnd.openxmlformats-officedocument.presentationml.notesSlide+xml"/>
  <Override PartName="/ppt/slides/slide86.xml" ContentType="application/vnd.openxmlformats-officedocument.presentationml.slide+xml"/>
  <Override PartName="/ppt/notesSlides/notesSlide86.xml" ContentType="application/vnd.openxmlformats-officedocument.presentationml.notesSlide+xml"/>
  <Override PartName="/ppt/slides/slide87.xml" ContentType="application/vnd.openxmlformats-officedocument.presentationml.slide+xml"/>
  <Override PartName="/ppt/notesSlides/notesSlide87.xml" ContentType="application/vnd.openxmlformats-officedocument.presentationml.notesSlide+xml"/>
  <Override PartName="/ppt/slides/slide88.xml" ContentType="application/vnd.openxmlformats-officedocument.presentationml.slide+xml"/>
  <Override PartName="/ppt/notesSlides/notesSlide88.xml" ContentType="application/vnd.openxmlformats-officedocument.presentationml.notesSlide+xml"/>
  <Override PartName="/ppt/slides/slide89.xml" ContentType="application/vnd.openxmlformats-officedocument.presentationml.slide+xml"/>
  <Override PartName="/ppt/notesSlides/notesSlide89.xml" ContentType="application/vnd.openxmlformats-officedocument.presentationml.notesSlide+xml"/>
  <Override PartName="/ppt/slides/slide90.xml" ContentType="application/vnd.openxmlformats-officedocument.presentationml.slide+xml"/>
  <Override PartName="/ppt/notesSlides/notesSlide90.xml" ContentType="application/vnd.openxmlformats-officedocument.presentationml.notesSlide+xml"/>
  <Override PartName="/ppt/slides/slide91.xml" ContentType="application/vnd.openxmlformats-officedocument.presentationml.slide+xml"/>
  <Override PartName="/ppt/notesSlides/notesSlide91.xml" ContentType="application/vnd.openxmlformats-officedocument.presentationml.notesSlide+xml"/>
  <Override PartName="/ppt/slides/slide92.xml" ContentType="application/vnd.openxmlformats-officedocument.presentationml.slide+xml"/>
  <Override PartName="/ppt/notesSlides/notesSlide92.xml" ContentType="application/vnd.openxmlformats-officedocument.presentationml.notesSlide+xml"/>
  <Override PartName="/ppt/slides/slide93.xml" ContentType="application/vnd.openxmlformats-officedocument.presentationml.slide+xml"/>
  <Override PartName="/ppt/notesSlides/notesSlide93.xml" ContentType="application/vnd.openxmlformats-officedocument.presentationml.notesSlide+xml"/>
  <Override PartName="/ppt/slides/slide94.xml" ContentType="application/vnd.openxmlformats-officedocument.presentationml.slide+xml"/>
  <Override PartName="/ppt/notesSlides/notesSlide94.xml" ContentType="application/vnd.openxmlformats-officedocument.presentationml.notesSlide+xml"/>
  <Override PartName="/ppt/slides/slide95.xml" ContentType="application/vnd.openxmlformats-officedocument.presentationml.slide+xml"/>
  <Override PartName="/ppt/notesSlides/notesSlide95.xml" ContentType="application/vnd.openxmlformats-officedocument.presentationml.notesSlide+xml"/>
  <Override PartName="/ppt/slides/slide96.xml" ContentType="application/vnd.openxmlformats-officedocument.presentationml.slide+xml"/>
  <Override PartName="/ppt/notesSlides/notesSlide96.xml" ContentType="application/vnd.openxmlformats-officedocument.presentationml.notesSlide+xml"/>
  <Override PartName="/ppt/slides/slide97.xml" ContentType="application/vnd.openxmlformats-officedocument.presentationml.slide+xml"/>
  <Override PartName="/ppt/notesSlides/notesSlide97.xml" ContentType="application/vnd.openxmlformats-officedocument.presentationml.notesSlide+xml"/>
  <Override PartName="/ppt/slides/slide98.xml" ContentType="application/vnd.openxmlformats-officedocument.presentationml.slide+xml"/>
  <Override PartName="/ppt/notesSlides/notesSlide9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e24e793dee44b32" /><Relationship Type="http://schemas.openxmlformats.org/officeDocument/2006/relationships/extended-properties" Target="/docProps/app.xml" Id="Ref9d33f31d454830" /><Relationship Type="http://schemas.openxmlformats.org/officeDocument/2006/relationships/officeDocument" Target="/ppt/presentation.xml" Id="Rfe906a5dc9c241b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7e2616506774865"/>
  </p:sldMasterIdLst>
  <p:notesMasterIdLst>
    <p:notesMasterId xmlns:r="http://schemas.openxmlformats.org/officeDocument/2006/relationships" r:id="Ra07c81c852844745"/>
  </p:notesMasterIdLst>
  <p:sldIdLst>
    <p:sldId xmlns:r="http://schemas.openxmlformats.org/officeDocument/2006/relationships" id="256" r:id="Rda264fda50184735"/>
    <p:sldId xmlns:r="http://schemas.openxmlformats.org/officeDocument/2006/relationships" id="257" r:id="R3834511d8dbf4618"/>
    <p:sldId xmlns:r="http://schemas.openxmlformats.org/officeDocument/2006/relationships" id="258" r:id="R9c6ec698aa0d41f3"/>
    <p:sldId xmlns:r="http://schemas.openxmlformats.org/officeDocument/2006/relationships" id="259" r:id="R7c7ea4684a294784"/>
    <p:sldId xmlns:r="http://schemas.openxmlformats.org/officeDocument/2006/relationships" id="260" r:id="R31c7cad46f044f11"/>
    <p:sldId xmlns:r="http://schemas.openxmlformats.org/officeDocument/2006/relationships" id="261" r:id="Rb9f4000390144a0c"/>
    <p:sldId xmlns:r="http://schemas.openxmlformats.org/officeDocument/2006/relationships" id="262" r:id="Rf9d5828d13684d64"/>
    <p:sldId xmlns:r="http://schemas.openxmlformats.org/officeDocument/2006/relationships" id="263" r:id="R5ce0ee8ac4314564"/>
    <p:sldId xmlns:r="http://schemas.openxmlformats.org/officeDocument/2006/relationships" id="264" r:id="R9ac33d19ca094558"/>
    <p:sldId xmlns:r="http://schemas.openxmlformats.org/officeDocument/2006/relationships" id="265" r:id="Raa99988c77d94d96"/>
    <p:sldId xmlns:r="http://schemas.openxmlformats.org/officeDocument/2006/relationships" id="266" r:id="Rff3630a0982d4b82"/>
    <p:sldId xmlns:r="http://schemas.openxmlformats.org/officeDocument/2006/relationships" id="267" r:id="R7f0560ed5d7a44e1"/>
    <p:sldId xmlns:r="http://schemas.openxmlformats.org/officeDocument/2006/relationships" id="268" r:id="R37e680999abe492d"/>
    <p:sldId xmlns:r="http://schemas.openxmlformats.org/officeDocument/2006/relationships" id="269" r:id="R1ceeb5aa5ff64cb4"/>
    <p:sldId xmlns:r="http://schemas.openxmlformats.org/officeDocument/2006/relationships" id="270" r:id="R188fbeeadca64014"/>
    <p:sldId xmlns:r="http://schemas.openxmlformats.org/officeDocument/2006/relationships" id="271" r:id="Re4b76a1749cc4bd0"/>
    <p:sldId xmlns:r="http://schemas.openxmlformats.org/officeDocument/2006/relationships" id="272" r:id="R879ef295371c4e40"/>
    <p:sldId xmlns:r="http://schemas.openxmlformats.org/officeDocument/2006/relationships" id="273" r:id="R2422e50ffd6d4b60"/>
    <p:sldId xmlns:r="http://schemas.openxmlformats.org/officeDocument/2006/relationships" id="274" r:id="R8ba48d044d8548d7"/>
    <p:sldId xmlns:r="http://schemas.openxmlformats.org/officeDocument/2006/relationships" id="275" r:id="R97ad34ac523a4252"/>
    <p:sldId xmlns:r="http://schemas.openxmlformats.org/officeDocument/2006/relationships" id="276" r:id="Ra5784ccff23b4b2c"/>
    <p:sldId xmlns:r="http://schemas.openxmlformats.org/officeDocument/2006/relationships" id="277" r:id="R4e5d2d7452b24637"/>
    <p:sldId xmlns:r="http://schemas.openxmlformats.org/officeDocument/2006/relationships" id="278" r:id="R5d7e41751dae4b46"/>
    <p:sldId xmlns:r="http://schemas.openxmlformats.org/officeDocument/2006/relationships" id="279" r:id="R875e74b0bd9e48f0"/>
    <p:sldId xmlns:r="http://schemas.openxmlformats.org/officeDocument/2006/relationships" id="280" r:id="R9085108a4d8f478e"/>
    <p:sldId xmlns:r="http://schemas.openxmlformats.org/officeDocument/2006/relationships" id="281" r:id="Ra17ffa3d5e214f10"/>
    <p:sldId xmlns:r="http://schemas.openxmlformats.org/officeDocument/2006/relationships" id="282" r:id="Rd0abe2e85be0418e"/>
    <p:sldId xmlns:r="http://schemas.openxmlformats.org/officeDocument/2006/relationships" id="283" r:id="R27f560a13d5e4f9c"/>
    <p:sldId xmlns:r="http://schemas.openxmlformats.org/officeDocument/2006/relationships" id="284" r:id="R99aadc69746147a9"/>
    <p:sldId xmlns:r="http://schemas.openxmlformats.org/officeDocument/2006/relationships" id="285" r:id="R71f5f75e6bff4678"/>
    <p:sldId xmlns:r="http://schemas.openxmlformats.org/officeDocument/2006/relationships" id="286" r:id="R7dd9402b48fc4c04"/>
    <p:sldId xmlns:r="http://schemas.openxmlformats.org/officeDocument/2006/relationships" id="287" r:id="R260af71b04434609"/>
    <p:sldId xmlns:r="http://schemas.openxmlformats.org/officeDocument/2006/relationships" id="288" r:id="R68ee35daae06430f"/>
    <p:sldId xmlns:r="http://schemas.openxmlformats.org/officeDocument/2006/relationships" id="289" r:id="Re77ad0d291874dc9"/>
    <p:sldId xmlns:r="http://schemas.openxmlformats.org/officeDocument/2006/relationships" id="290" r:id="R7111aff5de844aa1"/>
    <p:sldId xmlns:r="http://schemas.openxmlformats.org/officeDocument/2006/relationships" id="291" r:id="R36dfe2097ecd41f5"/>
    <p:sldId xmlns:r="http://schemas.openxmlformats.org/officeDocument/2006/relationships" id="292" r:id="R777069a4a3444a25"/>
    <p:sldId xmlns:r="http://schemas.openxmlformats.org/officeDocument/2006/relationships" id="293" r:id="Rae1e536da4c84b2f"/>
    <p:sldId xmlns:r="http://schemas.openxmlformats.org/officeDocument/2006/relationships" id="294" r:id="Rb159f8b9fe4344c7"/>
    <p:sldId xmlns:r="http://schemas.openxmlformats.org/officeDocument/2006/relationships" id="295" r:id="Raf290808e7b54bbc"/>
    <p:sldId xmlns:r="http://schemas.openxmlformats.org/officeDocument/2006/relationships" id="296" r:id="R01c1208752834819"/>
    <p:sldId xmlns:r="http://schemas.openxmlformats.org/officeDocument/2006/relationships" id="297" r:id="Racbdf6e692c64206"/>
    <p:sldId xmlns:r="http://schemas.openxmlformats.org/officeDocument/2006/relationships" id="298" r:id="R13bbdc4dd2e3430d"/>
    <p:sldId xmlns:r="http://schemas.openxmlformats.org/officeDocument/2006/relationships" id="299" r:id="R83cff15ae5134124"/>
    <p:sldId xmlns:r="http://schemas.openxmlformats.org/officeDocument/2006/relationships" id="300" r:id="R8f132e7efd824ac3"/>
    <p:sldId xmlns:r="http://schemas.openxmlformats.org/officeDocument/2006/relationships" id="301" r:id="R99789b24ea284b9c"/>
    <p:sldId xmlns:r="http://schemas.openxmlformats.org/officeDocument/2006/relationships" id="302" r:id="R9eeb225d52404381"/>
    <p:sldId xmlns:r="http://schemas.openxmlformats.org/officeDocument/2006/relationships" id="303" r:id="R268d558678814373"/>
    <p:sldId xmlns:r="http://schemas.openxmlformats.org/officeDocument/2006/relationships" id="304" r:id="Ra1990504780d475d"/>
    <p:sldId xmlns:r="http://schemas.openxmlformats.org/officeDocument/2006/relationships" id="305" r:id="Rd91c9264af3d4df1"/>
    <p:sldId xmlns:r="http://schemas.openxmlformats.org/officeDocument/2006/relationships" id="306" r:id="R7be0676b308b499f"/>
    <p:sldId xmlns:r="http://schemas.openxmlformats.org/officeDocument/2006/relationships" id="307" r:id="R139c6ddc34864279"/>
    <p:sldId xmlns:r="http://schemas.openxmlformats.org/officeDocument/2006/relationships" id="308" r:id="Refc1d4d276fd47fe"/>
    <p:sldId xmlns:r="http://schemas.openxmlformats.org/officeDocument/2006/relationships" id="309" r:id="R7455d77d2bd8435e"/>
    <p:sldId xmlns:r="http://schemas.openxmlformats.org/officeDocument/2006/relationships" id="310" r:id="R85f08144305643a1"/>
    <p:sldId xmlns:r="http://schemas.openxmlformats.org/officeDocument/2006/relationships" id="311" r:id="R3414db65ad9944a5"/>
    <p:sldId xmlns:r="http://schemas.openxmlformats.org/officeDocument/2006/relationships" id="312" r:id="Rcd2ff8bdfd0c4f87"/>
    <p:sldId xmlns:r="http://schemas.openxmlformats.org/officeDocument/2006/relationships" id="313" r:id="Raeaabb3c847a49f3"/>
    <p:sldId xmlns:r="http://schemas.openxmlformats.org/officeDocument/2006/relationships" id="314" r:id="R44423400ae6e4ebe"/>
    <p:sldId xmlns:r="http://schemas.openxmlformats.org/officeDocument/2006/relationships" id="315" r:id="Reeea05995ef54e79"/>
    <p:sldId xmlns:r="http://schemas.openxmlformats.org/officeDocument/2006/relationships" id="316" r:id="Rf2aefe01a664476d"/>
    <p:sldId xmlns:r="http://schemas.openxmlformats.org/officeDocument/2006/relationships" id="317" r:id="R26f467f9b2574170"/>
    <p:sldId xmlns:r="http://schemas.openxmlformats.org/officeDocument/2006/relationships" id="318" r:id="Rf7d9e4bffabd4b8e"/>
    <p:sldId xmlns:r="http://schemas.openxmlformats.org/officeDocument/2006/relationships" id="319" r:id="R57ad135d2c6b4dda"/>
    <p:sldId xmlns:r="http://schemas.openxmlformats.org/officeDocument/2006/relationships" id="320" r:id="R86ec8294736543b4"/>
    <p:sldId xmlns:r="http://schemas.openxmlformats.org/officeDocument/2006/relationships" id="321" r:id="R46ce960a0a1d4033"/>
    <p:sldId xmlns:r="http://schemas.openxmlformats.org/officeDocument/2006/relationships" id="322" r:id="Rb7c82aee0c404121"/>
    <p:sldId xmlns:r="http://schemas.openxmlformats.org/officeDocument/2006/relationships" id="323" r:id="R97578e9ee80c4b08"/>
    <p:sldId xmlns:r="http://schemas.openxmlformats.org/officeDocument/2006/relationships" id="324" r:id="Rdb888581a42f439b"/>
    <p:sldId xmlns:r="http://schemas.openxmlformats.org/officeDocument/2006/relationships" id="325" r:id="Rf83343b7e24141a8"/>
    <p:sldId xmlns:r="http://schemas.openxmlformats.org/officeDocument/2006/relationships" id="326" r:id="R809fb2b6e41a4b5a"/>
    <p:sldId xmlns:r="http://schemas.openxmlformats.org/officeDocument/2006/relationships" id="327" r:id="Raa9cde538f0d4a9d"/>
    <p:sldId xmlns:r="http://schemas.openxmlformats.org/officeDocument/2006/relationships" id="328" r:id="R0358ddeb17534fb7"/>
    <p:sldId xmlns:r="http://schemas.openxmlformats.org/officeDocument/2006/relationships" id="329" r:id="Rb92400bbe23c4d9f"/>
    <p:sldId xmlns:r="http://schemas.openxmlformats.org/officeDocument/2006/relationships" id="330" r:id="R23d2005d2b004763"/>
    <p:sldId xmlns:r="http://schemas.openxmlformats.org/officeDocument/2006/relationships" id="331" r:id="R459ac8fc40c04ac1"/>
    <p:sldId xmlns:r="http://schemas.openxmlformats.org/officeDocument/2006/relationships" id="332" r:id="R121ab1bfbde347af"/>
    <p:sldId xmlns:r="http://schemas.openxmlformats.org/officeDocument/2006/relationships" id="333" r:id="R1fdc271c1922450a"/>
    <p:sldId xmlns:r="http://schemas.openxmlformats.org/officeDocument/2006/relationships" id="334" r:id="R51c97487e0a749b5"/>
    <p:sldId xmlns:r="http://schemas.openxmlformats.org/officeDocument/2006/relationships" id="335" r:id="Rdb1c04da45274cbb"/>
    <p:sldId xmlns:r="http://schemas.openxmlformats.org/officeDocument/2006/relationships" id="336" r:id="Rbad249ec060649d6"/>
    <p:sldId xmlns:r="http://schemas.openxmlformats.org/officeDocument/2006/relationships" id="337" r:id="R64cc362d28b74d44"/>
    <p:sldId xmlns:r="http://schemas.openxmlformats.org/officeDocument/2006/relationships" id="338" r:id="Rcc38d4d18b014dd5"/>
    <p:sldId xmlns:r="http://schemas.openxmlformats.org/officeDocument/2006/relationships" id="339" r:id="R33bc85f7705e4954"/>
    <p:sldId xmlns:r="http://schemas.openxmlformats.org/officeDocument/2006/relationships" id="340" r:id="Rd485e786845f47cc"/>
    <p:sldId xmlns:r="http://schemas.openxmlformats.org/officeDocument/2006/relationships" id="341" r:id="Red0b94cf5dfd42b4"/>
    <p:sldId xmlns:r="http://schemas.openxmlformats.org/officeDocument/2006/relationships" id="342" r:id="R9fe5d9676bf24709"/>
    <p:sldId xmlns:r="http://schemas.openxmlformats.org/officeDocument/2006/relationships" id="343" r:id="Re91a1ab9d9824f3b"/>
    <p:sldId xmlns:r="http://schemas.openxmlformats.org/officeDocument/2006/relationships" id="344" r:id="R5a9b1c457cf54cfd"/>
    <p:sldId xmlns:r="http://schemas.openxmlformats.org/officeDocument/2006/relationships" id="345" r:id="Rc3e810b305d1429c"/>
    <p:sldId xmlns:r="http://schemas.openxmlformats.org/officeDocument/2006/relationships" id="346" r:id="Rffbee494e0fe49bf"/>
    <p:sldId xmlns:r="http://schemas.openxmlformats.org/officeDocument/2006/relationships" id="347" r:id="R386c15817ada474d"/>
    <p:sldId xmlns:r="http://schemas.openxmlformats.org/officeDocument/2006/relationships" id="348" r:id="R26d1d5fb57054b61"/>
    <p:sldId xmlns:r="http://schemas.openxmlformats.org/officeDocument/2006/relationships" id="349" r:id="R247e983df06a4c88"/>
    <p:sldId xmlns:r="http://schemas.openxmlformats.org/officeDocument/2006/relationships" id="350" r:id="R1bcfb9c6960d4da5"/>
    <p:sldId xmlns:r="http://schemas.openxmlformats.org/officeDocument/2006/relationships" id="351" r:id="R2894f3e60c9242c1"/>
    <p:sldId xmlns:r="http://schemas.openxmlformats.org/officeDocument/2006/relationships" id="352" r:id="R2f602ef17974472b"/>
    <p:sldId xmlns:r="http://schemas.openxmlformats.org/officeDocument/2006/relationships" id="353" r:id="R0e4f8ae58f284f9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a869a87970743cf" /><Relationship Type="http://schemas.openxmlformats.org/officeDocument/2006/relationships/slideMaster" Target="/ppt/slideMasters/slideMaster1.xml" Id="R07e2616506774865" /><Relationship Type="http://schemas.openxmlformats.org/officeDocument/2006/relationships/notesMaster" Target="/ppt/notesMasters/notesMaster1.xml" Id="Ra07c81c852844745" /><Relationship Type="http://schemas.openxmlformats.org/officeDocument/2006/relationships/presProps" Target="/ppt/presProps.xml" Id="Rdd376508e21747e6" /><Relationship Type="http://schemas.openxmlformats.org/officeDocument/2006/relationships/tableStyles" Target="/ppt/tableStyles.xml" Id="R929da352fbc8490f" /><Relationship Type="http://schemas.openxmlformats.org/officeDocument/2006/relationships/slide" Target="/ppt/slides/slide1.xml" Id="Rda264fda50184735" /><Relationship Type="http://schemas.openxmlformats.org/officeDocument/2006/relationships/slide" Target="/ppt/slides/slide2.xml" Id="R3834511d8dbf4618" /><Relationship Type="http://schemas.openxmlformats.org/officeDocument/2006/relationships/slide" Target="/ppt/slides/slide3.xml" Id="R9c6ec698aa0d41f3" /><Relationship Type="http://schemas.openxmlformats.org/officeDocument/2006/relationships/slide" Target="/ppt/slides/slide4.xml" Id="R7c7ea4684a294784" /><Relationship Type="http://schemas.openxmlformats.org/officeDocument/2006/relationships/slide" Target="/ppt/slides/slide5.xml" Id="R31c7cad46f044f11" /><Relationship Type="http://schemas.openxmlformats.org/officeDocument/2006/relationships/slide" Target="/ppt/slides/slide6.xml" Id="Rb9f4000390144a0c" /><Relationship Type="http://schemas.openxmlformats.org/officeDocument/2006/relationships/slide" Target="/ppt/slides/slide7.xml" Id="Rf9d5828d13684d64" /><Relationship Type="http://schemas.openxmlformats.org/officeDocument/2006/relationships/slide" Target="/ppt/slides/slide8.xml" Id="R5ce0ee8ac4314564" /><Relationship Type="http://schemas.openxmlformats.org/officeDocument/2006/relationships/slide" Target="/ppt/slides/slide9.xml" Id="R9ac33d19ca094558" /><Relationship Type="http://schemas.openxmlformats.org/officeDocument/2006/relationships/slide" Target="/ppt/slides/slide10.xml" Id="Raa99988c77d94d96" /><Relationship Type="http://schemas.openxmlformats.org/officeDocument/2006/relationships/slide" Target="/ppt/slides/slide11.xml" Id="Rff3630a0982d4b82" /><Relationship Type="http://schemas.openxmlformats.org/officeDocument/2006/relationships/slide" Target="/ppt/slides/slide12.xml" Id="R7f0560ed5d7a44e1" /><Relationship Type="http://schemas.openxmlformats.org/officeDocument/2006/relationships/slide" Target="/ppt/slides/slide13.xml" Id="R37e680999abe492d" /><Relationship Type="http://schemas.openxmlformats.org/officeDocument/2006/relationships/slide" Target="/ppt/slides/slide14.xml" Id="R1ceeb5aa5ff64cb4" /><Relationship Type="http://schemas.openxmlformats.org/officeDocument/2006/relationships/slide" Target="/ppt/slides/slide15.xml" Id="R188fbeeadca64014" /><Relationship Type="http://schemas.openxmlformats.org/officeDocument/2006/relationships/slide" Target="/ppt/slides/slide16.xml" Id="Re4b76a1749cc4bd0" /><Relationship Type="http://schemas.openxmlformats.org/officeDocument/2006/relationships/slide" Target="/ppt/slides/slide17.xml" Id="R879ef295371c4e40" /><Relationship Type="http://schemas.openxmlformats.org/officeDocument/2006/relationships/slide" Target="/ppt/slides/slide18.xml" Id="R2422e50ffd6d4b60" /><Relationship Type="http://schemas.openxmlformats.org/officeDocument/2006/relationships/slide" Target="/ppt/slides/slide19.xml" Id="R8ba48d044d8548d7" /><Relationship Type="http://schemas.openxmlformats.org/officeDocument/2006/relationships/slide" Target="/ppt/slides/slide20.xml" Id="R97ad34ac523a4252" /><Relationship Type="http://schemas.openxmlformats.org/officeDocument/2006/relationships/slide" Target="/ppt/slides/slide21.xml" Id="Ra5784ccff23b4b2c" /><Relationship Type="http://schemas.openxmlformats.org/officeDocument/2006/relationships/slide" Target="/ppt/slides/slide22.xml" Id="R4e5d2d7452b24637" /><Relationship Type="http://schemas.openxmlformats.org/officeDocument/2006/relationships/slide" Target="/ppt/slides/slide23.xml" Id="R5d7e41751dae4b46" /><Relationship Type="http://schemas.openxmlformats.org/officeDocument/2006/relationships/slide" Target="/ppt/slides/slide24.xml" Id="R875e74b0bd9e48f0" /><Relationship Type="http://schemas.openxmlformats.org/officeDocument/2006/relationships/slide" Target="/ppt/slides/slide25.xml" Id="R9085108a4d8f478e" /><Relationship Type="http://schemas.openxmlformats.org/officeDocument/2006/relationships/slide" Target="/ppt/slides/slide26.xml" Id="Ra17ffa3d5e214f10" /><Relationship Type="http://schemas.openxmlformats.org/officeDocument/2006/relationships/slide" Target="/ppt/slides/slide27.xml" Id="Rd0abe2e85be0418e" /><Relationship Type="http://schemas.openxmlformats.org/officeDocument/2006/relationships/slide" Target="/ppt/slides/slide28.xml" Id="R27f560a13d5e4f9c" /><Relationship Type="http://schemas.openxmlformats.org/officeDocument/2006/relationships/slide" Target="/ppt/slides/slide29.xml" Id="R99aadc69746147a9" /><Relationship Type="http://schemas.openxmlformats.org/officeDocument/2006/relationships/slide" Target="/ppt/slides/slide30.xml" Id="R71f5f75e6bff4678" /><Relationship Type="http://schemas.openxmlformats.org/officeDocument/2006/relationships/slide" Target="/ppt/slides/slide31.xml" Id="R7dd9402b48fc4c04" /><Relationship Type="http://schemas.openxmlformats.org/officeDocument/2006/relationships/slide" Target="/ppt/slides/slide32.xml" Id="R260af71b04434609" /><Relationship Type="http://schemas.openxmlformats.org/officeDocument/2006/relationships/slide" Target="/ppt/slides/slide33.xml" Id="R68ee35daae06430f" /><Relationship Type="http://schemas.openxmlformats.org/officeDocument/2006/relationships/slide" Target="/ppt/slides/slide34.xml" Id="Re77ad0d291874dc9" /><Relationship Type="http://schemas.openxmlformats.org/officeDocument/2006/relationships/slide" Target="/ppt/slides/slide35.xml" Id="R7111aff5de844aa1" /><Relationship Type="http://schemas.openxmlformats.org/officeDocument/2006/relationships/slide" Target="/ppt/slides/slide36.xml" Id="R36dfe2097ecd41f5" /><Relationship Type="http://schemas.openxmlformats.org/officeDocument/2006/relationships/slide" Target="/ppt/slides/slide37.xml" Id="R777069a4a3444a25" /><Relationship Type="http://schemas.openxmlformats.org/officeDocument/2006/relationships/slide" Target="/ppt/slides/slide38.xml" Id="Rae1e536da4c84b2f" /><Relationship Type="http://schemas.openxmlformats.org/officeDocument/2006/relationships/slide" Target="/ppt/slides/slide39.xml" Id="Rb159f8b9fe4344c7" /><Relationship Type="http://schemas.openxmlformats.org/officeDocument/2006/relationships/slide" Target="/ppt/slides/slide40.xml" Id="Raf290808e7b54bbc" /><Relationship Type="http://schemas.openxmlformats.org/officeDocument/2006/relationships/slide" Target="/ppt/slides/slide41.xml" Id="R01c1208752834819" /><Relationship Type="http://schemas.openxmlformats.org/officeDocument/2006/relationships/slide" Target="/ppt/slides/slide42.xml" Id="Racbdf6e692c64206" /><Relationship Type="http://schemas.openxmlformats.org/officeDocument/2006/relationships/slide" Target="/ppt/slides/slide43.xml" Id="R13bbdc4dd2e3430d" /><Relationship Type="http://schemas.openxmlformats.org/officeDocument/2006/relationships/slide" Target="/ppt/slides/slide44.xml" Id="R83cff15ae5134124" /><Relationship Type="http://schemas.openxmlformats.org/officeDocument/2006/relationships/slide" Target="/ppt/slides/slide45.xml" Id="R8f132e7efd824ac3" /><Relationship Type="http://schemas.openxmlformats.org/officeDocument/2006/relationships/slide" Target="/ppt/slides/slide46.xml" Id="R99789b24ea284b9c" /><Relationship Type="http://schemas.openxmlformats.org/officeDocument/2006/relationships/slide" Target="/ppt/slides/slide47.xml" Id="R9eeb225d52404381" /><Relationship Type="http://schemas.openxmlformats.org/officeDocument/2006/relationships/slide" Target="/ppt/slides/slide48.xml" Id="R268d558678814373" /><Relationship Type="http://schemas.openxmlformats.org/officeDocument/2006/relationships/slide" Target="/ppt/slides/slide49.xml" Id="Ra1990504780d475d" /><Relationship Type="http://schemas.openxmlformats.org/officeDocument/2006/relationships/slide" Target="/ppt/slides/slide50.xml" Id="Rd91c9264af3d4df1" /><Relationship Type="http://schemas.openxmlformats.org/officeDocument/2006/relationships/slide" Target="/ppt/slides/slide51.xml" Id="R7be0676b308b499f" /><Relationship Type="http://schemas.openxmlformats.org/officeDocument/2006/relationships/slide" Target="/ppt/slides/slide52.xml" Id="R139c6ddc34864279" /><Relationship Type="http://schemas.openxmlformats.org/officeDocument/2006/relationships/slide" Target="/ppt/slides/slide53.xml" Id="Refc1d4d276fd47fe" /><Relationship Type="http://schemas.openxmlformats.org/officeDocument/2006/relationships/slide" Target="/ppt/slides/slide54.xml" Id="R7455d77d2bd8435e" /><Relationship Type="http://schemas.openxmlformats.org/officeDocument/2006/relationships/slide" Target="/ppt/slides/slide55.xml" Id="R85f08144305643a1" /><Relationship Type="http://schemas.openxmlformats.org/officeDocument/2006/relationships/slide" Target="/ppt/slides/slide56.xml" Id="R3414db65ad9944a5" /><Relationship Type="http://schemas.openxmlformats.org/officeDocument/2006/relationships/slide" Target="/ppt/slides/slide57.xml" Id="Rcd2ff8bdfd0c4f87" /><Relationship Type="http://schemas.openxmlformats.org/officeDocument/2006/relationships/slide" Target="/ppt/slides/slide58.xml" Id="Raeaabb3c847a49f3" /><Relationship Type="http://schemas.openxmlformats.org/officeDocument/2006/relationships/slide" Target="/ppt/slides/slide59.xml" Id="R44423400ae6e4ebe" /><Relationship Type="http://schemas.openxmlformats.org/officeDocument/2006/relationships/slide" Target="/ppt/slides/slide60.xml" Id="Reeea05995ef54e79" /><Relationship Type="http://schemas.openxmlformats.org/officeDocument/2006/relationships/slide" Target="/ppt/slides/slide61.xml" Id="Rf2aefe01a664476d" /><Relationship Type="http://schemas.openxmlformats.org/officeDocument/2006/relationships/slide" Target="/ppt/slides/slide62.xml" Id="R26f467f9b2574170" /><Relationship Type="http://schemas.openxmlformats.org/officeDocument/2006/relationships/slide" Target="/ppt/slides/slide63.xml" Id="Rf7d9e4bffabd4b8e" /><Relationship Type="http://schemas.openxmlformats.org/officeDocument/2006/relationships/slide" Target="/ppt/slides/slide64.xml" Id="R57ad135d2c6b4dda" /><Relationship Type="http://schemas.openxmlformats.org/officeDocument/2006/relationships/slide" Target="/ppt/slides/slide65.xml" Id="R86ec8294736543b4" /><Relationship Type="http://schemas.openxmlformats.org/officeDocument/2006/relationships/slide" Target="/ppt/slides/slide66.xml" Id="R46ce960a0a1d4033" /><Relationship Type="http://schemas.openxmlformats.org/officeDocument/2006/relationships/slide" Target="/ppt/slides/slide67.xml" Id="Rb7c82aee0c404121" /><Relationship Type="http://schemas.openxmlformats.org/officeDocument/2006/relationships/slide" Target="/ppt/slides/slide68.xml" Id="R97578e9ee80c4b08" /><Relationship Type="http://schemas.openxmlformats.org/officeDocument/2006/relationships/slide" Target="/ppt/slides/slide69.xml" Id="Rdb888581a42f439b" /><Relationship Type="http://schemas.openxmlformats.org/officeDocument/2006/relationships/slide" Target="/ppt/slides/slide70.xml" Id="Rf83343b7e24141a8" /><Relationship Type="http://schemas.openxmlformats.org/officeDocument/2006/relationships/slide" Target="/ppt/slides/slide71.xml" Id="R809fb2b6e41a4b5a" /><Relationship Type="http://schemas.openxmlformats.org/officeDocument/2006/relationships/slide" Target="/ppt/slides/slide72.xml" Id="Raa9cde538f0d4a9d" /><Relationship Type="http://schemas.openxmlformats.org/officeDocument/2006/relationships/slide" Target="/ppt/slides/slide73.xml" Id="R0358ddeb17534fb7" /><Relationship Type="http://schemas.openxmlformats.org/officeDocument/2006/relationships/slide" Target="/ppt/slides/slide74.xml" Id="Rb92400bbe23c4d9f" /><Relationship Type="http://schemas.openxmlformats.org/officeDocument/2006/relationships/slide" Target="/ppt/slides/slide75.xml" Id="R23d2005d2b004763" /><Relationship Type="http://schemas.openxmlformats.org/officeDocument/2006/relationships/slide" Target="/ppt/slides/slide76.xml" Id="R459ac8fc40c04ac1" /><Relationship Type="http://schemas.openxmlformats.org/officeDocument/2006/relationships/slide" Target="/ppt/slides/slide77.xml" Id="R121ab1bfbde347af" /><Relationship Type="http://schemas.openxmlformats.org/officeDocument/2006/relationships/slide" Target="/ppt/slides/slide78.xml" Id="R1fdc271c1922450a" /><Relationship Type="http://schemas.openxmlformats.org/officeDocument/2006/relationships/slide" Target="/ppt/slides/slide79.xml" Id="R51c97487e0a749b5" /><Relationship Type="http://schemas.openxmlformats.org/officeDocument/2006/relationships/slide" Target="/ppt/slides/slide80.xml" Id="Rdb1c04da45274cbb" /><Relationship Type="http://schemas.openxmlformats.org/officeDocument/2006/relationships/slide" Target="/ppt/slides/slide81.xml" Id="Rbad249ec060649d6" /><Relationship Type="http://schemas.openxmlformats.org/officeDocument/2006/relationships/slide" Target="/ppt/slides/slide82.xml" Id="R64cc362d28b74d44" /><Relationship Type="http://schemas.openxmlformats.org/officeDocument/2006/relationships/slide" Target="/ppt/slides/slide83.xml" Id="Rcc38d4d18b014dd5" /><Relationship Type="http://schemas.openxmlformats.org/officeDocument/2006/relationships/slide" Target="/ppt/slides/slide84.xml" Id="R33bc85f7705e4954" /><Relationship Type="http://schemas.openxmlformats.org/officeDocument/2006/relationships/slide" Target="/ppt/slides/slide85.xml" Id="Rd485e786845f47cc" /><Relationship Type="http://schemas.openxmlformats.org/officeDocument/2006/relationships/slide" Target="/ppt/slides/slide86.xml" Id="Red0b94cf5dfd42b4" /><Relationship Type="http://schemas.openxmlformats.org/officeDocument/2006/relationships/slide" Target="/ppt/slides/slide87.xml" Id="R9fe5d9676bf24709" /><Relationship Type="http://schemas.openxmlformats.org/officeDocument/2006/relationships/slide" Target="/ppt/slides/slide88.xml" Id="Re91a1ab9d9824f3b" /><Relationship Type="http://schemas.openxmlformats.org/officeDocument/2006/relationships/slide" Target="/ppt/slides/slide89.xml" Id="R5a9b1c457cf54cfd" /><Relationship Type="http://schemas.openxmlformats.org/officeDocument/2006/relationships/slide" Target="/ppt/slides/slide90.xml" Id="Rc3e810b305d1429c" /><Relationship Type="http://schemas.openxmlformats.org/officeDocument/2006/relationships/slide" Target="/ppt/slides/slide91.xml" Id="Rffbee494e0fe49bf" /><Relationship Type="http://schemas.openxmlformats.org/officeDocument/2006/relationships/slide" Target="/ppt/slides/slide92.xml" Id="R386c15817ada474d" /><Relationship Type="http://schemas.openxmlformats.org/officeDocument/2006/relationships/slide" Target="/ppt/slides/slide93.xml" Id="R26d1d5fb57054b61" /><Relationship Type="http://schemas.openxmlformats.org/officeDocument/2006/relationships/slide" Target="/ppt/slides/slide94.xml" Id="R247e983df06a4c88" /><Relationship Type="http://schemas.openxmlformats.org/officeDocument/2006/relationships/slide" Target="/ppt/slides/slide95.xml" Id="R1bcfb9c6960d4da5" /><Relationship Type="http://schemas.openxmlformats.org/officeDocument/2006/relationships/slide" Target="/ppt/slides/slide96.xml" Id="R2894f3e60c9242c1" /><Relationship Type="http://schemas.openxmlformats.org/officeDocument/2006/relationships/slide" Target="/ppt/slides/slide97.xml" Id="R2f602ef17974472b" /><Relationship Type="http://schemas.openxmlformats.org/officeDocument/2006/relationships/slide" Target="/ppt/slides/slide98.xml" Id="R0e4f8ae58f284f9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fe9eebe937c458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52778ff54064d27" /><Relationship Type="http://schemas.openxmlformats.org/officeDocument/2006/relationships/notesMaster" Target="/ppt/notesMasters/notesMaster1.xml" Id="Rfc6350678f544bb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1989a2ce7074074" /><Relationship Type="http://schemas.openxmlformats.org/officeDocument/2006/relationships/notesMaster" Target="/ppt/notesMasters/notesMaster1.xml" Id="Rc735a2e83c684a3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77b42f97d47489c" /><Relationship Type="http://schemas.openxmlformats.org/officeDocument/2006/relationships/notesMaster" Target="/ppt/notesMasters/notesMaster1.xml" Id="R063963928bcb4da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5233cde03fe4c72" /><Relationship Type="http://schemas.openxmlformats.org/officeDocument/2006/relationships/notesMaster" Target="/ppt/notesMasters/notesMaster1.xml" Id="R491675a9b2424ec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ab7dd07cf044a59" /><Relationship Type="http://schemas.openxmlformats.org/officeDocument/2006/relationships/notesMaster" Target="/ppt/notesMasters/notesMaster1.xml" Id="R41a705932b69441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612dc7d6df24ed4" /><Relationship Type="http://schemas.openxmlformats.org/officeDocument/2006/relationships/notesMaster" Target="/ppt/notesMasters/notesMaster1.xml" Id="Rb5831c335cb34f7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4f1157211fd477a" /><Relationship Type="http://schemas.openxmlformats.org/officeDocument/2006/relationships/notesMaster" Target="/ppt/notesMasters/notesMaster1.xml" Id="Re070ea4c48534eb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bfcdf72781f487d" /><Relationship Type="http://schemas.openxmlformats.org/officeDocument/2006/relationships/notesMaster" Target="/ppt/notesMasters/notesMaster1.xml" Id="Ra38f1633d9f74f9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551d3055bf8447f" /><Relationship Type="http://schemas.openxmlformats.org/officeDocument/2006/relationships/notesMaster" Target="/ppt/notesMasters/notesMaster1.xml" Id="Rd0d81766ef5149b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8b22b428c48430b" /><Relationship Type="http://schemas.openxmlformats.org/officeDocument/2006/relationships/notesMaster" Target="/ppt/notesMasters/notesMaster1.xml" Id="R7d3fdf6d78c74b7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9d601fcf9e9466d" /><Relationship Type="http://schemas.openxmlformats.org/officeDocument/2006/relationships/notesMaster" Target="/ppt/notesMasters/notesMaster1.xml" Id="R7878c35995374ea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9ee6f45988a4262" /><Relationship Type="http://schemas.openxmlformats.org/officeDocument/2006/relationships/notesMaster" Target="/ppt/notesMasters/notesMaster1.xml" Id="R62287e793917486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577812c8ed443ea" /><Relationship Type="http://schemas.openxmlformats.org/officeDocument/2006/relationships/notesMaster" Target="/ppt/notesMasters/notesMaster1.xml" Id="R810f81a9083f4b6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1b2f5e0ed384402" /><Relationship Type="http://schemas.openxmlformats.org/officeDocument/2006/relationships/notesMaster" Target="/ppt/notesMasters/notesMaster1.xml" Id="Rf630456ffb5e4f5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d6ca4de44f94e13" /><Relationship Type="http://schemas.openxmlformats.org/officeDocument/2006/relationships/notesMaster" Target="/ppt/notesMasters/notesMaster1.xml" Id="Rc6879f1933eb40b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01fcf98882c433d" /><Relationship Type="http://schemas.openxmlformats.org/officeDocument/2006/relationships/notesMaster" Target="/ppt/notesMasters/notesMaster1.xml" Id="R966a076eac944fd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cd5d54373254365" /><Relationship Type="http://schemas.openxmlformats.org/officeDocument/2006/relationships/notesMaster" Target="/ppt/notesMasters/notesMaster1.xml" Id="R84fc88d4782d49d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8ac37048ffa4aa2" /><Relationship Type="http://schemas.openxmlformats.org/officeDocument/2006/relationships/notesMaster" Target="/ppt/notesMasters/notesMaster1.xml" Id="R482a8fe01ae143a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50c58ba86cf4999" /><Relationship Type="http://schemas.openxmlformats.org/officeDocument/2006/relationships/notesMaster" Target="/ppt/notesMasters/notesMaster1.xml" Id="R6a881789c368420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c79f3b3ce7f40e3" /><Relationship Type="http://schemas.openxmlformats.org/officeDocument/2006/relationships/notesMaster" Target="/ppt/notesMasters/notesMaster1.xml" Id="R3c7d25d86b294cc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1458d24afb84f98" /><Relationship Type="http://schemas.openxmlformats.org/officeDocument/2006/relationships/notesMaster" Target="/ppt/notesMasters/notesMaster1.xml" Id="R103959ea9c74497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d85c2a2be7d4f42" /><Relationship Type="http://schemas.openxmlformats.org/officeDocument/2006/relationships/notesMaster" Target="/ppt/notesMasters/notesMaster1.xml" Id="R62fa94e8e0fd49b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5b7dfee31024eb1" /><Relationship Type="http://schemas.openxmlformats.org/officeDocument/2006/relationships/notesMaster" Target="/ppt/notesMasters/notesMaster1.xml" Id="R3e7bfc6dd44e4cf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fd4cd00ef8d4c6c" /><Relationship Type="http://schemas.openxmlformats.org/officeDocument/2006/relationships/notesMaster" Target="/ppt/notesMasters/notesMaster1.xml" Id="R497f092b15584e8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4bbad91ec0f474e" /><Relationship Type="http://schemas.openxmlformats.org/officeDocument/2006/relationships/notesMaster" Target="/ppt/notesMasters/notesMaster1.xml" Id="R30cae7db64064ca8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59e82639dd84bd1" /><Relationship Type="http://schemas.openxmlformats.org/officeDocument/2006/relationships/notesMaster" Target="/ppt/notesMasters/notesMaster1.xml" Id="R21c7a7f28dd84d3e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e165791c9225420f" /><Relationship Type="http://schemas.openxmlformats.org/officeDocument/2006/relationships/notesMaster" Target="/ppt/notesMasters/notesMaster1.xml" Id="Rc737caa460604e19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62f66089501640e4" /><Relationship Type="http://schemas.openxmlformats.org/officeDocument/2006/relationships/notesMaster" Target="/ppt/notesMasters/notesMaster1.xml" Id="Rbcecdb8274cd43fb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05ee894d95234b02" /><Relationship Type="http://schemas.openxmlformats.org/officeDocument/2006/relationships/notesMaster" Target="/ppt/notesMasters/notesMaster1.xml" Id="Rb2730c8621b44b6a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0842bb1e72a44547" /><Relationship Type="http://schemas.openxmlformats.org/officeDocument/2006/relationships/notesMaster" Target="/ppt/notesMasters/notesMaster1.xml" Id="Rf369448bfa2e4532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1ea1fd55703142b1" /><Relationship Type="http://schemas.openxmlformats.org/officeDocument/2006/relationships/notesMaster" Target="/ppt/notesMasters/notesMaster1.xml" Id="R092534fd054141e2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b00c16189da64a7f" /><Relationship Type="http://schemas.openxmlformats.org/officeDocument/2006/relationships/notesMaster" Target="/ppt/notesMasters/notesMaster1.xml" Id="R6fb97108ffc9424f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373c88c51b9e4206" /><Relationship Type="http://schemas.openxmlformats.org/officeDocument/2006/relationships/notesMaster" Target="/ppt/notesMasters/notesMaster1.xml" Id="R08ccb209118b4a05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10e02628e2e9436d" /><Relationship Type="http://schemas.openxmlformats.org/officeDocument/2006/relationships/notesMaster" Target="/ppt/notesMasters/notesMaster1.xml" Id="Rdbc32d2cd0ec46ad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b2ea5fe1905c409c" /><Relationship Type="http://schemas.openxmlformats.org/officeDocument/2006/relationships/notesMaster" Target="/ppt/notesMasters/notesMaster1.xml" Id="R079b6bff4b2940ef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102b39812ac2413f" /><Relationship Type="http://schemas.openxmlformats.org/officeDocument/2006/relationships/notesMaster" Target="/ppt/notesMasters/notesMaster1.xml" Id="R21123df1827a4ed9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98fe3db554f14b1e" /><Relationship Type="http://schemas.openxmlformats.org/officeDocument/2006/relationships/notesMaster" Target="/ppt/notesMasters/notesMaster1.xml" Id="R08aa1767b65a4230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73d4b88c375a480d" /><Relationship Type="http://schemas.openxmlformats.org/officeDocument/2006/relationships/notesMaster" Target="/ppt/notesMasters/notesMaster1.xml" Id="R7eec9019cb7849cb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e38f82a41a044c0c" /><Relationship Type="http://schemas.openxmlformats.org/officeDocument/2006/relationships/notesMaster" Target="/ppt/notesMasters/notesMaster1.xml" Id="Rc3fe78d8cc204b91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321d25b8384448b4" /><Relationship Type="http://schemas.openxmlformats.org/officeDocument/2006/relationships/notesMaster" Target="/ppt/notesMasters/notesMaster1.xml" Id="Rd4a9654afc60432a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ea7ff6f497144a23" /><Relationship Type="http://schemas.openxmlformats.org/officeDocument/2006/relationships/notesMaster" Target="/ppt/notesMasters/notesMaster1.xml" Id="R4a88366aad324d25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98d11dfb2dd44c6e" /><Relationship Type="http://schemas.openxmlformats.org/officeDocument/2006/relationships/notesMaster" Target="/ppt/notesMasters/notesMaster1.xml" Id="R5861b16830914c29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133cac68b505453c" /><Relationship Type="http://schemas.openxmlformats.org/officeDocument/2006/relationships/notesMaster" Target="/ppt/notesMasters/notesMaster1.xml" Id="Rb2247ebb1f794b8d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8674bed53019494a" /><Relationship Type="http://schemas.openxmlformats.org/officeDocument/2006/relationships/notesMaster" Target="/ppt/notesMasters/notesMaster1.xml" Id="R38503688cd2f42b1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57748034003b42ae" /><Relationship Type="http://schemas.openxmlformats.org/officeDocument/2006/relationships/notesMaster" Target="/ppt/notesMasters/notesMaster1.xml" Id="R008f870921464a54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2fef3f863a294d3e" /><Relationship Type="http://schemas.openxmlformats.org/officeDocument/2006/relationships/notesMaster" Target="/ppt/notesMasters/notesMaster1.xml" Id="Rc1bb8222ac9d497d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d2273afdad644792" /><Relationship Type="http://schemas.openxmlformats.org/officeDocument/2006/relationships/notesMaster" Target="/ppt/notesMasters/notesMaster1.xml" Id="Rc18101535773423c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71f5ec2abf424dfd" /><Relationship Type="http://schemas.openxmlformats.org/officeDocument/2006/relationships/notesMaster" Target="/ppt/notesMasters/notesMaster1.xml" Id="R1eb26f845afc4fbe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03a90022323d4843" /><Relationship Type="http://schemas.openxmlformats.org/officeDocument/2006/relationships/notesMaster" Target="/ppt/notesMasters/notesMaster1.xml" Id="R4f6f1c67396c426b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ef36b740acaf4fc5" /><Relationship Type="http://schemas.openxmlformats.org/officeDocument/2006/relationships/notesMaster" Target="/ppt/notesMasters/notesMaster1.xml" Id="Rcbb24d8e82bc46c0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b25a5019d88b4689" /><Relationship Type="http://schemas.openxmlformats.org/officeDocument/2006/relationships/notesMaster" Target="/ppt/notesMasters/notesMaster1.xml" Id="R979b22024b9c4cfd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67af0477d8a24f4d" /><Relationship Type="http://schemas.openxmlformats.org/officeDocument/2006/relationships/notesMaster" Target="/ppt/notesMasters/notesMaster1.xml" Id="R0c0aaf321ad54a36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35ba9523e7384209" /><Relationship Type="http://schemas.openxmlformats.org/officeDocument/2006/relationships/notesMaster" Target="/ppt/notesMasters/notesMaster1.xml" Id="R2b0c7bff055f44b4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63adb6d712b64d71" /><Relationship Type="http://schemas.openxmlformats.org/officeDocument/2006/relationships/notesMaster" Target="/ppt/notesMasters/notesMaster1.xml" Id="Rc8e08a770c1d4899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5d7d87012e3c47fe" /><Relationship Type="http://schemas.openxmlformats.org/officeDocument/2006/relationships/notesMaster" Target="/ppt/notesMasters/notesMaster1.xml" Id="R1d1870881fc043b5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f925596a8d5741af" /><Relationship Type="http://schemas.openxmlformats.org/officeDocument/2006/relationships/notesMaster" Target="/ppt/notesMasters/notesMaster1.xml" Id="R036d104eba724c10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c180262b81fa4434" /><Relationship Type="http://schemas.openxmlformats.org/officeDocument/2006/relationships/notesMaster" Target="/ppt/notesMasters/notesMaster1.xml" Id="R4ca287bc50a0456b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9593ac330dd6463b" /><Relationship Type="http://schemas.openxmlformats.org/officeDocument/2006/relationships/notesMaster" Target="/ppt/notesMasters/notesMaster1.xml" Id="Rbc628eebf6df44de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2ab6ef950f8846a5" /><Relationship Type="http://schemas.openxmlformats.org/officeDocument/2006/relationships/notesMaster" Target="/ppt/notesMasters/notesMaster1.xml" Id="R5878485c46c84af5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87e703062d834fc3" /><Relationship Type="http://schemas.openxmlformats.org/officeDocument/2006/relationships/notesMaster" Target="/ppt/notesMasters/notesMaster1.xml" Id="Rd8a7a038ea884cc3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41bab51c3fe340d0" /><Relationship Type="http://schemas.openxmlformats.org/officeDocument/2006/relationships/notesMaster" Target="/ppt/notesMasters/notesMaster1.xml" Id="R77457dd30fdf491f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c5a3823eab764f36" /><Relationship Type="http://schemas.openxmlformats.org/officeDocument/2006/relationships/notesMaster" Target="/ppt/notesMasters/notesMaster1.xml" Id="Rf44e27aa4a974ad5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d722faaff60b4ac9" /><Relationship Type="http://schemas.openxmlformats.org/officeDocument/2006/relationships/notesMaster" Target="/ppt/notesMasters/notesMaster1.xml" Id="Rdc332f0bc04f49e0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ee0cdc5d7dd647da" /><Relationship Type="http://schemas.openxmlformats.org/officeDocument/2006/relationships/notesMaster" Target="/ppt/notesMasters/notesMaster1.xml" Id="Rb009326557fe4f26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9b97b6c8f4b14ce6" /><Relationship Type="http://schemas.openxmlformats.org/officeDocument/2006/relationships/notesMaster" Target="/ppt/notesMasters/notesMaster1.xml" Id="Rcd793387eac54c8e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437b704d7c034392" /><Relationship Type="http://schemas.openxmlformats.org/officeDocument/2006/relationships/notesMaster" Target="/ppt/notesMasters/notesMaster1.xml" Id="R6e3154dbb9b24cb4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719e662729fd4f46" /><Relationship Type="http://schemas.openxmlformats.org/officeDocument/2006/relationships/notesMaster" Target="/ppt/notesMasters/notesMaster1.xml" Id="Rf9d6fbed9c9a44b7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22b405ec7a964ad5" /><Relationship Type="http://schemas.openxmlformats.org/officeDocument/2006/relationships/notesMaster" Target="/ppt/notesMasters/notesMaster1.xml" Id="R0f3bf2958d5144d1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eda2302e280b4169" /><Relationship Type="http://schemas.openxmlformats.org/officeDocument/2006/relationships/notesMaster" Target="/ppt/notesMasters/notesMaster1.xml" Id="Rf5ce893d350a409f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f9232f9bc1b14740" /><Relationship Type="http://schemas.openxmlformats.org/officeDocument/2006/relationships/notesMaster" Target="/ppt/notesMasters/notesMaster1.xml" Id="R2859963fc22a4a23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e37049b2ae14463d" /><Relationship Type="http://schemas.openxmlformats.org/officeDocument/2006/relationships/notesMaster" Target="/ppt/notesMasters/notesMaster1.xml" Id="R157f50e114b645a4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ddc815a0a0254d7a" /><Relationship Type="http://schemas.openxmlformats.org/officeDocument/2006/relationships/notesMaster" Target="/ppt/notesMasters/notesMaster1.xml" Id="R3445274eaca145ef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f050fdb01eb648fa" /><Relationship Type="http://schemas.openxmlformats.org/officeDocument/2006/relationships/notesMaster" Target="/ppt/notesMasters/notesMaster1.xml" Id="Rc0c60cb45ad14ee2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37d0abc63fad401b" /><Relationship Type="http://schemas.openxmlformats.org/officeDocument/2006/relationships/notesMaster" Target="/ppt/notesMasters/notesMaster1.xml" Id="Ra162db2ac0264a9c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f863a196375f4f23" /><Relationship Type="http://schemas.openxmlformats.org/officeDocument/2006/relationships/notesMaster" Target="/ppt/notesMasters/notesMaster1.xml" Id="R753b8bfb740649f8" /></Relationships>
</file>

<file path=ppt/notesSlides/_rels/notesSlide76.xml.rels>&#65279;<?xml version="1.0" encoding="utf-8"?><Relationships xmlns="http://schemas.openxmlformats.org/package/2006/relationships"><Relationship Type="http://schemas.openxmlformats.org/officeDocument/2006/relationships/slide" Target="/ppt/slides/slide76.xml" Id="R3398453f2dc74f08" /><Relationship Type="http://schemas.openxmlformats.org/officeDocument/2006/relationships/notesMaster" Target="/ppt/notesMasters/notesMaster1.xml" Id="Rb620e189904342dd" /></Relationships>
</file>

<file path=ppt/notesSlides/_rels/notesSlide77.xml.rels>&#65279;<?xml version="1.0" encoding="utf-8"?><Relationships xmlns="http://schemas.openxmlformats.org/package/2006/relationships"><Relationship Type="http://schemas.openxmlformats.org/officeDocument/2006/relationships/slide" Target="/ppt/slides/slide77.xml" Id="Rc6ae915947f64430" /><Relationship Type="http://schemas.openxmlformats.org/officeDocument/2006/relationships/notesMaster" Target="/ppt/notesMasters/notesMaster1.xml" Id="Rc5378ecd87904325" /></Relationships>
</file>

<file path=ppt/notesSlides/_rels/notesSlide78.xml.rels>&#65279;<?xml version="1.0" encoding="utf-8"?><Relationships xmlns="http://schemas.openxmlformats.org/package/2006/relationships"><Relationship Type="http://schemas.openxmlformats.org/officeDocument/2006/relationships/slide" Target="/ppt/slides/slide78.xml" Id="R1b939765faa2465d" /><Relationship Type="http://schemas.openxmlformats.org/officeDocument/2006/relationships/notesMaster" Target="/ppt/notesMasters/notesMaster1.xml" Id="Rff1d70cbc6484045" /></Relationships>
</file>

<file path=ppt/notesSlides/_rels/notesSlide79.xml.rels>&#65279;<?xml version="1.0" encoding="utf-8"?><Relationships xmlns="http://schemas.openxmlformats.org/package/2006/relationships"><Relationship Type="http://schemas.openxmlformats.org/officeDocument/2006/relationships/slide" Target="/ppt/slides/slide79.xml" Id="R99b5ecc98f494a62" /><Relationship Type="http://schemas.openxmlformats.org/officeDocument/2006/relationships/notesMaster" Target="/ppt/notesMasters/notesMaster1.xml" Id="Rd3c855c2d1944c1f" /></Relationships>
</file>

<file path=ppt/notesSlides/_rels/notesSlide80.xml.rels>&#65279;<?xml version="1.0" encoding="utf-8"?><Relationships xmlns="http://schemas.openxmlformats.org/package/2006/relationships"><Relationship Type="http://schemas.openxmlformats.org/officeDocument/2006/relationships/slide" Target="/ppt/slides/slide80.xml" Id="Rd8022165ea25407e" /><Relationship Type="http://schemas.openxmlformats.org/officeDocument/2006/relationships/notesMaster" Target="/ppt/notesMasters/notesMaster1.xml" Id="R284f6ecf9e4e4451" /></Relationships>
</file>

<file path=ppt/notesSlides/_rels/notesSlide81.xml.rels>&#65279;<?xml version="1.0" encoding="utf-8"?><Relationships xmlns="http://schemas.openxmlformats.org/package/2006/relationships"><Relationship Type="http://schemas.openxmlformats.org/officeDocument/2006/relationships/slide" Target="/ppt/slides/slide81.xml" Id="R88a0bfe274f74a45" /><Relationship Type="http://schemas.openxmlformats.org/officeDocument/2006/relationships/notesMaster" Target="/ppt/notesMasters/notesMaster1.xml" Id="R206ae019b5074ca5" /></Relationships>
</file>

<file path=ppt/notesSlides/_rels/notesSlide82.xml.rels>&#65279;<?xml version="1.0" encoding="utf-8"?><Relationships xmlns="http://schemas.openxmlformats.org/package/2006/relationships"><Relationship Type="http://schemas.openxmlformats.org/officeDocument/2006/relationships/slide" Target="/ppt/slides/slide82.xml" Id="R244da8dbec9e4763" /><Relationship Type="http://schemas.openxmlformats.org/officeDocument/2006/relationships/notesMaster" Target="/ppt/notesMasters/notesMaster1.xml" Id="R8ad76836538a4982" /></Relationships>
</file>

<file path=ppt/notesSlides/_rels/notesSlide83.xml.rels>&#65279;<?xml version="1.0" encoding="utf-8"?><Relationships xmlns="http://schemas.openxmlformats.org/package/2006/relationships"><Relationship Type="http://schemas.openxmlformats.org/officeDocument/2006/relationships/slide" Target="/ppt/slides/slide83.xml" Id="R65c8c12fa2b7435e" /><Relationship Type="http://schemas.openxmlformats.org/officeDocument/2006/relationships/notesMaster" Target="/ppt/notesMasters/notesMaster1.xml" Id="Rdc8bc3726b364fd3" /></Relationships>
</file>

<file path=ppt/notesSlides/_rels/notesSlide84.xml.rels>&#65279;<?xml version="1.0" encoding="utf-8"?><Relationships xmlns="http://schemas.openxmlformats.org/package/2006/relationships"><Relationship Type="http://schemas.openxmlformats.org/officeDocument/2006/relationships/slide" Target="/ppt/slides/slide84.xml" Id="Rc8ae631a49774aa3" /><Relationship Type="http://schemas.openxmlformats.org/officeDocument/2006/relationships/notesMaster" Target="/ppt/notesMasters/notesMaster1.xml" Id="Rc080d256fa7c4402" /></Relationships>
</file>

<file path=ppt/notesSlides/_rels/notesSlide85.xml.rels>&#65279;<?xml version="1.0" encoding="utf-8"?><Relationships xmlns="http://schemas.openxmlformats.org/package/2006/relationships"><Relationship Type="http://schemas.openxmlformats.org/officeDocument/2006/relationships/slide" Target="/ppt/slides/slide85.xml" Id="Rc181daa9c32e44c3" /><Relationship Type="http://schemas.openxmlformats.org/officeDocument/2006/relationships/notesMaster" Target="/ppt/notesMasters/notesMaster1.xml" Id="Rc93814f3a809469c" /></Relationships>
</file>

<file path=ppt/notesSlides/_rels/notesSlide86.xml.rels>&#65279;<?xml version="1.0" encoding="utf-8"?><Relationships xmlns="http://schemas.openxmlformats.org/package/2006/relationships"><Relationship Type="http://schemas.openxmlformats.org/officeDocument/2006/relationships/slide" Target="/ppt/slides/slide86.xml" Id="R4fb7de2cbf824912" /><Relationship Type="http://schemas.openxmlformats.org/officeDocument/2006/relationships/notesMaster" Target="/ppt/notesMasters/notesMaster1.xml" Id="Re2363e4b234c4dcd" /></Relationships>
</file>

<file path=ppt/notesSlides/_rels/notesSlide87.xml.rels>&#65279;<?xml version="1.0" encoding="utf-8"?><Relationships xmlns="http://schemas.openxmlformats.org/package/2006/relationships"><Relationship Type="http://schemas.openxmlformats.org/officeDocument/2006/relationships/slide" Target="/ppt/slides/slide87.xml" Id="R89dba0fdd94648b4" /><Relationship Type="http://schemas.openxmlformats.org/officeDocument/2006/relationships/notesMaster" Target="/ppt/notesMasters/notesMaster1.xml" Id="Rf4809c4a926c4e50" /></Relationships>
</file>

<file path=ppt/notesSlides/_rels/notesSlide88.xml.rels>&#65279;<?xml version="1.0" encoding="utf-8"?><Relationships xmlns="http://schemas.openxmlformats.org/package/2006/relationships"><Relationship Type="http://schemas.openxmlformats.org/officeDocument/2006/relationships/slide" Target="/ppt/slides/slide88.xml" Id="R1ea7c7a5bf5a4318" /><Relationship Type="http://schemas.openxmlformats.org/officeDocument/2006/relationships/notesMaster" Target="/ppt/notesMasters/notesMaster1.xml" Id="Ra5d1ed34c54949e7" /></Relationships>
</file>

<file path=ppt/notesSlides/_rels/notesSlide89.xml.rels>&#65279;<?xml version="1.0" encoding="utf-8"?><Relationships xmlns="http://schemas.openxmlformats.org/package/2006/relationships"><Relationship Type="http://schemas.openxmlformats.org/officeDocument/2006/relationships/slide" Target="/ppt/slides/slide89.xml" Id="R36e98c531f424d64" /><Relationship Type="http://schemas.openxmlformats.org/officeDocument/2006/relationships/notesMaster" Target="/ppt/notesMasters/notesMaster1.xml" Id="R4470e8e0df744242" /></Relationships>
</file>

<file path=ppt/notesSlides/_rels/notesSlide90.xml.rels>&#65279;<?xml version="1.0" encoding="utf-8"?><Relationships xmlns="http://schemas.openxmlformats.org/package/2006/relationships"><Relationship Type="http://schemas.openxmlformats.org/officeDocument/2006/relationships/slide" Target="/ppt/slides/slide90.xml" Id="R9d6668588219417f" /><Relationship Type="http://schemas.openxmlformats.org/officeDocument/2006/relationships/notesMaster" Target="/ppt/notesMasters/notesMaster1.xml" Id="R289588263e114e58" /></Relationships>
</file>

<file path=ppt/notesSlides/_rels/notesSlide91.xml.rels>&#65279;<?xml version="1.0" encoding="utf-8"?><Relationships xmlns="http://schemas.openxmlformats.org/package/2006/relationships"><Relationship Type="http://schemas.openxmlformats.org/officeDocument/2006/relationships/slide" Target="/ppt/slides/slide91.xml" Id="R829ab7632aca4d12" /><Relationship Type="http://schemas.openxmlformats.org/officeDocument/2006/relationships/notesMaster" Target="/ppt/notesMasters/notesMaster1.xml" Id="Re457db1e39934b12" /></Relationships>
</file>

<file path=ppt/notesSlides/_rels/notesSlide92.xml.rels>&#65279;<?xml version="1.0" encoding="utf-8"?><Relationships xmlns="http://schemas.openxmlformats.org/package/2006/relationships"><Relationship Type="http://schemas.openxmlformats.org/officeDocument/2006/relationships/slide" Target="/ppt/slides/slide92.xml" Id="R426f9484da4f42dc" /><Relationship Type="http://schemas.openxmlformats.org/officeDocument/2006/relationships/notesMaster" Target="/ppt/notesMasters/notesMaster1.xml" Id="R5fac26587d3a4e25" /></Relationships>
</file>

<file path=ppt/notesSlides/_rels/notesSlide93.xml.rels>&#65279;<?xml version="1.0" encoding="utf-8"?><Relationships xmlns="http://schemas.openxmlformats.org/package/2006/relationships"><Relationship Type="http://schemas.openxmlformats.org/officeDocument/2006/relationships/slide" Target="/ppt/slides/slide93.xml" Id="Rdb3e8855792943b4" /><Relationship Type="http://schemas.openxmlformats.org/officeDocument/2006/relationships/notesMaster" Target="/ppt/notesMasters/notesMaster1.xml" Id="R6d2a813d226941db" /></Relationships>
</file>

<file path=ppt/notesSlides/_rels/notesSlide94.xml.rels>&#65279;<?xml version="1.0" encoding="utf-8"?><Relationships xmlns="http://schemas.openxmlformats.org/package/2006/relationships"><Relationship Type="http://schemas.openxmlformats.org/officeDocument/2006/relationships/slide" Target="/ppt/slides/slide94.xml" Id="R8a5179d6bb814e43" /><Relationship Type="http://schemas.openxmlformats.org/officeDocument/2006/relationships/notesMaster" Target="/ppt/notesMasters/notesMaster1.xml" Id="R8b0e1018f4654c83" /></Relationships>
</file>

<file path=ppt/notesSlides/_rels/notesSlide95.xml.rels>&#65279;<?xml version="1.0" encoding="utf-8"?><Relationships xmlns="http://schemas.openxmlformats.org/package/2006/relationships"><Relationship Type="http://schemas.openxmlformats.org/officeDocument/2006/relationships/slide" Target="/ppt/slides/slide95.xml" Id="R5a5240030eba4162" /><Relationship Type="http://schemas.openxmlformats.org/officeDocument/2006/relationships/notesMaster" Target="/ppt/notesMasters/notesMaster1.xml" Id="R8c1ff76735164af9" /></Relationships>
</file>

<file path=ppt/notesSlides/_rels/notesSlide96.xml.rels>&#65279;<?xml version="1.0" encoding="utf-8"?><Relationships xmlns="http://schemas.openxmlformats.org/package/2006/relationships"><Relationship Type="http://schemas.openxmlformats.org/officeDocument/2006/relationships/slide" Target="/ppt/slides/slide96.xml" Id="Rfe7e4650a34f4b7a" /><Relationship Type="http://schemas.openxmlformats.org/officeDocument/2006/relationships/notesMaster" Target="/ppt/notesMasters/notesMaster1.xml" Id="Rae29f0de3169438b" /></Relationships>
</file>

<file path=ppt/notesSlides/_rels/notesSlide97.xml.rels>&#65279;<?xml version="1.0" encoding="utf-8"?><Relationships xmlns="http://schemas.openxmlformats.org/package/2006/relationships"><Relationship Type="http://schemas.openxmlformats.org/officeDocument/2006/relationships/slide" Target="/ppt/slides/slide97.xml" Id="R5112be566e2744a6" /><Relationship Type="http://schemas.openxmlformats.org/officeDocument/2006/relationships/notesMaster" Target="/ppt/notesMasters/notesMaster1.xml" Id="R7ed32e94a6f44568" /></Relationships>
</file>

<file path=ppt/notesSlides/_rels/notesSlide98.xml.rels>&#65279;<?xml version="1.0" encoding="utf-8"?><Relationships xmlns="http://schemas.openxmlformats.org/package/2006/relationships"><Relationship Type="http://schemas.openxmlformats.org/officeDocument/2006/relationships/slide" Target="/ppt/slides/slide98.xml" Id="Rdb42d24358eb406e" /><Relationship Type="http://schemas.openxmlformats.org/officeDocument/2006/relationships/notesMaster" Target="/ppt/notesMasters/notesMaster1.xml" Id="R6b61a7123517414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638508cc39436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ea35db2bbc544ad" /><Relationship Type="http://schemas.openxmlformats.org/officeDocument/2006/relationships/slideLayout" Target="/ppt/slideLayouts/slideLayout1.xml" Id="R42bd1360ac4f41f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2bd1360ac4f41f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3297701190438b" /><Relationship Type="http://schemas.openxmlformats.org/officeDocument/2006/relationships/notesSlide" Target="/ppt/notesSlides/notesSlide1.xml" Id="Rd40a3277393a4c8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bf224282e4461f" /><Relationship Type="http://schemas.openxmlformats.org/officeDocument/2006/relationships/notesSlide" Target="/ppt/notesSlides/notesSlide2.xml" Id="R6b6d56494cff4d4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02a177cd11411c" /><Relationship Type="http://schemas.openxmlformats.org/officeDocument/2006/relationships/notesSlide" Target="/ppt/notesSlides/notesSlide3.xml" Id="R9577af15e5f0447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bc517d9d044899" /><Relationship Type="http://schemas.openxmlformats.org/officeDocument/2006/relationships/notesSlide" Target="/ppt/notesSlides/notesSlide4.xml" Id="R545d5caa1f1b431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5f0c3cc50144e6" /><Relationship Type="http://schemas.openxmlformats.org/officeDocument/2006/relationships/notesSlide" Target="/ppt/notesSlides/notesSlide5.xml" Id="R93ceae3bd8e4466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4ccab591294a0a" /><Relationship Type="http://schemas.openxmlformats.org/officeDocument/2006/relationships/notesSlide" Target="/ppt/notesSlides/notesSlide6.xml" Id="Rdf4a6acb8695498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8b59799af0429f" /><Relationship Type="http://schemas.openxmlformats.org/officeDocument/2006/relationships/notesSlide" Target="/ppt/notesSlides/notesSlide7.xml" Id="R5c057bccba2142d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16dc296a8c4c95" /><Relationship Type="http://schemas.openxmlformats.org/officeDocument/2006/relationships/notesSlide" Target="/ppt/notesSlides/notesSlide8.xml" Id="R5292c88dbc58426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5255ff8d494b33" /><Relationship Type="http://schemas.openxmlformats.org/officeDocument/2006/relationships/notesSlide" Target="/ppt/notesSlides/notesSlide9.xml" Id="Rccbf5a20e8d7486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78ddfd270a48b7" /><Relationship Type="http://schemas.openxmlformats.org/officeDocument/2006/relationships/notesSlide" Target="/ppt/notesSlides/notesSlide10.xml" Id="Ra54c7c0733ff4a6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4aec99cbd64fc8" /><Relationship Type="http://schemas.openxmlformats.org/officeDocument/2006/relationships/notesSlide" Target="/ppt/notesSlides/notesSlide11.xml" Id="Re1ef4d9628924bd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e1bd1e793c4c38" /><Relationship Type="http://schemas.openxmlformats.org/officeDocument/2006/relationships/notesSlide" Target="/ppt/notesSlides/notesSlide12.xml" Id="R2d261bca1d2e443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477f204c0e4b5e" /><Relationship Type="http://schemas.openxmlformats.org/officeDocument/2006/relationships/notesSlide" Target="/ppt/notesSlides/notesSlide13.xml" Id="R4a53d9fb107442f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dd9b2e17a94bd7" /><Relationship Type="http://schemas.openxmlformats.org/officeDocument/2006/relationships/notesSlide" Target="/ppt/notesSlides/notesSlide14.xml" Id="R1e721881d696477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d81679427e4870" /><Relationship Type="http://schemas.openxmlformats.org/officeDocument/2006/relationships/notesSlide" Target="/ppt/notesSlides/notesSlide15.xml" Id="Raf42c41cef174ad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ff686360914498" /><Relationship Type="http://schemas.openxmlformats.org/officeDocument/2006/relationships/notesSlide" Target="/ppt/notesSlides/notesSlide16.xml" Id="Rb9c6983bdc4845b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cdc6dcfea64b47" /><Relationship Type="http://schemas.openxmlformats.org/officeDocument/2006/relationships/notesSlide" Target="/ppt/notesSlides/notesSlide17.xml" Id="Rf750af693dfd4e2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ffa78195194c9f" /><Relationship Type="http://schemas.openxmlformats.org/officeDocument/2006/relationships/notesSlide" Target="/ppt/notesSlides/notesSlide18.xml" Id="R8dedab9a998a4a0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c5e741af4840f0" /><Relationship Type="http://schemas.openxmlformats.org/officeDocument/2006/relationships/notesSlide" Target="/ppt/notesSlides/notesSlide19.xml" Id="R19b2d652bbaf484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8da2a805594ee8" /><Relationship Type="http://schemas.openxmlformats.org/officeDocument/2006/relationships/notesSlide" Target="/ppt/notesSlides/notesSlide20.xml" Id="R76e83eed75284d0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cee448b3564907" /><Relationship Type="http://schemas.openxmlformats.org/officeDocument/2006/relationships/notesSlide" Target="/ppt/notesSlides/notesSlide21.xml" Id="R7e0d8d6f2ee548e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c256c8176b4e39" /><Relationship Type="http://schemas.openxmlformats.org/officeDocument/2006/relationships/notesSlide" Target="/ppt/notesSlides/notesSlide22.xml" Id="R1b3fef311964495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00ae1bf43c4321" /><Relationship Type="http://schemas.openxmlformats.org/officeDocument/2006/relationships/notesSlide" Target="/ppt/notesSlides/notesSlide23.xml" Id="Rd074c924e0db48f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d45d20971d409d" /><Relationship Type="http://schemas.openxmlformats.org/officeDocument/2006/relationships/notesSlide" Target="/ppt/notesSlides/notesSlide24.xml" Id="R6d90ca11bcad4f2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0b27cfca24426a" /><Relationship Type="http://schemas.openxmlformats.org/officeDocument/2006/relationships/notesSlide" Target="/ppt/notesSlides/notesSlide25.xml" Id="Rac9e103993e54f8d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91852d7a35440a" /><Relationship Type="http://schemas.openxmlformats.org/officeDocument/2006/relationships/notesSlide" Target="/ppt/notesSlides/notesSlide26.xml" Id="Ra63fdade52834e6d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7970c7b148490f" /><Relationship Type="http://schemas.openxmlformats.org/officeDocument/2006/relationships/notesSlide" Target="/ppt/notesSlides/notesSlide27.xml" Id="R41af7ce0f662454a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6bc6be231a4212" /><Relationship Type="http://schemas.openxmlformats.org/officeDocument/2006/relationships/notesSlide" Target="/ppt/notesSlides/notesSlide28.xml" Id="Rf4f2b9efa6f54c4b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96b360bd094798" /><Relationship Type="http://schemas.openxmlformats.org/officeDocument/2006/relationships/notesSlide" Target="/ppt/notesSlides/notesSlide29.xml" Id="R7684b5e9308c47ee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fb2ea589664550" /><Relationship Type="http://schemas.openxmlformats.org/officeDocument/2006/relationships/notesSlide" Target="/ppt/notesSlides/notesSlide30.xml" Id="Ra2759645232048e8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868398800a44b0" /><Relationship Type="http://schemas.openxmlformats.org/officeDocument/2006/relationships/notesSlide" Target="/ppt/notesSlides/notesSlide31.xml" Id="R0b6c6cebf2b94316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2c14f104d94710" /><Relationship Type="http://schemas.openxmlformats.org/officeDocument/2006/relationships/notesSlide" Target="/ppt/notesSlides/notesSlide32.xml" Id="Re2b8f6944b8f4534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557857f9f243f3" /><Relationship Type="http://schemas.openxmlformats.org/officeDocument/2006/relationships/notesSlide" Target="/ppt/notesSlides/notesSlide33.xml" Id="R16fe801203c54f58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02fd9cf6cf47c2" /><Relationship Type="http://schemas.openxmlformats.org/officeDocument/2006/relationships/notesSlide" Target="/ppt/notesSlides/notesSlide34.xml" Id="R913a051e892041f7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24c7a26d1449a6" /><Relationship Type="http://schemas.openxmlformats.org/officeDocument/2006/relationships/notesSlide" Target="/ppt/notesSlides/notesSlide35.xml" Id="R3f9e068879704602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ffa12aa585427f" /><Relationship Type="http://schemas.openxmlformats.org/officeDocument/2006/relationships/notesSlide" Target="/ppt/notesSlides/notesSlide36.xml" Id="R7e62b917ed9b40a6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1bbbdc837344b4" /><Relationship Type="http://schemas.openxmlformats.org/officeDocument/2006/relationships/notesSlide" Target="/ppt/notesSlides/notesSlide37.xml" Id="R1a6faf91b3c14ba8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5b123d143a4c5e" /><Relationship Type="http://schemas.openxmlformats.org/officeDocument/2006/relationships/notesSlide" Target="/ppt/notesSlides/notesSlide38.xml" Id="R4448b5bebfc24e9f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4389db3e424f32" /><Relationship Type="http://schemas.openxmlformats.org/officeDocument/2006/relationships/notesSlide" Target="/ppt/notesSlides/notesSlide39.xml" Id="R0a6c303913b04d28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a7ed9b330b42bb" /><Relationship Type="http://schemas.openxmlformats.org/officeDocument/2006/relationships/notesSlide" Target="/ppt/notesSlides/notesSlide40.xml" Id="R3106f04b9f6144f6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99ce41a0a845b7" /><Relationship Type="http://schemas.openxmlformats.org/officeDocument/2006/relationships/notesSlide" Target="/ppt/notesSlides/notesSlide41.xml" Id="R01a299b444314863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c07a2cc95b4640" /><Relationship Type="http://schemas.openxmlformats.org/officeDocument/2006/relationships/notesSlide" Target="/ppt/notesSlides/notesSlide42.xml" Id="Ref04d53e984a468c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91a58d3dae432d" /><Relationship Type="http://schemas.openxmlformats.org/officeDocument/2006/relationships/notesSlide" Target="/ppt/notesSlides/notesSlide43.xml" Id="Rfa79a9e19ab94d8e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82712d1b734a75" /><Relationship Type="http://schemas.openxmlformats.org/officeDocument/2006/relationships/notesSlide" Target="/ppt/notesSlides/notesSlide44.xml" Id="R48f13104860642ec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aad62a61ba4b27" /><Relationship Type="http://schemas.openxmlformats.org/officeDocument/2006/relationships/notesSlide" Target="/ppt/notesSlides/notesSlide45.xml" Id="Re0280b94c58642db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69de5c2ff745c3" /><Relationship Type="http://schemas.openxmlformats.org/officeDocument/2006/relationships/notesSlide" Target="/ppt/notesSlides/notesSlide46.xml" Id="Rc8fe4339b8244d80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38d8ab0a7e491d" /><Relationship Type="http://schemas.openxmlformats.org/officeDocument/2006/relationships/notesSlide" Target="/ppt/notesSlides/notesSlide47.xml" Id="R32fd07f403a64ed1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7427ecee474004" /><Relationship Type="http://schemas.openxmlformats.org/officeDocument/2006/relationships/notesSlide" Target="/ppt/notesSlides/notesSlide48.xml" Id="Raff0631edbfc4bf2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55163b866b4df6" /><Relationship Type="http://schemas.openxmlformats.org/officeDocument/2006/relationships/notesSlide" Target="/ppt/notesSlides/notesSlide49.xml" Id="Rb4a14d05ff554449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f19842355246f5" /><Relationship Type="http://schemas.openxmlformats.org/officeDocument/2006/relationships/notesSlide" Target="/ppt/notesSlides/notesSlide50.xml" Id="R8c1d3d41908147ff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a8893ec0d4497a" /><Relationship Type="http://schemas.openxmlformats.org/officeDocument/2006/relationships/notesSlide" Target="/ppt/notesSlides/notesSlide51.xml" Id="R299eb2c60cdf4d82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00ecc8ee7340c5" /><Relationship Type="http://schemas.openxmlformats.org/officeDocument/2006/relationships/notesSlide" Target="/ppt/notesSlides/notesSlide52.xml" Id="R9482e46b808e4c6f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a21698c53b42b6" /><Relationship Type="http://schemas.openxmlformats.org/officeDocument/2006/relationships/notesSlide" Target="/ppt/notesSlides/notesSlide53.xml" Id="Rfe0297dc9ded4b18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1ea8cd54d541c3" /><Relationship Type="http://schemas.openxmlformats.org/officeDocument/2006/relationships/notesSlide" Target="/ppt/notesSlides/notesSlide54.xml" Id="R0e3784ebd8f040e4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5babdec46e4ff5" /><Relationship Type="http://schemas.openxmlformats.org/officeDocument/2006/relationships/notesSlide" Target="/ppt/notesSlides/notesSlide55.xml" Id="R6f8618da5ec949ba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927d258e564a44" /><Relationship Type="http://schemas.openxmlformats.org/officeDocument/2006/relationships/notesSlide" Target="/ppt/notesSlides/notesSlide56.xml" Id="R1848edbe9cf741c1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814da42ee84718" /><Relationship Type="http://schemas.openxmlformats.org/officeDocument/2006/relationships/notesSlide" Target="/ppt/notesSlides/notesSlide57.xml" Id="Rd4cf0216bc74469c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536569645646c0" /><Relationship Type="http://schemas.openxmlformats.org/officeDocument/2006/relationships/notesSlide" Target="/ppt/notesSlides/notesSlide58.xml" Id="R8fb6760d91804690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9e950f7a6a4d4d" /><Relationship Type="http://schemas.openxmlformats.org/officeDocument/2006/relationships/notesSlide" Target="/ppt/notesSlides/notesSlide59.xml" Id="R8257da6b0fe64f4d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3bc44513f94bbe" /><Relationship Type="http://schemas.openxmlformats.org/officeDocument/2006/relationships/notesSlide" Target="/ppt/notesSlides/notesSlide60.xml" Id="R502bbd41663b49c0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abf3d919e2492e" /><Relationship Type="http://schemas.openxmlformats.org/officeDocument/2006/relationships/notesSlide" Target="/ppt/notesSlides/notesSlide61.xml" Id="R0f819dbe40324175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042a198f904d36" /><Relationship Type="http://schemas.openxmlformats.org/officeDocument/2006/relationships/notesSlide" Target="/ppt/notesSlides/notesSlide62.xml" Id="Ra839c08ad77348fa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b9a08dee2c4fd2" /><Relationship Type="http://schemas.openxmlformats.org/officeDocument/2006/relationships/notesSlide" Target="/ppt/notesSlides/notesSlide63.xml" Id="R9d921cca30f74149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7032fa01034030" /><Relationship Type="http://schemas.openxmlformats.org/officeDocument/2006/relationships/notesSlide" Target="/ppt/notesSlides/notesSlide64.xml" Id="R08c9dfbac5af4192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68f00ad6e4447a" /><Relationship Type="http://schemas.openxmlformats.org/officeDocument/2006/relationships/notesSlide" Target="/ppt/notesSlides/notesSlide65.xml" Id="Rf7265072675641be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25e13671b74020" /><Relationship Type="http://schemas.openxmlformats.org/officeDocument/2006/relationships/notesSlide" Target="/ppt/notesSlides/notesSlide66.xml" Id="R9a474c4a5d584916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362ef6c5d54c2f" /><Relationship Type="http://schemas.openxmlformats.org/officeDocument/2006/relationships/notesSlide" Target="/ppt/notesSlides/notesSlide67.xml" Id="R495a5ca0a5d54e84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5e3bb222de423a" /><Relationship Type="http://schemas.openxmlformats.org/officeDocument/2006/relationships/notesSlide" Target="/ppt/notesSlides/notesSlide68.xml" Id="R834ad48ac19e4be0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c75f3ae97b4336" /><Relationship Type="http://schemas.openxmlformats.org/officeDocument/2006/relationships/notesSlide" Target="/ppt/notesSlides/notesSlide69.xml" Id="Rffea5e95a40b4fe3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e25c0f18cb4b4c" /><Relationship Type="http://schemas.openxmlformats.org/officeDocument/2006/relationships/notesSlide" Target="/ppt/notesSlides/notesSlide70.xml" Id="R1637731a6901477f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4826f015654a9c" /><Relationship Type="http://schemas.openxmlformats.org/officeDocument/2006/relationships/notesSlide" Target="/ppt/notesSlides/notesSlide71.xml" Id="Rf44b76be953e4f7f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d163706ebd4ad1" /><Relationship Type="http://schemas.openxmlformats.org/officeDocument/2006/relationships/notesSlide" Target="/ppt/notesSlides/notesSlide72.xml" Id="R276833f72cf1460c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d67287450247be" /><Relationship Type="http://schemas.openxmlformats.org/officeDocument/2006/relationships/notesSlide" Target="/ppt/notesSlides/notesSlide73.xml" Id="R3ede08ac29d24986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c5ba7ec41d4338" /><Relationship Type="http://schemas.openxmlformats.org/officeDocument/2006/relationships/notesSlide" Target="/ppt/notesSlides/notesSlide74.xml" Id="R884319dd88974186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49cdcd50284cbd" /><Relationship Type="http://schemas.openxmlformats.org/officeDocument/2006/relationships/notesSlide" Target="/ppt/notesSlides/notesSlide75.xml" Id="R35ca6e2f676b487c" /></Relationships>
</file>

<file path=ppt/slides/_rels/slide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285ec508ca4b7e" /><Relationship Type="http://schemas.openxmlformats.org/officeDocument/2006/relationships/notesSlide" Target="/ppt/notesSlides/notesSlide76.xml" Id="Rfa17449cce43405f" /></Relationships>
</file>

<file path=ppt/slides/_rels/slide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887f06f71441f3" /><Relationship Type="http://schemas.openxmlformats.org/officeDocument/2006/relationships/notesSlide" Target="/ppt/notesSlides/notesSlide77.xml" Id="Rc005dc27176747c6" /></Relationships>
</file>

<file path=ppt/slides/_rels/slide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d5f6444e6c4a7d" /><Relationship Type="http://schemas.openxmlformats.org/officeDocument/2006/relationships/notesSlide" Target="/ppt/notesSlides/notesSlide78.xml" Id="R76307499680843a6" /></Relationships>
</file>

<file path=ppt/slides/_rels/slide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1092a29b1b42db" /><Relationship Type="http://schemas.openxmlformats.org/officeDocument/2006/relationships/notesSlide" Target="/ppt/notesSlides/notesSlide79.xml" Id="R2a11c87619da40a5" /></Relationships>
</file>

<file path=ppt/slides/_rels/slide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fe6755b13643d7" /><Relationship Type="http://schemas.openxmlformats.org/officeDocument/2006/relationships/notesSlide" Target="/ppt/notesSlides/notesSlide80.xml" Id="Rcd69138195294fde" /></Relationships>
</file>

<file path=ppt/slides/_rels/slide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5b466903744438" /><Relationship Type="http://schemas.openxmlformats.org/officeDocument/2006/relationships/notesSlide" Target="/ppt/notesSlides/notesSlide81.xml" Id="R0e5dc572937a4917" /></Relationships>
</file>

<file path=ppt/slides/_rels/slide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b9b4b4be4745c7" /><Relationship Type="http://schemas.openxmlformats.org/officeDocument/2006/relationships/notesSlide" Target="/ppt/notesSlides/notesSlide82.xml" Id="Rd4899ec2f6a64daf" /></Relationships>
</file>

<file path=ppt/slides/_rels/slide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814b566ebf412b" /><Relationship Type="http://schemas.openxmlformats.org/officeDocument/2006/relationships/notesSlide" Target="/ppt/notesSlides/notesSlide83.xml" Id="R31e19d553bf24d11" /></Relationships>
</file>

<file path=ppt/slides/_rels/slide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40612acfb742ad" /><Relationship Type="http://schemas.openxmlformats.org/officeDocument/2006/relationships/notesSlide" Target="/ppt/notesSlides/notesSlide84.xml" Id="R50eab607476d4957" /></Relationships>
</file>

<file path=ppt/slides/_rels/slide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dc895b56104d8f" /><Relationship Type="http://schemas.openxmlformats.org/officeDocument/2006/relationships/notesSlide" Target="/ppt/notesSlides/notesSlide85.xml" Id="Rdefffbe859164f1a" /></Relationships>
</file>

<file path=ppt/slides/_rels/slide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41e87ece4b45b0" /><Relationship Type="http://schemas.openxmlformats.org/officeDocument/2006/relationships/notesSlide" Target="/ppt/notesSlides/notesSlide86.xml" Id="R77666526c6f547b4" /></Relationships>
</file>

<file path=ppt/slides/_rels/slide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fc9e2291c341b1" /><Relationship Type="http://schemas.openxmlformats.org/officeDocument/2006/relationships/notesSlide" Target="/ppt/notesSlides/notesSlide87.xml" Id="Rd3568a6984714a00" /></Relationships>
</file>

<file path=ppt/slides/_rels/slide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9f3265980e45db" /><Relationship Type="http://schemas.openxmlformats.org/officeDocument/2006/relationships/notesSlide" Target="/ppt/notesSlides/notesSlide88.xml" Id="R2e7c1b3f85ab4352" /></Relationships>
</file>

<file path=ppt/slides/_rels/slide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4b3793017c44ac" /><Relationship Type="http://schemas.openxmlformats.org/officeDocument/2006/relationships/notesSlide" Target="/ppt/notesSlides/notesSlide89.xml" Id="R765036b94a38436f" /></Relationships>
</file>

<file path=ppt/slides/_rels/slide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f0e5fb2a484f6a" /><Relationship Type="http://schemas.openxmlformats.org/officeDocument/2006/relationships/notesSlide" Target="/ppt/notesSlides/notesSlide90.xml" Id="R54fb09db24344288" /></Relationships>
</file>

<file path=ppt/slides/_rels/slide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176dfd6a194978" /><Relationship Type="http://schemas.openxmlformats.org/officeDocument/2006/relationships/notesSlide" Target="/ppt/notesSlides/notesSlide91.xml" Id="Rc51b7cdd2fd54168" /></Relationships>
</file>

<file path=ppt/slides/_rels/slide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4c56c403654946" /><Relationship Type="http://schemas.openxmlformats.org/officeDocument/2006/relationships/notesSlide" Target="/ppt/notesSlides/notesSlide92.xml" Id="Reaed15941ffc4060" /></Relationships>
</file>

<file path=ppt/slides/_rels/slide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38f73d118f451a" /><Relationship Type="http://schemas.openxmlformats.org/officeDocument/2006/relationships/notesSlide" Target="/ppt/notesSlides/notesSlide93.xml" Id="R1cfc3172205f4f15" /></Relationships>
</file>

<file path=ppt/slides/_rels/slide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911ce27da7478f" /><Relationship Type="http://schemas.openxmlformats.org/officeDocument/2006/relationships/notesSlide" Target="/ppt/notesSlides/notesSlide94.xml" Id="R8fbd5944965b4cd9" /></Relationships>
</file>

<file path=ppt/slides/_rels/slide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34e92dae694691" /><Relationship Type="http://schemas.openxmlformats.org/officeDocument/2006/relationships/notesSlide" Target="/ppt/notesSlides/notesSlide95.xml" Id="R62a3705278ee4d4c" /></Relationships>
</file>

<file path=ppt/slides/_rels/slide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13bee8592d44fc" /><Relationship Type="http://schemas.openxmlformats.org/officeDocument/2006/relationships/notesSlide" Target="/ppt/notesSlides/notesSlide96.xml" Id="Rdf9a5e5064454ea9" /></Relationships>
</file>

<file path=ppt/slides/_rels/slide9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de146862824a9c" /><Relationship Type="http://schemas.openxmlformats.org/officeDocument/2006/relationships/notesSlide" Target="/ppt/notesSlides/notesSlide97.xml" Id="R21ff53b5c2094340" /></Relationships>
</file>

<file path=ppt/slides/_rels/slide9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a9886072ab45a5" /><Relationship Type="http://schemas.openxmlformats.org/officeDocument/2006/relationships/notesSlide" Target="/ppt/notesSlides/notesSlide98.xml" Id="Rd6e19cddb3e74dc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53F316-4A5F-47D8-8AE4-A185A06B3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9539C0-2E7C-4F67-AA1A-599D349B6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Permissions, Shell Interpretation and Shell Programming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C8E46C-5B47-4BF5-804E-1DE1039F5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70CDF9-21B2-424E-A273-A6F3C391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FF407C-26A8-4CB6-9B23-28F261403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33450"/>
            <a:ext cx="7429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B1F18"/>
                </a:solidFill>
              </a:defRPr>
            </a:pPr>
            <a:r>
              <a:rPr sz="3450" b="1">
                <a:solidFill>
                  <a:srgbClr val="0B1F18"/>
                </a:solidFill>
              </a:rPr>
              <a:t>Permissions, Shell Interpretation and Shell Programming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12312B-6536-4F59-B8B0-517F02183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742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Unix System Programming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5142EC-DD98-40CB-A26D-58FF1FB48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1714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478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B0B087-22B8-4EEB-B45E-E9299999B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Hook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941E13-6E26-44AE-B605-187AFB36E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Core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1705A4-35EB-42DE-AAF0-8529A36AA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Mechanism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DB9999-9CBA-4734-B90F-67BDCBF14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Worked 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219A3F-1595-4E60-8289-5FDD05D8F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Exam-ready recap</a:t>
            </a:r>
          </a:p>
        </p:txBody>
      </p:sp>
      <p:cxnSp>
        <p:nvCxnSpPr>
          <p:cNvPr id="29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1718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30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0387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31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69056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32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7725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9884356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339B1F-5121-4F20-BCAE-FD39EF3D4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2A3CCF-8DEF-4222-919B-A5A09E7DC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Permissions, Shell Interpretation and Shell Programming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292F26-B830-4BEA-BDA2-917398BEA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7DC05E-C971-4933-8303-AB485CD3C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E2BE0F-178F-48E4-AC28-4B35CB5E7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6680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1F18"/>
                </a:solidFill>
              </a:defRPr>
            </a:pPr>
            <a:r>
              <a:rPr sz="2925" b="1">
                <a:solidFill>
                  <a:srgbClr val="0B1F18"/>
                </a:solidFill>
              </a:rPr>
              <a:t>Teaching route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A8D120-05B5-461C-B54A-FBA1FD40C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66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EE5DC7-8987-4277-9D93-3B2ABC387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002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F18"/>
                </a:solidFill>
              </a:defRPr>
            </a:pPr>
            <a:r>
              <a:rPr sz="1725" b="0">
                <a:solidFill>
                  <a:srgbClr val="0B1F18"/>
                </a:solidFill>
              </a:rPr>
              <a:t>Start with why the module matters.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4B6682-E80A-45A1-B8E7-CE8774F04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90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886FAB-1254-44E2-B1D8-904885CFC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F18"/>
                </a:solidFill>
              </a:defRPr>
            </a:pPr>
            <a:r>
              <a:rPr sz="1725" b="0">
                <a:solidFill>
                  <a:srgbClr val="0B1F18"/>
                </a:solidFill>
              </a:rPr>
              <a:t>Build one concept at a time with a diagram or worked trace.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9F807E-CE44-4A80-A7D7-C9F8A7923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14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1CACA7-516A-441B-86B9-FBF5CB96A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480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F18"/>
                </a:solidFill>
              </a:defRPr>
            </a:pPr>
            <a:r>
              <a:rPr sz="1725" b="0">
                <a:solidFill>
                  <a:srgbClr val="0B1F18"/>
                </a:solidFill>
              </a:rPr>
              <a:t>Use examples before definitions become abstract.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D2B8B0-0163-4883-892D-78D8B384F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38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56827A-9A10-403D-B76D-B2C72DB1F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719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F18"/>
                </a:solidFill>
              </a:defRPr>
            </a:pPr>
            <a:r>
              <a:rPr sz="1725" b="0">
                <a:solidFill>
                  <a:srgbClr val="0B1F18"/>
                </a:solidFill>
              </a:rPr>
              <a:t>End with definitions, algorithms/formulas, mistakes and practice questions.</a:t>
            </a:r>
          </a:p>
        </p:txBody>
      </p:sp>
    </p:spTree>
    <p:extLst>
      <p:ext uri="{BB962C8B-B14F-4D97-AF65-F5344CB8AC3E}">
        <p14:creationId xmlns:p14="http://schemas.microsoft.com/office/powerpoint/2010/main" val="20024645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546AB2-DBA6-465D-B656-41DF1440E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9083CF-22D5-40A0-82A7-CF55A23E4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Permissions, Shell Interpretation and Shell Programming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BDE236-BD34-486F-A036-568AF3731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EDA55E-B98E-4013-A67A-B081CB062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BC91A3-6C43-4BA7-9CCB-49607A7F3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6680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1F18"/>
                </a:solidFill>
              </a:defRPr>
            </a:pPr>
            <a:r>
              <a:rPr sz="2925" b="1">
                <a:solidFill>
                  <a:srgbClr val="0B1F18"/>
                </a:solidFill>
              </a:rPr>
              <a:t>Module map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82D4B4-5D1C-4F70-A207-A690CBA17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383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93741F-E976-4F40-A95B-B66569F52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7716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18"/>
                </a:solidFill>
              </a:defRPr>
            </a:pPr>
            <a:r>
              <a:rPr sz="1350" b="0">
                <a:solidFill>
                  <a:srgbClr val="0B1F18"/>
                </a:solidFill>
              </a:rPr>
              <a:t>File attributes and permissions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22780C-0AF9-4534-831D-F94B8F07A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955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359E59-A285-4AEA-A0E0-ABFD5F3C4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288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18"/>
                </a:solidFill>
              </a:defRPr>
            </a:pPr>
            <a:r>
              <a:rPr sz="1350" b="0">
                <a:solidFill>
                  <a:srgbClr val="0B1F18"/>
                </a:solidFill>
              </a:rPr>
              <a:t>ls options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B4AAF8-91F1-4377-AB9A-9B2DEDAFA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34FD49-4282-466F-B279-1442A8FD1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860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18"/>
                </a:solidFill>
              </a:defRPr>
            </a:pPr>
            <a:r>
              <a:rPr sz="1350" b="0">
                <a:solidFill>
                  <a:srgbClr val="0B1F18"/>
                </a:solidFill>
              </a:rPr>
              <a:t>Changing permissions relatively and absolutely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20E936-268C-4935-8B27-DE01E7B33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09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7EB91A-838A-405E-B0FA-C153B7527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432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18"/>
                </a:solidFill>
              </a:defRPr>
            </a:pPr>
            <a:r>
              <a:rPr sz="1350" b="0">
                <a:solidFill>
                  <a:srgbClr val="0B1F18"/>
                </a:solidFill>
              </a:rPr>
              <a:t>Recursive permission changes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C7B79C-18B7-410B-8662-339B57F84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671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EB9EB3-4068-45B8-AD84-E53E55BD1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004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18"/>
                </a:solidFill>
              </a:defRPr>
            </a:pPr>
            <a:r>
              <a:rPr sz="1350" b="0">
                <a:solidFill>
                  <a:srgbClr val="0B1F18"/>
                </a:solidFill>
              </a:rPr>
              <a:t>Directory permissions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A9E18B-3002-4D63-95CE-FC1F15F1A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243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70C5FC-BD83-401A-ABE5-9D5E38044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576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18"/>
                </a:solidFill>
              </a:defRPr>
            </a:pPr>
            <a:r>
              <a:rPr sz="1350" b="0">
                <a:solidFill>
                  <a:srgbClr val="0B1F18"/>
                </a:solidFill>
              </a:rPr>
              <a:t>Shell interpretive cycle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8802E9-EF60-430D-A865-91C6A32C2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815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2A7BE2-72E0-40C4-9C10-A821E2529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148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18"/>
                </a:solidFill>
              </a:defRPr>
            </a:pPr>
            <a:r>
              <a:rPr sz="1350" b="0">
                <a:solidFill>
                  <a:srgbClr val="0B1F18"/>
                </a:solidFill>
              </a:rPr>
              <a:t>Wild cards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EE0896-2438-4BFB-A469-7BE6A7373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38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317AB5-30EC-4622-A430-BF97C0B3A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720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18"/>
                </a:solidFill>
              </a:defRPr>
            </a:pPr>
            <a:r>
              <a:rPr sz="1350" b="0">
                <a:solidFill>
                  <a:srgbClr val="0B1F18"/>
                </a:solidFill>
              </a:rPr>
              <a:t>Escaping special meanings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29275C-4A01-41FB-8692-71BC45379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95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57BEA3-9359-4AD9-A263-9CFF8F768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18"/>
                </a:solidFill>
              </a:defRPr>
            </a:pPr>
            <a:r>
              <a:rPr sz="1350" b="0">
                <a:solidFill>
                  <a:srgbClr val="0B1F18"/>
                </a:solidFill>
              </a:rPr>
              <a:t>Standard files and redirection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BBB3DA-03AC-44AF-B264-76924AE0A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0388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+ 15 more syllabus items are covered in the following slides.</a:t>
            </a:r>
          </a:p>
        </p:txBody>
      </p:sp>
    </p:spTree>
    <p:extLst>
      <p:ext uri="{BB962C8B-B14F-4D97-AF65-F5344CB8AC3E}">
        <p14:creationId xmlns:p14="http://schemas.microsoft.com/office/powerpoint/2010/main" val="18675776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B81CEB-BB52-483A-B1CE-CD9ACA03D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0CA6D0-85DB-4431-B1F1-FF778F8AB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Permissions, Shell Interpretation and Shell Programming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4FB83B-2CFE-467F-B0EA-C9B7A2C24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AD8A47-7FF1-4048-AAD8-71BD8CBE3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10E6D8-CC3D-4E51-AB81-D8426A83B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File attributes and permissions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8AD07F-C8DA-4C19-B4C4-C1E16AE06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7B4D6E-FE0C-41C4-A4A1-D54F490B1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File attributes and permissions is best taught as a user/group/other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331617-2339-4426-8E78-900D5D2DF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A82AE4-F2CC-4C42-8F6B-62A0E9D7E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The key mechanism connects rwx bits with octal mode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09352E-3147-4840-96E0-B3FEEF3FD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0CC2C2-2764-4DEC-B719-05217FABA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For exams, draw the model first, label each step, and then explain directory execute and least privilege.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D321C5-EF14-46E0-864D-07AE46B09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user/group/other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7211FE-C327-420B-BF95-D1E583890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rwx bits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9E095A-1C25-47A6-87CF-A760C1D42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octal mode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3394F1-9170-48F4-AD88-042541526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directory execute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376A53-5A10-46E5-932F-294AC744B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least privilege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EBD8DC-51EE-4428-8021-C7C733D56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47857"/>
                </a:solidFill>
              </a:defRPr>
            </a:pPr>
            <a:r>
              <a:rPr sz="1875" b="1">
                <a:solidFill>
                  <a:srgbClr val="047857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7D7DF4-8680-4309-AE75-7C305CF58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This topic explains how file attributes and permissions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41112360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A029AE-09BD-47D1-A733-1261FFF4A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03A790-83D2-4318-8B59-B233CFEBA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Permissions, Shell Interpretation and Shell Programming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895BBE-5482-499A-B756-210E35AFE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789872-524B-467C-9666-65757FBCB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566BB7-3FAB-4905-A7FA-9782C3CD2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18"/>
                </a:solidFill>
              </a:defRPr>
            </a:pPr>
            <a:r>
              <a:rPr sz="2325" b="1">
                <a:solidFill>
                  <a:srgbClr val="0B1F18"/>
                </a:solidFill>
              </a:rPr>
              <a:t>File attributes and permissions: terminal/program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E8A28D-2037-4ED2-91BE-787B65B40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723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$ ls -l report.txt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-rw-r--r-- 1 user staff 214 Aug 24 report.txt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$ chmod 754 report.txt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-rwxr-xr-- 1 user staff 214 Aug 24 report.txt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C265F3-A191-4194-92A3-6B8D3C3E3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05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57CE90-0539-4C25-8F64-2A04213F1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383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Read the command/program from left to right.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B743F1-C28A-4DF3-B5F9-B7117D593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2293CA-EF76-46FF-9854-D1ECF18BF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Identify input, operation and output.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46FC76-0757-47C6-96BE-87B83C8DD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00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EB049E-C370-4DFD-A7B1-39986F728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Mention edge cases and error handling in viva/exam answers.</a:t>
            </a:r>
          </a:p>
        </p:txBody>
      </p:sp>
    </p:spTree>
    <p:extLst>
      <p:ext uri="{BB962C8B-B14F-4D97-AF65-F5344CB8AC3E}">
        <p14:creationId xmlns:p14="http://schemas.microsoft.com/office/powerpoint/2010/main" val="37570978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46A0B98-AFEA-46C9-8BFC-25712CCDC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F43091-BBFF-48B6-97F8-92D7C008A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Permissions, Shell Interpretation and Shell Programming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9BAAE9-45F1-47DF-9FED-14604A958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9E72BF-9932-4C37-A3F2-B200F8710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8E1812-3E5F-4376-8C7C-08034FE49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File attributes and permissions: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6AC514-7814-47F7-806D-3E92D115B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B01648-D4C8-4945-A30C-65405A8E6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E00CDE-DC94-46A9-B31E-BF55FBAE4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47D8E7-9931-402C-9259-6A7341EA7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562E15-4AF4-4FB6-8F97-FC76760B4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9AB420-7906-430E-9A2A-1140EB314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E6ADEC-12E4-4A7A-B5F5-F43C2DCBC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3A0BCA-4515-439E-A1A1-96CF1F2E7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user/group/other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5BBA4F-2B25-4B1E-871B-D5D02CF76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Identify rwx bits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930E78-3E63-47C2-B9F8-4A98EBA1A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FDF011-ACE7-4B4B-A4F5-B20E5478C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E7E663-D4AD-4DE5-943D-ED9CCB152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F84C97-AAF3-4D79-A1BF-02D0E7C6C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rwx bits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DC8B32-ABD2-481E-91E8-42DBC23AF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Apply octal mode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30637E-DB8B-4258-93ED-C358E5E0B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001246-9A60-4518-84DF-3387FDB05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45E803-6645-4417-B198-2A20E4691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895F08-D40E-4FFA-94A9-F10ECA63C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octal mode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A9F2D2-FC6C-4D96-A17D-69008692D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Check directory execute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F047BC-9F47-4482-8A0E-9964A2C63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1A137F-219E-40CC-92A4-0FA3B8795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A3AB26-B3F3-4A90-A2B8-85462E8EC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3A9A97-89BB-4D0B-9425-56052BCBC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directory execute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41D847-4A7A-4D01-8101-6D0D70D0A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Conclude least privilege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3F2F6E-AF24-4A83-9509-F994818A5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38A7F5B-7650-4D7D-AC1B-79EADF73A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file attributes and permissions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3079343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9338F4-37F6-49D9-86FB-7D49928C0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BCC704-9FF0-4FAC-9B80-3E10A34A7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Permissions, Shell Interpretation and Shell Programming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519238-9C9B-44B8-9A83-48C2FEF6D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F0C9BA-18DC-453A-A34D-4F3D03D3A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C2E9E5-083C-4EF7-A16F-3F6D40692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ls options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8F4AD2-81F5-494F-A8A3-FD26E2C9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D48E4D-654A-4C20-A31C-EA0131C50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ls options is best taught as a command/code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35793D-7F67-45F5-9FF1-8F1F74432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283DD5-7A0A-4007-B87F-B46F00144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The key mechanism connects kernel interpretation with system call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CE679C-9E95-458B-9B7C-D0ADC5DC8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5BC8E2-2AEE-4098-9CE5-01F96A8F3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For exams, draw the model first, label each step, and then explain result and output/status.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E3A629-B017-4D0D-9E15-2F7B16438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AAFFEB-E6D9-4C19-A40B-E813AFF58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9825A7-DB74-405B-B282-803A5372C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70A697-6562-4D91-9691-77B01D308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2C9E64-CBEF-46F1-9C09-E7E3EFBA0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output/status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26E23B-B9B4-4417-B565-EE92C8606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47857"/>
                </a:solidFill>
              </a:defRPr>
            </a:pPr>
            <a:r>
              <a:rPr sz="1875" b="1">
                <a:solidFill>
                  <a:srgbClr val="047857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007E8F-81CF-4C34-81AB-030D56ACE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This topic explains how ls options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01166526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E2D8E9-417F-4378-8EF1-30D958B43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509DD1-6D21-4E8C-AE6A-648E93325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Permissions, Shell Interpretation and Shell Programming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6B6194-A36B-453D-B9F5-96B931A88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EF7E70-56D7-4651-95BE-2215E9E7D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5AA291-F967-4520-B00E-0D5E440D2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18"/>
                </a:solidFill>
              </a:defRPr>
            </a:pPr>
            <a:r>
              <a:rPr sz="2325" b="1">
                <a:solidFill>
                  <a:srgbClr val="0B1F18"/>
                </a:solidFill>
              </a:rPr>
              <a:t>ls options: terminal/program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B8A0D2-5142-4929-A601-044D078CA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723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$ command --option argument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input | process | output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status=$?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B6FDFD-0E73-402D-B09E-C1DB7F1D4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05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DEE318-9B47-4588-8A9B-985CF1FE5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383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Read the command/program from left to right.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3BD2E3-0130-49AC-BBE8-C00776A2C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41EFDE-5223-41D2-B01A-248DF58C7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Identify input, operation and output.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61D774-0098-4CA5-A550-AB6018430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00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316E75-8760-4E7D-BC17-32557A885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Mention edge cases and error handling in viva/exam answers.</a:t>
            </a:r>
          </a:p>
        </p:txBody>
      </p:sp>
    </p:spTree>
    <p:extLst>
      <p:ext uri="{BB962C8B-B14F-4D97-AF65-F5344CB8AC3E}">
        <p14:creationId xmlns:p14="http://schemas.microsoft.com/office/powerpoint/2010/main" val="65306753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F49170B-B7DD-46FB-86CD-91617A369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4A92BD-E594-4FD1-848C-640C6FD22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Permissions, Shell Interpretation and Shell Programming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B3B95E-04C8-4376-AA67-47FC9EA08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4D71E5-7258-4A26-AE08-C7562C499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6A3B08-4C0A-424E-8231-1361ED8D5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ls options: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33A71D-7A6F-4262-830E-BAE7016F7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7B2A1D-808D-4E85-B158-F0C63FB2B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5FED88-E7AA-401E-8123-D7219EB61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5DF934-FCD4-4158-A002-AFA78EB6B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9A18D7-B8D9-4601-B6FF-AB83E8940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7DF448-536E-446E-94AD-1A3086555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62FA91-5D5A-40C3-87EC-6060A472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A3E193-EB54-4016-868A-5D595D147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31ADF4-6FF4-407A-9F80-8AF268CCF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Identify kernel interpretation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D4079C-0A07-4FEB-9DF1-A719A0071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DE2AFE-6AC8-4FFA-840E-0A640B17F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7043AE-B745-4BBC-B25C-86BDCDF80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7C6A22-DDFE-4275-8B43-E91A9C963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40FF55-3B0E-4063-8017-C94FC28F1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Apply system call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F03D6A-B562-45C2-B1D6-CC818D183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7B554D-E726-4B02-8871-88DF7E21E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BD0DAC-14F8-472A-A2A1-8006D12E0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65ABEB-E906-44B8-9A7E-FBEBF9D3D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5D253E-2F71-46CF-857B-9E75549C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Check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401D48-E6BD-4450-8F98-BCC2A45F3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4BF18B-E1A0-4BDE-91B9-9289FDC5F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7D8CA7-3BA8-4070-A6AB-BF332F8D4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7856264-3560-46C1-A2E3-1E793E027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1B8DD1-C2F0-43BE-9200-1DBF50C7C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Conclude output/status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2372054-9DEF-4736-8DBC-6E800E3A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17817A7-A489-4D44-90D6-C511AE149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ls options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95479138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07584C-990A-48AD-B259-34D3B8EC4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22511E-FA5B-4098-9581-37A37E8A8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Permissions, Shell Interpretation and Shell Programming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31AB93-C0A5-4083-8863-B87A6FC77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48BA18-4C20-4041-A71F-2B6A64EE6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63D077-0172-4C7C-B413-8E3E08409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ls options: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C4648E-5D5F-42F2-A02A-AE6FC7114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6C9D10-6790-4F6E-8FA3-DA38CB3A1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F18B08-F5E4-4E8E-9488-A5D7FA0FA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834A87-4244-4D70-9A9D-8D1DB48A3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CAEF42-972F-4B80-A013-7D01AAA97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32E45A-0A7F-48B7-8757-A1CEA9567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Treating ls options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670F3E-0826-4869-B3E0-52121AD3B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342533-41E3-4502-A561-31C43C921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Explain command/code -&gt; system call -&gt; output/status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E20AB2-D6AA-4086-821E-EEA224DCA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20EAEB-0A44-4FB8-93B6-E31E83A4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CE7E3A-078E-4C02-A999-0445156DC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1DC24D-A0F0-4388-BC92-6EFB19211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04D1F0-61A6-4DD3-BAF6-9ED672E21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2BF5A0-C2AB-4EAC-945F-AFD808252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694640-95D1-4043-83AA-40BF0D468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0FAB37-940A-4454-A440-79EE57EEA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Use terms such as command/code, kernel interpretation, system call</a:t>
            </a:r>
          </a:p>
        </p:txBody>
      </p:sp>
    </p:spTree>
    <p:extLst>
      <p:ext uri="{BB962C8B-B14F-4D97-AF65-F5344CB8AC3E}">
        <p14:creationId xmlns:p14="http://schemas.microsoft.com/office/powerpoint/2010/main" val="93312122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49CCD8-EE67-43AB-99B0-145E93596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BDD335-FC7D-4CA6-BD20-0449AFB94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Permissions, Shell Interpretation and Shell Programming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F1DEC5-4CF4-4DE3-BBDC-1224AA40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752647-70EC-42A4-8D89-47C2AB013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638F4B-1C9F-4B1B-9F47-F15A64B27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Changing permissions relatively and absolutely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8EC33B-4D8D-4D12-9D49-7A528580E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FB54D5-6266-46AA-A5C4-5C3B12F61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Changing permissions relatively and absolutely is best taught as a user/group/other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D35D38-0F57-47D7-B793-CF5DE7942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3CFC7A-A100-45DB-B13D-80639A489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The key mechanism connects rwx bits with octal mode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F41DAE-0276-49BC-8969-FC5C63673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A8AF5B-C589-48E0-BBD8-F4EE5FF48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For exams, draw the model first, label each step, and then explain directory execute and least privilege.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678A60-D445-461C-8A3D-80AD2AF5F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user/group/other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CA7EAE-7870-4381-9510-04506B433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rwx bits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2AA136-65B2-4EA7-9C21-7BEAFF2B5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octal mode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B1A187-8086-4EBD-A32C-921A96763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directory execute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EB9AE7-0ED0-4484-9297-7A1CFEA47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least privilege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54003B-56BF-430F-BB6E-E1C7AD607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47857"/>
                </a:solidFill>
              </a:defRPr>
            </a:pPr>
            <a:r>
              <a:rPr sz="1875" b="1">
                <a:solidFill>
                  <a:srgbClr val="047857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F94D7B-C3D6-413C-AA78-64C285F6A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This topic explains how changing permissions relatively and absolutely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88280267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FFBBC5-CA9B-4999-9187-289BB69F1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5BFD80-FE67-43CC-B5F7-81B688D7D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Permissions, Shell Interpretation and Shell Programming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F7E1F1-2B85-49A6-9CDC-3FCC43DAD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91DCF1-6F85-49EC-8B74-F87F26657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9D03C9-C13B-40F4-ABF4-E19C8057C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18"/>
                </a:solidFill>
              </a:defRPr>
            </a:pPr>
            <a:r>
              <a:rPr sz="2325" b="1">
                <a:solidFill>
                  <a:srgbClr val="0B1F18"/>
                </a:solidFill>
              </a:rPr>
              <a:t>Changing permissions relatively and absolutely: terminal/program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F143F6-7076-4608-AFE1-530442AA1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723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$ ls -l report.txt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-rw-r--r-- 1 user staff 214 Aug 24 report.txt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$ chmod 754 report.txt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-rwxr-xr-- 1 user staff 214 Aug 24 report.txt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52877F-F732-43AD-90D3-697153BA9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05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50A591-3D8A-47BB-859C-6D75FABBC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383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Read the command/program from left to right.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661EFA-CF28-49E8-845C-D347BD190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B03589-AF93-4C6F-8FA6-78986C972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Identify input, operation and output.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8DAE05-B48A-4B51-A121-C6C0964F7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00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716AEE-4217-49D6-88F4-C18F2C4B5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Mention edge cases and error handling in viva/exam answers.</a:t>
            </a:r>
          </a:p>
        </p:txBody>
      </p:sp>
    </p:spTree>
    <p:extLst>
      <p:ext uri="{BB962C8B-B14F-4D97-AF65-F5344CB8AC3E}">
        <p14:creationId xmlns:p14="http://schemas.microsoft.com/office/powerpoint/2010/main" val="97009803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A62A30F-7D7F-4F70-80B7-400916A74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DF9D1E-4043-4EF6-AD96-6D5BCB7AF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Permissions, Shell Interpretation and Shell Programming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CAE2A5-9FF4-49C7-998E-8AE9E64F8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3D2977-32A7-4ACB-8069-34AB6D6A0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ADBAA1-51E5-475B-B389-C328AB4D2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Changing permissions relatively and absolutely: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46D6B4-18D7-4B4D-8DA4-08FEB0313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3A1655-4810-4A84-892D-5A31AD599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C3B836-6342-481D-A194-8E70339C4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897583-2C66-4083-9096-C265C1ADB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90E151-320A-4CF1-BCE0-C9D1A3DFE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EA08AB-4541-4176-B5D2-E0BC6DF58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922172-1B2C-42FA-BEA1-BDE677376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2DD941-AD36-4449-A86E-50E8CCAD0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user/group/other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DAA05C-7E04-4C79-B37D-CD0B8B568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Identify rwx bits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1EA3A4-2F99-4E81-896C-CA8B2698D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E19BF1-D2EB-4840-8D4C-A9C900171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A08AD6-9DFC-486F-AD28-DD79BFCD8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B96C09-B9CA-4E29-B14A-F871A508A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rwx bits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5124E0-BF42-427A-8951-4C8AA5E67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Apply octal mode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98DD7C-AE7B-4995-81F5-0AC8654FF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15B74B-2237-4853-BDE7-3F5425454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68979B-AEB0-4B32-A789-5FE3511BD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EF4B1A-BDDB-4C5D-AE86-A0E0B626D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octal mode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C4243B-EDB3-4171-A69E-8B6D748F8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Check directory execute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AA8DEC-5AFC-4011-8635-A640AE5A7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9BBEDC-ED0D-45D6-9A03-77736C8F7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9F5CEA-AE13-40C4-B621-7BA10691E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D06D63-2ED0-48AA-9A22-10007118A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directory execute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402DAA-9F13-4802-8385-01ADE835D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Conclude least privilege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2D75F65-B38A-4897-94E5-F38F18C13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56B055F-E936-4737-9C45-8E245BF26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changing permissions relatively and absolutely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16992270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71F32C-3D16-4272-B6A2-F50B6E657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892874-F0F5-4741-A645-2919CCB0D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Permissions, Shell Interpretation and Shell Programming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CFF75E-2ABF-4964-AC1B-7E01EFC29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01ED89-BB90-448F-8A9D-74D6A118E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BBCE37-5D67-41F9-8396-F2ABF4B73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Recursive permission changes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FF6DAE-0580-4C52-BCA8-EEE298449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910665-C6E2-4ED1-84FC-61E5EC33C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Recursive permission changes is best taught as a user/group/other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D15D67-01D3-49FE-9746-DFCC0FDFF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25C094-420D-48D6-86DA-517B2F3A0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The key mechanism connects rwx bits with octal mode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C4F5D5-EBB5-456C-B033-02F193C3E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7D1C97-6BC5-4002-913A-3C1AE41F0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For exams, draw the model first, label each step, and then explain directory execute and least privilege.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434758-8E29-4BF1-A95A-195245B45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user/group/other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2A83AB-5AC6-4DB4-9A6A-B54DA54A3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rwx bits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7046BF-8079-4972-98D6-2C2EA41BA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octal mode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516F17-9181-4377-9ACB-CCF9FCB85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directory execute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971B82-99C1-4357-BDBB-F10A82104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least privilege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0B5D61-4188-4710-ABC4-D6257A794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47857"/>
                </a:solidFill>
              </a:defRPr>
            </a:pPr>
            <a:r>
              <a:rPr sz="1875" b="1">
                <a:solidFill>
                  <a:srgbClr val="047857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F25587-14C7-4259-8413-2DE9E9EF7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This topic explains how recursive permission changes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01528870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26A516-F1B3-4057-A5E4-A9B22B19F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B7FFDF-0CFD-4B5E-B6AA-2C5DAD52F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Permissions, Shell Interpretation and Shell Programming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69A8D8-CC87-4E45-84C7-7F808D91E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E0E144-F7C5-4B5A-B6D6-8CB9F90E7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03F9BE-D8FA-44E5-93E3-FF44AF535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18"/>
                </a:solidFill>
              </a:defRPr>
            </a:pPr>
            <a:r>
              <a:rPr sz="2325" b="1">
                <a:solidFill>
                  <a:srgbClr val="0B1F18"/>
                </a:solidFill>
              </a:rPr>
              <a:t>Recursive permission changes: terminal/program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897B84-5E44-4B02-B11A-54A9219FD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723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$ ls -l report.txt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-rw-r--r-- 1 user staff 214 Aug 24 report.txt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$ chmod 754 report.txt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-rwxr-xr-- 1 user staff 214 Aug 24 report.txt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CE0CDB-9D7E-4A40-8864-7C09E3A43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05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4E2A99-2040-4F96-BEB8-A1BEDCC22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383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Read the command/program from left to right.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0A704C-BB9A-4390-8D5D-5945ACE8E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3BF67E-60D2-48C6-899B-4C20D0513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Identify input, operation and output.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F30071-B583-4941-9343-038ECBED3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00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AEC50C-3E9D-44A9-A445-944FD113B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Mention edge cases and error handling in viva/exam answers.</a:t>
            </a:r>
          </a:p>
        </p:txBody>
      </p:sp>
    </p:spTree>
    <p:extLst>
      <p:ext uri="{BB962C8B-B14F-4D97-AF65-F5344CB8AC3E}">
        <p14:creationId xmlns:p14="http://schemas.microsoft.com/office/powerpoint/2010/main" val="176558979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2B8BC54-45E5-4409-AA3E-04321F011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A659C0-7A07-4CE6-904B-921C38906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Permissions, Shell Interpretation and Shell Programming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1152C3-DDC0-4136-8E1E-97CC53553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2A531B-CF9D-4B13-A9D9-336F18D0A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2AA8DA-7B56-4A99-9D74-B191A62AE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Recursive permission changes: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30B0AF-F5B0-4A74-A93B-6773AEB26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E34FB9-EAE4-4510-A78C-535E6A909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BACEDE-E824-448C-843B-4EF28F72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930A9D-4212-47E7-88B3-04D96456C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DEF10D-7DC6-46DA-A730-7CB53B1DC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BE1EDA-B7CC-43A3-AEE9-A36D9E91A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01B0DE-22FB-412E-807A-AFA78F488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813513-F1A8-44F1-B496-27BA2E149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user/group/other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C1443B-082E-45C3-9F5C-5F510A9B7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Identify rwx bits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3F2447-2BD1-4B58-AB7B-CB59DD7CB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E322FA-95F2-408C-9132-57F024D68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35F930-ED31-44F3-A21A-418C7A8D1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25C5B3-34D1-4EF2-9F0F-120459879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rwx bits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D0EE30-B725-487A-B8BC-440E4666F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Apply octal mode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001634-4147-4548-A358-CB3500636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F66125-F5C8-4C0C-AA2A-32436DD8D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57C9F2-7EC8-43F1-8674-2B8F2F239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705D89-3BBB-498C-8B38-934B48F0A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octal mode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BF93F4-2A59-457C-9A53-61AE0B461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Check directory execute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85555E-C438-42A6-8CCA-B4F67959B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FB4712-D9B6-461B-8CAA-3B4B62860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2A1E96-86F2-4E82-8261-925BB451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004995-ACC8-4629-86F4-B960B02ED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directory execute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A90A537-114F-4160-9F74-A9BDDD50E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Conclude least privilege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06BB906-3DEC-479D-AD72-6EE8891BF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D0E0AD3-4DE1-42B2-8EC4-D0AEC84D2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recursive permission changes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50665602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A41592-4062-4018-B58E-FCD067FCC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56D0FF-80B8-409D-AC90-DC68DD96B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Permissions, Shell Interpretation and Shell Programming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7AC8B0-E2C4-4D1D-A701-4B796A9CD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97811A-FAF9-4B05-8B4C-2D62C5572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9C601C-7EAC-4E1D-BF6F-13B986797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Directory permissions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DE3491-7DE2-48E1-A47C-3687D4124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2D9F21-283A-4052-91B2-68038D516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Directory permissions is best taught as a user/group/other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B8B55A-6100-42BC-B2AB-6A11A4843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59ED5F-7732-4309-9049-872F02BB7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The key mechanism connects rwx bits with octal mode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4791C2-5CA1-4E27-8580-E4A83C8DB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89E1E0-5D63-4165-8DEE-69C447757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For exams, draw the model first, label each step, and then explain directory execute and least privilege.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2CCD5E-0D88-44E3-8DFC-23B57FC2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user/group/other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E2258F-BC44-4625-AA58-4226DC6A9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rwx bits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46EC06-CB8D-485F-984A-0D33836BA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octal mode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70E893-ACCF-45D8-B1F9-C2C166834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directory execute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A4460D-569A-4223-B5E4-E016DBFBD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least privilege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B0F17B-4D8A-4884-BEB9-9703DC28D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47857"/>
                </a:solidFill>
              </a:defRPr>
            </a:pPr>
            <a:r>
              <a:rPr sz="1875" b="1">
                <a:solidFill>
                  <a:srgbClr val="047857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95BB67-7D6B-4E19-9417-C1DA4D32E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This topic explains how directory permissions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07662281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1D9B93-7A86-4DD5-A107-4E419627F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1682D3-68F2-4D30-A441-68FAE4F4F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Permissions, Shell Interpretation and Shell Programming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071805-4141-4B66-B600-B38E8BAA1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44C27F-250C-487D-A7BE-04935D21F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7583F4-EA6F-4B80-A9E3-D025BEF68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18"/>
                </a:solidFill>
              </a:defRPr>
            </a:pPr>
            <a:r>
              <a:rPr sz="2325" b="1">
                <a:solidFill>
                  <a:srgbClr val="0B1F18"/>
                </a:solidFill>
              </a:rPr>
              <a:t>Directory permissions: terminal/program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AB4714-83DA-4639-B5C6-1E1053ED3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723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$ ls -l report.txt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-rw-r--r-- 1 user staff 214 Aug 24 report.txt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$ chmod 754 report.txt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-rwxr-xr-- 1 user staff 214 Aug 24 report.txt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F56A4B-2334-4388-B30F-E05E4C458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05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7E1E28-23B9-4633-8FA0-3F9871487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383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Read the command/program from left to right.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F0A645-1159-418F-97DA-FDDA5E0CC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A5F487-FD2A-4BDD-A7C8-BA1AA5FAD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Identify input, operation and output.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9631B4-66E6-4A37-922B-302B03CC3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00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3D6F59-A5E5-4FE2-9366-D7F6EA33D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Mention edge cases and error handling in viva/exam answers.</a:t>
            </a:r>
          </a:p>
        </p:txBody>
      </p:sp>
    </p:spTree>
    <p:extLst>
      <p:ext uri="{BB962C8B-B14F-4D97-AF65-F5344CB8AC3E}">
        <p14:creationId xmlns:p14="http://schemas.microsoft.com/office/powerpoint/2010/main" val="161500645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E4D80AC-1463-4458-8FEA-F0F28626A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060FE1-C95A-4A27-8A91-1874D0120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Permissions, Shell Interpretation and Shell Programming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49A586-DD76-4456-A737-5D8FB533A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43765E-8779-4C77-81D1-2014A84AA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AD1936-8C10-421C-B1D9-FA382C939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Directory permissions: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5995A3-81F9-4CF3-8B84-0206DA5BA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316CE6-A487-4330-8E78-9C099A43D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693CD7-4B94-4F19-8F16-1C61643EB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7545E4-452E-450D-A94C-41B48F5F2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484F7F-309B-431B-80A6-2F43D9037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0840F9-FD5C-4B20-A79F-501514C5D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FAD472-7A52-4815-99A8-0E8140AC6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E7E24A-D6BC-4F24-9E84-DC090C4B0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user/group/other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BE7DB7-3358-44C9-943C-943027A16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Identify rwx bits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611B41-E346-47FA-935A-B3367BA5B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D9F3FC-B003-42F3-AF2F-03F024D2E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91ECE6-FF88-4178-BE31-5C3958795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771365-E911-40BB-88E6-0423EB936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rwx bits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861178-5D6C-42C8-B615-DE2703DAD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Apply octal mode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1F7933-36AD-4D54-9336-DDA968779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3A5198-12B3-4AB5-BEDF-A71FAC536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3D4C2B-E423-4BF1-8565-77961E9A1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EB94B0-1946-425B-8EED-B986A58E1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octal mode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89F3CB-7B9C-4B65-BF2E-262835605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Check directory execute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5017CC-6C2C-4337-87EE-797657CB5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2A18F8-DC8C-48D5-8EC5-6ED4053F2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5D0F7D-3B26-4874-BD9D-CAEE4AD41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47A798-A982-4BD8-BE0D-F955E4B86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directory execute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A818686-2EEF-40A3-9031-CA9647F46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Conclude least privilege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25B34AB-2679-4A09-9BF2-3D47A5A16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2DDD021-3428-4259-819A-061A1F54D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directory permissions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81814799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FDBD83-E6AB-44DC-B33E-E9697BC9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8F5CFE-D995-4CA8-A254-B7968B0CB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Permissions, Shell Interpretation and Shell Programming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9BF527-4462-4A68-AC41-3865B84B1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F44EF8-0D1E-4BDF-82F2-19D803275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A7525C-5D5D-4168-8A6F-12807549D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Directory permissions: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E1968E-53ED-4543-9ED2-8E56B2213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47937E-4442-4CD9-9A57-24A68E3D0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23EBE1-05DB-4493-89A5-7F18A8860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F18D76-CF3B-4372-B15F-5B8CDA50D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2AAE33-487B-489A-A94F-9E0F543E3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885E1D-D84D-4754-8E21-589824F06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Treating Directory permissions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5AABFE-7F71-48EE-BD44-134E42B10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542638-7BAD-4933-9B5E-583C6138E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Explain user/group/other -&gt; octal mode -&gt; least privilege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64AEFA-B46B-48B1-B16C-BF72E01CB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E3238F-658E-4B3C-8131-84D1C2D63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868D88-769E-4A00-AA03-945309B02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F7B45D-C528-4E53-A6AA-0987FD5FA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02D765-111B-4167-B43C-02C804EF4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A190C7-7E25-477E-B425-043DD8B7F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C552FA-8517-4EA1-9FC7-863119A7B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71E2C3-6231-4DA9-91EC-8612393E2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Use terms such as user/group/other, rwx bits, octal mode</a:t>
            </a:r>
          </a:p>
        </p:txBody>
      </p:sp>
    </p:spTree>
    <p:extLst>
      <p:ext uri="{BB962C8B-B14F-4D97-AF65-F5344CB8AC3E}">
        <p14:creationId xmlns:p14="http://schemas.microsoft.com/office/powerpoint/2010/main" val="407324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335230-6357-4653-A7CC-D6129DDAA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744013-AB1B-4F7C-84FF-1E3F083F5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Permissions, Shell Interpretation and Shell Programming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14CC5E-1918-4CA8-826B-C0FB5FDE5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98C078-C04C-4E74-BA6A-5C27C6DE8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EE5A35-664F-4F2E-A1C1-11CFD9730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Shell interpretive cycle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F75068-FDF1-4995-9163-FB30FFFB2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6E20F1-BBE0-4FB5-A8EC-506597CA6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Shell interpretive cycle is best taught as a command/code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BE4C84-C1F7-43C3-962F-32450965D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6E70E3-AA72-43B4-84DB-CCBE8BD81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The key mechanism connects kernel interpretation with system call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DA8B5D-C321-45ED-9ECD-7E39A4199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2D4EB9-4E29-4ED6-A392-9FFD0D0C5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For exams, draw the model first, label each step, and then explain result and output/status.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C3CDF9-81D3-426B-83E3-E307017C9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A55DD9-D649-4B20-BC6F-2AB4BB31B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DB8A44-CBAD-4161-847C-5EA1632BD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50D564-90E8-404B-A196-7311AAC94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166C4A-8888-4CC0-A8A8-733465C00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output/status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8A17EA-38D4-49E0-8C09-0BCF0426D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47857"/>
                </a:solidFill>
              </a:defRPr>
            </a:pPr>
            <a:r>
              <a:rPr sz="1875" b="1">
                <a:solidFill>
                  <a:srgbClr val="047857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4E22A4-8F35-4FC4-A255-6DB9BCD97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This topic explains how shell interpretive cycle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73267649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30DDDF-8425-4E5E-A553-0D4397C41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40A3CB-55F9-4254-B001-20DAED613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Permissions, Shell Interpretation and Shell Programming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17B958-E0D7-4D3E-A7D4-542751F10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5AB34B-4F47-48D3-8D8C-A0E5A82D4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931C47-E2E6-464B-816C-6A6753FE2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18"/>
                </a:solidFill>
              </a:defRPr>
            </a:pPr>
            <a:r>
              <a:rPr sz="2325" b="1">
                <a:solidFill>
                  <a:srgbClr val="0B1F18"/>
                </a:solidFill>
              </a:rPr>
              <a:t>Shell interpretive cycle: terminal/program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0405B1-8D29-438B-9679-4F9331CE8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723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$ command --option argument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input | process | output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status=$?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889FE1-D8BF-4A01-89E6-2C655861A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05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A23944-2213-4049-8FDE-4592ACC97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383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Read the command/program from left to right.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D79006-4650-43A6-B4D3-832E1892F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0B8C6A-D101-4D6F-B484-1E63FC8DF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Identify input, operation and output.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F094A7-4096-4FFF-920D-D2EAA0D3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00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987A49-2FAA-4067-9C7B-5A2A2754A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Mention edge cases and error handling in viva/exam answers.</a:t>
            </a:r>
          </a:p>
        </p:txBody>
      </p:sp>
    </p:spTree>
    <p:extLst>
      <p:ext uri="{BB962C8B-B14F-4D97-AF65-F5344CB8AC3E}">
        <p14:creationId xmlns:p14="http://schemas.microsoft.com/office/powerpoint/2010/main" val="128327009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387CE10-71CA-4739-AC51-32E50DADA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7F77DB-C063-4E81-B4C6-7C6A7B096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Permissions, Shell Interpretation and Shell Programming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B35CAE-91DB-439C-B5E6-CE0251E0F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A7A756-F710-4604-A468-B65F76634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CAC1C3-74B8-4CE6-A76D-628B3EF53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Shell interpretive cycle: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1F3F79-D70C-407C-B0F5-617DF7306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C7E135-6CED-49D7-B599-BA8C13074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58D0A4-99EF-43C4-B8C5-E5DD5A4AD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917E97-77C6-4C34-B85E-DC8C27B31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4C31FD-37C3-4D22-AC46-3D35C1441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7EE679-2DDF-43A0-95A8-DA5EE4657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CA5C4E-C86D-42BC-86D3-9A597EC83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58F703-06B8-46DD-9C64-F30DB8BB5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E7C678-EE3D-4576-9417-42C4AF1C5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Identify kernel interpretation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E592C0-9E13-4DCE-853E-F701468E5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CDF54D-3761-412A-950F-D78841749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27926D-4197-42F2-981D-4D9552881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4B28F9-3E30-41AF-8DE9-2B7DE1EB6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509C30-904E-4ACF-9953-4AFAB4545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Apply system call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78AEED-0298-46A5-B499-3C5E58B66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AB6D1A-B7FC-4020-AB68-ADCC13BCD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35BD20-0378-4758-95C1-782FA7480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877509-C0DB-4C7F-B764-EDDD0B078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FE552F-E2E1-4B04-A880-E6600696E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Check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87AD83-56AD-4B07-9E3A-34F473052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843B0F-ECF6-4DB5-A3A2-7A1B96517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5AFE70-C976-48ED-A1B1-DECA6B049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A63F01-A622-4D3E-A11D-39617EA7B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DB90CB-A498-4AE9-8BE4-11AB3E5EF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Conclude output/status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04F1CBE-D43B-495F-9431-68CFBA5FB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06300A-F0A6-4F92-B2DB-37E8561EC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shell interpretive cycle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85076573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D12D7E-645D-4AA2-8366-B5ED51CD8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87679D-03CE-4227-8393-AD5424F19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Permissions, Shell Interpretation and Shell Programming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22A93D-6677-4EDF-AFFD-2CBEE3696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2DBCD0-7EC2-4360-9888-6457A0247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88B19A-F576-4C84-9F44-060ADEEA1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Wild cards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852794-740F-4EF2-8655-F01464C46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126B15-AA87-497A-B2A1-2C9CF94B6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Wild cards is best taught as a command/code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71965D-02F8-481F-B215-7308705FD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0BB182-3170-440D-942E-FFE674BF0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The key mechanism connects kernel interpretation with system call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9B8EE1-75EB-4C2A-86EE-52ED3B4EF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D4929B-BE77-41C2-8E9F-FC26B9357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For exams, draw the model first, label each step, and then explain result and output/status.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C57F93-9F54-44B8-81A3-25590B41A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3C36F9-44CA-4C30-AD4D-99A528EF1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FBCD08-D59B-4A89-9D73-F7B325836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125E6A-3D96-4196-A92A-CCC6E6062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2FAD8A-4232-45FA-B39A-9CFD03474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output/status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8A75A0-7097-481F-93CB-71217C397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47857"/>
                </a:solidFill>
              </a:defRPr>
            </a:pPr>
            <a:r>
              <a:rPr sz="1875" b="1">
                <a:solidFill>
                  <a:srgbClr val="047857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2C97FF-07D6-4527-83CA-5997D2B81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This topic explains how wild cards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207105537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78747E-38FE-41F2-8CE1-827AC591E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93325C-48CD-4B29-B155-FDF526CE1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Permissions, Shell Interpretation and Shell Programming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8A6D1E-0FEA-4D56-A311-3A3DD0A42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416F00-71AC-4D20-8739-74F4AC5AA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4F1E41-D801-4F52-8D26-00A787ED0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18"/>
                </a:solidFill>
              </a:defRPr>
            </a:pPr>
            <a:r>
              <a:rPr sz="2325" b="1">
                <a:solidFill>
                  <a:srgbClr val="0B1F18"/>
                </a:solidFill>
              </a:rPr>
              <a:t>Wild cards: terminal/program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59EFBC-55FE-4BF9-9DD0-053F00584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723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$ command --option argument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input | process | output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status=$?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12432E-DD7E-450D-9F8D-082F94B27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05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5203DE-FB71-41EF-AA21-BC9B66BE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383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Read the command/program from left to right.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0CC72B-7A15-443E-BFB2-1EB4E1309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E69884-B387-4B53-A7E6-3B7A0A1BE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Identify input, operation and output.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7F2F11-C6CC-4E79-B147-922E4506F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00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3A7104-F10D-42D8-80F0-BBD54D244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Mention edge cases and error handling in viva/exam answers.</a:t>
            </a:r>
          </a:p>
        </p:txBody>
      </p:sp>
    </p:spTree>
    <p:extLst>
      <p:ext uri="{BB962C8B-B14F-4D97-AF65-F5344CB8AC3E}">
        <p14:creationId xmlns:p14="http://schemas.microsoft.com/office/powerpoint/2010/main" val="6912425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E367EF0-9688-4BD5-B2D5-26BDD4345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50D721-8AFE-4796-9C03-2760A7F9D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Permissions, Shell Interpretation and Shell Programming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569ADF-AD15-4E08-8B6B-1398220A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F932D5-BBCB-4187-973C-314455B23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A7519C-6766-420C-B313-5DAEC0F16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Wild cards: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35DAE7-0139-4144-9CC5-6EE635681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F402E0-27B3-4006-A0A8-207CC6E1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DB1329-9A84-4883-B995-ABFBAB663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91777A-3619-4B3C-8F45-0FB4CFA25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24E331-270C-4CB4-A272-8AA64CE89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1BFC86-D5E6-413D-A7AD-59238F1C9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1CE2F9-C5EE-4F7E-973C-D174E98CB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243B7D-617F-4937-A727-6FE407AF6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B9D5EF-5744-45EF-AABD-6DBA896D6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Identify kernel interpretation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FE265B-76DC-40C5-81E9-2C5953EC7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F0DD62-63BA-4A07-9B9D-0ACEB02BF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C2A549-E419-48FC-8DD3-A1FE2F6AB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57667D-9F8B-42E1-847A-5FAA3A156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89A086-2183-4642-B53E-602A9BEF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Apply system call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C494EA-55E0-43C9-8C86-06A87AC27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93CC2B-E241-475D-9C64-46EF03CA0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15DECA-4A3A-43F5-9543-CEF0D1A6F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17788B-D635-49B1-80EC-EF5812DB6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7F6F10-6037-4DDB-9466-EEAA4E968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Check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3BB499-EAB8-4B3B-B1BC-356498B88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9F0434-BAAC-4AA8-BC5A-C167F7AB4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9A795D-74E3-467B-864E-DD5570AB2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BDEEFA-FB0F-439B-8752-113F8E8F5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4C59930-7AE7-40F7-BBA1-643B92CB9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Conclude output/status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131B527-AE58-46BF-AF89-02E72D72F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F44A6D4-FF34-4FE2-8682-D8E943AAA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wild cards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32468643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877A9C-7329-4195-8ADF-40EB90BA7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65D00E-BE75-4F0D-A751-56FAF6378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Permissions, Shell Interpretation and Shell Programming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8FE7B6-67B9-4C7D-9349-33F952568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A97D6D-3EF4-4442-AB8E-B863FC568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C06035-114C-4B9B-A2FF-E85DB46CE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Escaping special meanings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853079-8AF2-47D1-8DFB-5B45D1496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0C3EB4-C40C-470A-B03C-89CE134C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Escaping special meanings is best taught as a command/code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A3C30C-6ABD-4D18-ACA9-B0DEB7925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01A7A1-78D3-4C0D-A1AF-5B3FE4FA4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The key mechanism connects kernel interpretation with system call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3CC681-66C1-4E4F-8844-DB044352D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769431-B977-481E-96B0-6BDC46836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For exams, draw the model first, label each step, and then explain result and output/status.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EC18D8-806E-4F7E-A677-3C31C9DF8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18AA4B-9692-4299-9BBB-6C3D225B4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212627-05BA-4E34-9C08-CFCA1B3B3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60739F-61A3-4CA6-9F93-359B2227C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0AA69F-75CF-426B-AD1B-57777AEA7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output/status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6C8750-4F17-4837-90D7-DA5899478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47857"/>
                </a:solidFill>
              </a:defRPr>
            </a:pPr>
            <a:r>
              <a:rPr sz="1875" b="1">
                <a:solidFill>
                  <a:srgbClr val="047857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F98853-FEC2-47C9-B42F-0B86D1BB5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This topic explains how escaping special meanings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51692009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28BE05-5186-4B72-9720-39CFB9A6C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3511A7-B6E3-45C8-89DB-11D46A1C1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Permissions, Shell Interpretation and Shell Programming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2045C0-BBB6-44A2-9D8E-02E5D50BC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31D007-B39C-4DBB-98DE-9640D077A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34351B-E29F-4CCD-A471-A624CE3E5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18"/>
                </a:solidFill>
              </a:defRPr>
            </a:pPr>
            <a:r>
              <a:rPr sz="2325" b="1">
                <a:solidFill>
                  <a:srgbClr val="0B1F18"/>
                </a:solidFill>
              </a:rPr>
              <a:t>Escaping special meanings: terminal/program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8A026D-81BC-40CD-B07B-68550E64E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723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$ command --option argument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input | process | output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status=$?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3748A9-8BFA-435F-BD7D-BEDBF3B77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05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65D624-3099-4141-8AD3-153217986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383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Read the command/program from left to right.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156B59-DE1B-4210-97B8-1D57A013F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94CAFC-7810-4141-8E35-E7753D516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Identify input, operation and output.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D8351A-8A58-4D66-AAE2-09A7FF5AB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00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46CCC1-AF4C-44C6-BC6B-478B3A33D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Mention edge cases and error handling in viva/exam answers.</a:t>
            </a:r>
          </a:p>
        </p:txBody>
      </p:sp>
    </p:spTree>
    <p:extLst>
      <p:ext uri="{BB962C8B-B14F-4D97-AF65-F5344CB8AC3E}">
        <p14:creationId xmlns:p14="http://schemas.microsoft.com/office/powerpoint/2010/main" val="146576525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3E1CA72-0FA0-46AF-B076-338E1ED66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1434C8-608D-43B4-AE7A-A975383D1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Permissions, Shell Interpretation and Shell Programming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DC0CC2-40C3-4C91-8FEC-75BA7EE68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2ACFEF-36A9-4846-9946-DA7ED62DC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7C2197-816D-470A-A95F-88A214792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Escaping special meanings: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303F46-C6E9-4EF8-8244-598C7D1E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1E0D76-3911-44D0-A9A2-9C10C7384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29CC7D-76F6-4004-8FC3-10DE15268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5ECBA0-4863-4AB6-A24D-810BFF26B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EC400D-E0B0-41C6-B8D0-EC8A69FB4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026D1D-4661-43A3-A970-BB6025EAE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A8D77A-7211-477C-9E37-C6CA805D8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B445E3-435D-4B9A-93D9-F00D451EF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885059-E5F8-42E0-871E-0DBADD077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Identify kernel interpretation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37733F-D10C-4677-ADDF-75DF1ABBE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1F1AD5-A3EA-411B-94F2-F98211245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C3DBC3-21EC-46B7-8423-FAFEBA806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B18519-4845-4F82-8A25-08602AE3D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F771E2-BACC-44CA-B736-00B5B3518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Apply system call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5C647E-BF53-4A52-957A-114AAA245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79C688-7EC9-49D5-9C6A-C5DC4B881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EEB428-6EEA-4B3F-BA36-7D39C114A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990F12-BFFD-4CD4-8F36-46B2198C9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271906-8C23-46A3-A575-8F7B4D8E0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Check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8476D3-8351-405A-958A-EE4443BD2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FE8405-63DC-4C1B-BCB9-235BDE486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C59CEA-E8AA-47CE-AE96-0E6032DC0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13D968-EA7C-4A3E-BBA1-0A0365F7C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AF6E7C-85A1-4828-AAE6-157566965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Conclude output/status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46409D-AD8D-4723-A464-5E08B0B32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FDBF0CC-5463-428B-AB87-81461705C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escaping special meanings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13887836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3A4364-2AB7-455D-841D-1BA8CB6BE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444297-FADD-4BB3-B639-10FC66645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Permissions, Shell Interpretation and Shell Programming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F83E53-E316-4892-ADDE-84CF0D2B4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1FADFB-4378-48BB-9C80-F20443B1E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5EF62E-FA9D-4758-A502-A3C20B908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Escaping special meanings: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9DC1CE-E0C2-4110-BB2B-B0E36031C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D28EF4-6C08-4C58-9956-C2C274300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C36A36-4296-4C33-9338-549F43CB6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E1852D-7C61-4E7F-9FCA-465D77F1F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01C86C-A22C-4005-860A-006FAE14D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1D062B-5C53-46AF-8E7A-DC74C759A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Treating Escaping special meanings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15AAC7-9344-4C77-8F12-549396F4E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3C8D1C-C389-42A0-A4B9-9FDA479F1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Explain command/code -&gt; system call -&gt; output/status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D64721-836F-428C-B1E5-8D01E77C8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EB722F-DDC9-4B8F-B7BA-B943003BE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A02196-17DF-45AB-AE3F-2676DCF3E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B5792F-311E-43FC-B805-3F51A3506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1F7FE4-0BF2-4BDB-89B4-2E7DFF00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BE12FB-75E0-4800-81BD-F2F8455AE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277FFC-D691-452B-A5DB-9BA2A1713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38E2E6-7662-4821-97AF-2D0E5637C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Use terms such as command/code, kernel interpretation, system call</a:t>
            </a:r>
          </a:p>
        </p:txBody>
      </p:sp>
    </p:spTree>
    <p:extLst>
      <p:ext uri="{BB962C8B-B14F-4D97-AF65-F5344CB8AC3E}">
        <p14:creationId xmlns:p14="http://schemas.microsoft.com/office/powerpoint/2010/main" val="127379014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6D9AAB-1D67-4839-A2F1-57BC574E6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5E29E6-EAB9-475B-A0C2-61301DEF0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Permissions, Shell Interpretation and Shell Programming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AE2CE9-0BC5-41EB-A033-675D4BA0F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F0E285-3438-4747-8DAF-51DE79CD4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9E91E0-8FC5-441E-87EF-40F718A6B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Standard files and redirection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E6D676-749E-4705-AFD4-E014FD826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719D2F-A3BD-4798-B5CD-28C5647AB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Standard files and redirection is best taught as a command/code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A0EE2A-A662-4E5C-8888-96A138A4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91AF85-5F92-461D-B711-EB77410FB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The key mechanism connects kernel interpretation with system call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CF5C7A-5FD4-4602-A254-931F5CA58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9413AE-DC32-45D8-91AE-69F20DF31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For exams, draw the model first, label each step, and then explain result and output/status.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A69071-3193-45C6-8021-CB4028D03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1A4435-1A49-4DD6-B831-F8F758BEF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75C6B9-5A8B-4150-ACAA-12D3C7FD6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8A6B98-6636-422E-8E67-F5F463A63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0A7BB1-BD4B-43E8-8AA0-69F88F1AC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output/status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39E114-A2E1-4652-A6AD-7B817D869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47857"/>
                </a:solidFill>
              </a:defRPr>
            </a:pPr>
            <a:r>
              <a:rPr sz="1875" b="1">
                <a:solidFill>
                  <a:srgbClr val="047857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4DC3C4-CAA9-4525-BEA4-6F23B9F11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This topic explains how standard files and redirection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820760689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29A7F0-227A-43D2-BF06-7A00D25FE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4D782F-CBD3-4A6D-88F7-F213CF031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Permissions, Shell Interpretation and Shell Programming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C6533D-B636-4094-9CC1-2ACBF8CC6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E22AB5-3798-40CD-B2E5-68BD8C38C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0979E1-1A2B-45D9-9DD0-C7DCACA0D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18"/>
                </a:solidFill>
              </a:defRPr>
            </a:pPr>
            <a:r>
              <a:rPr sz="2325" b="1">
                <a:solidFill>
                  <a:srgbClr val="0B1F18"/>
                </a:solidFill>
              </a:rPr>
              <a:t>Standard files and redirection: terminal/program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E7265C-ACD8-4468-A138-DFE96AC8C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723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$ command --option argument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input | process | output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status=$?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C6DB2F-89BB-41CC-BCE0-1BC12D899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05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D4E11E-D6F9-46D9-ACC0-A85808E5F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383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Read the command/program from left to right.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804ED0-8CC8-4425-AA78-4F7BCA224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803CB7-5D6B-414B-983F-B59E0812D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Identify input, operation and output.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2A9436-3596-4590-9B74-F0DF2DC8C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00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8019C6-9965-43FC-8681-9ABE43951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Mention edge cases and error handling in viva/exam answers.</a:t>
            </a:r>
          </a:p>
        </p:txBody>
      </p:sp>
    </p:spTree>
    <p:extLst>
      <p:ext uri="{BB962C8B-B14F-4D97-AF65-F5344CB8AC3E}">
        <p14:creationId xmlns:p14="http://schemas.microsoft.com/office/powerpoint/2010/main" val="435202757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00606CF-9C66-4553-AF7E-162CB76EB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D73B5C-875E-4D12-A640-FE8DF8E8D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Permissions, Shell Interpretation and Shell Programming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17B57D-B729-4F2F-9191-EBCE7D886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64E8CB-DA23-4AE9-850C-FA4397875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E665F9-47B7-4675-8300-288BECAFC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Standard files and redirection: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B66325-D80C-4F8A-BB31-E01799306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818421-1E62-40D9-9AE5-C644858B2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6DA1BE-25F7-493E-BBCE-FB75C4689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2CF0EB-84B3-484E-A80A-BA8AD20DD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B73BAC-8D38-4F34-ABF4-BB95615EF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35EF10-FAA4-4EE3-972B-19D6F78B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D21528-D979-4229-B0F7-05ABB78EF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894FD7-844E-493A-8638-2189925D6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19FF32-6770-4FFB-9F57-D150459DD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Identify kernel interpretation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C8D3DF-25EF-4AD3-A809-EA721572B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521285-4BCF-46A2-A7FA-290E61720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FD7B51-87F1-4F54-BCE7-C056D7D9D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D379C0-51F2-4A1F-957A-91F3CA3B6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568D99-950F-4253-9B40-80B3226B4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Apply system call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68F629-67AA-4E51-9AF5-246588BF6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E4ECAC-AE52-41C0-B3A9-0968F340A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EAF318-3CBB-40C4-89A5-92D80517C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F3F9A0-6BF9-438D-9397-AEA5E4525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26CF01-B3D5-45DC-881B-F5BE04E6B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Check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69B738-0D8A-463B-B223-902343B9A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46B215-2D92-43CA-A388-30382F492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0FF997-CEAE-43A0-8ED3-258C8B504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1EFBE5-7D31-4F72-A402-2DBD97A52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99E682-4989-4AC9-952D-D418ED90B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Conclude output/status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E64132B-1ED7-4F05-AC40-38D47E6EA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FEA83E5-5178-4F40-8B7F-211C15357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standard files and redirection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0543113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0BE43E-93C3-4814-AA1E-4396EF427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462602-D1A6-4DAB-AE5E-4CE7C0E1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Permissions, Shell Interpretation and Shell Programming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C6FB0F-FBE4-4266-A178-EA7D8D54C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734F2E-B01A-4A1F-A034-23D9BE194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F3BC5C-CA47-4501-A519-5E0BA46F0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Pipes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281087-A3EB-4A54-9649-FEFD4B2D1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8C7F10-AF70-45DA-9E95-18ECB5476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Pipes is best taught as a producer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FCC53A-5EB3-4525-8586-5A6525300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3119CA-2BA7-4892-96F2-4DC7CC416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The key mechanism connects kernel object with synchronization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24F1BD-8BAB-4F9C-99B3-A00C8BF02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851D54-70C1-46B4-87BF-68167191D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For exams, draw the model first, label each step, and then explain consumer and cleanup.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0ABCDF-5B23-4FE3-8525-536D359B9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producer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445467-BEA8-4550-BD4D-328FE5B4B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kernel object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572A22-D20C-4CEA-B74B-551302DC3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synchronization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5B0697-E842-401C-B251-899A25121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consumer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E0F836-A0C0-4FBB-AFB4-6E0BE9F8C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cleanup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40B92F-E07A-4255-90F3-002DE25B0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47857"/>
                </a:solidFill>
              </a:defRPr>
            </a:pPr>
            <a:r>
              <a:rPr sz="1875" b="1">
                <a:solidFill>
                  <a:srgbClr val="047857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ED0C0D-76AE-48E3-8BD0-3C526117E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This topic explains how pipes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370055955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EBBBDE-EADE-416C-A465-99E7B419A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D6C5E4-D9E3-4020-AFFE-6CF06DA2F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Permissions, Shell Interpretation and Shell Programming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F6F3A1-6BD0-4DEC-9AC7-75F081F4C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FA6B46-189D-4289-9BE5-6D22D2D85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8161A7-59EB-46ED-9113-F9915E421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18"/>
                </a:solidFill>
              </a:defRPr>
            </a:pPr>
            <a:r>
              <a:rPr sz="2325" b="1">
                <a:solidFill>
                  <a:srgbClr val="0B1F18"/>
                </a:solidFill>
              </a:rPr>
              <a:t>Pipes: terminal/program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9283DB-1192-44DA-A4E8-39D84609A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723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$ command --option argument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input | process | output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status=$?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4FBEBC-EBBF-4DA6-A1C8-C5A7C0C44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05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95F491-3501-4FFE-846E-E0BF8ECCE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383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Read the command/program from left to right.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4E400F-A734-4F4E-A965-BC74C6A61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FE65F5-6ABF-40A7-A348-831538759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Identify input, operation and output.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987CD6-D3A5-48BF-A5D9-747040489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00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1295F8-A702-4B70-A9B4-268745A4E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Mention edge cases and error handling in viva/exam answers.</a:t>
            </a:r>
          </a:p>
        </p:txBody>
      </p:sp>
    </p:spTree>
    <p:extLst>
      <p:ext uri="{BB962C8B-B14F-4D97-AF65-F5344CB8AC3E}">
        <p14:creationId xmlns:p14="http://schemas.microsoft.com/office/powerpoint/2010/main" val="165595005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A1E8C87-A01B-4F21-BA34-46CE4D67F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FC6FA3-D760-4511-B2E4-11BD4834A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Permissions, Shell Interpretation and Shell Programming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B8CCAA-7314-4ADB-86CB-09804016A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D5658E-EE85-468D-AAC5-0E7377501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DC21D4-45E3-43DE-80AA-556B793E9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Pipes: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9CFA21-067B-4C9B-B991-221E54CAC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CF4203-A603-472B-905C-0D047A94D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CBAE28-DF36-4B4D-8BFF-F2E9D1D8F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FDBA83-1085-4441-A9B1-729BB5F5B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5AB767-A560-44AD-BE01-87555C4F0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1FFA2F-910A-4AC7-A124-A99E0115A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072268-E368-4C01-A894-56A0735F3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16FB96-FC7E-4BEA-A153-B12CCFFA1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producer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D172EB-A11F-46B3-AFB7-354414707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Identify kernel object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37AA1D-60B8-46AB-96FC-E9B0DB9D2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DD9EE8-D918-45FC-AF81-D5F676DF1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7CC90D-904E-4432-9597-889FCB629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7C1414-ADFE-4122-9E7C-DED21A7CA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kernel object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D0E6CE-FE2C-43F1-BFAD-FE35AEE10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Apply synchronization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CE3526-995C-47B0-886E-CD9A279AA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9150D4-B84F-4781-A793-DA47F8B50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B2F823-7739-46C0-93AC-A1F708ACE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8EE66C-C777-4C65-B7FC-357D3DBE5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synchronization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A210C0-8934-4EB0-AFD5-43E8601CC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Check consumer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3528A4-C3A1-44F7-A6F8-54B59B6EC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5DD9BE-73F9-4722-A43C-7A914AD60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C06EC1-76F0-45C8-B4D1-F8A6861F6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2022CB-0EA4-4624-8FA4-90EC160F7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consumer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C139F9-B346-449E-8AAF-E08C13FEF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Conclude cleanup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EFDBED-E157-45FE-AF8D-9DE71E36A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B4E451B-2592-4240-A354-A7ABF519F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pipes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2094496015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ACA2D7-77F2-46EA-9B06-C1F862CFE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4A480E-13DC-4E1B-BD66-99EA2A1BD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Permissions, Shell Interpretation and Shell Programming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8262CD-BAD2-47F8-8CC2-2AE759131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E4C5DA-0285-44F2-9232-CEC5E55D5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7DEAE2-3287-460D-A8FC-730720DA1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Basic and extended regular expressions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2BFE7C-356F-40CE-930A-0D3A552E6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BE71AB-D043-47A5-9818-E8538DFEF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Basic and extended regular expressions is best taught as a command/code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6BC91B-BE7A-4984-A1D4-886482A1C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9368B3-AEDA-4F9E-8C4D-ABA45714C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The key mechanism connects kernel interpretation with system call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D255CA-F0DA-49F2-B728-E47D1A138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C1B9E4-EFED-41D7-9795-CD7B9AC80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For exams, draw the model first, label each step, and then explain result and output/status.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BC5324-8A7B-48D2-93C6-C8A260F7C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A7DD47-3EA3-4333-98AD-F4292E3BF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32328D-680F-43BA-A6E1-F38AA6233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71A89B-AC52-43BA-ADB4-187BD670F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BB1147-60E0-47F3-969B-C30A87480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output/status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FB2608-555B-4C40-8291-6610BC1D1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47857"/>
                </a:solidFill>
              </a:defRPr>
            </a:pPr>
            <a:r>
              <a:rPr sz="1875" b="1">
                <a:solidFill>
                  <a:srgbClr val="047857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DC0CB9-B9BC-4C9C-B06F-83589B388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This topic explains how basic and extended regular expressions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2125926080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8C0213-9045-4521-9C8E-99ECDFE19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1625FC-386F-4AE6-9221-1BB25A94E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Permissions, Shell Interpretation and Shell Programming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443340-B593-436C-BBF8-509C1E322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6B4BC8-BFB9-4BC9-A868-EF4BB3C53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0779E7-F1BE-4B62-AA58-57A011949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18"/>
                </a:solidFill>
              </a:defRPr>
            </a:pPr>
            <a:r>
              <a:rPr sz="2325" b="1">
                <a:solidFill>
                  <a:srgbClr val="0B1F18"/>
                </a:solidFill>
              </a:rPr>
              <a:t>Basic and extended regular expressions: terminal/program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9159FF-7175-4457-BAC4-FBBF87090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723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$ grep -E '^[A-Z][a-z]+$' names.txt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Nithin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Rahul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Asha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2B1CBE-032F-4DBE-BE12-742F30FC6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05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86F647-FB73-4A9F-BC91-003CB82BF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383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Read the command/program from left to right.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851396-D15F-4D37-B2CB-D0F0B6A8A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7CFA15-3399-4BE9-BC73-8D32045C5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Identify input, operation and output.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167E99-4AEE-459E-9D82-EDE4585EF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00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264B44-FD9E-4A44-AF20-179160DA7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Mention edge cases and error handling in viva/exam answers.</a:t>
            </a:r>
          </a:p>
        </p:txBody>
      </p:sp>
    </p:spTree>
    <p:extLst>
      <p:ext uri="{BB962C8B-B14F-4D97-AF65-F5344CB8AC3E}">
        <p14:creationId xmlns:p14="http://schemas.microsoft.com/office/powerpoint/2010/main" val="292243493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89744C3-4AC7-4B7B-849B-056DC0D09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A496CA-DA27-408A-9990-2F2BB295B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Permissions, Shell Interpretation and Shell Programming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959960-4F69-4F19-B571-FFCAA6423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90F7B8-D9D3-4578-A758-0C4A69CD3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8834C1-0D88-45FB-8C45-2DCAA2A76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Basic and extended regular expressions: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C5CFEE-B972-4E85-AD0C-850537A31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7ECDEF-D494-4A84-80D0-F48F22E86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625906-7B42-44B6-BD37-71C741E6A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EBE580-66CB-44CB-8C88-3B33DD420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8DAC91-E6C7-4E5F-A15A-AA2F8A808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DA470D-4204-4FBA-88B4-0E767716B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E42CB5-D130-4EDF-AB9B-0A992F80E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1E4A83-0DE4-40FF-9382-A99182722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097C18-F36F-4895-B7D7-661C1AB88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Identify kernel interpretation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FACE6A-A067-44A0-809D-3B7DC5164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5DB391-BACD-4825-A964-31E34C654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05DC77-C049-4BAF-8620-11FE3263B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37CB06-2203-4E18-92F1-45FB0EE7A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C6DD34-327B-4D2B-8490-350A07AB9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Apply system call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34A9A9-F229-4211-9CDA-BC9802563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156A6D-E28C-4671-8263-AB7D7BE7A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54267B-0FB2-4DB3-A627-F2AD5F17C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F3F930-7867-4293-8C40-6E1372909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E199FA-E428-4F12-BFBD-0E0C3938C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Check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6D53E2-6BAE-4A15-961A-11DC5745C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9668A0-D866-4371-8528-9255C360C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256B17-E936-4540-87A8-A7B955372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734A9B2-2F49-4CBF-846F-F2E24C93B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CDC131D-54E7-4592-A7CD-DEAB5B016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Conclude output/status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642DDC-CEB1-41CB-95F2-633FDB7D5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B41BB4E-E692-4C55-BE67-76FEC3D7D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basic and extended regular expressions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834484156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A62976-1B38-49F4-90DD-82D47922A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E7919C-CE15-4FD5-B31D-E48976D0C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Permissions, Shell Interpretation and Shell Programming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27C5EE-8CBB-4BDB-A0BF-060AB4E5A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DA3731-E4DE-478D-BAD3-45C6AC33B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E3114F-0C28-44AF-BFBB-F13A54495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Basic and extended regular expressions: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06AD47-1347-4452-B801-9D544F746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64A942-0E19-4D7F-8328-119FE04E5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8A89F7-926C-4D6E-B0C3-1CA10A4E8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9F8182-25B0-4732-85D2-4253BDE90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366F27-6B2E-49EA-B32D-391CBAB79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6A1810-15B8-4F3A-B2EC-888E4AABD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Treating Basic and extended regular expressions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7A7E68-1711-446F-8B32-E3D3014CB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5BFA00-5B50-4A1C-ABE5-1D775B56D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Explain command/code -&gt; system call -&gt; output/status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252B51-5011-4F92-9C1D-FDB7CD702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A5D68B-7636-4301-B5BC-EA8827260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ED1D8A-E0CB-4B8B-A9AD-4003D16F9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F8B020-1278-4235-906F-C6F6AAE4A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5759E0-0EDB-4DBF-A5FA-914D208EB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99CF8C-F3FE-4D97-895A-BC0C4855D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A57348-9DE3-4AC7-B819-46FF61BD2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90EB56-3EC7-4C5A-B0C0-1B7632CD8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Use terms such as command/code, kernel interpretation, system call</a:t>
            </a:r>
          </a:p>
        </p:txBody>
      </p:sp>
    </p:spTree>
    <p:extLst>
      <p:ext uri="{BB962C8B-B14F-4D97-AF65-F5344CB8AC3E}">
        <p14:creationId xmlns:p14="http://schemas.microsoft.com/office/powerpoint/2010/main" val="547696128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1498AF-9A77-43BD-BB8F-96C3B28B0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01A2D9-EC2F-47E5-9F52-045F0D6F1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Permissions, Shell Interpretation and Shell Programming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BCA0A9-84D8-4138-9CAA-BD09AFD7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D0862C-CD7A-4114-B9B7-02FDCAC19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BBBB64-1870-4F95-8740-F3AEC024C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grep and egrep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51D696-7C83-46AD-980F-1FA171964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7FC023-370B-4EC2-A3AE-E5FE51411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grep and egrep is best taught as a command/code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CDD533-7287-4DC7-B047-2C253AA36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84B235-717D-4C1E-9DDE-FD2037D4E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The key mechanism connects kernel interpretation with system call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FA83DB-E6CC-422B-A59E-D26140D5A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1FF1FC-A43A-4D12-8350-B3C7E6AB3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For exams, draw the model first, label each step, and then explain result and output/status.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5941E3-6CC0-4DBA-97FE-A2DDC22F0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9D376F-3FC2-4999-8FE3-8C4B114C9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BFF9CF-A2CB-42D1-9211-D2147E372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4005A3-626C-4621-8183-4F8A96B15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7A4C92-08D4-4692-9D3C-0F4494051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output/status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1A09F5-209C-4315-9237-E62FFF481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47857"/>
                </a:solidFill>
              </a:defRPr>
            </a:pPr>
            <a:r>
              <a:rPr sz="1875" b="1">
                <a:solidFill>
                  <a:srgbClr val="047857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A9CDF8-C2D9-431D-B021-25F2718E6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This topic explains how grep and egrep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267875252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DCC2BA-1EAF-4A62-9C90-8C605E3EB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FA2144-0497-449D-A1F2-A7D4C91BF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Permissions, Shell Interpretation and Shell Programming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3A9B5C-AA4F-4D88-B089-AC676D4FE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CB7C0D-237A-46EE-B706-7BC02D721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3E478F-272C-42A8-9C68-2E711D20C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18"/>
                </a:solidFill>
              </a:defRPr>
            </a:pPr>
            <a:r>
              <a:rPr sz="2325" b="1">
                <a:solidFill>
                  <a:srgbClr val="0B1F18"/>
                </a:solidFill>
              </a:rPr>
              <a:t>grep and egrep: terminal/program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33034C-3571-41EE-A211-535312843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723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$ grep -E '^[A-Z][a-z]+$' names.txt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Nithin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Rahul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Asha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9C809A-7E7C-4F67-AF99-C88805FD6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05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B2CECD-B21F-4DD2-B975-56E3011B2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383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Read the command/program from left to right.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BE4735-BA6D-4BCB-BDFE-155227313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D75029-E743-44E5-AABF-D0268E064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Identify input, operation and output.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2EBCA6-2A92-4EF8-BC73-96809728A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00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36FBA3-23EF-46F7-81A4-E424552DA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Mention edge cases and error handling in viva/exam answers.</a:t>
            </a:r>
          </a:p>
        </p:txBody>
      </p:sp>
    </p:spTree>
    <p:extLst>
      <p:ext uri="{BB962C8B-B14F-4D97-AF65-F5344CB8AC3E}">
        <p14:creationId xmlns:p14="http://schemas.microsoft.com/office/powerpoint/2010/main" val="2069007946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02AE29A-B1D9-4025-93E0-0288651DB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44B561-ACBC-476D-8687-67AA06843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Permissions, Shell Interpretation and Shell Programming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722026-F29F-49E8-8F6A-028B0F1DD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EF8756-3B6E-4EF5-8BC5-C1D659467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F5E51B-69C6-4A22-B15C-70578E8B8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grep and egrep: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CBA5D5-F23E-474A-AC62-74424FCC6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B185D0-6376-44CC-BB3B-464A42E16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8E02C9-9E3B-4D11-895B-55E22E7A6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80A669-C7A6-44CA-9A6D-0F8DBAB8E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2C8EE7-6770-4167-8251-FAE25232E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548FD3-9309-481D-8377-BC7F11320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660FD0-DE44-4B6D-86B7-D818A2B30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369D59-22E7-4586-9F56-F242139EA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BBA1EA-D87F-40A7-86D7-8884A3C53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Identify kernel interpretation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065037-6AE2-4CC9-A28C-F9E48D2DD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D1D10A-2D98-42A0-B6F1-9D88363FD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CEDC5C-D053-4368-B6BE-63BD7AFE3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43B88C-EE0F-480D-A3C3-30C6E82D5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99F0C5-01D9-45A8-9CF4-54DC57C23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Apply system call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5A201A-0AD3-4CD6-90BB-0184F7A1B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D6C1D2-846D-4DDE-9ACD-671BEE61A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42E7B4-51C6-44DE-8073-E5672AF84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13A4CD-1BDD-4870-A905-55247CEC8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FFE7BA-D008-4D87-8A25-2B9E0A398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Check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46A477-D327-428D-9565-A74CD0C56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3DB435-B227-4AD5-9825-02CF539DF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D4AE48-6457-4EFC-8C9E-CFDE8C980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83DDFB-0EF7-42DD-8469-FA01F9A6D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07989B-75E5-4AF2-9BED-DA69FE3DA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Conclude output/status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C5C354F-B3F4-4C04-893F-226D7DFF9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202390B-F456-494B-8DDA-0DE2F54E0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grep and egrep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93670706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16B443-8F05-42CD-9F4F-31D66D8E7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4001B1-192D-491A-92A1-1A6461FE1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Permissions, Shell Interpretation and Shell Programming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C97004-CE5C-4C9A-94E9-3E7FEBCE4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AABDDE-22FE-4C72-B75E-4562F897A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701E65-28EB-41F5-9CAA-7E75404C7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Shell variables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4DFE29-B6A5-4A52-B3D5-21D761023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1FEE89-EA10-4B73-8354-35EB7344A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Shell variables is best taught as a command/code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CE2621-70FA-4A8E-BF71-110C075B2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B12712-9D87-4328-A41C-2A9C2F657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The key mechanism connects kernel interpretation with system call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FED95F-8B67-4AEB-81BA-C3D759E63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4F699A-4771-4C1A-AE0E-6D0456EC6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For exams, draw the model first, label each step, and then explain result and output/status.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384C4A-AFD7-4204-91B3-912753F0E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5CB851-40B5-4989-B27A-8AF7542E0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93C78E-08C5-4DBC-9CCB-0269B3189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53ABD6-E269-475E-B3E3-D49EC7FB0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CF00E2-71C3-49D7-BCEC-9646B8184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output/status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C9B4D4-CDFB-4E89-BC6B-42A48B3AC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47857"/>
                </a:solidFill>
              </a:defRPr>
            </a:pPr>
            <a:r>
              <a:rPr sz="1875" b="1">
                <a:solidFill>
                  <a:srgbClr val="047857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3E68DB-3DA5-4E30-A7BC-FBA30BC20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This topic explains how shell variables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278155109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D71D36-7899-4B94-85E2-555622521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9ED1E4-841E-40EC-A4FB-DA23F5265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Permissions, Shell Interpretation and Shell Programming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5C1F60-152A-4838-8C7D-D824472A1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6A5FFE-0637-467A-BA81-6B3F0D134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AEB1A6-C864-49B2-9708-34E6A37E2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18"/>
                </a:solidFill>
              </a:defRPr>
            </a:pPr>
            <a:r>
              <a:rPr sz="2325" b="1">
                <a:solidFill>
                  <a:srgbClr val="0B1F18"/>
                </a:solidFill>
              </a:rPr>
              <a:t>Shell variables: terminal/program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A00951-ECF7-4169-B298-0AB5C04F7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723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$ command --option argument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input | process | output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status=$?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026726-58B0-4085-BE30-22B363215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05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2C5A27-B4C0-4E7A-8A29-DD00E8F4B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383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Read the command/program from left to right.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FFFDB0-FDC4-4DD3-9C96-849144E3A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CD949F-9882-4DE3-B7D0-23B463E1B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Identify input, operation and output.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4DDCB9-22D3-4D7F-871C-C40D32DC9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00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11CD74-D3A4-43FD-A950-30E69E1D1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Mention edge cases and error handling in viva/exam answers.</a:t>
            </a:r>
          </a:p>
        </p:txBody>
      </p:sp>
    </p:spTree>
    <p:extLst>
      <p:ext uri="{BB962C8B-B14F-4D97-AF65-F5344CB8AC3E}">
        <p14:creationId xmlns:p14="http://schemas.microsoft.com/office/powerpoint/2010/main" val="926815228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32F083-A793-49A9-BD15-9CC2F7B5F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D2E74D-6FBF-4056-927C-A7148F990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Permissions, Shell Interpretation and Shell Programming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B851A0-D243-4288-B49D-6EF74B158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D4D87A-1290-4379-9BC4-049EA3A7B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F78F27-623D-4CF6-A569-C3BFBBA4E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Shell variables: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BF0F25-4118-41FC-A64D-9E1C984A6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666EF0-0EB9-4E76-9475-11F03F27A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DDC20E-9C04-497C-A709-99367BCC3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C6DA0F-6BD7-431E-91F5-4E4630390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E9FF57-80F2-4D13-AED4-A6F415F0E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B2155C-1E63-4605-BB86-03FD4FFD0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6EB12B-EE9F-46BD-B5F2-BD4EF1476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4D1452-9B8F-471C-B44E-3129E7135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E96295-8BEA-4525-AB9F-18AE5A7FE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Identify kernel interpretation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9F533B-DBFE-4B5C-8298-C4D0EA48B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B752D0-928F-4B27-87EE-E70A3C56F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7252A8-C0B7-4128-90A4-BDB3FF11E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AC9617-A41B-4135-BF8E-D1B6127EE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1C195B-6EF4-46DA-ACFD-C59F44790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Apply system call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0B5162-5FB4-4D2F-8F3A-042E290A2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638C19-75E3-4F8A-8216-A1B20B245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458896-6B55-4F29-BB5B-2D32A8AEE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E8E9D4-5ABF-4C70-A812-54BB41086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29234A-9F20-4ACF-9AB9-2C6E12121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Check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AD8855-762C-4217-9CB9-74B2E748D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66A834-6575-40A8-9EB5-1929CFA73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2204B4-BF4E-4A40-96F8-B9529AD0D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0235B2-A182-48D6-9C5D-E7D5FCC79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7459FD-9039-4094-8C8F-23A21476E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Conclude output/status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D67568-5692-43D8-81CA-FB6F969EB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5D1E9C7-80E3-43F3-A5AD-7AB627195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shell variables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994920987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5570F5-17F4-47C8-8CB3-568685A7D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5A8CC9-5C75-43E7-9494-01459FF40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Permissions, Shell Interpretation and Shell Programming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119BB7-90D4-430F-995A-2B349F870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5BB00A-E2DD-4191-B56F-8ED9F7E03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7F1773-4122-41C9-940F-1109B7070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profile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81546C-F663-48C5-868C-48BB733CA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E7316F-AE22-4EC3-BB67-4EBE76E7B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profile is best taught as a command/code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26F2FA-B625-4E01-AB20-D3F1E8ED5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6F1610-5E02-4260-9C05-45567187D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The key mechanism connects kernel interpretation with system call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8424E3-89F2-4DEC-B11D-0A701E62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C4F305-62EB-4B34-9544-569473C10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For exams, draw the model first, label each step, and then explain result and output/status.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A88629-A371-447B-9334-548AE387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EEFC3D-5312-4B69-89F2-ECD0F4A96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78BE9E-274D-4B6B-BF1F-2861D2B86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229B0C-B3B6-49DB-81BB-C5042D9C6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DC76B0-07CF-4CE6-8AC3-4E25071BA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output/status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EE9FCE-CAEE-449C-90A9-D4F3616D2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47857"/>
                </a:solidFill>
              </a:defRPr>
            </a:pPr>
            <a:r>
              <a:rPr sz="1875" b="1">
                <a:solidFill>
                  <a:srgbClr val="047857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2CBB48-4DD1-403A-BD38-E0B5B31B1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This topic explains how profile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858440165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C7B2F0-C926-44FA-B75C-4A086D0FC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6228E7-2A92-4A46-9208-E9ADA977E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Permissions, Shell Interpretation and Shell Programming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6CA504-8EB6-4D27-82D2-06D2D0C88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116F6A-5C7F-42FF-BB84-347988984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487397-E8EB-4BC5-B5B9-0F25ECD2A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18"/>
                </a:solidFill>
              </a:defRPr>
            </a:pPr>
            <a:r>
              <a:rPr sz="2325" b="1">
                <a:solidFill>
                  <a:srgbClr val="0B1F18"/>
                </a:solidFill>
              </a:rPr>
              <a:t>profile: terminal/program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90DCFF-7986-4E70-AAF8-8597ECF50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723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$ command --option argument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input | process | output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status=$?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18F6C6-D0D7-482E-8238-09D2B39F7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05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5C687B-305B-47D3-9408-FBC2B3E84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383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Read the command/program from left to right.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6FC23D-0490-42CD-A93A-B857612AE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A55994-47D0-4481-817F-AF5C7A440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Identify input, operation and output.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80F164-D03A-4A9B-B732-84EDCD786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00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BC1121-B1FF-4DAF-B8C2-2A9EBF5C0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Mention edge cases and error handling in viva/exam answers.</a:t>
            </a:r>
          </a:p>
        </p:txBody>
      </p:sp>
    </p:spTree>
    <p:extLst>
      <p:ext uri="{BB962C8B-B14F-4D97-AF65-F5344CB8AC3E}">
        <p14:creationId xmlns:p14="http://schemas.microsoft.com/office/powerpoint/2010/main" val="1560063537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CC04E89-6C25-4D8E-ABD8-D19B7D848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3031A2-C846-46C4-9B2F-757BDB320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Permissions, Shell Interpretation and Shell Programming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14A2A9-D22D-4EBF-9CB7-B202BDC7B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CD6BB0-7DDF-4BBC-B804-71EF39CA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C78EFB-EB4E-4B9F-ABAD-22BE351F4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profile: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F14B4E-8B1B-4F9C-8730-73A98305A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60FA6E-BEB1-4909-9811-7B3CEA81E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E9FDFB-3854-46E9-8AA2-DF83F34CA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8BA5D2-0CFA-4969-8DA1-D5576708A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C0AF0A-A5D7-4307-A0B0-B33D7A854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70E555-FFC2-4DC1-9784-AA5EEBA4E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D6E92E-5E02-4FA0-822B-1D53B303B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83B438-27A5-4792-98B7-C3CB49A0F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041916-819A-4B93-A52F-54684D8BE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Identify kernel interpretation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A2AC35-1EB8-40BC-8B86-F1D1429F1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956869-C97A-44F4-8BE6-4031A0565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3A1431-776C-4E94-B1E3-147CCFE93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6B7B96-352C-46DD-BA8A-4E0076882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540D94-562E-4105-B64F-5985FF61E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Apply system call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28D931-6429-494A-ADC3-917F7BE56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08E75C-DBAC-4B50-9E68-F1884888A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FCCEEA-DD2C-415B-BF17-76DA9AE78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A5D29D-928C-4C8E-8687-26167316F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BB9F91-6C20-48B4-85F7-494794FA9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Check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B264C2-75B3-450C-A069-D6545D9B6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18EC33-2708-45A7-99DC-BC4A2DD0F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247C3D-D3C3-4292-8750-1BFC02EAD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FE8C7C-9E6D-4AD8-AAEE-BAA2CE9D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976074F-306B-4018-B4FB-555752581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Conclude output/status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5FCDEC-FD2A-4F15-B30D-0AA552B12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39F05C0-63F0-4A78-8D73-8A457C932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profile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29685980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30E725-43D9-4C47-812B-A4D3D4912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2B956A-55A9-420D-AC88-3B5ADC9E0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Permissions, Shell Interpretation and Shell Programming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96ACEF-0D2C-4B91-A45F-946C0E0F9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1BAE4B-AB01-4141-B2BE-9574A3937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50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D7623E-F095-44B8-834A-6EF67DD5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profile: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A6DBD3-148E-4D17-B42E-D59D59855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5FFC4C-C892-4841-B390-B6C41BB5D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8928E3-4D10-486F-A959-9BB461B7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21EBAD-8779-43B7-A93A-0E5F84F77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D52B6F-BC5D-473B-9F06-7528DFA46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123C68-D615-48B5-B732-1188247B9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Treating profile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BDD015-942F-4734-B963-6BDD8E966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C5F0F2-D05B-4B8D-8FB8-E567CBB2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Explain command/code -&gt; system call -&gt; output/status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422A72-FFDC-497C-8C45-95B139FAE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BA5C7A-0428-42A9-8E3D-EDF15F63A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324F16-F691-425E-A38D-93EDB9612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80ABE1-8F9A-4853-BE7F-3445711F5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8291A1-CCB5-412D-BC96-28ADFEDB9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0B81E4-7B46-4022-8B61-283BA02D5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6A8810-F719-4C0A-8E08-1755650C9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9AD1CE-0130-4899-B12B-0989FEC62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Use terms such as command/code, kernel interpretation, system call</a:t>
            </a:r>
          </a:p>
        </p:txBody>
      </p:sp>
    </p:spTree>
    <p:extLst>
      <p:ext uri="{BB962C8B-B14F-4D97-AF65-F5344CB8AC3E}">
        <p14:creationId xmlns:p14="http://schemas.microsoft.com/office/powerpoint/2010/main" val="1079263802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8FEE0E-AD07-49A4-A343-6919A0C57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198A4C-6ACA-4EE7-8ABC-99E6EF97B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Permissions, Shell Interpretation and Shell Programming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48254E-CF73-4105-8AFE-7C6014760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E53ED8-CEAB-4C8E-9893-D627C1234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51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D5B655-37A8-4D9D-A321-60513E443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read and readonly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D95B1A-36D2-4F5A-BEF3-DB80DB780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452BA8-5D89-437C-91E3-DB149855C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read and readonly is best taught as a command/code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91FA76-413C-42A9-8CFF-03D575C91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F6DF60-8BFE-4FD9-B48C-5704972BB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The key mechanism connects kernel interpretation with system call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B74DA8-73DE-4CF5-9D86-B8BBE02E0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A0A60B-F048-4D5C-8967-CA32CE9C9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For exams, draw the model first, label each step, and then explain result and output/status.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5F0611-18A3-44AC-B3FF-7B08611E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0ED4B0-2A39-4DC0-8AA2-D0B633F78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DFD122-79CA-43D3-BC49-EF4A160D7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D3838B-549A-45C1-9B19-4AE456F5F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85AD0C-25E8-4925-AA05-764151703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output/status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64A94D-7768-4E1D-8536-F992F4D1B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47857"/>
                </a:solidFill>
              </a:defRPr>
            </a:pPr>
            <a:r>
              <a:rPr sz="1875" b="1">
                <a:solidFill>
                  <a:srgbClr val="047857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0032E4-B914-4632-9426-2272FF9BF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This topic explains how read and readonly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987512174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5061D9-60FB-4EDC-A984-6ABA1F911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B791BE-5E1B-4EEA-BEB1-F35D6CF8F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Permissions, Shell Interpretation and Shell Programming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8DCA5D-79C0-4BF1-8DDE-3AB9393C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9CCF30-FB36-41B3-B524-A264F358A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52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81F747-F80C-4350-A557-7C9B6880C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18"/>
                </a:solidFill>
              </a:defRPr>
            </a:pPr>
            <a:r>
              <a:rPr sz="2325" b="1">
                <a:solidFill>
                  <a:srgbClr val="0B1F18"/>
                </a:solidFill>
              </a:rPr>
              <a:t>read and readonly: terminal/program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CCC64D-447D-49D2-88A4-1CDC8FAAC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723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$ command --option argument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input | process | output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status=$?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EFC116-1806-4AA1-A3BC-36B4C67D1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05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F19A5A-F9C1-44B1-B6EE-698F5229A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383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Read the command/program from left to right.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1CCB25-FD9E-4572-8CFA-E0CBC7EE5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93116E-981B-4147-B226-7F34A2355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Identify input, operation and output.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D77934-AAE1-425F-8B6E-7BD46E20D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00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6FC60E-B042-4064-81BA-DA927D113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Mention edge cases and error handling in viva/exam answers.</a:t>
            </a:r>
          </a:p>
        </p:txBody>
      </p:sp>
    </p:spTree>
    <p:extLst>
      <p:ext uri="{BB962C8B-B14F-4D97-AF65-F5344CB8AC3E}">
        <p14:creationId xmlns:p14="http://schemas.microsoft.com/office/powerpoint/2010/main" val="1143623651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90056E3-4825-4E67-AE5A-8A22D7BC9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C81EC3-49DB-4927-A9EA-62E542E26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Permissions, Shell Interpretation and Shell Programming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F23B77-5A63-49F4-998E-5190A4BF2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FC2D21-3420-45FB-85FF-A14FE0000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53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DEB77F-34E9-4575-8486-F0686128A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read and readonly: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96E3F3-D534-4948-99B3-7FB704AEF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469352-AF81-44C0-B92F-96FEA27A6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8346BD-8908-453E-9D2D-657432D62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D3F833-00C1-4AAF-8586-748AE530E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A3D390-E928-4914-A852-45550EE72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6E1B67-64EA-4935-A1FD-F5B8B99CF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CC71C6-C373-4C58-9500-5459871D5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BC5919-4839-4384-85C4-7ABCA2521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40EBC5-C0C8-4CC0-8B97-CA768F559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Identify kernel interpretation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99EC43-6EBC-4435-B59C-93DA56EA3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B4C5C6-74B1-4A39-930E-1C3804177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3BD002-4149-4355-8CB5-1F3A2547F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1423DA-107A-4EF5-AE8C-176027C9D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040CA4-67C3-4DA1-8459-7C44F682E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Apply system call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AE2698-E5CA-4B72-802C-CD95E02D6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7D177C-4C6A-4976-9F4F-53C1833F6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1FC2DF-E6CB-46E5-BCCD-EA1D45284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96AC56-7ADE-4E40-BA99-6DBC08C28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7F2268-B544-485B-A21A-9209CA61A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Check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60AB1F-27FA-41E6-8FDC-DEE8DE6AD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BF849B-450D-4254-AAA3-D46395893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810B56-6FDB-40FD-8EDA-5A0B547B3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47B6FD-B431-48E1-9FC8-1E06AA9D2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00DAAD-E968-487A-A445-BC86E776B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Conclude output/status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F318D58-A278-40C2-914A-3B6479627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0A608D7-F217-41C9-9636-740852FF1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read and readonly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877416378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A7DE83-E019-4982-993A-023B5DD9F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452B69-2118-4C30-B4D3-D17393598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Permissions, Shell Interpretation and Shell Programming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65281F-246B-48DA-A47C-8EDC2E63B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DA50B6-3662-484E-B9DC-693C3ED68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54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C85C80-BE0F-4A9C-8993-4049AB50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Command line arguments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94DA66-2DC0-4AB8-8A4F-9BEB487DB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4453A0-F231-4F96-9CB8-D81E2A2BD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Command line arguments is best taught as a command/code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7B5914-A899-4799-A9F1-AEAAC3E67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AA4A6C-38C3-4F6D-A914-4522AA80A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The key mechanism connects kernel interpretation with system call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873F5F-AF23-4C9F-860C-7B491AC54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CAED89-6FD8-4C6A-99D6-D3A0362B3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For exams, draw the model first, label each step, and then explain result and output/status.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961957-DC18-4F2A-A56C-3DE56136A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6AC4FC-104B-4B0E-816F-377B25CFB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F0D22A-CBC5-4AE3-83CF-834F03ABC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839D69-91A2-4818-B6D3-D9973DCD8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806AC2-7C3A-4DB5-9BEE-650182191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output/status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A09FCE-1FAA-4A68-A95A-D73918D5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47857"/>
                </a:solidFill>
              </a:defRPr>
            </a:pPr>
            <a:r>
              <a:rPr sz="1875" b="1">
                <a:solidFill>
                  <a:srgbClr val="047857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B34732-E976-4040-8D46-EEBF4A91C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This topic explains how command line arguments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2142237095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64C7E0-6EB1-4E33-802A-F74E4A0FC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D265D5-AADA-4AFF-9A16-36FEA6188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Permissions, Shell Interpretation and Shell Programming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2FFE27-9FAE-4CC0-BA3E-F54186DC2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BA8A60-1436-4E8F-8DB3-CB01924EB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55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E969C0-DFC7-4246-BFBD-689370D5B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18"/>
                </a:solidFill>
              </a:defRPr>
            </a:pPr>
            <a:r>
              <a:rPr sz="2325" b="1">
                <a:solidFill>
                  <a:srgbClr val="0B1F18"/>
                </a:solidFill>
              </a:rPr>
              <a:t>Command line arguments: terminal/program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0D631B-D06F-434E-AB7D-15189B497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723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$ command --option argument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input | process | output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status=$?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A023DA-6EFF-40A2-8087-AC287BE21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05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7D51A9-AB2E-4E24-8A40-0568AF521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383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Read the command/program from left to right.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B67273-D690-4EF5-86C9-79CECBC7D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E75585-738E-429F-89A9-288FE2EA3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Identify input, operation and output.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6203E1-F003-4CCF-9F67-B8AC16ACE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00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0C939D-DF39-420F-ABB5-52D0F0D77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Mention edge cases and error handling in viva/exam answers.</a:t>
            </a:r>
          </a:p>
        </p:txBody>
      </p:sp>
    </p:spTree>
    <p:extLst>
      <p:ext uri="{BB962C8B-B14F-4D97-AF65-F5344CB8AC3E}">
        <p14:creationId xmlns:p14="http://schemas.microsoft.com/office/powerpoint/2010/main" val="426389010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3E07410-0550-488E-A5E9-BDF372143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4A8C45-2C9B-4897-9FD9-B66AD2110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Permissions, Shell Interpretation and Shell Programming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E2387C-C852-4504-ACC1-3F21485F5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356534-13CF-467F-88C7-D4C99F93C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56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389BDE-FC84-4FB8-8FAC-0A0D445D3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Command line arguments: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6952DF-0970-4E94-85D6-80CB074A4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443B5D-6E8D-4CAF-A7CB-A257F2FA3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953308-94A8-4620-8C04-78FA65E01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4B7C62-32F9-4537-A7F2-CA553BD2C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303B2D-AE45-435F-BAC5-5A91DAA10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E9A3D2-4DCC-4BC4-9000-9EF733459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1BE4B3-5CD0-4D82-A2E9-74709DF4B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5DEF3B-FDF9-492E-B086-E8BF2939E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6C5517-B198-4731-9471-94A6C6FFF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Identify kernel interpretation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F522FE-918B-4D37-87B0-3EE5A3410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58EA73-4619-4F0A-AB3D-0C66266BD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F5E495-2FCA-4B9B-99FE-6A6031B81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D93788-EDFF-4AAD-AE3E-3BF3DEDD4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CEF010-267E-442D-A4E9-0C2987D53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Apply system call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3826EC-7091-4872-97B1-5B5714F3B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48D4A9-223E-4D7A-8D75-65328D3F7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DC5725-83E9-440F-868E-A1E474C48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B81CFA-820A-4383-821C-B3E069C15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3D9ABF-7589-40E6-822B-8D50BD72B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Check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A74671-7BC3-4FF4-8847-72BC6B722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0CCBAF-C676-427E-9EA6-025F428AD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968A3F-55EB-4B68-924E-1F435E23E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2B7759-7D42-449B-B16F-138C50C11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4207A6-FE89-4150-98D9-057F1C884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Conclude output/status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932C00-F924-43A5-B121-D29DC6A26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3E02EE8-768C-4F30-9631-FF0799181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command line arguments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893256359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9F3E96-801B-4832-9481-43B9F898F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E97728-A3D4-48E9-BBE6-DF6E67A21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Permissions, Shell Interpretation and Shell Programming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6AEC31-8265-4146-84E5-C92444CB5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28ABD3-331A-49AC-920D-82D7C6EC1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57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5FDC38-5A15-4949-B4E2-AA11F8EE5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exit status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C128F7-225D-4BA9-8EAD-EDC6D650E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2353EE-6CAF-4569-BD9E-4FFABE3FE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exit status is best taught as a command/code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50A307-CE77-4393-B58A-8499205C2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8C3E24-2FF1-4328-881E-20B4FFB67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The key mechanism connects kernel interpretation with system call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F7D8C6-8DA5-431C-B4CD-15672C107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9AB28E-0FFB-46B4-8BA9-D5FB8187B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For exams, draw the model first, label each step, and then explain result and output/status.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C83D44-85F5-4CDF-AB16-8C3B2102D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E51DF9-1FC2-4786-853D-F0AE6969F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B29E76-4245-4798-AB04-3C56D4270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CE8712-7E33-4191-B3CF-0AB60514A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3D123D-70AF-44C1-A14F-235EEA3A3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output/status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744182-3A42-4031-899B-79BC1A464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47857"/>
                </a:solidFill>
              </a:defRPr>
            </a:pPr>
            <a:r>
              <a:rPr sz="1875" b="1">
                <a:solidFill>
                  <a:srgbClr val="047857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19B0DF-A2D0-4F82-9FF8-A794A4530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This topic explains how exit status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848305725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57426C-A44B-49EB-BF6C-B12C5B475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810340-A9F8-4869-B951-643D4629B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Permissions, Shell Interpretation and Shell Programming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8D331B-BB96-421A-9E02-BB883E9DF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A0CE61-07A0-4F3F-8549-138B8FC8B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58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32B5E6-F5C0-4238-A0C3-1258BA309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18"/>
                </a:solidFill>
              </a:defRPr>
            </a:pPr>
            <a:r>
              <a:rPr sz="2325" b="1">
                <a:solidFill>
                  <a:srgbClr val="0B1F18"/>
                </a:solidFill>
              </a:rPr>
              <a:t>exit status: terminal/program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A3D333-8AC4-40D9-8778-F3D3E38F9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723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$ command --option argument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input | process | output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status=$?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1EA392-9751-49BC-8815-EDCF2A790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05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0A916F-61F9-4D8B-B90F-9FBB99FC8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383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Read the command/program from left to right.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3E9C54-6E9D-45E1-BA71-D87D19546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FDD049-4B14-487C-8FD6-6860C7AAC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Identify input, operation and output.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A94532-A402-4F43-9CB9-FA2C890DB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00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688316-C301-452E-AEE6-767EA3AF4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Mention edge cases and error handling in viva/exam answers.</a:t>
            </a:r>
          </a:p>
        </p:txBody>
      </p:sp>
    </p:spTree>
    <p:extLst>
      <p:ext uri="{BB962C8B-B14F-4D97-AF65-F5344CB8AC3E}">
        <p14:creationId xmlns:p14="http://schemas.microsoft.com/office/powerpoint/2010/main" val="356730405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177D468-51BB-4078-8832-C83E902C7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15668F-EA6A-4F0A-95BF-1ABC8F581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Permissions, Shell Interpretation and Shell Programming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77A9DC-B96B-443C-97E8-B950F4FA1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5FB390-276A-423C-8930-408E75689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59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8BA74C-846A-403B-90E3-51F7E169A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exit status: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3E29F3-93AF-44B2-9AB2-A4AAFF5ED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3CBB9E-714A-417B-8260-CE80081D5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EB0D15-C1B2-4F90-9D2F-1E06C9D79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2E0CD1-DFEA-43CC-B29D-7695A416D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C08136-C203-4E5D-BE87-780F65BB3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190E75-C695-463B-A094-C92D0EA65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01B263-E388-4580-A84E-93DA24A82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4C2074-CD6B-42C2-9169-55839B32F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75623C-514E-455B-8A6E-FB65CEBCA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Identify kernel interpretation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14F7A5-DC38-44F4-B3D1-2C74F9128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EB0143-C0F6-4DCE-AF8A-3B276E905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CB9B8B-CBE3-49D9-9086-9DFF7DFE3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DB6BB9-C6E2-4461-BA07-9B43201EC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6384FE-1E47-4F92-8599-45E7CE4D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Apply system call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32A7F6-E8C1-474C-893D-81CCF8C4D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BC0847-8149-499F-9AA6-667888C5F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FEDD56-14AA-4AC0-A7E8-497DD1457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2E2D36-397B-4407-BB34-A4E54344E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165573-06C8-497E-92EA-6E4A56E1B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Check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3A15A2-4200-4B7C-BF50-B20E803E8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37A13A-9B91-4FAC-8B07-63205AAE9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0F803B-71CC-42C0-AC57-A5B06FD89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4D3573-1C45-4BD3-8D3D-16D9F8E87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7C18B7-9F3C-4D8C-A367-7D987A4D8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Conclude output/status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94E336E-37ED-4F62-8368-3657214F2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E5AAA35-C227-4481-90AE-68C764C1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exit status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318331345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248E69-9CC5-48CF-9BFE-B7BD75DA2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8CD52F-09E4-4A00-9D31-F79A18E84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Permissions, Shell Interpretation and Shell Programming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61F01A-C92E-4372-8812-CA0B9866F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609FD2-A6A0-403D-9319-3D9FD9407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60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8F12BA-4669-42A1-9BAD-5176AC8B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exit status: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9C4927-4786-4D0D-9E2B-4ED00374E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91FE3C-0CA0-41A2-ADE4-71810DFEE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57AE72-0E9E-4A89-900B-821B2BF23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ECCA69-0846-44DF-82C9-3562EC90D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6490AB-D87E-498C-8F5B-497718058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CDA51A-9E33-4F67-9E0B-3468143A0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Treating exit status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BFD439-9FD1-47CD-9510-C82B34857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5CAD4F-F24B-4438-BC59-6FFE8E5D3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Explain command/code -&gt; system call -&gt; output/status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9AE8C8-951B-4063-9A53-975DB39FD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A509C7-1EA6-44B8-BD66-1FC0569B1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B71796-9606-4BE1-826A-CB3D9E4B1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572EC7-7302-4363-9AF2-CAE7BB3C7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2C0289-D760-4988-B94C-3DAF8402B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810C3F-BE15-41DC-8230-F71346501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2F7591-B291-4122-AA7D-5CF95EDE1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DD47B3-15BD-4C05-9A32-BE29D9AE6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Use terms such as command/code, kernel interpretation, system call</a:t>
            </a:r>
          </a:p>
        </p:txBody>
      </p:sp>
    </p:spTree>
    <p:extLst>
      <p:ext uri="{BB962C8B-B14F-4D97-AF65-F5344CB8AC3E}">
        <p14:creationId xmlns:p14="http://schemas.microsoft.com/office/powerpoint/2010/main" val="720076514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DF41C0-6B61-4138-9F1B-25CD55A50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228C1C-FF38-486D-B2F4-21AA0428C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Permissions, Shell Interpretation and Shell Programming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F50A64-E3AA-4597-9FE3-ED038CDD4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8B44DF-654A-4B11-AEDA-761052AC0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61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864F95-1EF5-4A90-859B-BE22C9554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Logical operators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8E72DD-AD2B-460F-B675-9DED99567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C2B78C-1920-410D-B1D3-2481546DD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Logical operators is best taught as a command/code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AE5C66-1017-4BEA-91AB-D6EB47FC0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85B7CF-3060-4EAD-AD61-C8F2CD634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The key mechanism connects kernel interpretation with system call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F7BB71-EB86-4FC6-91AC-38ABEB48C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D8575B-702E-4FE5-BE8F-2D72DC181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For exams, draw the model first, label each step, and then explain result and output/status.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A43B04-E515-48A2-BD2F-B37FC4981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093943-7277-486B-BCCE-C9FB347BF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2EFEB8-9933-4DB9-9E96-6CFFC8C79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8A949B-C7EC-4BA7-A7A6-AFA8819DD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FFB672-2EE7-4C41-A719-143C5D68B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output/status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A15F84-FE4A-48FE-AE87-98EE4380D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47857"/>
                </a:solidFill>
              </a:defRPr>
            </a:pPr>
            <a:r>
              <a:rPr sz="1875" b="1">
                <a:solidFill>
                  <a:srgbClr val="047857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DEB3C4-7DF4-4F6A-85AD-653C5976E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This topic explains how logical operators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381703531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F73BEC-182D-439F-9B14-4B3E6BC17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A4FFC6-9FC8-4B10-9DC2-1BBCBB5A6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Permissions, Shell Interpretation and Shell Programming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71C516-3335-4165-80B5-34C08C2FD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5F0EC2-1EB8-470C-BEA5-0B1CD0A4B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62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8F2F8B-9C03-4553-BE97-E49F0126A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18"/>
                </a:solidFill>
              </a:defRPr>
            </a:pPr>
            <a:r>
              <a:rPr sz="2325" b="1">
                <a:solidFill>
                  <a:srgbClr val="0B1F18"/>
                </a:solidFill>
              </a:rPr>
              <a:t>Logical operators: terminal/program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22D812-27C2-4745-96EE-7A7ED02CD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723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$ command --option argument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input | process | output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status=$?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D2E75B-F829-4D32-8B95-EAD64A982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05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2A83BD-A82B-4102-BBBC-08C161EAC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383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Read the command/program from left to right.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F8C54F-2846-4B2F-A94F-5CA9ED951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98ED65-9751-43A7-B6BB-DC37E0CEA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Identify input, operation and output.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855E76-1877-406B-A7CE-5B036CE2F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00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BF8FC0-F7C5-4730-B338-645C0962F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Mention edge cases and error handling in viva/exam answers.</a:t>
            </a:r>
          </a:p>
        </p:txBody>
      </p:sp>
    </p:spTree>
    <p:extLst>
      <p:ext uri="{BB962C8B-B14F-4D97-AF65-F5344CB8AC3E}">
        <p14:creationId xmlns:p14="http://schemas.microsoft.com/office/powerpoint/2010/main" val="2087381000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6949E37-E4D3-4AE7-A758-79781B250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9C1393-4B9F-44AA-8ACB-8FFCD4D8C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Permissions, Shell Interpretation and Shell Programming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D0DF04-8675-4238-A851-0F077DA1E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364080-68BA-4AD8-AF67-F6B88082A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63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A5B8F7-F4AC-4544-A208-9175D7B4F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Logical operators: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07E0A1-5864-414E-9A6E-48C5534FA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A6E246-8990-448F-977E-7AE3D11E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695CB6-E100-417F-AE6C-4E2D7B9BE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83269A-D8B2-4C47-9A86-B0619F43C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2BBD78-F51E-4AFE-A0C7-23AB1126A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3E9CD6-A25C-4099-A81C-0B784EAD0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177A7A-C713-4C80-B5FE-57921A8C6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9482E4-D4E0-4924-853E-BAA72A27C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A5DCF8-4389-4001-A763-2C12FBEA3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Identify kernel interpretation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863B63-22C0-4D16-8733-F762AB44C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89461A-EF49-4CC3-AC24-C0F095C84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52A842-8CA8-43E8-AA57-B077660F3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F7F613-CD70-4A43-BF88-C9A8A13CE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C7030F-AC2E-4C4D-9533-C3C0332F3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Apply system call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1616AF-2C5D-4230-8AB6-52DF5BFCE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76B928-F393-41F5-9E6A-33A62E81F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972D19-B8E8-471F-991A-40CB033EA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0888FC-2F67-439C-9415-F8CD03D3D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C7E630-95C1-4944-8187-41576D033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Check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A024AA-B2B6-4487-8046-303DB0F2E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D3C36C-E71A-47BF-9738-8A99F528D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A50076-21B3-4478-B6F2-204575E8C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CC3FBD-8640-46FA-AD07-C87DABCC1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960A74-15D4-4842-879E-E0AF42BF7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Conclude output/status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ECAB49A-F693-4FBB-B9E6-6FF04D7BD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4615C43-2586-4F9C-AFA1-4BDF225E7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logical operators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201736260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E860A3-7772-4914-8DC6-71BE64AEE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39FD97-F3D9-4201-9F15-4E4710135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Permissions, Shell Interpretation and Shell Programming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9C349A-6499-4C54-803F-1A5D9DBDF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2ABC9A-3E81-4702-8784-612558337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64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01937C-751F-4625-9D3A-46AEB90BB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test command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5118EB-4165-4709-AA0B-3A450ED4A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113DE0-1393-4904-AA47-E6575F9DE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test command is best taught as a command/code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2C61DF-3BC6-4FE9-8EB9-4E16E19A9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9E3BD1-5309-4D91-87EF-BBF4A177F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The key mechanism connects kernel interpretation with system call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7B5D68-FDF6-49E4-974F-6609F3F35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FD1FF2-8959-4148-8DC1-56336DB93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For exams, draw the model first, label each step, and then explain result and output/status.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764E4B-4BD3-410B-9FBB-0154B450F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490AC1-69DB-475D-9D8D-968340DC2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75A301-AEA7-4CFC-A1A8-BD088760E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27EFD7-521E-4FFE-902B-D3F67C614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966282-FB53-4E6A-83FE-7C67CCFDA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output/status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574B0F-6E98-43F0-848D-AD4FB49FF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47857"/>
                </a:solidFill>
              </a:defRPr>
            </a:pPr>
            <a:r>
              <a:rPr sz="1875" b="1">
                <a:solidFill>
                  <a:srgbClr val="047857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0F8F0F-AEE5-45DF-898E-E680AAF06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This topic explains how test command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749835193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DE8C75-8DD7-4B84-A6ED-F06122222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344F8A-3708-45CF-BCC9-A5081C9B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Permissions, Shell Interpretation and Shell Programming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00A696-3C69-4DBB-B679-8E4E4A92E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4764B2-B707-492B-B874-5DA918D9B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65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AABF59-1105-4ABC-B990-7094E988F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18"/>
                </a:solidFill>
              </a:defRPr>
            </a:pPr>
            <a:r>
              <a:rPr sz="2325" b="1">
                <a:solidFill>
                  <a:srgbClr val="0B1F18"/>
                </a:solidFill>
              </a:rPr>
              <a:t>test command: terminal/program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82B14C-2BBA-452C-9C81-6A21C9322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723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$ command --option argument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input | process | output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status=$?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A11065-09BA-40C4-B23B-3DA3F8EAE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05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616C19-8C6B-4AE0-B1F9-9A3CE6D74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383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Read the command/program from left to right.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DFC427-773C-43A2-ACD3-B49EBE2B9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4A8FF5-5C4E-45D4-8D55-24E8FE2ED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Identify input, operation and output.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420DD6-E2B6-4651-8A9D-9043E0E43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00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B8828D-CFEB-4663-A842-DF4C39ACD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Mention edge cases and error handling in viva/exam answers.</a:t>
            </a:r>
          </a:p>
        </p:txBody>
      </p:sp>
    </p:spTree>
    <p:extLst>
      <p:ext uri="{BB962C8B-B14F-4D97-AF65-F5344CB8AC3E}">
        <p14:creationId xmlns:p14="http://schemas.microsoft.com/office/powerpoint/2010/main" val="488003963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7CDEE0D-9980-4700-9D93-DD3A8EF95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32C8C9-2758-47B7-AFC4-194897E2B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Permissions, Shell Interpretation and Shell Programming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9565FC-337C-4CF2-9238-9CCE4D77C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6E7F1B-4661-4584-961F-ED2A7333B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66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D64B2A-9AAB-441E-BF7F-E081C9CA4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test command: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BE5B07-0290-425A-BED0-01DE94D30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250AC1-9D93-4E0F-8110-86CA1C7C6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26C716-A577-4DF7-9E30-E93A70C8F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6B332C-01CF-470B-88C6-F479F1B29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3DFF63-2349-4006-8F7A-6DD8009C7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9BB3D1-0560-4246-B36E-7B0AD0759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7DE4BB-CA06-4D19-831C-8ED84ED7F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03B01F-DC11-42B2-AA24-9BE8B8DE9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A90C79-0EB4-41B8-889D-FF073AC72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Identify kernel interpretation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7D872C-6595-4BFC-B5E7-84A64BEA5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A721AE-B290-4FBD-8C90-B26DAF6A4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7922DB-6486-45C9-8C87-1DA2C7072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40B3C3-53FD-402D-A8A6-271ACFBB7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D1F266-6D3B-4D94-BAD9-53B12C36C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Apply system call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DE4228-4993-4291-8681-4238F1094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F79D7A-DEA0-4A87-82D3-48918443C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BA719A-B576-40C8-BCEC-37F5C2AA8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C2682D-19A4-47EB-8BB8-CFAC4FC0F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90A9F8-5853-448B-8D11-9201C83F2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Check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4540A4-2774-4D24-AE6C-4BC3C4CF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BEF366-6CA1-49B6-BDAB-59196095D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A6B55A-9CD5-4565-B19A-2C7D6CA23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8FAA6C-A11A-459A-958C-BE55F91DB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688357-1DEA-4C2F-B8D1-038B2BAB5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Conclude output/status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F6F810-B354-4E46-885B-D84169847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FD9D3C2-67F4-474C-9F31-765F71E35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test command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815471546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BB2543-D06A-4E10-B175-CC6F1DDDD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FE9C9C-BA74-489E-91A3-318840575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Permissions, Shell Interpretation and Shell Programming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CFC6BA-B8E2-4D2F-AD94-27ED39366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14DC1B-9CE2-4B18-96EC-0B4DBC008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67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1596B2-76B9-4172-8100-FF9FFED04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if while for case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DDD7B4-5308-47AE-A487-E850FAAD7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807A2F-4650-41D1-916C-90E6E3A20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if while for case is best taught as a command/code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EBF00F-EE27-460E-B83A-A25ED6067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890CD3-B0D6-452D-88C5-CFE21A9E5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The key mechanism connects kernel interpretation with system call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5234A7-657F-44F3-A43C-F34A6DF9D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BE8689-7FD0-44E0-9A4D-6B9A77677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For exams, draw the model first, label each step, and then explain result and output/status.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227F56-910B-4801-B535-6C539C078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6E84E6-DD34-416C-8A93-21B2DBE15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E7C133-AA97-46BA-83A2-70A16C2ED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4740B5-BEAF-4766-A227-B2C91AE59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F9C0C0-A753-44C3-8655-774705861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output/status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98AE55-8438-4E59-BD5F-08C8B8CA4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47857"/>
                </a:solidFill>
              </a:defRPr>
            </a:pPr>
            <a:r>
              <a:rPr sz="1875" b="1">
                <a:solidFill>
                  <a:srgbClr val="047857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33E115-403F-43F1-A29B-732295DDA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This topic explains how if while for case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733297964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8D87CD-3FF6-48F8-8751-2987FBFA1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8CC44B-9A08-4480-9412-983E237FA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Permissions, Shell Interpretation and Shell Programming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7030BE-0ABE-4220-B7FB-8947C3028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FCE238-06F4-4C98-8810-443C9FC4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68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999A7C-EEB6-4266-9353-39B784551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18"/>
                </a:solidFill>
              </a:defRPr>
            </a:pPr>
            <a:r>
              <a:rPr sz="2325" b="1">
                <a:solidFill>
                  <a:srgbClr val="0B1F18"/>
                </a:solidFill>
              </a:rPr>
              <a:t>if while for case: terminal/program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D42397-0101-481D-A4A7-0A400A0CD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723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$ command --option argument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input | process | output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status=$?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A4B626-5349-427F-B994-D977675E0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05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7BE729-CB05-4D8E-BDBE-547711B41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383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Read the command/program from left to right.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75C355-DF37-41AF-AB7E-3E7671676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82FD20-189F-4F0E-BB95-E6112C374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Identify input, operation and output.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C9CC3D-BD95-4C24-96A9-46FDF1E0D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00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516603-0983-4760-A14B-C808ACBAC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Mention edge cases and error handling in viva/exam answers.</a:t>
            </a:r>
          </a:p>
        </p:txBody>
      </p:sp>
    </p:spTree>
    <p:extLst>
      <p:ext uri="{BB962C8B-B14F-4D97-AF65-F5344CB8AC3E}">
        <p14:creationId xmlns:p14="http://schemas.microsoft.com/office/powerpoint/2010/main" val="517495851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A15BE6-4DFE-43A9-8B41-8CB6DA43B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14F84E-2790-4659-B607-8235E2D08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Permissions, Shell Interpretation and Shell Programming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3564DC-7732-48B6-8B07-807C1A1ED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71BD9E-18E6-4EBD-904E-1A396E957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69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3DF934-2F22-453A-B98C-1B69158B8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if while for case: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BFAE95-4575-40B6-84F8-3AAC3D9CC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995923-BFB1-4C80-8080-246ADFA6D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65746C-7F9A-4E8A-9A43-4B0087E27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5608AA-5CFA-4C0F-B212-DDB2C1E4D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29AC8B-D832-4BEE-B975-02965915C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F85A27-FA4E-4455-B809-15348644E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68D66D-699B-4E85-831B-3D35B367F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B2236B-F935-4BC3-8556-AB1A5D684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8DBB61-1EA2-47C6-9939-B62BD4A0D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Identify kernel interpretation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B19735-120C-4ADF-BCBE-E382FB3E5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3E1EAE-C653-4647-984C-98C670B83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B1F016-ED73-4FF5-AFB0-F0905A885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BBC72E-F7D6-42D9-B058-CA3422DDA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B17906-2948-4EEF-A9E3-46FF4F89E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Apply system call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F8F799-2D7F-4BA0-8CF9-02EFC5DF7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7E4D2D-1545-4148-A751-955A5C26A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6FC638-84C7-43E5-BF71-A607DDF71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5F0D15-3EB0-49A5-B843-A6D0E98A0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97C34B-8B9F-4E0F-85C0-9398FEB87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Check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7451CC-48BB-4285-BBFB-79C5FBAF4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1733B5-BAE1-43F3-B135-2077097B3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E25265-26C1-4CF1-989E-9A0AACC94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DF8996-D8BD-402D-AF43-E31E34DA5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7FFDC3-C4B6-4AD4-A05E-BC67B4A26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Conclude output/status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0B295C-3910-4F06-832E-F3563B62B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029C080-D230-4EEF-8CFC-38E573CB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if while for case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659626806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7C3B81-8BEC-4109-B6FC-C1B605F5F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FDCAA2-5FFB-48DA-B954-8A278A75D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Permissions, Shell Interpretation and Shell Programming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7757C3-CF32-4157-815F-B4B3898EF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CFC45E-CE3D-4657-A20E-15C81C818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70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727399-3A12-4E64-9485-DA8CAA622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if while for case: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62CF3D-2C65-402F-A7CD-6AA373D5F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480971-D1CA-4145-90D2-F5061CB29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CD9B31-578B-4BEB-9421-5290E2B08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CA71F0-E11B-448B-9350-DA79FCF0C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B7B46C-9356-4E59-B054-68C667A35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1EADB8-737D-4D98-85AD-DC5516994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Treating if while for case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680F05-6186-4A03-8F1D-35EAED03D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9947C3-FD05-47BF-82BB-C31A7DF54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Explain command/code -&gt; system call -&gt; output/status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5712E7-27DD-4CAE-86EC-C4E11FA1C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AE0825-67E4-42D5-83B3-CAD8AE0CD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A04022-EE6E-41FF-9B03-A8A82B269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0DA321-C1EB-4FE4-930F-04DBDBC18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A4E2ED-07E3-4547-9288-2FA65D2DE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E70DEB-2F0F-4548-BB57-E1D725E0F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7B0A08-C5E8-4926-BFCC-9A85A7686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D27F91-F2AF-4ED8-A929-6529F1FB4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Use terms such as command/code, kernel interpretation, system call</a:t>
            </a:r>
          </a:p>
        </p:txBody>
      </p:sp>
    </p:spTree>
    <p:extLst>
      <p:ext uri="{BB962C8B-B14F-4D97-AF65-F5344CB8AC3E}">
        <p14:creationId xmlns:p14="http://schemas.microsoft.com/office/powerpoint/2010/main" val="1262314861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7DA2EF-8781-41A5-A3A6-686A11C96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D5AD67-9F25-43FB-8297-876D12367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Permissions, Shell Interpretation and Shell Programming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271839-1F26-49DF-9575-1EE8CAB68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3FCF81-143D-4CB9-BF08-1577D0D0A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71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277688-61AA-4AFF-961F-F277C4B7E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set and shift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3F19E5-2371-4FA1-933B-1500CFEC5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FBC95D-BDDF-45D7-8D60-CAF11F42E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set and shift is best taught as a command/code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24ECA5-BE71-4D9F-9135-A13565D07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ED3372-DDF2-4547-B8E6-E9D52B693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The key mechanism connects kernel interpretation with system call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71CF11-44A9-4FC7-8E43-814F529E9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CAE602-EDD8-46DF-9820-CA5C8AF9F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For exams, draw the model first, label each step, and then explain result and output/status.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105B49-47AD-41DC-A401-2D3754F7A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2DE53D-A11E-4B3F-9060-33251F677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B731ED-2525-4DBB-B919-443FA8174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2CDC61-B224-46FD-8DFD-4B0E3E9D2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4C72D8-B4C2-4752-8236-BE94401FD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output/status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63F186-56B9-4741-B6CB-009D90463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47857"/>
                </a:solidFill>
              </a:defRPr>
            </a:pPr>
            <a:r>
              <a:rPr sz="1875" b="1">
                <a:solidFill>
                  <a:srgbClr val="047857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8B8866-C1C6-484D-9679-3AEB33463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This topic explains how set and shift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147310298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04EA5B-27E9-46CB-A112-D9BEB667C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5C7884-65FE-463F-B932-091B5701E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Permissions, Shell Interpretation and Shell Programming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38DF0C-C4DA-4F1F-B980-EB44A1B21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777D1E-E2CD-48F1-9321-9CAECC029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72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11184B-EBBB-4E32-944D-A74306F2B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18"/>
                </a:solidFill>
              </a:defRPr>
            </a:pPr>
            <a:r>
              <a:rPr sz="2325" b="1">
                <a:solidFill>
                  <a:srgbClr val="0B1F18"/>
                </a:solidFill>
              </a:rPr>
              <a:t>set and shift: terminal/program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0BF246-8AF5-4AAB-9610-7E70390C9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723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$ command --option argument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input | process | output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status=$?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04FAF5-76D0-41BA-BB45-EDBB3B8EF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05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D9EB6F-FA8F-4C89-9DE2-84BE6F01A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383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Read the command/program from left to right.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4CE6D5-1EA6-484C-BAB4-959DA9CB9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245F9C-39BA-4C49-B6AE-20C26F4E2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Identify input, operation and output.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1C78C3-E156-4117-BBEF-EC857CC2A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00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A7DBB9-A717-4E96-B946-96B4B0DE0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Mention edge cases and error handling in viva/exam answers.</a:t>
            </a:r>
          </a:p>
        </p:txBody>
      </p:sp>
    </p:spTree>
    <p:extLst>
      <p:ext uri="{BB962C8B-B14F-4D97-AF65-F5344CB8AC3E}">
        <p14:creationId xmlns:p14="http://schemas.microsoft.com/office/powerpoint/2010/main" val="1910072572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008ACFC-B529-4612-9A9C-67B68FA04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F4E165-A968-4B0B-8A6D-AC0A419C5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Permissions, Shell Interpretation and Shell Programming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1A4EF1-19D9-4C40-907B-402B2E82C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AA67F1-D0F5-46AF-91A9-5A52EED37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73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829092-BEA8-427D-AB6B-E4AFF7D22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set and shift: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EDB3EC-F5F6-432A-97D2-8B38B3DF4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11EC5C-2D77-4134-B17B-93533249B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78FF62-81F3-464F-A1D5-144C6C0BB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43BE8E-620F-4CBB-9A7D-49BBAC0A0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C4E606-FD68-4171-9477-5EED5D79A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8EAE3D-1163-4547-B5F7-85ED94ABD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813005-7268-49DC-805F-011D24A80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5B9042-FF6E-445E-B4B4-DB9602263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175F65-F535-4473-98A4-8FE8132EF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Identify kernel interpretation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3079C6-2A33-4C34-988A-2F0EE9107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5E62D6-A851-4462-823F-045F76712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7335A9-B0B8-481C-A5B7-CE1AEECEB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222A7B-5EDB-46F8-881D-E2B001965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BBB1DC-E3C4-4CEF-B295-0D5BC9595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Apply system call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E17EB0-1835-4FAA-AE58-7CE7F4621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7BCB0F-08E7-4698-8155-250C23E64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C18FDD-0634-49C3-9888-60D85DC4F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94DF77-61B1-40AF-AB7C-7643CBD44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913F47-E956-4EFC-B36C-548BD85B2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Check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10F750-3956-4B68-99A5-F1DBC7BF2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C75800-68DC-4247-9553-866C6B63E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402F16-D2E9-48FB-893E-3B42F9F67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F0F867-C3B8-4EED-9D74-2D4E1DAFE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BED3D8-A5AD-4E72-B994-898DEECF0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Conclude output/status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6E45657-8B58-4DCE-857A-C3E14C3AA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D69E10D-5E1F-4F93-87F6-9A998AA79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set and shift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860850445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3B2F13-5FC4-4D6E-9484-1CA7668C6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C77CE1-F0A5-40BF-AD15-E7A3C0F0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Permissions, Shell Interpretation and Shell Programming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E53C5E-3F2D-4032-B3CB-846CD4159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8ECDED-9C6C-4556-8B76-6BEA05865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74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52EF80-17C8-4A12-AEED-AC7611E37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here document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4A8D43-3E50-48AB-90B9-C21EFDD83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54EE33-C9A5-4340-AC0C-E169DB58A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here document is best taught as a command/code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B7FFC9-A213-47C9-BC84-3DC50AC13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4636C4-8C6F-44EE-96C4-7824585A4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The key mechanism connects kernel interpretation with system call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8C4E03-193C-4D3D-AAF6-68FBB561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FBAA60-9146-4EFA-8886-E0D4B715D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For exams, draw the model first, label each step, and then explain result and output/status.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E52BA1-DDD5-4F1F-BDC4-4DAD89331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F0610F-D4C8-4CC3-8C7C-202EC5C27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2A63FD-E7A2-4D04-A0F7-EC6049F89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5015C2-30C0-41CF-B861-6CCA57164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B643F5-523C-4CA8-9937-C3CAEB7F7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output/status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0C0093-4A01-4212-B3A9-ECBDDA2EC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47857"/>
                </a:solidFill>
              </a:defRPr>
            </a:pPr>
            <a:r>
              <a:rPr sz="1875" b="1">
                <a:solidFill>
                  <a:srgbClr val="047857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2F3EB0-516B-4BB7-9D81-803D1DB75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This topic explains how here document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839317341"/>
      </p:ext>
    </p:extLst>
  </p:cSld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AADB96-7BA2-44A4-840B-F7ED305E2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8E6860-CC05-4070-A491-2A78A51BD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Permissions, Shell Interpretation and Shell Programming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6C87E9-B512-4C6E-A101-3CBA1C6A5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6BF0A4-F4BA-4F5F-903C-5C5B4A72D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75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0BE205-F55A-44E9-BBA3-9A5622938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18"/>
                </a:solidFill>
              </a:defRPr>
            </a:pPr>
            <a:r>
              <a:rPr sz="2325" b="1">
                <a:solidFill>
                  <a:srgbClr val="0B1F18"/>
                </a:solidFill>
              </a:rPr>
              <a:t>here document: terminal/program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F79651-4A76-4866-AE15-6BD8AB342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723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$ command --option argument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input | process | output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status=$?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C03EF7-2656-4FCA-B978-C2D5F9D56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05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70171B-728D-48F2-9458-54D810C4C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383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Read the command/program from left to right.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8DFD06-5C00-4700-8224-80636C833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DCC43B-D4DE-4726-B377-4472337D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Identify input, operation and output.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9EAC2E-EC0A-44DC-BF7B-89FE496D2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00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6AD9BB-4A2F-4D89-9E8D-9DC9F9553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Mention edge cases and error handling in viva/exam answers.</a:t>
            </a:r>
          </a:p>
        </p:txBody>
      </p:sp>
    </p:spTree>
    <p:extLst>
      <p:ext uri="{BB962C8B-B14F-4D97-AF65-F5344CB8AC3E}">
        <p14:creationId xmlns:p14="http://schemas.microsoft.com/office/powerpoint/2010/main" val="785922784"/>
      </p:ext>
    </p:extLst>
  </p:cSld>
</p:sld>
</file>

<file path=ppt/slides/slide76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70A10F6-ABA2-43F9-98C2-E6D0C40EE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0C402B-4469-4BAB-B392-225ACBA16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Permissions, Shell Interpretation and Shell Programming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061BB7-5FAC-4B47-920C-EEDAFEEDC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522394-62D3-4231-A616-57BC719B9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76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4C4D25-6338-4C5B-A1CA-463A3A0DC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here document: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72BFE2-06C0-43DB-9D7E-080A78E95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D2F0F5-15F0-49BF-AA3A-733D62785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D75DAE-AB03-4B69-814A-E058DEA26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B4C02E-E11C-4DF9-B794-6B6811444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C90D54-CDDF-4C01-B063-735F92219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C372DC-E553-45C4-9723-3EAF8F045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F1B5E1-F787-4600-A794-94D0A4E30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4470C3-18D3-4A2E-9932-827805E4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A93CA3-117E-4D14-A6A7-32DB922F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Identify kernel interpretation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CD9027-08F2-40E2-B9E9-93B94CFF0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7F77A2-866E-4631-A330-4BBABC26A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0ED61F-A492-44D3-85A1-177194264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D7F970-A0C7-4DBC-BCF5-5A3853DC9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C00920-FD9F-4C7C-9570-A39E970BF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Apply system call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171259-F3DE-4AFB-8FAC-92ECB39DC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7E3B69-922D-4135-BC48-262E8B8B1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FEB693-B16F-43DC-87F5-E5E318E3E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0703B8-A56E-4176-B8FC-103A6ED94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C62CBC-6BAB-4E7B-B3AF-82A74BE46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Check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846D32-81EE-43BB-A5A4-E9E198DF8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599A4A-24CD-4698-98F4-2F70A3548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5BEC38-7D1C-4DE1-BF5B-D7D78CE2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22C5A3-1502-41E9-A184-795963EAA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480356-0481-49AA-95D2-704539003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Conclude output/status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6FD33C-D504-4024-8B0A-37E6C04DC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D13428F-CD29-44A1-8A06-C2A96127F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here document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503751988"/>
      </p:ext>
    </p:extLst>
  </p:cSld>
</p:sld>
</file>

<file path=ppt/slides/slide77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DED956-325D-43C2-96FB-D267F03E8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354676-E3F8-4326-A7F6-115D06513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Permissions, Shell Interpretation and Shell Programming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8848CC-8B48-4970-B631-1495E0E04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FEB16E-26E8-4B2A-86C8-ECA8255A7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77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F209C1-6C39-4FC6-9719-3FC6DD6FB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trap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73BADB-CF3A-422B-BEE2-370A9ED31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4724F5-A0B0-48E6-A5ED-5B40B4B95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trap is best taught as a command/code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6D82EF-2F37-4B09-AE0C-6FA9B85A5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C1EE53-9F01-4644-9B3E-B0BE5B4B5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The key mechanism connects kernel interpretation with system call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C21D3D-8E29-4647-98D1-8F9726809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EE9819-ABBE-4770-9AE9-69A7D6A0F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For exams, draw the model first, label each step, and then explain result and output/status.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81941F-0810-4488-9752-FD70AA52A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7F0683-1F2E-431F-92C4-1C523A190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653BE9-AEAE-4A2B-B9EE-66DEC127E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E6564E-5FFF-4310-9324-314377A90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C58216-402A-4973-9B52-C489EA280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output/status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2BEB15-A5B9-47FB-8C29-3289299D8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47857"/>
                </a:solidFill>
              </a:defRPr>
            </a:pPr>
            <a:r>
              <a:rPr sz="1875" b="1">
                <a:solidFill>
                  <a:srgbClr val="047857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52F4D7-01D9-4C6F-AE82-FE58081BD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This topic explains how trap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710489273"/>
      </p:ext>
    </p:extLst>
  </p:cSld>
</p:sld>
</file>

<file path=ppt/slides/slide78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B835DE-0A0F-490C-A8B2-137A0FE9E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501276-AAA2-40C5-AA92-CD2D5D034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Permissions, Shell Interpretation and Shell Programming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704B53-F545-4E0D-9958-8EA3B1A26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69B94F-011A-4BFB-A211-C64D78282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78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E00260-A95C-4E9D-B2A7-9019F5A76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18"/>
                </a:solidFill>
              </a:defRPr>
            </a:pPr>
            <a:r>
              <a:rPr sz="2325" b="1">
                <a:solidFill>
                  <a:srgbClr val="0B1F18"/>
                </a:solidFill>
              </a:rPr>
              <a:t>trap: terminal/program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69D773-9BEA-460F-AAC4-A03C2F227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723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$ command --option argument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input | process | output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status=$?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677D04-1E4B-4725-B494-37A761B1A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05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66C702-6521-4B54-98CF-D168B7B18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383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Read the command/program from left to right.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47BA15-2E09-411C-B4EC-8FF7D0732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CCF66C-8733-4AC0-863E-5F9641DAA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Identify input, operation and output.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C86597-B37A-448C-BD36-4E908CE83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00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E81FF3-220E-40E1-9F87-A14B68898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Mention edge cases and error handling in viva/exam answers.</a:t>
            </a:r>
          </a:p>
        </p:txBody>
      </p:sp>
    </p:spTree>
    <p:extLst>
      <p:ext uri="{BB962C8B-B14F-4D97-AF65-F5344CB8AC3E}">
        <p14:creationId xmlns:p14="http://schemas.microsoft.com/office/powerpoint/2010/main" val="1391957313"/>
      </p:ext>
    </p:extLst>
  </p:cSld>
</p:sld>
</file>

<file path=ppt/slides/slide79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FFBAA88-ACC9-4FA4-A6FE-30247AC2E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477979-8DA4-4F86-96A1-F62CB11CD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Permissions, Shell Interpretation and Shell Programming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D49699-E63E-42C5-9FC0-E194A5851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99F254-53FC-43C5-BC0D-30E56B723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79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71EADE-D035-45BB-9C82-FC1FB84CE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trap: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5D848C-A3A3-4685-A434-4DFD1D81D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B3C212-F241-4FBA-A7C8-FA20F1823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359493-A9A7-4D77-BB5D-14C1631A8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F2A081-A8F2-4825-9297-E8F79911C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6F4D1C-D2F3-4B7F-AECA-9547C11C1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2C8590-FED6-4053-9CFE-ABDDC5116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62408D-DA3D-420A-8762-6B64FF601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4C9629-0135-4F04-99CA-AE0FC713B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B4ED10-6B91-44B5-8AF2-13F291A05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Identify kernel interpretation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9BFB9D-6239-40D4-A149-F45012F99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C4E10B-156E-4E78-8A55-79583F889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4DA4D9-44B4-4537-BE87-14FBE225C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0249D2-5E13-42E0-BE55-D07B07332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88ADF7-7F48-4395-869E-A8B503E57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Apply system call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062D6B-ADA8-4DD6-8393-700AF1BF2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76B075-BEE5-4BC5-A702-093B3BA9B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9903A9-4A3A-4965-A4F3-4A8D55D77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9C1760-85B2-4F66-8114-9F784129D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07C9AD-C394-461D-A84B-B8E024360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Check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62E996-7FD7-4AEA-BE0C-A6BA89E8B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F5481F-0955-4097-90AA-49CD295E9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669EB8-1410-4E81-A962-94288761D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C29BE7-C5A0-496B-9728-DF4CEB3BD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127F1A-328B-4840-B7E0-DB1490FFB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Conclude output/status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78C77AD-3C4D-423D-83DC-3215B86C9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1B04989-0375-4656-8759-5187DFC52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trap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2077264902"/>
      </p:ext>
    </p:extLst>
  </p:cSld>
</p:sld>
</file>

<file path=ppt/slides/slide80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A26ADA-53B0-4029-A492-8E3EE89FF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898CC7-04D8-41FC-AF2D-709A9ADF3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Permissions, Shell Interpretation and Shell Programming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D995CF-4F59-4703-B416-7ADE1E3A4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8E87CE-2985-4817-8710-624FA7203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80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90FFEB-9E4E-4FCC-B18F-8BF151FAB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trap: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9B7A79-88E6-435F-9C55-CCFF38253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43E2EA-348E-4139-B38D-A5F1A3475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AB1CEC-BEF2-4C5D-9BE3-BD1DB5FC5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8815F5-18E2-49B8-A317-EBAD261FB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86AE26-65D4-4D04-A66B-A3BC813DE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33A488-3592-4F9D-A733-DF56F71C3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Treating trap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9BE9B7-3DEA-46A4-B639-9D39EF849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A2BF4E-3646-4719-A7C0-53A718C00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Explain command/code -&gt; system call -&gt; output/status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309B5C-FF74-41E0-BD1D-0A454CBC0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689BD6-10C1-459F-AB70-B3C3A4B12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44039D-4C92-4F66-8C48-8B5D7BC01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E73B9B-1DBD-44CA-9508-CC6EFDA5B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7A5185-22A9-49D3-A53A-C06EC3913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9950A8-4DE9-4D78-86FF-5223A6EAE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179F0F-20F6-4FF5-B48D-C60DD9367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5488D7-A6C0-45C4-84B9-FF331C2BD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Use terms such as command/code, kernel interpretation, system call</a:t>
            </a:r>
          </a:p>
        </p:txBody>
      </p:sp>
    </p:spTree>
    <p:extLst>
      <p:ext uri="{BB962C8B-B14F-4D97-AF65-F5344CB8AC3E}">
        <p14:creationId xmlns:p14="http://schemas.microsoft.com/office/powerpoint/2010/main" val="2091747498"/>
      </p:ext>
    </p:extLst>
  </p:cSld>
</p:sld>
</file>

<file path=ppt/slides/slide81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437DB3-C560-4F67-BBA0-369C62E37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35BACD-5C81-4530-9382-6EE879CF3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Permissions, Shell Interpretation and Shell Programming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FDC0FB-67CF-48B6-B630-14294EF4A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C27535-F805-4934-AA4D-A2BBA2EFB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81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A420AD-AD12-4624-B9B0-047651802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Simple shell programs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333E9E-714D-4775-B32B-A40D81974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309BCE-80CC-4A66-B761-1D7D87485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Simple shell programs is best taught as a command/code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92BD5F-94BE-4586-987D-ACBE29118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F7654C-A4E4-468B-A755-CF57A6EEB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The key mechanism connects kernel interpretation with system call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99D298-3554-440D-B009-93E0D5308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90B2E6-AC94-48FB-A45B-A6C070B5A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For exams, draw the model first, label each step, and then explain result and output/status.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4B8CD8-0450-47B7-B2FF-5CD678A9D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611B8D-063A-4B14-AB20-A0E3FF4C1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79EB81-8CF1-4D8E-9A0F-BAD4B6A0F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B1DAD2-96B9-4874-A2EB-0F858A7C1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18BE13-D55B-416F-990F-87F38D219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output/status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0B76DB-E37C-4057-A07D-2992E3FD5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47857"/>
                </a:solidFill>
              </a:defRPr>
            </a:pPr>
            <a:r>
              <a:rPr sz="1875" b="1">
                <a:solidFill>
                  <a:srgbClr val="047857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9F2C06-45F3-44DC-A6D7-4729ADC32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This topic explains how simple shell programs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816076757"/>
      </p:ext>
    </p:extLst>
  </p:cSld>
</p:sld>
</file>

<file path=ppt/slides/slide82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A4EC42-A3C0-4835-B76C-214B05CD9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3FB1AD-8000-49BD-BDA7-2A819DDC4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Permissions, Shell Interpretation and Shell Programming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974CA8-EBCC-45BD-A2D9-EDFD971E1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592CAF-38D5-465D-AD4C-145289DA9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82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DC63B5-7702-48D9-A776-EC783A19A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18"/>
                </a:solidFill>
              </a:defRPr>
            </a:pPr>
            <a:r>
              <a:rPr sz="2325" b="1">
                <a:solidFill>
                  <a:srgbClr val="0B1F18"/>
                </a:solidFill>
              </a:rPr>
              <a:t>Simple shell programs: terminal/program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1AEE4A-BF19-4829-B627-918326350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723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$ command --option argument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input | process | output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status=$?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BCB5B7-A3C3-4885-9819-73661CC3D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05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3893F8-49E0-4CFA-8BCC-C1EDF51BD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383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Read the command/program from left to right.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32956B-0932-49F1-9244-F172619FE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ED511B-1010-4120-B979-C789B20B1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Identify input, operation and output.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8C02D8-FDE8-4158-84E0-ACB677779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00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FA3F7A-4722-458B-B2FC-D32BE62CC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Mention edge cases and error handling in viva/exam answers.</a:t>
            </a:r>
          </a:p>
        </p:txBody>
      </p:sp>
    </p:spTree>
    <p:extLst>
      <p:ext uri="{BB962C8B-B14F-4D97-AF65-F5344CB8AC3E}">
        <p14:creationId xmlns:p14="http://schemas.microsoft.com/office/powerpoint/2010/main" val="1073622366"/>
      </p:ext>
    </p:extLst>
  </p:cSld>
</p:sld>
</file>

<file path=ppt/slides/slide83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A341D7E-33C5-4C07-98DF-89EC75A7A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E3616C-C1D9-4EC6-9774-D74EF2C0F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Permissions, Shell Interpretation and Shell Programming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A69535-A504-445A-AABC-50AADF444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180C94-24BE-4661-9B6A-A63DC009B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83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A308FF-BBDA-4369-AFE8-3E31CBEDE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Simple shell programs: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4120EF-A19C-416B-88D7-B4DEB97CD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6A52A1-9678-4849-9490-9D66B681A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6382B9-26AC-4905-B023-DCFAB45B7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C1C4A6-CC3B-4527-A5A4-1D4E01AA4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943272-0AAD-4C25-8F92-48E2934CA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4CD309-345A-4104-A975-10C00831F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7FC239-5CC9-4EBD-AA1A-03F03DDEB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59619E-F7C4-44C6-B231-88D41A14F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5A7C77-815E-4706-B0D4-4F78485D6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Identify kernel interpretation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CF49CC-7B32-46E2-BE4C-14B72351C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E63F40-23FA-4CEF-AB2C-BB3105BFD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6DAE58-6306-4FC6-8AC4-FDAB24866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4B5120-5048-4E92-BAC3-25D54C4EC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7CC95E-058A-4EAF-A989-5684EB79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Apply system call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0CCC3F-1757-4245-93CD-F1B1D980A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678A1D-53A3-42EF-91EE-C3FB2D033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1C87CA-9BE8-423F-903E-52C2A94C9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733171-6304-431E-AD24-B6BC6744E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25CA46-A4F7-4A60-A746-498941815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Check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13E0EE-595D-4C74-B64A-A503BDE16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D3A8B9-E918-4277-BD81-06D42AD34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71D9CB-5427-4E68-BCF0-595399681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EB50FF-E571-4230-94A3-DFA7E5FA7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A58AF7-CF26-4E96-92AF-999E87ED8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Conclude output/status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11E499-5526-40DA-BA53-93ADACE15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19047C6-6727-4B71-AA77-4449F8EBE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simple shell programs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05935787"/>
      </p:ext>
    </p:extLst>
  </p:cSld>
</p:sld>
</file>

<file path=ppt/slides/slide84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E30CC8-5EBC-4EDE-9EA2-BBD2A2A17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C45F0F-C90A-4479-B5EC-4CDB32419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Permissions, Shell Interpretation and Shell Programming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2AC2F0-2D56-4511-A4E6-EAD1EF28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31AA37-04BB-4FEF-BCD3-93A248278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84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BA9EF0-E75C-47CB-80BA-9B72727BF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File attributes and permissions vs ls options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0BB0C0-25C1-4A17-BC2A-2A7F36B89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0269F2-3028-43F1-8151-B47883339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567012-6A24-4A61-891B-3668B820D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File attributes and permissions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5FAD45-7447-459C-BB1B-10AA6CC68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ls options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083AC1-D548-4124-8E3B-5BA3C6AED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BB5A81-FC6B-41DF-A544-F4AF67FAC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4AC485-1B84-44C3-BDB9-41D2B1888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user/group/other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D539B9-1FF4-4107-A30C-29E4F80F2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E177F5-AF3F-4535-9A68-2BAECC339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5FB98A-86A7-4F3E-8E2F-3A9D39F77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71D2F5-0025-49D4-BA8C-0FBBC7545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octal mode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25D97B-18A6-4F4E-A99C-B8F208AD2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B45D67-2CF0-49F4-932B-3106380B7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6B934F-7798-4860-931D-69932BF50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23FBDC-B5C5-4EEB-AFA5-C17DB4CE3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9B6A5E-4D34-4CD7-87CB-D2FF1D806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2028C8-C624-43EB-A1C1-6CED06CB9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654E4A-5C8C-40D4-9AF0-1CAE4CB46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D776B3-8410-4E2A-8CFC-174BB1342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927237-B552-4E99-AEA9-FAA16CCB0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636411448"/>
      </p:ext>
    </p:extLst>
  </p:cSld>
</p:sld>
</file>

<file path=ppt/slides/slide85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45198F-8086-494E-BD96-3B0AF5F2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2C7AB8-339E-458C-8730-992D3FB9E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Permissions, Shell Interpretation and Shell Programming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D4C547-B176-46D6-B556-1423D26DC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BA8F1A-4588-4C07-A33F-543B6D0BA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85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A1163B-4232-429A-8FD5-89A82C5C4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Recursive permission changes vs Directory permissions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CF951B-C902-4530-ADAA-D6791E4D8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04A13E-6CA6-4755-B9BD-38321B16A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A492E2-8376-4D60-AF41-A645E68A0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Recursive permission changes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C6A09D-FF38-4906-9422-BEFA21D6E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Directory permissions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662134-86E8-4D0B-B831-526C750B4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101DCA-52C5-4C2E-9F7E-6EFD1EFB3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39C9B8-6C30-4CC4-B668-B5392C048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user/group/other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660CB5-05CF-49ED-BF82-6DEF3AF84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user/group/other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851462-A9F1-4F46-9430-B7F489BEA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15182B-2203-451F-812F-DE68EAC6F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B3560B-03A7-447E-891F-7E2E52796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octal mode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B0D8A4-C93A-4141-B2CE-EB60EEBC4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octal mode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BC912A-837F-4437-8810-F197511B5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B97646-AE1E-43C2-9E83-7DC2B56D9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2EAD5A-6253-49CA-B7BD-9F6C215C2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534A1B-101E-4822-A261-848DC9637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339514-5D1A-463F-8293-4B4EF9230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0846C2-08C2-4C40-B625-8B27E5505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A12210-57D1-447C-8D1C-21D43389B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73630B-D825-4C80-9616-FEEE7A522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970660916"/>
      </p:ext>
    </p:extLst>
  </p:cSld>
</p:sld>
</file>

<file path=ppt/slides/slide86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66DDB6-B68E-4122-8184-2E42578EB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C3B3F5-DCC7-448E-BF90-C9CDB4DD4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Permissions, Shell Interpretation and Shell Programming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9460A2-AA33-4A5D-A714-6F901F9BA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F8490C-4538-4EA0-BFDE-965F1FFE9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86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24D0EB-2125-4DA8-96EA-C3F43AB78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Wild cards vs Escaping special meanings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3A4CAC-6F84-450E-94F0-09259DADD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893764-15E5-40B0-B25B-94A2D72EE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938810-83EB-4C97-BBE1-BC8059E1E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Wild cards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1296D2-7197-4754-A2D4-0B139F5E2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Escaping special meanings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44D356-D6C1-4CF7-91AF-10D362DD8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B25589-9A5E-4260-96A9-F36280CE0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900C0A-6D89-4D1B-9475-AE8381B22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6B633B-6523-46A6-A1FA-67F6FA74B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F8335F-359F-4074-A88B-C3E1A2CCF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663A45-04FF-444F-8B2D-502AF02BA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50D790-E34B-464E-8D52-C33487E8F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A55BD7-C8F8-40A9-BE4D-7317A23C5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266343-5881-432E-84CE-8B7F5B935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A4A6DB-B61C-4A8E-816C-6F4438985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BCD8D1-9D35-46F4-BCFB-E00837EFB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070DF6-5F44-4910-8DEA-B07818538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705F07-89A3-4232-B38F-8843C300D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365BB4-E385-4AF1-A473-7FF1160AE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FE4D38-584B-4018-88E3-41CDCAA18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15F8CC-8F8E-4F20-A470-12E71A4B1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2097362369"/>
      </p:ext>
    </p:extLst>
  </p:cSld>
</p:sld>
</file>

<file path=ppt/slides/slide87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0B2738-2AC0-4463-AB09-E44AC66B8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122BD2-E689-4F84-99AE-4049BE288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Permissions, Shell Interpretation and Shell Programming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F57713-4B83-4AD4-AB7D-8C5A38AFD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BB23BA-AC0A-4B97-A61C-50364C6D7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87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699AB2-9ABD-4D3D-B4BF-B04AD5E76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Pipes vs Basic and extended regular expressions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41C969-D751-4DD3-8603-2BB6FE4B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680DC6-5D3B-453A-91F4-79EAFD671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5FACBB-00BE-4C3A-A404-24C0A7070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Pipes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CD3FF9-C646-4C5B-BAD4-F6082CCC6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Basic and extended regular expressions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295908-4053-4D66-8250-95CEF318C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F56F1C-CD6A-461B-84EE-3EFE7D5B2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AF8711-71BA-49B8-8442-97F41C5DB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producer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D386E3-B3DF-4432-96BE-1EF94FC45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AD6BDC-0C7F-4226-9BF1-E49579AB0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401BFA-1E66-4CAA-9A90-ED1C8E49F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B66180-4D91-439B-9092-C456703CF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synchronization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707ACA-C7ED-42DC-9A32-5AD919E06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F18927-7B59-4C96-9A35-660D08EC1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235C71-4F8A-46A7-AA5C-213000976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625DEC-8694-470A-B30B-E353A7C0D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389C49-FDAA-49F7-9546-999361181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588E5D-B136-487D-8249-9FEDA7ED7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5C29A8-837E-48A8-B0BB-39932BE78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5577CF-2E39-44E9-AD87-63A6C7F83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B80946-072B-4A35-A255-39662032B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864392686"/>
      </p:ext>
    </p:extLst>
  </p:cSld>
</p:sld>
</file>

<file path=ppt/slides/slide88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5FC5E0-D91E-4D04-B983-AF0AAF51F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7A09EB-4B3D-4E24-A083-7BFF2DA7A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Permissions, Shell Interpretation and Shell Programming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EA572D-FE9C-4BD9-AE6D-F4FA4CFD5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C76601-C7B3-437A-8FFA-783034117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88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C733EC-B389-451A-BB72-4F3B8F755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Shell variables vs profile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C67058-8434-45E6-8517-DA82F44A5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FDAA10-3632-407F-B19B-C98902176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224CA3-0C7A-4852-BB2E-0E908C56C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Shell variables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6A8B6F-A901-487D-94FE-95D173E98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profile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B35852-DD33-424A-81F5-072B69B57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91ACAD-6185-467A-8142-32487D2C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803ED7-0BE3-40C7-8433-07E5E6D01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2F98A3-775C-4E08-A35C-E8BDA9F30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94BAE5-A614-436C-B122-178EF20A3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16B290-9A29-430F-AA63-91B8BC9A3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CAB68F-DB08-47EB-BDA6-371519CCA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87564F-F25A-4E46-8636-3CD98F358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A40005-FDA2-4325-B46B-005D45181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F956F6-0461-4A8D-87EF-76143E7AF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614A11-0089-4F08-9797-B7EB94320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46431A-2E11-4BE4-A724-DCFD91A54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6EEC50-2138-4687-89B1-AB5C339B1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E1160F-B7C9-48E5-B748-F083474D9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D28250-364C-43D3-A353-848C63525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A24C47-383E-4953-B3EE-281D0A663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396602034"/>
      </p:ext>
    </p:extLst>
  </p:cSld>
</p:sld>
</file>

<file path=ppt/slides/slide89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901796-F44A-4298-970A-093E922EC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AD3542-C4FD-4363-AB36-A48F0849C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Permissions, Shell Interpretation and Shell Programming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A41BBE-F53A-4AFF-A571-B95E2B1CD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29182D-5505-4E93-A97E-DCB33F630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89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888C53-A047-4E4D-8E72-D63C599CC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Command line arguments vs exit status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6F6FB1-7D1E-4BDD-8414-86F178F75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5EA33A-9D99-40A3-8D98-D22BF49E4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437C1E-CB59-487D-8684-2587F4C70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Command line arguments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975070-B7EE-4A7A-BEF8-78E846908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exit status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B98150-A841-4DE3-A05D-FA8172EEF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3E7842-8201-447A-A237-620C0DFB3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26C81D-6ABD-49CD-B12E-412D893E2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FAB5A0-901A-4B0A-A695-18626D5F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C747BB-7AF6-4A11-8A11-1BC1ADA23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CD0798-BD04-47AA-8717-1325D5AF4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5D5F2B-C048-45FC-8E7E-E2A41C364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7FAB76-67C0-491D-A780-C31F5E36A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8004B1-4C33-493E-A96A-BDED2D47A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F460FF-73EB-4951-ADE3-B5DF592DB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65B2E9-CC38-4A9A-BF77-0FD3ECA88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553104-E9CC-4E7B-A896-C72251F21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CF2841-6A6B-4D2A-AF2F-9DF2BB332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67577B-E561-4B58-818D-37CB5FE7D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781FDD-7EAF-4F1F-B70A-173452301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181FB3-C0CF-46F9-B93A-6C1BDEFC8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919828773"/>
      </p:ext>
    </p:extLst>
  </p:cSld>
</p:sld>
</file>

<file path=ppt/slides/slide90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6C434C-DBF5-4FC2-8B21-F5BCF199C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4C9DCB-3B21-480D-B701-F57E55B96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Permissions, Shell Interpretation and Shell Programming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E24ED2-1AAE-4D05-98CA-463BF4F13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9602FF-8C22-4B54-B56B-EE2E01D09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90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B82501-4A80-4998-977E-50F8563A0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test command vs if while for case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0ACBAF-C15F-428E-9256-748CF2F46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FE04E0-78CF-49F9-BBEC-58B7B5003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124CD0-9DBD-45AE-A261-C210A776A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test command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E9DB73-2E95-4C7B-9EAC-5F7077D8D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if while for case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20C295-AA3B-4943-8F97-A7E545FCE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5F10A5-F44B-42EE-9179-6F9565C61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4FD571-AE2A-42F8-9DF1-2BF4E1C2A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F90A47-5CF5-4D1F-906C-C234DA93F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573261-0D7E-4495-8E75-478964715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31131E-296D-4895-9252-02E48B2BE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20A862-3A95-42EE-97F3-D29089F55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86C40C-3598-41F0-A7D9-2976E61CF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13EC41-ADA8-4545-B636-AECB85DA2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0D76D4-85C1-482D-A85C-6014D8DDF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36EAA8-B26D-458A-8725-A197F5D26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17691B-DB65-4664-8555-EF7DE5935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E2296A-6EA4-4456-82DE-083F8EF01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8C7831-D082-4089-8AE4-CC962DB26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3600E3-5F78-4C14-85CB-011BCA3A3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6B9326-8BC6-408F-88B8-F3C3EC9B7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869195045"/>
      </p:ext>
    </p:extLst>
  </p:cSld>
</p:sld>
</file>

<file path=ppt/slides/slide91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B03F56-15C1-4B82-A5F4-98BBC8855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6B2A51-2B0E-4E4F-91BB-F738F8E55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Permissions, Shell Interpretation and Shell Programming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3D527C-8C62-4E03-9DED-A9378F636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3AAA18-D4AA-48E7-9C79-CF1771886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91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821431-BF7F-4E88-A8A1-35BBBBFC5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here document vs trap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1533AA-BC1B-4B1F-91B3-82FC31531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683285-4684-4095-BEF2-601A1C093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24EDFC-E955-45FE-A581-13C1B65D6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here document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989AAF-E07C-40CA-AB15-9D4DF23A4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trap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5F7DCD-A3E3-4800-9A73-5E00EF09D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7901A3-7796-42AB-BD9F-613718D92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473791-ECE5-49FE-9F56-3EED592FC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BC3A06-3350-49CB-BDF2-F97494CB2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6D8EF7-2921-4B21-897E-D03E68062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7D50FC-1E7E-4D7C-BD32-0A8AA89AC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20E184-92D8-49D5-AC47-2EDEC173C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841CD6-89B9-46B9-88E1-60F329054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5CE1E0-8E03-49E4-B6A4-61B2C12F1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BCF6E5-B913-49BB-B2F6-F47E76CEB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9D6A63-05B9-45B9-8B29-3AB8CC186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AE01D5-32E2-4DEF-BFC5-5D43DD937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8F32DC-F8B9-456A-9F95-E72B3C58E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4ABD9C-822D-4C04-BD06-AA2205E6B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14E457-E102-4F7B-AB49-23E09AF05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662E74-49C6-4AAD-BFA1-DDC96146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1957369826"/>
      </p:ext>
    </p:extLst>
  </p:cSld>
</p:sld>
</file>

<file path=ppt/slides/slide92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A0627C-F6B8-4CE8-801E-2DC51851D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FDFE0F-C36B-4609-849F-37C9B30DE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Permissions, Shell Interpretation and Shell Programming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5224A1-161F-4D4B-BF76-B239F9C96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AC000D-0414-4087-A03E-69C2C8AF3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92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E771C6-6250-410E-8FB3-3C9F30F51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1F18"/>
                </a:solidFill>
              </a:defRPr>
            </a:pPr>
            <a:r>
              <a:rPr sz="2925" b="1">
                <a:solidFill>
                  <a:srgbClr val="0B1F18"/>
                </a:solidFill>
              </a:rPr>
              <a:t>Module Summary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A1C419-0FAC-4274-B07C-427EA6ABA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Definitions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42B1EE-930F-4C8C-A9A0-9E0AF94D2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Models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E406E7-0BA3-4CF4-9A5D-C1A1F6C4C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Mechanisms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2D0952-2696-42D4-A0B9-6818D3AF4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Examples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1FB4EA-702E-447C-AFDA-07DBED48D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Exam answer</a:t>
            </a:r>
          </a:p>
        </p:txBody>
      </p:sp>
      <p:cxnSp>
        <p:nvCxnSpPr>
          <p:cNvPr id="37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171825" y="24193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38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038725" y="24193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39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905625" y="24193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772525" y="24193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DE08B3-6FE6-4507-B93B-8DCC564B5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433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4B8E2E-6043-43FB-86DE-604B3D8A9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7665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Remember: File attributes and permissions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797762-93F2-4DAB-9048-DD9062A06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719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8CD028-0037-47FB-A67A-53AE62780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0527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Remember: ls options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F0BBEE-3066-496F-8254-4EAD28EFB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005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23DD65-F2FF-415E-9622-0E7BDAEEC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3390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Remember: Changing permissions relatively and absolutely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BFAD88-B91E-407B-98D4-0C472249B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292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CEC425-2A54-48E0-B787-48ABACB78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625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Remember: Recursive permission changes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07B7D4-AEC8-485E-AEFC-DED0E9473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57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D38A12-E76B-4CD4-8FAA-6ACFC3959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9115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Remember: Directory permissions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C4DE00-66EC-4E6E-9258-7416EEF7B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864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4D93BE-6B77-4FD1-824C-769CFC121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81977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Remember: Shell interpretive cycle</a:t>
            </a:r>
          </a:p>
        </p:txBody>
      </p:sp>
    </p:spTree>
    <p:extLst>
      <p:ext uri="{BB962C8B-B14F-4D97-AF65-F5344CB8AC3E}">
        <p14:creationId xmlns:p14="http://schemas.microsoft.com/office/powerpoint/2010/main" val="121118336"/>
      </p:ext>
    </p:extLst>
  </p:cSld>
</p:sld>
</file>

<file path=ppt/slides/slide93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B284A9-AE07-44D3-ADB3-718421B1C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6AC404-BA72-4775-B6E8-C013119AB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Permissions, Shell Interpretation and Shell Programming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208797-2381-4169-A86F-2D4CECABB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26C1EE-4A81-4FBF-A2EE-D21C15E82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93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1F3DFA-A57A-4B16-8E65-40F95777B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1F18"/>
                </a:solidFill>
              </a:defRPr>
            </a:pPr>
            <a:r>
              <a:rPr sz="2925" b="1">
                <a:solidFill>
                  <a:srgbClr val="0B1F18"/>
                </a:solidFill>
              </a:rPr>
              <a:t>Important Definitions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FDE09C-D567-47F8-ABBE-91620446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03DF38-70B9-4132-8825-515068870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Term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29088F-0276-47C7-A0A4-FB683F1E0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Classroom definition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9DF03F-6D3C-4E70-B8D3-521778003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Exam cue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0AD9F1-FCDB-4462-9867-61675AAAD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E2327D-90BC-4C2F-9244-5EAC00F76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File attributes and permissions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6262A3-C0A8-407D-A172-8418A097C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 named concept with conditions, components and result.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85253D-4484-40B1-9F13-429ECDA45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Define + draw + example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E89382-4C3C-49EB-AA14-5551BD484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64F852-D53C-4A5F-90F9-600F48C02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ls options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879DA2-74F1-450B-A4F6-27EB50C65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 repeatable process that transforms input into an observable output.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703117-0B56-46A9-847A-C6C9CF87D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Steps + result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866B41-9DA8-41D2-A445-D1C14AEA1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DBF397-D5B7-4F4F-936D-44001E8CB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Changing permissions relatively and absolutely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9D5B7A-7DC3-4B3D-AFEA-E4093BDD0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 simplified representation used to reason about a real system.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C1BAD0-946A-4744-A936-6C537477C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Assumptions + limits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2D201E-D9E3-42F8-B0E0-097499E91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2A6BD1-12AE-40AC-BB89-2B49BF046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Recursive permission changes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7C4547-3F57-4791-8FA7-277D16D8C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The property used to judge correctness, usefulness or performance.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3A9D60-B9E3-4479-910A-46395BFE3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Compare + justify</a:t>
            </a:r>
          </a:p>
        </p:txBody>
      </p:sp>
    </p:spTree>
    <p:extLst>
      <p:ext uri="{BB962C8B-B14F-4D97-AF65-F5344CB8AC3E}">
        <p14:creationId xmlns:p14="http://schemas.microsoft.com/office/powerpoint/2010/main" val="2048196370"/>
      </p:ext>
    </p:extLst>
  </p:cSld>
</p:sld>
</file>

<file path=ppt/slides/slide94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B60BCA-607C-408F-AA1E-AC48DC727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251681-AB55-4182-AC13-35413A696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Permissions, Shell Interpretation and Shell Programming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527DF4-F870-46ED-B9F0-3EBF57B93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1C3A23-395C-4653-BBCE-4C76074EA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94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773264-D755-4D72-964A-D064FD7F4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Important Algorithms / Diagrams / Formulas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EA2DCD-C90A-4E6B-9B44-3D20518DA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F5AFA9-2AFD-44BB-BBF3-1D96B8ACE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002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F18"/>
                </a:solidFill>
              </a:defRPr>
            </a:pPr>
            <a:r>
              <a:rPr sz="1725" b="0">
                <a:solidFill>
                  <a:srgbClr val="0B1F18"/>
                </a:solidFill>
              </a:rPr>
              <a:t>Draw the central architecture/process before writing long explanation.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8F68A6-A32B-417B-AF5C-473DCFCF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09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4F73E5-99F8-4839-A793-73AEC2EE5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432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F18"/>
                </a:solidFill>
              </a:defRPr>
            </a:pPr>
            <a:r>
              <a:rPr sz="1725" b="0">
                <a:solidFill>
                  <a:srgbClr val="0B1F18"/>
                </a:solidFill>
              </a:rPr>
              <a:t>For every algorithm: problem, input, initial state, iterations, final result, interpretation.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0C7098-D447-4F90-96F5-AF2DDF053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52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02D651-AD8A-40D0-A34F-FC2ACB69D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861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F18"/>
                </a:solidFill>
              </a:defRPr>
            </a:pPr>
            <a:r>
              <a:rPr sz="1725" b="0">
                <a:solidFill>
                  <a:srgbClr val="0B1F18"/>
                </a:solidFill>
              </a:rPr>
              <a:t>For code/commands: command or snippet, explanation, execution, output.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44372A-93BE-404E-8892-44B5E9BE0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95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709F2F-B45A-401C-A1C3-E19C7F843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291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F18"/>
                </a:solidFill>
              </a:defRPr>
            </a:pPr>
            <a:r>
              <a:rPr sz="1725" b="0">
                <a:solidFill>
                  <a:srgbClr val="0B1F18"/>
                </a:solidFill>
              </a:rPr>
              <a:t>For comparison questions: state basis of comparison first, then fill the table.</a:t>
            </a:r>
          </a:p>
        </p:txBody>
      </p:sp>
    </p:spTree>
    <p:extLst>
      <p:ext uri="{BB962C8B-B14F-4D97-AF65-F5344CB8AC3E}">
        <p14:creationId xmlns:p14="http://schemas.microsoft.com/office/powerpoint/2010/main" val="1117183614"/>
      </p:ext>
    </p:extLst>
  </p:cSld>
</p:sld>
</file>

<file path=ppt/slides/slide95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3D2DA7-B0A7-47E7-ADEF-67374BC3E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E61B4B-9EAD-4936-A5AE-DFD0DDB26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Permissions, Shell Interpretation and Shell Programming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6F3B03-93A1-4077-B754-097EF7E41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113BCF-7F42-4F5F-8C48-09D88049B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95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AAA1DF-329B-4AE1-9C8C-75D03D967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1F18"/>
                </a:solidFill>
              </a:defRPr>
            </a:pPr>
            <a:r>
              <a:rPr sz="2925" b="1">
                <a:solidFill>
                  <a:srgbClr val="0B1F18"/>
                </a:solidFill>
              </a:rPr>
              <a:t>Common Mistakes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5D3910-1FDB-4B07-8994-D3B493609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28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30344B-1323-4689-B777-DDC6595B4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621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B1F18"/>
                </a:solidFill>
              </a:defRPr>
            </a:pPr>
            <a:r>
              <a:rPr sz="1800" b="0">
                <a:solidFill>
                  <a:srgbClr val="0B1F18"/>
                </a:solidFill>
              </a:rPr>
              <a:t>Writing only a definition when the question asks to explain working.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12E5FB-152C-4CCD-A789-6F620C137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71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E0D96A-0772-40B5-A09E-219B4AB39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051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B1F18"/>
                </a:solidFill>
              </a:defRPr>
            </a:pPr>
            <a:r>
              <a:rPr sz="1800" b="0">
                <a:solidFill>
                  <a:srgbClr val="0B1F18"/>
                </a:solidFill>
              </a:rPr>
              <a:t>Skipping diagrams or leaving labels too vague.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3C70C9-9E25-4E55-87B3-4F5DACA29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14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AD136E-E7C6-4DE5-86A7-3FB7771DC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480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B1F18"/>
                </a:solidFill>
              </a:defRPr>
            </a:pPr>
            <a:r>
              <a:rPr sz="1800" b="0">
                <a:solidFill>
                  <a:srgbClr val="0B1F18"/>
                </a:solidFill>
              </a:rPr>
              <a:t>Mixing similar terms without a comparison basis.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8EA6B1-D0F7-4EF1-A86B-AC1F59D43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57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9E7764-8037-4713-AA42-99C936410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910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B1F18"/>
                </a:solidFill>
              </a:defRPr>
            </a:pPr>
            <a:r>
              <a:rPr sz="1800" b="0">
                <a:solidFill>
                  <a:srgbClr val="0B1F18"/>
                </a:solidFill>
              </a:rPr>
              <a:t>Giving an example that does not match the formal condition.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98485C-1CF5-414D-BD2D-664B24DE1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00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3D9C50-91DC-4996-939C-DA72359D7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339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B1F18"/>
                </a:solidFill>
              </a:defRPr>
            </a:pPr>
            <a:r>
              <a:rPr sz="1800" b="0">
                <a:solidFill>
                  <a:srgbClr val="0B1F18"/>
                </a:solidFill>
              </a:rPr>
              <a:t>Forgetting assumptions, limitations or failure cases.</a:t>
            </a:r>
          </a:p>
        </p:txBody>
      </p:sp>
    </p:spTree>
    <p:extLst>
      <p:ext uri="{BB962C8B-B14F-4D97-AF65-F5344CB8AC3E}">
        <p14:creationId xmlns:p14="http://schemas.microsoft.com/office/powerpoint/2010/main" val="399599454"/>
      </p:ext>
    </p:extLst>
  </p:cSld>
</p:sld>
</file>

<file path=ppt/slides/slide96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BE577B-78AE-4D64-A231-5E76B914A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184AD8-8924-4F71-B318-0ED39C1CD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Permissions, Shell Interpretation and Shell Programming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77DAA6-6229-4E08-9EFD-E358B2EBF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DD506B-123C-4810-AEB8-AF032A384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96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D6F8B0-6CD8-49DA-A25B-1A832CCE9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1F18"/>
                </a:solidFill>
              </a:defRPr>
            </a:pPr>
            <a:r>
              <a:rPr sz="2925" b="1">
                <a:solidFill>
                  <a:srgbClr val="0B1F18"/>
                </a:solidFill>
              </a:rPr>
              <a:t>Exam Preparation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731350-8CC8-4FF9-9FB4-DEE091968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0EAFE6-C55C-485F-A29B-49D34B447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Question type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3A74FD-1067-4FAB-9AB7-576C37B9C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Answer structure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AE15D1-1889-4E34-89EE-F7D6A5022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What earns marks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F77FD7-9B9D-4258-852F-82AC0FCD7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F1574E-7E14-4E0F-A139-4FED015D2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Define/explain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607F17-95A0-4CB0-88DC-EBCA4A46A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Definition + labeled diagram + example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45D747-9495-46DE-9D27-434DD8510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Exact terms and scope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FCDDA1-4D29-4E96-941F-529DD4569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2AF7C6-622B-468E-9908-D616F5EDC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Compare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7EB581-05E1-4985-B9DB-1BAEB9949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Basis + table + conclusion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4C6D41-1A99-476C-8B7E-5A01DD89F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Clear differentiators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AE8194-4C28-4D66-8E36-D89D9024B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3194E4-8E3A-419B-93ED-46DA62975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Algorithm/trace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B10422-6B67-4B2B-BF38-D189D0DDF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Input + iterations + final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445D4E-1E4C-467C-A0B9-C7ABC0419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Correct step sequence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15A9C1-177E-4B09-8F90-A3F564D37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BA6AF9-0008-438B-A6D0-CDAD50226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Application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A3A307-47EE-40B6-AADD-CF26FDDA0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Scenario + model + justification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C2228F-ADA1-4C42-853D-748A166FD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Why the choice fits</a:t>
            </a:r>
          </a:p>
        </p:txBody>
      </p:sp>
    </p:spTree>
    <p:extLst>
      <p:ext uri="{BB962C8B-B14F-4D97-AF65-F5344CB8AC3E}">
        <p14:creationId xmlns:p14="http://schemas.microsoft.com/office/powerpoint/2010/main" val="488211856"/>
      </p:ext>
    </p:extLst>
  </p:cSld>
</p:sld>
</file>

<file path=ppt/slides/slide97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396916-6794-43CB-815B-6954B3C52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11A11A-D8DE-478F-8860-785B76E8F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Permissions, Shell Interpretation and Shell Programming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F0F741-8A20-4CE4-A14B-A121F65C4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2386AB-0066-4554-BD8C-0B57703F8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97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C52277-A4C5-42F5-9A19-B60F71B24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1F18"/>
                </a:solidFill>
              </a:defRPr>
            </a:pPr>
            <a:r>
              <a:rPr sz="2925" b="1">
                <a:solidFill>
                  <a:srgbClr val="0B1F18"/>
                </a:solidFill>
              </a:rPr>
              <a:t>Practice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74D98A-16BF-4016-9826-15AA619B0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28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1982F9-947F-4A80-AEEB-3B2FF205F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621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F18"/>
                </a:solidFill>
              </a:defRPr>
            </a:pPr>
            <a:r>
              <a:rPr sz="1725" b="0">
                <a:solidFill>
                  <a:srgbClr val="0B1F18"/>
                </a:solidFill>
              </a:rPr>
              <a:t>Explain File attributes and permissions with a neat diagram.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30FB47-8734-49BF-9334-1398AD276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71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D79164-42DB-4816-B4CD-149566996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051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F18"/>
                </a:solidFill>
              </a:defRPr>
            </a:pPr>
            <a:r>
              <a:rPr sz="1725" b="0">
                <a:solidFill>
                  <a:srgbClr val="0B1F18"/>
                </a:solidFill>
              </a:rPr>
              <a:t>Compare two approaches from Permissions, Shell Interpretation and Shell Programming and justify when each is suitable.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F3B987-B607-4BFF-A9DF-3E9C1FEC1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14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443844-B5D9-4290-960B-A676654FA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480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F18"/>
                </a:solidFill>
              </a:defRPr>
            </a:pPr>
            <a:r>
              <a:rPr sz="1725" b="0">
                <a:solidFill>
                  <a:srgbClr val="0B1F18"/>
                </a:solidFill>
              </a:rPr>
              <a:t>Solve a small worked example involving Changing permissions relatively and absolutely.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677593-FA77-4E95-9786-1A8D951BE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57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11149F-68F1-453B-803E-224B173CC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910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F18"/>
                </a:solidFill>
              </a:defRPr>
            </a:pPr>
            <a:r>
              <a:rPr sz="1725" b="0">
                <a:solidFill>
                  <a:srgbClr val="0B1F18"/>
                </a:solidFill>
              </a:rPr>
              <a:t>List common mistakes and how to avoid them in Permissions, Shell Interpretation and Shell Programming.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246298-7C40-4E09-8D1E-D197CCA69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00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BA00BC-A5BE-4533-BF60-4481ED58C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339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F18"/>
                </a:solidFill>
              </a:defRPr>
            </a:pPr>
            <a:r>
              <a:rPr sz="1725" b="0">
                <a:solidFill>
                  <a:srgbClr val="0B1F18"/>
                </a:solidFill>
              </a:rPr>
              <a:t>Redraw the full module map from memory in five minutes.</a:t>
            </a:r>
          </a:p>
        </p:txBody>
      </p:sp>
    </p:spTree>
    <p:extLst>
      <p:ext uri="{BB962C8B-B14F-4D97-AF65-F5344CB8AC3E}">
        <p14:creationId xmlns:p14="http://schemas.microsoft.com/office/powerpoint/2010/main" val="447467552"/>
      </p:ext>
    </p:extLst>
  </p:cSld>
</p:sld>
</file>

<file path=ppt/slides/slide98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A85261-6E89-483D-8FFD-2564C099B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BE495B-FEDF-4018-BA8E-06289333E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Permissions, Shell Interpretation and Shell Programming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491779-A19C-48D1-9370-2A8C8AC67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204FB2-034A-4EA9-9B27-EEA81130B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98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582378-2A31-41DF-A3AF-9466BEA19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1F18"/>
                </a:solidFill>
              </a:defRPr>
            </a:pPr>
            <a:r>
              <a:rPr sz="2925" b="1">
                <a:solidFill>
                  <a:srgbClr val="0B1F18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F53AB3-C5BC-4F9D-B77A-843701B9F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19300"/>
            <a:ext cx="942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0B1F18"/>
                </a:solidFill>
              </a:defRPr>
            </a:pPr>
            <a:r>
              <a:rPr sz="2025" b="0">
                <a:solidFill>
                  <a:srgbClr val="0B1F18"/>
                </a:solidFill>
              </a:rPr>
              <a:t>No genuine previous-year VTU questions were found locally for this module during this pass, so this deck does not fabricate PYQs.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5BEC24-2A5C-4B36-A871-2BA29DF41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43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E3A655-C04A-41A2-B045-C95A0508E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766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F18"/>
                </a:solidFill>
              </a:defRPr>
            </a:pPr>
            <a:r>
              <a:rPr sz="1725" b="0">
                <a:solidFill>
                  <a:srgbClr val="0B1F18"/>
                </a:solidFill>
              </a:rPr>
              <a:t>Use the practice questions as model revision prompts.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C5BE37-F3C4-4E1B-9014-D77AFDCF3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60AFCA-403C-432A-B480-286E14B8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624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F18"/>
                </a:solidFill>
              </a:defRPr>
            </a:pPr>
            <a:r>
              <a:rPr sz="1725" b="0">
                <a:solidFill>
                  <a:srgbClr val="0B1F18"/>
                </a:solidFill>
              </a:rPr>
              <a:t>Add authentic PYQs later only from a verified VTU source.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38FB04-D18C-4486-A5D2-C4C7A174B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149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931D41-E9FD-4CE7-864F-7247B5032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482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F18"/>
                </a:solidFill>
              </a:defRPr>
            </a:pPr>
            <a:r>
              <a:rPr sz="1725" b="0">
                <a:solidFill>
                  <a:srgbClr val="0B1F18"/>
                </a:solidFill>
              </a:rPr>
              <a:t>Do not label instructor-created questions as previous-year questions.</a:t>
            </a:r>
          </a:p>
        </p:txBody>
      </p:sp>
    </p:spTree>
    <p:extLst>
      <p:ext uri="{BB962C8B-B14F-4D97-AF65-F5344CB8AC3E}">
        <p14:creationId xmlns:p14="http://schemas.microsoft.com/office/powerpoint/2010/main" val="72637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2026-08-24T06:04:57.7050000Z</dcterms:created>
  <dcterms:modified xsi:type="dcterms:W3CDTF">2026-08-24T06:04:57.7050000Z</dcterms:modified>
</coreProperties>
</file>