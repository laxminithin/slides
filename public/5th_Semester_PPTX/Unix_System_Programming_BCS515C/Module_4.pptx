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04c9725b4c4516" /><Relationship Type="http://schemas.openxmlformats.org/officeDocument/2006/relationships/extended-properties" Target="/docProps/app.xml" Id="Rb252313b31a04398" /><Relationship Type="http://schemas.openxmlformats.org/officeDocument/2006/relationships/officeDocument" Target="/ppt/presentation.xml" Id="Rdad50c4b504d47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05d6e72df549c1"/>
  </p:sldMasterIdLst>
  <p:notesMasterIdLst>
    <p:notesMasterId xmlns:r="http://schemas.openxmlformats.org/officeDocument/2006/relationships" r:id="R1e13cf31b23f44bf"/>
  </p:notesMasterIdLst>
  <p:sldIdLst>
    <p:sldId xmlns:r="http://schemas.openxmlformats.org/officeDocument/2006/relationships" id="256" r:id="R445d5e1375c54247"/>
    <p:sldId xmlns:r="http://schemas.openxmlformats.org/officeDocument/2006/relationships" id="257" r:id="R62a8b4aa4fa44a24"/>
    <p:sldId xmlns:r="http://schemas.openxmlformats.org/officeDocument/2006/relationships" id="258" r:id="R5a8829de3e8c4b5d"/>
    <p:sldId xmlns:r="http://schemas.openxmlformats.org/officeDocument/2006/relationships" id="259" r:id="Re50e99a2e0ec43e5"/>
    <p:sldId xmlns:r="http://schemas.openxmlformats.org/officeDocument/2006/relationships" id="260" r:id="R8700123046064eec"/>
    <p:sldId xmlns:r="http://schemas.openxmlformats.org/officeDocument/2006/relationships" id="261" r:id="R440e881eb5104a76"/>
    <p:sldId xmlns:r="http://schemas.openxmlformats.org/officeDocument/2006/relationships" id="262" r:id="Rca11279635204e97"/>
    <p:sldId xmlns:r="http://schemas.openxmlformats.org/officeDocument/2006/relationships" id="263" r:id="Rf0cda608c9034104"/>
    <p:sldId xmlns:r="http://schemas.openxmlformats.org/officeDocument/2006/relationships" id="264" r:id="R08dac3aeaf4c4082"/>
    <p:sldId xmlns:r="http://schemas.openxmlformats.org/officeDocument/2006/relationships" id="265" r:id="R0cb919a838d64daa"/>
    <p:sldId xmlns:r="http://schemas.openxmlformats.org/officeDocument/2006/relationships" id="266" r:id="Ra473402fa8194f68"/>
    <p:sldId xmlns:r="http://schemas.openxmlformats.org/officeDocument/2006/relationships" id="267" r:id="Rbeaed6c5e9a84a1e"/>
    <p:sldId xmlns:r="http://schemas.openxmlformats.org/officeDocument/2006/relationships" id="268" r:id="Rd8411394c9f246e2"/>
    <p:sldId xmlns:r="http://schemas.openxmlformats.org/officeDocument/2006/relationships" id="269" r:id="Rc22031f3f9074450"/>
    <p:sldId xmlns:r="http://schemas.openxmlformats.org/officeDocument/2006/relationships" id="270" r:id="R7adc36a0fed542ed"/>
    <p:sldId xmlns:r="http://schemas.openxmlformats.org/officeDocument/2006/relationships" id="271" r:id="Rbf26a84494b349a5"/>
    <p:sldId xmlns:r="http://schemas.openxmlformats.org/officeDocument/2006/relationships" id="272" r:id="R33bcd611726c47cf"/>
    <p:sldId xmlns:r="http://schemas.openxmlformats.org/officeDocument/2006/relationships" id="273" r:id="R5279f271b81b41cf"/>
    <p:sldId xmlns:r="http://schemas.openxmlformats.org/officeDocument/2006/relationships" id="274" r:id="R223bcea0d75a4f5c"/>
    <p:sldId xmlns:r="http://schemas.openxmlformats.org/officeDocument/2006/relationships" id="275" r:id="Rf6f0d3e3b6a148ee"/>
    <p:sldId xmlns:r="http://schemas.openxmlformats.org/officeDocument/2006/relationships" id="276" r:id="Rfdff77fba2714aac"/>
    <p:sldId xmlns:r="http://schemas.openxmlformats.org/officeDocument/2006/relationships" id="277" r:id="R2f4dd60ef0c94d0e"/>
    <p:sldId xmlns:r="http://schemas.openxmlformats.org/officeDocument/2006/relationships" id="278" r:id="R72a5da1d98294416"/>
    <p:sldId xmlns:r="http://schemas.openxmlformats.org/officeDocument/2006/relationships" id="279" r:id="Rb7164314c0a345ae"/>
    <p:sldId xmlns:r="http://schemas.openxmlformats.org/officeDocument/2006/relationships" id="280" r:id="R631cec2e2f5d49cb"/>
    <p:sldId xmlns:r="http://schemas.openxmlformats.org/officeDocument/2006/relationships" id="281" r:id="R837817ccc5a84f27"/>
    <p:sldId xmlns:r="http://schemas.openxmlformats.org/officeDocument/2006/relationships" id="282" r:id="Rb8d5b0d26d6c4531"/>
    <p:sldId xmlns:r="http://schemas.openxmlformats.org/officeDocument/2006/relationships" id="283" r:id="R499fcfb863d240cb"/>
    <p:sldId xmlns:r="http://schemas.openxmlformats.org/officeDocument/2006/relationships" id="284" r:id="Rd8a014d9accf4701"/>
    <p:sldId xmlns:r="http://schemas.openxmlformats.org/officeDocument/2006/relationships" id="285" r:id="R894d7f1e30144fc8"/>
    <p:sldId xmlns:r="http://schemas.openxmlformats.org/officeDocument/2006/relationships" id="286" r:id="R3c7b0dba3ff740dc"/>
    <p:sldId xmlns:r="http://schemas.openxmlformats.org/officeDocument/2006/relationships" id="287" r:id="R9a29404dc94842ca"/>
    <p:sldId xmlns:r="http://schemas.openxmlformats.org/officeDocument/2006/relationships" id="288" r:id="Rd462e08e94894802"/>
    <p:sldId xmlns:r="http://schemas.openxmlformats.org/officeDocument/2006/relationships" id="289" r:id="R8f36a52692504354"/>
    <p:sldId xmlns:r="http://schemas.openxmlformats.org/officeDocument/2006/relationships" id="290" r:id="Rdb5b20c5229e43aa"/>
    <p:sldId xmlns:r="http://schemas.openxmlformats.org/officeDocument/2006/relationships" id="291" r:id="Rde553f4e887d4676"/>
    <p:sldId xmlns:r="http://schemas.openxmlformats.org/officeDocument/2006/relationships" id="292" r:id="R654811f188d74f61"/>
    <p:sldId xmlns:r="http://schemas.openxmlformats.org/officeDocument/2006/relationships" id="293" r:id="Recf2852ae02348a9"/>
    <p:sldId xmlns:r="http://schemas.openxmlformats.org/officeDocument/2006/relationships" id="294" r:id="R3879c613b0c14a28"/>
    <p:sldId xmlns:r="http://schemas.openxmlformats.org/officeDocument/2006/relationships" id="295" r:id="R01fde9e8cd92461d"/>
    <p:sldId xmlns:r="http://schemas.openxmlformats.org/officeDocument/2006/relationships" id="296" r:id="R9bc14feca297447d"/>
    <p:sldId xmlns:r="http://schemas.openxmlformats.org/officeDocument/2006/relationships" id="297" r:id="R88701de6e33744a6"/>
    <p:sldId xmlns:r="http://schemas.openxmlformats.org/officeDocument/2006/relationships" id="298" r:id="R58ec9c40236b4868"/>
    <p:sldId xmlns:r="http://schemas.openxmlformats.org/officeDocument/2006/relationships" id="299" r:id="R53eec9abdda24466"/>
    <p:sldId xmlns:r="http://schemas.openxmlformats.org/officeDocument/2006/relationships" id="300" r:id="R45168d52daa24c77"/>
    <p:sldId xmlns:r="http://schemas.openxmlformats.org/officeDocument/2006/relationships" id="301" r:id="Rd63ec8fd8c6f45e9"/>
    <p:sldId xmlns:r="http://schemas.openxmlformats.org/officeDocument/2006/relationships" id="302" r:id="R5841182099d6459d"/>
    <p:sldId xmlns:r="http://schemas.openxmlformats.org/officeDocument/2006/relationships" id="303" r:id="R6940ed722e06462b"/>
    <p:sldId xmlns:r="http://schemas.openxmlformats.org/officeDocument/2006/relationships" id="304" r:id="Ref325ec7137d4448"/>
    <p:sldId xmlns:r="http://schemas.openxmlformats.org/officeDocument/2006/relationships" id="305" r:id="R894021693d6c4f1a"/>
    <p:sldId xmlns:r="http://schemas.openxmlformats.org/officeDocument/2006/relationships" id="306" r:id="Rdc9f5b4d477b47d8"/>
    <p:sldId xmlns:r="http://schemas.openxmlformats.org/officeDocument/2006/relationships" id="307" r:id="R8af8302112584e16"/>
    <p:sldId xmlns:r="http://schemas.openxmlformats.org/officeDocument/2006/relationships" id="308" r:id="R49a6692c9e00471f"/>
    <p:sldId xmlns:r="http://schemas.openxmlformats.org/officeDocument/2006/relationships" id="309" r:id="R3b4ca2e39b474291"/>
    <p:sldId xmlns:r="http://schemas.openxmlformats.org/officeDocument/2006/relationships" id="310" r:id="R98e65382c1544999"/>
    <p:sldId xmlns:r="http://schemas.openxmlformats.org/officeDocument/2006/relationships" id="311" r:id="Rb2ab20218fbe4ff5"/>
    <p:sldId xmlns:r="http://schemas.openxmlformats.org/officeDocument/2006/relationships" id="312" r:id="Rf409a5259fd04179"/>
    <p:sldId xmlns:r="http://schemas.openxmlformats.org/officeDocument/2006/relationships" id="313" r:id="Rdfafb3de242c43d6"/>
    <p:sldId xmlns:r="http://schemas.openxmlformats.org/officeDocument/2006/relationships" id="314" r:id="R045bd455166441e2"/>
    <p:sldId xmlns:r="http://schemas.openxmlformats.org/officeDocument/2006/relationships" id="315" r:id="R6e350d37614e4ccf"/>
    <p:sldId xmlns:r="http://schemas.openxmlformats.org/officeDocument/2006/relationships" id="316" r:id="R120d195652aa4e29"/>
    <p:sldId xmlns:r="http://schemas.openxmlformats.org/officeDocument/2006/relationships" id="317" r:id="R547b7989fc8b4cb1"/>
    <p:sldId xmlns:r="http://schemas.openxmlformats.org/officeDocument/2006/relationships" id="318" r:id="R16d3866f40484355"/>
    <p:sldId xmlns:r="http://schemas.openxmlformats.org/officeDocument/2006/relationships" id="319" r:id="R20fd0499a29148d6"/>
    <p:sldId xmlns:r="http://schemas.openxmlformats.org/officeDocument/2006/relationships" id="320" r:id="R2cba0e85dc2f4afb"/>
    <p:sldId xmlns:r="http://schemas.openxmlformats.org/officeDocument/2006/relationships" id="321" r:id="Rfd1bc4c41dee4be8"/>
    <p:sldId xmlns:r="http://schemas.openxmlformats.org/officeDocument/2006/relationships" id="322" r:id="Re80a5089299f4afb"/>
    <p:sldId xmlns:r="http://schemas.openxmlformats.org/officeDocument/2006/relationships" id="323" r:id="R7b5876fa57414472"/>
    <p:sldId xmlns:r="http://schemas.openxmlformats.org/officeDocument/2006/relationships" id="324" r:id="R73fc5858ccd54016"/>
    <p:sldId xmlns:r="http://schemas.openxmlformats.org/officeDocument/2006/relationships" id="325" r:id="R2c2f0e5671014300"/>
    <p:sldId xmlns:r="http://schemas.openxmlformats.org/officeDocument/2006/relationships" id="326" r:id="Rfad095831d234622"/>
    <p:sldId xmlns:r="http://schemas.openxmlformats.org/officeDocument/2006/relationships" id="327" r:id="Raa27423fed5a4481"/>
    <p:sldId xmlns:r="http://schemas.openxmlformats.org/officeDocument/2006/relationships" id="328" r:id="R6134e283d58748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d3cad89d9a452a" /><Relationship Type="http://schemas.openxmlformats.org/officeDocument/2006/relationships/slideMaster" Target="/ppt/slideMasters/slideMaster1.xml" Id="Rd205d6e72df549c1" /><Relationship Type="http://schemas.openxmlformats.org/officeDocument/2006/relationships/notesMaster" Target="/ppt/notesMasters/notesMaster1.xml" Id="R1e13cf31b23f44bf" /><Relationship Type="http://schemas.openxmlformats.org/officeDocument/2006/relationships/presProps" Target="/ppt/presProps.xml" Id="Rb7cc7015349549ab" /><Relationship Type="http://schemas.openxmlformats.org/officeDocument/2006/relationships/tableStyles" Target="/ppt/tableStyles.xml" Id="Ref7f1cea0a264778" /><Relationship Type="http://schemas.openxmlformats.org/officeDocument/2006/relationships/slide" Target="/ppt/slides/slide1.xml" Id="R445d5e1375c54247" /><Relationship Type="http://schemas.openxmlformats.org/officeDocument/2006/relationships/slide" Target="/ppt/slides/slide2.xml" Id="R62a8b4aa4fa44a24" /><Relationship Type="http://schemas.openxmlformats.org/officeDocument/2006/relationships/slide" Target="/ppt/slides/slide3.xml" Id="R5a8829de3e8c4b5d" /><Relationship Type="http://schemas.openxmlformats.org/officeDocument/2006/relationships/slide" Target="/ppt/slides/slide4.xml" Id="Re50e99a2e0ec43e5" /><Relationship Type="http://schemas.openxmlformats.org/officeDocument/2006/relationships/slide" Target="/ppt/slides/slide5.xml" Id="R8700123046064eec" /><Relationship Type="http://schemas.openxmlformats.org/officeDocument/2006/relationships/slide" Target="/ppt/slides/slide6.xml" Id="R440e881eb5104a76" /><Relationship Type="http://schemas.openxmlformats.org/officeDocument/2006/relationships/slide" Target="/ppt/slides/slide7.xml" Id="Rca11279635204e97" /><Relationship Type="http://schemas.openxmlformats.org/officeDocument/2006/relationships/slide" Target="/ppt/slides/slide8.xml" Id="Rf0cda608c9034104" /><Relationship Type="http://schemas.openxmlformats.org/officeDocument/2006/relationships/slide" Target="/ppt/slides/slide9.xml" Id="R08dac3aeaf4c4082" /><Relationship Type="http://schemas.openxmlformats.org/officeDocument/2006/relationships/slide" Target="/ppt/slides/slide10.xml" Id="R0cb919a838d64daa" /><Relationship Type="http://schemas.openxmlformats.org/officeDocument/2006/relationships/slide" Target="/ppt/slides/slide11.xml" Id="Ra473402fa8194f68" /><Relationship Type="http://schemas.openxmlformats.org/officeDocument/2006/relationships/slide" Target="/ppt/slides/slide12.xml" Id="Rbeaed6c5e9a84a1e" /><Relationship Type="http://schemas.openxmlformats.org/officeDocument/2006/relationships/slide" Target="/ppt/slides/slide13.xml" Id="Rd8411394c9f246e2" /><Relationship Type="http://schemas.openxmlformats.org/officeDocument/2006/relationships/slide" Target="/ppt/slides/slide14.xml" Id="Rc22031f3f9074450" /><Relationship Type="http://schemas.openxmlformats.org/officeDocument/2006/relationships/slide" Target="/ppt/slides/slide15.xml" Id="R7adc36a0fed542ed" /><Relationship Type="http://schemas.openxmlformats.org/officeDocument/2006/relationships/slide" Target="/ppt/slides/slide16.xml" Id="Rbf26a84494b349a5" /><Relationship Type="http://schemas.openxmlformats.org/officeDocument/2006/relationships/slide" Target="/ppt/slides/slide17.xml" Id="R33bcd611726c47cf" /><Relationship Type="http://schemas.openxmlformats.org/officeDocument/2006/relationships/slide" Target="/ppt/slides/slide18.xml" Id="R5279f271b81b41cf" /><Relationship Type="http://schemas.openxmlformats.org/officeDocument/2006/relationships/slide" Target="/ppt/slides/slide19.xml" Id="R223bcea0d75a4f5c" /><Relationship Type="http://schemas.openxmlformats.org/officeDocument/2006/relationships/slide" Target="/ppt/slides/slide20.xml" Id="Rf6f0d3e3b6a148ee" /><Relationship Type="http://schemas.openxmlformats.org/officeDocument/2006/relationships/slide" Target="/ppt/slides/slide21.xml" Id="Rfdff77fba2714aac" /><Relationship Type="http://schemas.openxmlformats.org/officeDocument/2006/relationships/slide" Target="/ppt/slides/slide22.xml" Id="R2f4dd60ef0c94d0e" /><Relationship Type="http://schemas.openxmlformats.org/officeDocument/2006/relationships/slide" Target="/ppt/slides/slide23.xml" Id="R72a5da1d98294416" /><Relationship Type="http://schemas.openxmlformats.org/officeDocument/2006/relationships/slide" Target="/ppt/slides/slide24.xml" Id="Rb7164314c0a345ae" /><Relationship Type="http://schemas.openxmlformats.org/officeDocument/2006/relationships/slide" Target="/ppt/slides/slide25.xml" Id="R631cec2e2f5d49cb" /><Relationship Type="http://schemas.openxmlformats.org/officeDocument/2006/relationships/slide" Target="/ppt/slides/slide26.xml" Id="R837817ccc5a84f27" /><Relationship Type="http://schemas.openxmlformats.org/officeDocument/2006/relationships/slide" Target="/ppt/slides/slide27.xml" Id="Rb8d5b0d26d6c4531" /><Relationship Type="http://schemas.openxmlformats.org/officeDocument/2006/relationships/slide" Target="/ppt/slides/slide28.xml" Id="R499fcfb863d240cb" /><Relationship Type="http://schemas.openxmlformats.org/officeDocument/2006/relationships/slide" Target="/ppt/slides/slide29.xml" Id="Rd8a014d9accf4701" /><Relationship Type="http://schemas.openxmlformats.org/officeDocument/2006/relationships/slide" Target="/ppt/slides/slide30.xml" Id="R894d7f1e30144fc8" /><Relationship Type="http://schemas.openxmlformats.org/officeDocument/2006/relationships/slide" Target="/ppt/slides/slide31.xml" Id="R3c7b0dba3ff740dc" /><Relationship Type="http://schemas.openxmlformats.org/officeDocument/2006/relationships/slide" Target="/ppt/slides/slide32.xml" Id="R9a29404dc94842ca" /><Relationship Type="http://schemas.openxmlformats.org/officeDocument/2006/relationships/slide" Target="/ppt/slides/slide33.xml" Id="Rd462e08e94894802" /><Relationship Type="http://schemas.openxmlformats.org/officeDocument/2006/relationships/slide" Target="/ppt/slides/slide34.xml" Id="R8f36a52692504354" /><Relationship Type="http://schemas.openxmlformats.org/officeDocument/2006/relationships/slide" Target="/ppt/slides/slide35.xml" Id="Rdb5b20c5229e43aa" /><Relationship Type="http://schemas.openxmlformats.org/officeDocument/2006/relationships/slide" Target="/ppt/slides/slide36.xml" Id="Rde553f4e887d4676" /><Relationship Type="http://schemas.openxmlformats.org/officeDocument/2006/relationships/slide" Target="/ppt/slides/slide37.xml" Id="R654811f188d74f61" /><Relationship Type="http://schemas.openxmlformats.org/officeDocument/2006/relationships/slide" Target="/ppt/slides/slide38.xml" Id="Recf2852ae02348a9" /><Relationship Type="http://schemas.openxmlformats.org/officeDocument/2006/relationships/slide" Target="/ppt/slides/slide39.xml" Id="R3879c613b0c14a28" /><Relationship Type="http://schemas.openxmlformats.org/officeDocument/2006/relationships/slide" Target="/ppt/slides/slide40.xml" Id="R01fde9e8cd92461d" /><Relationship Type="http://schemas.openxmlformats.org/officeDocument/2006/relationships/slide" Target="/ppt/slides/slide41.xml" Id="R9bc14feca297447d" /><Relationship Type="http://schemas.openxmlformats.org/officeDocument/2006/relationships/slide" Target="/ppt/slides/slide42.xml" Id="R88701de6e33744a6" /><Relationship Type="http://schemas.openxmlformats.org/officeDocument/2006/relationships/slide" Target="/ppt/slides/slide43.xml" Id="R58ec9c40236b4868" /><Relationship Type="http://schemas.openxmlformats.org/officeDocument/2006/relationships/slide" Target="/ppt/slides/slide44.xml" Id="R53eec9abdda24466" /><Relationship Type="http://schemas.openxmlformats.org/officeDocument/2006/relationships/slide" Target="/ppt/slides/slide45.xml" Id="R45168d52daa24c77" /><Relationship Type="http://schemas.openxmlformats.org/officeDocument/2006/relationships/slide" Target="/ppt/slides/slide46.xml" Id="Rd63ec8fd8c6f45e9" /><Relationship Type="http://schemas.openxmlformats.org/officeDocument/2006/relationships/slide" Target="/ppt/slides/slide47.xml" Id="R5841182099d6459d" /><Relationship Type="http://schemas.openxmlformats.org/officeDocument/2006/relationships/slide" Target="/ppt/slides/slide48.xml" Id="R6940ed722e06462b" /><Relationship Type="http://schemas.openxmlformats.org/officeDocument/2006/relationships/slide" Target="/ppt/slides/slide49.xml" Id="Ref325ec7137d4448" /><Relationship Type="http://schemas.openxmlformats.org/officeDocument/2006/relationships/slide" Target="/ppt/slides/slide50.xml" Id="R894021693d6c4f1a" /><Relationship Type="http://schemas.openxmlformats.org/officeDocument/2006/relationships/slide" Target="/ppt/slides/slide51.xml" Id="Rdc9f5b4d477b47d8" /><Relationship Type="http://schemas.openxmlformats.org/officeDocument/2006/relationships/slide" Target="/ppt/slides/slide52.xml" Id="R8af8302112584e16" /><Relationship Type="http://schemas.openxmlformats.org/officeDocument/2006/relationships/slide" Target="/ppt/slides/slide53.xml" Id="R49a6692c9e00471f" /><Relationship Type="http://schemas.openxmlformats.org/officeDocument/2006/relationships/slide" Target="/ppt/slides/slide54.xml" Id="R3b4ca2e39b474291" /><Relationship Type="http://schemas.openxmlformats.org/officeDocument/2006/relationships/slide" Target="/ppt/slides/slide55.xml" Id="R98e65382c1544999" /><Relationship Type="http://schemas.openxmlformats.org/officeDocument/2006/relationships/slide" Target="/ppt/slides/slide56.xml" Id="Rb2ab20218fbe4ff5" /><Relationship Type="http://schemas.openxmlformats.org/officeDocument/2006/relationships/slide" Target="/ppt/slides/slide57.xml" Id="Rf409a5259fd04179" /><Relationship Type="http://schemas.openxmlformats.org/officeDocument/2006/relationships/slide" Target="/ppt/slides/slide58.xml" Id="Rdfafb3de242c43d6" /><Relationship Type="http://schemas.openxmlformats.org/officeDocument/2006/relationships/slide" Target="/ppt/slides/slide59.xml" Id="R045bd455166441e2" /><Relationship Type="http://schemas.openxmlformats.org/officeDocument/2006/relationships/slide" Target="/ppt/slides/slide60.xml" Id="R6e350d37614e4ccf" /><Relationship Type="http://schemas.openxmlformats.org/officeDocument/2006/relationships/slide" Target="/ppt/slides/slide61.xml" Id="R120d195652aa4e29" /><Relationship Type="http://schemas.openxmlformats.org/officeDocument/2006/relationships/slide" Target="/ppt/slides/slide62.xml" Id="R547b7989fc8b4cb1" /><Relationship Type="http://schemas.openxmlformats.org/officeDocument/2006/relationships/slide" Target="/ppt/slides/slide63.xml" Id="R16d3866f40484355" /><Relationship Type="http://schemas.openxmlformats.org/officeDocument/2006/relationships/slide" Target="/ppt/slides/slide64.xml" Id="R20fd0499a29148d6" /><Relationship Type="http://schemas.openxmlformats.org/officeDocument/2006/relationships/slide" Target="/ppt/slides/slide65.xml" Id="R2cba0e85dc2f4afb" /><Relationship Type="http://schemas.openxmlformats.org/officeDocument/2006/relationships/slide" Target="/ppt/slides/slide66.xml" Id="Rfd1bc4c41dee4be8" /><Relationship Type="http://schemas.openxmlformats.org/officeDocument/2006/relationships/slide" Target="/ppt/slides/slide67.xml" Id="Re80a5089299f4afb" /><Relationship Type="http://schemas.openxmlformats.org/officeDocument/2006/relationships/slide" Target="/ppt/slides/slide68.xml" Id="R7b5876fa57414472" /><Relationship Type="http://schemas.openxmlformats.org/officeDocument/2006/relationships/slide" Target="/ppt/slides/slide69.xml" Id="R73fc5858ccd54016" /><Relationship Type="http://schemas.openxmlformats.org/officeDocument/2006/relationships/slide" Target="/ppt/slides/slide70.xml" Id="R2c2f0e5671014300" /><Relationship Type="http://schemas.openxmlformats.org/officeDocument/2006/relationships/slide" Target="/ppt/slides/slide71.xml" Id="Rfad095831d234622" /><Relationship Type="http://schemas.openxmlformats.org/officeDocument/2006/relationships/slide" Target="/ppt/slides/slide72.xml" Id="Raa27423fed5a4481" /><Relationship Type="http://schemas.openxmlformats.org/officeDocument/2006/relationships/slide" Target="/ppt/slides/slide73.xml" Id="R6134e283d58748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ad4bacff684a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0eda9eac734ee9" /><Relationship Type="http://schemas.openxmlformats.org/officeDocument/2006/relationships/notesMaster" Target="/ppt/notesMasters/notesMaster1.xml" Id="Rc0d50ec7836343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ddb64f203048f5" /><Relationship Type="http://schemas.openxmlformats.org/officeDocument/2006/relationships/notesMaster" Target="/ppt/notesMasters/notesMaster1.xml" Id="Rbba79c3b2d4842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fc222b7f7d4303" /><Relationship Type="http://schemas.openxmlformats.org/officeDocument/2006/relationships/notesMaster" Target="/ppt/notesMasters/notesMaster1.xml" Id="Ra22cfb12e2df4a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57ad04256948a0" /><Relationship Type="http://schemas.openxmlformats.org/officeDocument/2006/relationships/notesMaster" Target="/ppt/notesMasters/notesMaster1.xml" Id="R66815678eb5b40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7e55e71b5f4d26" /><Relationship Type="http://schemas.openxmlformats.org/officeDocument/2006/relationships/notesMaster" Target="/ppt/notesMasters/notesMaster1.xml" Id="Rb2c790b120c148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7de4bdd5a64b56" /><Relationship Type="http://schemas.openxmlformats.org/officeDocument/2006/relationships/notesMaster" Target="/ppt/notesMasters/notesMaster1.xml" Id="Rf610133cd6a24a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c9798b7e604bcb" /><Relationship Type="http://schemas.openxmlformats.org/officeDocument/2006/relationships/notesMaster" Target="/ppt/notesMasters/notesMaster1.xml" Id="R40946dd4f33a40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4447e2f82541e1" /><Relationship Type="http://schemas.openxmlformats.org/officeDocument/2006/relationships/notesMaster" Target="/ppt/notesMasters/notesMaster1.xml" Id="R065933a067324a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5f1bd77472408f" /><Relationship Type="http://schemas.openxmlformats.org/officeDocument/2006/relationships/notesMaster" Target="/ppt/notesMasters/notesMaster1.xml" Id="R1d9e5816b7574a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369883938342ff" /><Relationship Type="http://schemas.openxmlformats.org/officeDocument/2006/relationships/notesMaster" Target="/ppt/notesMasters/notesMaster1.xml" Id="R6bc9c63d0ba947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9e30b76f2242d1" /><Relationship Type="http://schemas.openxmlformats.org/officeDocument/2006/relationships/notesMaster" Target="/ppt/notesMasters/notesMaster1.xml" Id="R1ee109dcbecd48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49ba9f237f43fe" /><Relationship Type="http://schemas.openxmlformats.org/officeDocument/2006/relationships/notesMaster" Target="/ppt/notesMasters/notesMaster1.xml" Id="R74c00a7c3c6543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247c3d9de84b74" /><Relationship Type="http://schemas.openxmlformats.org/officeDocument/2006/relationships/notesMaster" Target="/ppt/notesMasters/notesMaster1.xml" Id="R806929c5247247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a38ccfb5474987" /><Relationship Type="http://schemas.openxmlformats.org/officeDocument/2006/relationships/notesMaster" Target="/ppt/notesMasters/notesMaster1.xml" Id="R9629f4a5bb6a4f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310dafba7e4316" /><Relationship Type="http://schemas.openxmlformats.org/officeDocument/2006/relationships/notesMaster" Target="/ppt/notesMasters/notesMaster1.xml" Id="Rbe25543d76364f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d5867d2bd14284" /><Relationship Type="http://schemas.openxmlformats.org/officeDocument/2006/relationships/notesMaster" Target="/ppt/notesMasters/notesMaster1.xml" Id="R540bc890610743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9780a3384844d6" /><Relationship Type="http://schemas.openxmlformats.org/officeDocument/2006/relationships/notesMaster" Target="/ppt/notesMasters/notesMaster1.xml" Id="Rc0da249a72e54d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2fc2fe93504af9" /><Relationship Type="http://schemas.openxmlformats.org/officeDocument/2006/relationships/notesMaster" Target="/ppt/notesMasters/notesMaster1.xml" Id="R006e2d27a7e843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06e15982724aee" /><Relationship Type="http://schemas.openxmlformats.org/officeDocument/2006/relationships/notesMaster" Target="/ppt/notesMasters/notesMaster1.xml" Id="R8a29f114ed394c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ffc0047589444a" /><Relationship Type="http://schemas.openxmlformats.org/officeDocument/2006/relationships/notesMaster" Target="/ppt/notesMasters/notesMaster1.xml" Id="R3366492ea85d40f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c4b21a2f3a4540" /><Relationship Type="http://schemas.openxmlformats.org/officeDocument/2006/relationships/notesMaster" Target="/ppt/notesMasters/notesMaster1.xml" Id="R55d04a7c81db4f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9e0cb2dff446aa" /><Relationship Type="http://schemas.openxmlformats.org/officeDocument/2006/relationships/notesMaster" Target="/ppt/notesMasters/notesMaster1.xml" Id="Rc09d0000732648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d6878ba423483c" /><Relationship Type="http://schemas.openxmlformats.org/officeDocument/2006/relationships/notesMaster" Target="/ppt/notesMasters/notesMaster1.xml" Id="R0a560c4be0ad488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b0fcb370e6b4aba" /><Relationship Type="http://schemas.openxmlformats.org/officeDocument/2006/relationships/notesMaster" Target="/ppt/notesMasters/notesMaster1.xml" Id="Rdf4357921cf745e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921a4ac2c1846c8" /><Relationship Type="http://schemas.openxmlformats.org/officeDocument/2006/relationships/notesMaster" Target="/ppt/notesMasters/notesMaster1.xml" Id="Rc2f916e7c3894bb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7af0ab54832451c" /><Relationship Type="http://schemas.openxmlformats.org/officeDocument/2006/relationships/notesMaster" Target="/ppt/notesMasters/notesMaster1.xml" Id="R0b914b07ad884fa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2066600126a4e88" /><Relationship Type="http://schemas.openxmlformats.org/officeDocument/2006/relationships/notesMaster" Target="/ppt/notesMasters/notesMaster1.xml" Id="R8938602ac2fd40a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ba69a520f784625" /><Relationship Type="http://schemas.openxmlformats.org/officeDocument/2006/relationships/notesMaster" Target="/ppt/notesMasters/notesMaster1.xml" Id="R1e23d5282fb145c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acbab6488f54fef" /><Relationship Type="http://schemas.openxmlformats.org/officeDocument/2006/relationships/notesMaster" Target="/ppt/notesMasters/notesMaster1.xml" Id="Raedcdd0fa05540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896da19b3ca42d6" /><Relationship Type="http://schemas.openxmlformats.org/officeDocument/2006/relationships/notesMaster" Target="/ppt/notesMasters/notesMaster1.xml" Id="Rfd0472ea5f33450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a3ce91c59a34222" /><Relationship Type="http://schemas.openxmlformats.org/officeDocument/2006/relationships/notesMaster" Target="/ppt/notesMasters/notesMaster1.xml" Id="R682753a4c082464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87057da733e4f13" /><Relationship Type="http://schemas.openxmlformats.org/officeDocument/2006/relationships/notesMaster" Target="/ppt/notesMasters/notesMaster1.xml" Id="R3bf976b405de49a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a340acc11514557" /><Relationship Type="http://schemas.openxmlformats.org/officeDocument/2006/relationships/notesMaster" Target="/ppt/notesMasters/notesMaster1.xml" Id="R325496cbf8f54c2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8554cb07f174a9e" /><Relationship Type="http://schemas.openxmlformats.org/officeDocument/2006/relationships/notesMaster" Target="/ppt/notesMasters/notesMaster1.xml" Id="R28d4f5df5cd9410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d384c521c7f4e37" /><Relationship Type="http://schemas.openxmlformats.org/officeDocument/2006/relationships/notesMaster" Target="/ppt/notesMasters/notesMaster1.xml" Id="R1450e74cb5cd4ca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932016161484009" /><Relationship Type="http://schemas.openxmlformats.org/officeDocument/2006/relationships/notesMaster" Target="/ppt/notesMasters/notesMaster1.xml" Id="R23fe16d826ba45a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b1f5a96e0a445e3" /><Relationship Type="http://schemas.openxmlformats.org/officeDocument/2006/relationships/notesMaster" Target="/ppt/notesMasters/notesMaster1.xml" Id="R77c4b7d46f444c1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1ac9c8a1b404bbf" /><Relationship Type="http://schemas.openxmlformats.org/officeDocument/2006/relationships/notesMaster" Target="/ppt/notesMasters/notesMaster1.xml" Id="R2065ed64df45429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5cd691a0b0e4fc3" /><Relationship Type="http://schemas.openxmlformats.org/officeDocument/2006/relationships/notesMaster" Target="/ppt/notesMasters/notesMaster1.xml" Id="R9d3d77d4beea4b6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329e12b77ce4b15" /><Relationship Type="http://schemas.openxmlformats.org/officeDocument/2006/relationships/notesMaster" Target="/ppt/notesMasters/notesMaster1.xml" Id="R42aba79ea88e4c9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f7dca20e485485f" /><Relationship Type="http://schemas.openxmlformats.org/officeDocument/2006/relationships/notesMaster" Target="/ppt/notesMasters/notesMaster1.xml" Id="R4129d796c05847f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5450a57dd024b12" /><Relationship Type="http://schemas.openxmlformats.org/officeDocument/2006/relationships/notesMaster" Target="/ppt/notesMasters/notesMaster1.xml" Id="R1df2057c51eb48b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2ebcfb7df544d47" /><Relationship Type="http://schemas.openxmlformats.org/officeDocument/2006/relationships/notesMaster" Target="/ppt/notesMasters/notesMaster1.xml" Id="R5e964fb19e25487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cfdc731d8ac4d85" /><Relationship Type="http://schemas.openxmlformats.org/officeDocument/2006/relationships/notesMaster" Target="/ppt/notesMasters/notesMaster1.xml" Id="Raa0f00ac876a437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ffb15061d0b4197" /><Relationship Type="http://schemas.openxmlformats.org/officeDocument/2006/relationships/notesMaster" Target="/ppt/notesMasters/notesMaster1.xml" Id="R65abd4685d9a43a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d7dc0a87f39439d" /><Relationship Type="http://schemas.openxmlformats.org/officeDocument/2006/relationships/notesMaster" Target="/ppt/notesMasters/notesMaster1.xml" Id="Ra39d6724615244b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e2ae67190c54854" /><Relationship Type="http://schemas.openxmlformats.org/officeDocument/2006/relationships/notesMaster" Target="/ppt/notesMasters/notesMaster1.xml" Id="Rbc596456aa54439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1208dbcfd1546f9" /><Relationship Type="http://schemas.openxmlformats.org/officeDocument/2006/relationships/notesMaster" Target="/ppt/notesMasters/notesMaster1.xml" Id="R45fe47337c6f48a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43432d980af478c" /><Relationship Type="http://schemas.openxmlformats.org/officeDocument/2006/relationships/notesMaster" Target="/ppt/notesMasters/notesMaster1.xml" Id="R9cc508ccc7b74f5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842b7de0f65436d" /><Relationship Type="http://schemas.openxmlformats.org/officeDocument/2006/relationships/notesMaster" Target="/ppt/notesMasters/notesMaster1.xml" Id="R817bcfd2848f42c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30f40e4f9fc4cb4" /><Relationship Type="http://schemas.openxmlformats.org/officeDocument/2006/relationships/notesMaster" Target="/ppt/notesMasters/notesMaster1.xml" Id="R5405e715ec154ba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10dad71cbe04ed9" /><Relationship Type="http://schemas.openxmlformats.org/officeDocument/2006/relationships/notesMaster" Target="/ppt/notesMasters/notesMaster1.xml" Id="R770530e3d9994c8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605962cd0b24d5f" /><Relationship Type="http://schemas.openxmlformats.org/officeDocument/2006/relationships/notesMaster" Target="/ppt/notesMasters/notesMaster1.xml" Id="R96e0374c52d945b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c548fe969a44438" /><Relationship Type="http://schemas.openxmlformats.org/officeDocument/2006/relationships/notesMaster" Target="/ppt/notesMasters/notesMaster1.xml" Id="Rf6115c1cb9a24d9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54aaf2330fa4033" /><Relationship Type="http://schemas.openxmlformats.org/officeDocument/2006/relationships/notesMaster" Target="/ppt/notesMasters/notesMaster1.xml" Id="Rc8a1d49721a9404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0f6621a6d01422a" /><Relationship Type="http://schemas.openxmlformats.org/officeDocument/2006/relationships/notesMaster" Target="/ppt/notesMasters/notesMaster1.xml" Id="R793f1ef8594f4d3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17d5cbeb7b24fc0" /><Relationship Type="http://schemas.openxmlformats.org/officeDocument/2006/relationships/notesMaster" Target="/ppt/notesMasters/notesMaster1.xml" Id="Rfa2b9109003346a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178b2437fa5b48da" /><Relationship Type="http://schemas.openxmlformats.org/officeDocument/2006/relationships/notesMaster" Target="/ppt/notesMasters/notesMaster1.xml" Id="Rf8eea97c2730469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55878c2aa0543eb" /><Relationship Type="http://schemas.openxmlformats.org/officeDocument/2006/relationships/notesMaster" Target="/ppt/notesMasters/notesMaster1.xml" Id="R2c001b00ca304c7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f14b89c043f4248" /><Relationship Type="http://schemas.openxmlformats.org/officeDocument/2006/relationships/notesMaster" Target="/ppt/notesMasters/notesMaster1.xml" Id="Rd3310b7ce76b49e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ad703964082049c6" /><Relationship Type="http://schemas.openxmlformats.org/officeDocument/2006/relationships/notesMaster" Target="/ppt/notesMasters/notesMaster1.xml" Id="R8c7576e6e6ec46ed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2571c8d144d1481c" /><Relationship Type="http://schemas.openxmlformats.org/officeDocument/2006/relationships/notesMaster" Target="/ppt/notesMasters/notesMaster1.xml" Id="R9b8c8b7d1b724e38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5b18992cb9a48da" /><Relationship Type="http://schemas.openxmlformats.org/officeDocument/2006/relationships/notesMaster" Target="/ppt/notesMasters/notesMaster1.xml" Id="Re1864cd946e54bf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29740bc25d1d4c6c" /><Relationship Type="http://schemas.openxmlformats.org/officeDocument/2006/relationships/notesMaster" Target="/ppt/notesMasters/notesMaster1.xml" Id="R87f6b47f29d34f26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c0a02e4e07d4929" /><Relationship Type="http://schemas.openxmlformats.org/officeDocument/2006/relationships/notesMaster" Target="/ppt/notesMasters/notesMaster1.xml" Id="R0e587e1710a240c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8f102f276f24788" /><Relationship Type="http://schemas.openxmlformats.org/officeDocument/2006/relationships/notesMaster" Target="/ppt/notesMasters/notesMaster1.xml" Id="R9a0c0355707240ca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cb18d4b913ae4785" /><Relationship Type="http://schemas.openxmlformats.org/officeDocument/2006/relationships/notesMaster" Target="/ppt/notesMasters/notesMaster1.xml" Id="Reb4a969732cd4313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0ade95e68444d19" /><Relationship Type="http://schemas.openxmlformats.org/officeDocument/2006/relationships/notesMaster" Target="/ppt/notesMasters/notesMaster1.xml" Id="R54e42a58103e445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51aae67289ed4b5f" /><Relationship Type="http://schemas.openxmlformats.org/officeDocument/2006/relationships/notesMaster" Target="/ppt/notesMasters/notesMaster1.xml" Id="Rb7dc35ec57b2491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c357334391b84eaf" /><Relationship Type="http://schemas.openxmlformats.org/officeDocument/2006/relationships/notesMaster" Target="/ppt/notesMasters/notesMaster1.xml" Id="R12174b86df924246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cd477990dc2c41d8" /><Relationship Type="http://schemas.openxmlformats.org/officeDocument/2006/relationships/notesMaster" Target="/ppt/notesMasters/notesMaster1.xml" Id="Rd13a4f4c52cb4fca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ad21e0af5f7b44c3" /><Relationship Type="http://schemas.openxmlformats.org/officeDocument/2006/relationships/notesMaster" Target="/ppt/notesMasters/notesMaster1.xml" Id="Re17be038919e405a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a37504a011d4f7e" /><Relationship Type="http://schemas.openxmlformats.org/officeDocument/2006/relationships/notesMaster" Target="/ppt/notesMasters/notesMaster1.xml" Id="Re0a74269667d4a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3fe8a1b5643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33550fd30444ce" /><Relationship Type="http://schemas.openxmlformats.org/officeDocument/2006/relationships/slideLayout" Target="/ppt/slideLayouts/slideLayout1.xml" Id="R962037e571b149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2037e571b149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caa3541fd4d1e" /><Relationship Type="http://schemas.openxmlformats.org/officeDocument/2006/relationships/notesSlide" Target="/ppt/notesSlides/notesSlide1.xml" Id="R8f661cce8dac4e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c7f8c52124370" /><Relationship Type="http://schemas.openxmlformats.org/officeDocument/2006/relationships/notesSlide" Target="/ppt/notesSlides/notesSlide2.xml" Id="Rcada55fdb44a4e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fbc0fb88442c1" /><Relationship Type="http://schemas.openxmlformats.org/officeDocument/2006/relationships/notesSlide" Target="/ppt/notesSlides/notesSlide3.xml" Id="Rc3212e9048dc44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57ad50e574e5d" /><Relationship Type="http://schemas.openxmlformats.org/officeDocument/2006/relationships/notesSlide" Target="/ppt/notesSlides/notesSlide4.xml" Id="Rfd2c4281156d4e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970af8e0c458b" /><Relationship Type="http://schemas.openxmlformats.org/officeDocument/2006/relationships/notesSlide" Target="/ppt/notesSlides/notesSlide5.xml" Id="R904147cbe2b842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d4c90545044d0" /><Relationship Type="http://schemas.openxmlformats.org/officeDocument/2006/relationships/notesSlide" Target="/ppt/notesSlides/notesSlide6.xml" Id="R56129c13122142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586e3bba84ac1" /><Relationship Type="http://schemas.openxmlformats.org/officeDocument/2006/relationships/notesSlide" Target="/ppt/notesSlides/notesSlide7.xml" Id="R8d76979281464a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25773b01e4ed1" /><Relationship Type="http://schemas.openxmlformats.org/officeDocument/2006/relationships/notesSlide" Target="/ppt/notesSlides/notesSlide8.xml" Id="R32d2a5c9a56340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a5ce6acbf49b2" /><Relationship Type="http://schemas.openxmlformats.org/officeDocument/2006/relationships/notesSlide" Target="/ppt/notesSlides/notesSlide9.xml" Id="Rd9cd27c1040d42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03394d10c47b7" /><Relationship Type="http://schemas.openxmlformats.org/officeDocument/2006/relationships/notesSlide" Target="/ppt/notesSlides/notesSlide10.xml" Id="R6cdc18b0f89740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699b174074bf8" /><Relationship Type="http://schemas.openxmlformats.org/officeDocument/2006/relationships/notesSlide" Target="/ppt/notesSlides/notesSlide11.xml" Id="R2ebb694a3ca040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3c97547724111" /><Relationship Type="http://schemas.openxmlformats.org/officeDocument/2006/relationships/notesSlide" Target="/ppt/notesSlides/notesSlide12.xml" Id="Rd522cf071a134a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bb2e72193483d" /><Relationship Type="http://schemas.openxmlformats.org/officeDocument/2006/relationships/notesSlide" Target="/ppt/notesSlides/notesSlide13.xml" Id="Rfa728ba3a1d04f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d42c4b5db4f54" /><Relationship Type="http://schemas.openxmlformats.org/officeDocument/2006/relationships/notesSlide" Target="/ppt/notesSlides/notesSlide14.xml" Id="R7e1438ca41294c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0b426f0bc4ab9" /><Relationship Type="http://schemas.openxmlformats.org/officeDocument/2006/relationships/notesSlide" Target="/ppt/notesSlides/notesSlide15.xml" Id="R0e0af7d4a86e48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7bc6df4094c59" /><Relationship Type="http://schemas.openxmlformats.org/officeDocument/2006/relationships/notesSlide" Target="/ppt/notesSlides/notesSlide16.xml" Id="Rd46e7d5f1d834a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ca7c74e614767" /><Relationship Type="http://schemas.openxmlformats.org/officeDocument/2006/relationships/notesSlide" Target="/ppt/notesSlides/notesSlide17.xml" Id="R0dcce8485dfd44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a1e97a99c49b6" /><Relationship Type="http://schemas.openxmlformats.org/officeDocument/2006/relationships/notesSlide" Target="/ppt/notesSlides/notesSlide18.xml" Id="Radc3618c9d8947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215d0e200453d" /><Relationship Type="http://schemas.openxmlformats.org/officeDocument/2006/relationships/notesSlide" Target="/ppt/notesSlides/notesSlide19.xml" Id="Rb08cb4e896ed4c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ac1f26289496a" /><Relationship Type="http://schemas.openxmlformats.org/officeDocument/2006/relationships/notesSlide" Target="/ppt/notesSlides/notesSlide20.xml" Id="R9f45283d366c485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e1a546bbf4d6c" /><Relationship Type="http://schemas.openxmlformats.org/officeDocument/2006/relationships/notesSlide" Target="/ppt/notesSlides/notesSlide21.xml" Id="R48a2e7eb781e4a2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c5fdfa5d340b0" /><Relationship Type="http://schemas.openxmlformats.org/officeDocument/2006/relationships/notesSlide" Target="/ppt/notesSlides/notesSlide22.xml" Id="R13a9b047b5e04d4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ea406e2484c79" /><Relationship Type="http://schemas.openxmlformats.org/officeDocument/2006/relationships/notesSlide" Target="/ppt/notesSlides/notesSlide23.xml" Id="R8212e2736525487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a5f788b1e47c2" /><Relationship Type="http://schemas.openxmlformats.org/officeDocument/2006/relationships/notesSlide" Target="/ppt/notesSlides/notesSlide24.xml" Id="Rb3af7941246840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44e0687084278" /><Relationship Type="http://schemas.openxmlformats.org/officeDocument/2006/relationships/notesSlide" Target="/ppt/notesSlides/notesSlide25.xml" Id="R51ab878764d54d9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5e90d764f4c89" /><Relationship Type="http://schemas.openxmlformats.org/officeDocument/2006/relationships/notesSlide" Target="/ppt/notesSlides/notesSlide26.xml" Id="Rae0a57508351465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c68ad328640a8" /><Relationship Type="http://schemas.openxmlformats.org/officeDocument/2006/relationships/notesSlide" Target="/ppt/notesSlides/notesSlide27.xml" Id="R163dd4393a6a464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9ebf9c8f54338" /><Relationship Type="http://schemas.openxmlformats.org/officeDocument/2006/relationships/notesSlide" Target="/ppt/notesSlides/notesSlide28.xml" Id="Ra637efb5487e459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295a2e80f4e66" /><Relationship Type="http://schemas.openxmlformats.org/officeDocument/2006/relationships/notesSlide" Target="/ppt/notesSlides/notesSlide29.xml" Id="Rfeaa966e8ff8404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e0bbd3605484f" /><Relationship Type="http://schemas.openxmlformats.org/officeDocument/2006/relationships/notesSlide" Target="/ppt/notesSlides/notesSlide30.xml" Id="R160d2cbf877c46f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9dee53fce48b4" /><Relationship Type="http://schemas.openxmlformats.org/officeDocument/2006/relationships/notesSlide" Target="/ppt/notesSlides/notesSlide31.xml" Id="R2441ced77d6e410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213f16aed4def" /><Relationship Type="http://schemas.openxmlformats.org/officeDocument/2006/relationships/notesSlide" Target="/ppt/notesSlides/notesSlide32.xml" Id="R5b4aa08d2d1e4d8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2e8620db94212" /><Relationship Type="http://schemas.openxmlformats.org/officeDocument/2006/relationships/notesSlide" Target="/ppt/notesSlides/notesSlide33.xml" Id="R23d5d22b18a2406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4afb0a19a4dd2" /><Relationship Type="http://schemas.openxmlformats.org/officeDocument/2006/relationships/notesSlide" Target="/ppt/notesSlides/notesSlide34.xml" Id="Ra6c33b1a305548a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697c99537487b" /><Relationship Type="http://schemas.openxmlformats.org/officeDocument/2006/relationships/notesSlide" Target="/ppt/notesSlides/notesSlide35.xml" Id="Rfc21b50896214ae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4359ca3e74aad" /><Relationship Type="http://schemas.openxmlformats.org/officeDocument/2006/relationships/notesSlide" Target="/ppt/notesSlides/notesSlide36.xml" Id="R636f863d7192412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c9876f443434d" /><Relationship Type="http://schemas.openxmlformats.org/officeDocument/2006/relationships/notesSlide" Target="/ppt/notesSlides/notesSlide37.xml" Id="R0bc5733570d4458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e9ebd599546a6" /><Relationship Type="http://schemas.openxmlformats.org/officeDocument/2006/relationships/notesSlide" Target="/ppt/notesSlides/notesSlide38.xml" Id="R23b88e9d2432409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89cbbd0df4f86" /><Relationship Type="http://schemas.openxmlformats.org/officeDocument/2006/relationships/notesSlide" Target="/ppt/notesSlides/notesSlide39.xml" Id="R8e340981b7e74c3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a9bcba8b14a49" /><Relationship Type="http://schemas.openxmlformats.org/officeDocument/2006/relationships/notesSlide" Target="/ppt/notesSlides/notesSlide40.xml" Id="Rd9694b8ed1e04b6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c39d653044d95" /><Relationship Type="http://schemas.openxmlformats.org/officeDocument/2006/relationships/notesSlide" Target="/ppt/notesSlides/notesSlide41.xml" Id="R31508e76922d49e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2a2d6386546ca" /><Relationship Type="http://schemas.openxmlformats.org/officeDocument/2006/relationships/notesSlide" Target="/ppt/notesSlides/notesSlide42.xml" Id="Rc7e75ac6bf5841c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b3fac33784ba6" /><Relationship Type="http://schemas.openxmlformats.org/officeDocument/2006/relationships/notesSlide" Target="/ppt/notesSlides/notesSlide43.xml" Id="Rca0fce50ab544aa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856f51467474b" /><Relationship Type="http://schemas.openxmlformats.org/officeDocument/2006/relationships/notesSlide" Target="/ppt/notesSlides/notesSlide44.xml" Id="R893bd2705028486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60e9e11d6460c" /><Relationship Type="http://schemas.openxmlformats.org/officeDocument/2006/relationships/notesSlide" Target="/ppt/notesSlides/notesSlide45.xml" Id="Ra474971259ef4f0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7c61260144ac3" /><Relationship Type="http://schemas.openxmlformats.org/officeDocument/2006/relationships/notesSlide" Target="/ppt/notesSlides/notesSlide46.xml" Id="R07ec0f5f3eda450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e301239f74be0" /><Relationship Type="http://schemas.openxmlformats.org/officeDocument/2006/relationships/notesSlide" Target="/ppt/notesSlides/notesSlide47.xml" Id="R682c46a87a5847d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678dd0c164c03" /><Relationship Type="http://schemas.openxmlformats.org/officeDocument/2006/relationships/notesSlide" Target="/ppt/notesSlides/notesSlide48.xml" Id="R74fd01f5c984418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d64a698c64c13" /><Relationship Type="http://schemas.openxmlformats.org/officeDocument/2006/relationships/notesSlide" Target="/ppt/notesSlides/notesSlide49.xml" Id="R3db5b879cdeb491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8c45231a64272" /><Relationship Type="http://schemas.openxmlformats.org/officeDocument/2006/relationships/notesSlide" Target="/ppt/notesSlides/notesSlide50.xml" Id="Rc71023d5a51d413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1810eb484411e" /><Relationship Type="http://schemas.openxmlformats.org/officeDocument/2006/relationships/notesSlide" Target="/ppt/notesSlides/notesSlide51.xml" Id="Rabfbb6c6cab947f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8f5e51d0c42fb" /><Relationship Type="http://schemas.openxmlformats.org/officeDocument/2006/relationships/notesSlide" Target="/ppt/notesSlides/notesSlide52.xml" Id="R0261deb80e194c2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0131dd4d14733" /><Relationship Type="http://schemas.openxmlformats.org/officeDocument/2006/relationships/notesSlide" Target="/ppt/notesSlides/notesSlide53.xml" Id="R362d01e65e06412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c901dc81d4b7f" /><Relationship Type="http://schemas.openxmlformats.org/officeDocument/2006/relationships/notesSlide" Target="/ppt/notesSlides/notesSlide54.xml" Id="R78ec3665ae3b40b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8a20ee1b841fd" /><Relationship Type="http://schemas.openxmlformats.org/officeDocument/2006/relationships/notesSlide" Target="/ppt/notesSlides/notesSlide55.xml" Id="Rff791dff6648468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ca0651f8746f6" /><Relationship Type="http://schemas.openxmlformats.org/officeDocument/2006/relationships/notesSlide" Target="/ppt/notesSlides/notesSlide56.xml" Id="Ra56361cd2ac44d6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7765776664f98" /><Relationship Type="http://schemas.openxmlformats.org/officeDocument/2006/relationships/notesSlide" Target="/ppt/notesSlides/notesSlide57.xml" Id="Rd0db1a9d17354c9b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50d57a9a04194" /><Relationship Type="http://schemas.openxmlformats.org/officeDocument/2006/relationships/notesSlide" Target="/ppt/notesSlides/notesSlide58.xml" Id="R6703f00f3e2d468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2ba2acd43461d" /><Relationship Type="http://schemas.openxmlformats.org/officeDocument/2006/relationships/notesSlide" Target="/ppt/notesSlides/notesSlide59.xml" Id="Rff6855a7c1764d4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51c36cdd44094" /><Relationship Type="http://schemas.openxmlformats.org/officeDocument/2006/relationships/notesSlide" Target="/ppt/notesSlides/notesSlide60.xml" Id="R85bdc9ba32fd483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f3f89f60b418d" /><Relationship Type="http://schemas.openxmlformats.org/officeDocument/2006/relationships/notesSlide" Target="/ppt/notesSlides/notesSlide61.xml" Id="R7abd1e403f2c422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d4d3c2e7d4935" /><Relationship Type="http://schemas.openxmlformats.org/officeDocument/2006/relationships/notesSlide" Target="/ppt/notesSlides/notesSlide62.xml" Id="Ref919a281c4b403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87970228349c7" /><Relationship Type="http://schemas.openxmlformats.org/officeDocument/2006/relationships/notesSlide" Target="/ppt/notesSlides/notesSlide63.xml" Id="Rbf8443e7c47c479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946aa6f4444da" /><Relationship Type="http://schemas.openxmlformats.org/officeDocument/2006/relationships/notesSlide" Target="/ppt/notesSlides/notesSlide64.xml" Id="Rd33d4b970b8e4ef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28f591746480e" /><Relationship Type="http://schemas.openxmlformats.org/officeDocument/2006/relationships/notesSlide" Target="/ppt/notesSlides/notesSlide65.xml" Id="R4c79898fb8ad42f8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da9a386e14e4a" /><Relationship Type="http://schemas.openxmlformats.org/officeDocument/2006/relationships/notesSlide" Target="/ppt/notesSlides/notesSlide66.xml" Id="R200c9f024c9a4e64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4545c04414d15" /><Relationship Type="http://schemas.openxmlformats.org/officeDocument/2006/relationships/notesSlide" Target="/ppt/notesSlides/notesSlide67.xml" Id="R5c34dbd6cfb64ee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7c72080ef42dd" /><Relationship Type="http://schemas.openxmlformats.org/officeDocument/2006/relationships/notesSlide" Target="/ppt/notesSlides/notesSlide68.xml" Id="R500a4dbddbc14abd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dcf04205244b5" /><Relationship Type="http://schemas.openxmlformats.org/officeDocument/2006/relationships/notesSlide" Target="/ppt/notesSlides/notesSlide69.xml" Id="R55b1e1c6f24945c0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eebe67da04e12" /><Relationship Type="http://schemas.openxmlformats.org/officeDocument/2006/relationships/notesSlide" Target="/ppt/notesSlides/notesSlide70.xml" Id="Rbc1e7ef9794e4764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28f2de2b24e21" /><Relationship Type="http://schemas.openxmlformats.org/officeDocument/2006/relationships/notesSlide" Target="/ppt/notesSlides/notesSlide71.xml" Id="R5393049f17fc402f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f9f32c6414e38" /><Relationship Type="http://schemas.openxmlformats.org/officeDocument/2006/relationships/notesSlide" Target="/ppt/notesSlides/notesSlide72.xml" Id="Rcbb0d14a3d494a1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845d9087f4250" /><Relationship Type="http://schemas.openxmlformats.org/officeDocument/2006/relationships/notesSlide" Target="/ppt/notesSlides/notesSlide73.xml" Id="R3e26e35671f044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AE0A6-2B38-4E86-A673-06099012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18A96-7725-4226-9FA0-D0BB1D7F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5E044-B210-4C4A-896D-C3F1DD9C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4FBC7-2E69-47B4-9245-7148D25E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A080F-2E8E-4988-B91A-2A02A939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18"/>
                </a:solidFill>
              </a:defRPr>
            </a:pPr>
            <a:r>
              <a:rPr sz="3450" b="1">
                <a:solidFill>
                  <a:srgbClr val="0B1F18"/>
                </a:solidFill>
              </a:rPr>
              <a:t>Process Control and IPC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40B34-EE21-4F15-A23A-DF1D6FED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Unix System Programming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7BC90-737C-4C68-ACBA-D42818F9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3F8CF-7A03-437D-AA3B-E31C7FD6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24338-8F96-4B1A-8831-D00F36C5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84926-BC24-47E8-A48A-456A34D4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F29B3-D637-4AA8-8BA8-D89EAB49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7E37C-D2C8-4E2F-B3BF-F67148D3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596853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4A865-7C55-4262-90DC-144E2B86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D5919-DE31-46FF-B3D4-F4A04493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DCE03-FD96-4324-A4A5-0E21AACF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75A60-BE30-4634-B3D6-F25730BA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FE822-37BA-4074-BB65-60A73379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595ED-6E3A-43A4-92E5-D244AF8F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DD1DE-DB79-496A-AF29-7C1B9278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F9B61-F75C-4176-88BB-34E82203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A863E-3262-48CD-B45F-23F1CB44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C39D4-8F68-4772-9FC2-0FB04FA3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071B5-6EA0-4792-A52E-A16F11CF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AADB6-0ACF-4AB2-9046-7998A0B3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F449E-1A79-4E5B-83EB-7417E215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472221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5D0CE3-8586-4B03-8C20-7C616F4A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006E6-73B1-4189-A38C-A351A011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2C187-9236-49FB-BD21-DC42590D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1D90F-C6B1-4A47-8E0B-45FE794F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6463F-9F04-45A4-827D-6732CDA6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3A0D6-D50D-4E81-9725-18D49035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22865-E7AF-4076-98BC-5F69F251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Process identifiers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DE75E-CDDA-4717-BD71-6E9B505F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1D8FC-8553-41BB-A3C7-49E6027C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fork and vfork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5F2B9-FCAD-4602-B990-8FD26B47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76A33-54D1-41F7-9C19-9EB4C21B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exit wait waitpid wait3 wait4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01967-DCEA-4D31-AC3C-4C12FB00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EB0E1-1B4A-4D2D-92B0-FEDA3193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Race conditions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D76C3-55D9-44EE-BED1-F89A0E60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E1DD2-2929-487B-A7BA-A97048EE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exec functions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36049-3B9B-476C-A105-ECB7A821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BEA31-1D9B-429B-9B56-3E6242B4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IPC overview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999FF-B85F-41B3-A390-01C81AA8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B33BE-33F7-4BEF-8C4F-AE9D3B3F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Pipes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85FCF-24BD-4F0D-B38F-5DDD32C2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2B852-89E5-4649-9FCA-8214FA10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popen and pclose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EC6FA-626E-47BC-9EB5-F2D46EFE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1BCC8F-EB94-4DC2-A31B-7F297F29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Coprocesses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0823E-0683-432A-A598-B2C17D44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+ 8 more syllabus items are covered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792496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83A3D-9FB2-4038-9A58-605D3847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44BB3-DF46-4D36-8C15-B895D33E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6BB29-147F-44B5-B49F-17E36611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7F32D-E3AC-4ADD-817E-11B210F9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E80A3-53D7-4CBE-8758-92548D2F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Process identifiers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57D74-3FD9-4DA2-8D23-90A93089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76678-00EF-4A5D-B622-F440E9F2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Process identifiers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C54B2-C087-473F-A695-A6F0C936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43648-B825-4ECD-9CA8-544FE886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24B84-2AA7-4F41-B23B-A1006357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7850D-5637-4D3D-9548-B5877848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E4608-B9B7-463B-B7A6-DCE05A12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53CFC-1C13-4977-A540-1DED4259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AAE35-B474-4B85-81D9-88EA712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33A64-0411-44FC-85C6-92078804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B9DD1-7D72-4DF8-B7A1-6B55712C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D5778-8078-407E-9FA4-2B5A2E76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97573-A09A-4E6D-98C4-03A810E1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process identifiers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857009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B21FA-89FC-49A3-95E7-4AB45B5C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ED77F-6C68-45CC-9490-82F2FA80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3B87E-0DD5-4EC2-95B2-D7CCAC25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A1398-5E54-4264-BAE2-A2570FB2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FDCF7-CF2F-4816-9546-A71CDD7D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Process identifiers: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4080E-D753-4131-B84A-1AB6A8F8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8CC15-F547-4DAE-A42A-E30B7096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9ACBA-7946-481A-8BBF-3DDA6E28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0DB7A-74E4-408A-88BC-1D82238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74A5C-571E-432D-942C-1C420C19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29840-A2CD-498E-ABE4-32CB8436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94B7B-B7BD-4214-98F4-2AF4356E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535431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39B0B0-FC02-4586-9538-CCE0889E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04F6E-1B1E-4874-A392-81DB506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62D4B-C96C-490F-985A-7A1C96B3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30CC0-1F2A-4985-A878-AE687E8E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F1C21-D188-4703-AF2E-624F0876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Process identifiers: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3A023-2CC0-4DE3-9247-DCA97AF1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94878-176D-4A04-92EC-0F15F0DB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4D2AA-FA78-47B0-B5B6-1061D511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13311-3273-4EEA-B6B4-1A406A23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71383-3D5F-4410-88CB-1BB61F93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EF0E0-DD1B-4749-87BF-ADB06FBE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97565-CF8C-41B8-974E-1CEEC225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03F99-E785-4DF6-AC0A-DA66C7E4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24D67-367C-47A7-8D6C-EFF0D6C5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4A6EF-C6BE-4BBE-B741-97AC9754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DC02A-9FC7-4535-942D-B87B519B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8A339-21F7-4023-956B-49192DEC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14343-0AE5-4A2A-B08C-177EC434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786F4-6491-4817-9CAF-4CC4DFAA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BC0F7-3E73-4E85-AC3F-360CC073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8B4A8-8DB5-43BF-834A-D4A595A1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E715A-7FA3-400E-9C0F-E978C480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C4989-EC9F-41FD-A888-81D7220C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2CC7A-875F-4BCE-A3E4-5F03E88B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08D2A6-DC02-4BEA-813E-463814D2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79E1E0-AC82-4897-AEB3-5E98F556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1EEAD2-612F-42FB-9412-D2F62BFB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C573FC-FD51-4D45-9AFA-35932BFC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91A4D1-1560-4119-9FF7-FD8BF7BF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20CFBE-62E8-47CA-A58C-2621E8FD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3D597E-2930-4CE5-8EBB-8A5B4A4A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process identifiers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888318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EC9AC-C8C7-4A09-80C6-E5BB6200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B44E3-EA2C-4944-A2D1-83F004A6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1D647-0C89-4B15-83F4-926FC02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03FEB-DC00-4480-B778-A14E3294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53CD6-9ADC-4838-B2C6-F2E3D054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fork and vfork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A11AD-6AAC-48D5-913B-B7474730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A8BAC-A855-456B-B53A-40FD8C71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fork and vfork is best taught as a parent process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B3516-3D0F-493E-8911-CAC95CE8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200B0-7D52-49DD-B672-4C9B0DDF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fork copy with exec replacement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5A837-A5CB-46ED-8BB1-D923F835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472BB-67F1-45E6-85BE-06978334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wait status and process tree.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8669B-D769-45D7-94C0-96DBAC38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parent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DCA97-D1C5-41D8-8443-9FF8D401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fork 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3CE0E-37F5-49ED-96BD-E4A9DDE8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exec replacement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D6CAC-91FF-47A6-8FA8-F09A0746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wait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63451-7FA2-4AD9-8634-BB938679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process tree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B1B7E-9618-4C5B-A93D-135A1F4D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9BA56-3BB0-4BA3-B084-10DFE916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fork and vfork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060317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29EFC-3DC6-4401-AEC4-E44A17E7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ECE19-458F-401E-BEFD-BC1417E9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C3356-3799-4153-8922-04124696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3386D-31FE-426A-9766-FBD1985F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E57EA-1822-4549-9E9B-B1A4518F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fork and vfork: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C0003-F3AE-4B00-B4A4-C02344D2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pid_t pid = fork();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if (pid == 0) execlp("ls", "ls", "-l", NULL);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else wait(NULL);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845FB-1402-45B8-B439-68577563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AC9B7-4C39-488E-AC65-3C7D5393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B448B-2E17-4102-AF93-6D3E092B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E55D9-6F2D-4F41-88DC-83FFD28F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72BF7-1DB0-4172-A1CF-C1DE4138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B53D9-9080-41DE-85DA-81EEF5E9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3284497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25230E-61C1-4415-9026-A44DE1A1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5F59E-D9CE-4C4C-B353-79A410DD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4DD38-62C0-48DB-8B1E-136A8D32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28A5A-4DA8-4CA1-BF99-3A7366AA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8BC12-4E3D-453E-8BBF-01D55726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fork and vfork: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04559-B090-4F2A-9815-4EFFEF42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8618B-5F6C-42FE-9EE8-6FD62876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B585B-70AA-42C7-9F4B-71A8D933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DE276-4711-4EDD-B7BA-1C6A45CA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DE6C0-82A7-414E-9BD7-9EEF7D4D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1DFE5-3D1B-4F4B-A1CC-B6146574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3FA1A-8E87-4F95-8380-FA7E3A9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AB4A2-83F4-4D59-92BB-4D48D223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parent 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AA535-BC02-4C80-9726-61B0300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fork copy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0113F-0CBE-4160-9E29-3529441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CC79D-1EE0-475A-BFC1-ED7D385B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7C560-B403-4460-81CC-5D65C257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12869-C753-4810-BE2D-1AEFD887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fork copy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9373D-FB01-40FB-AD2C-8A091E92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exec replacement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07F151-39E8-428B-8392-758E0E96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78AAD-4CB7-444D-8EFA-B86D7678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D6909-3C1E-44D0-A0E6-AB92B2DE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F3DFB-FB34-421E-8AFE-1CEFAABA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exec replacement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F5259-3CD3-4092-9C54-FB8DABAC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wait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2CAF5E-61CD-4A30-BEAA-67773A2E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7E4EC-069C-4C2C-AAD1-C71D8CB5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522DC7-337E-4A0F-96CC-3674B978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B5525D-CA23-4876-9300-04655F4B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wait 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CA7C4-983D-4EE9-BBDF-B66E768B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process tree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019CC7-7E9B-4936-ACB4-07632372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9A3271-8E57-43AD-A880-A9E2EEA1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fork and vfork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616506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5CC62-DEAF-412A-AC11-B084C5AE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9697E-60C7-4942-9E65-6343762D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207D5-B668-401F-ACD9-CC7C7257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DACEF-6134-4416-A635-0F277EC8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590BB-ED22-4F9C-9F4E-B7BEC881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fork and vfork: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C68DD-1516-401E-8226-05A59D38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E2D58-9280-4D90-B8BE-6AE467C5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48F11-0BD8-4783-ABC6-131D916D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C33BD-F1F1-443C-9082-61BBA5B1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8D7A2-1004-4DCA-96C1-7ACABBAA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4744B-DACC-440E-8BF3-0130D092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fork and vfork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3D6C1-D86A-4F7F-BB38-82A8A4B3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D2150-502B-4F70-9A23-D8E7570B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parent process -&gt; exec replacement -&gt; process tree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CC9A9-DBBC-4E5C-A452-32C7C513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A45BF-96E5-4BB4-B444-7AE4B562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C5834-D643-47F5-8E6B-5023A8B5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67E7F-AF33-4001-A383-74113806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EC79B-6A0A-4854-AD23-3951D861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5ACAE-73B1-45F8-AB93-2F2187FC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BCB0B-6287-47E1-98A4-19BFF582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29480-42FF-46A1-ACB6-029980E2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parent process, fork copy, exec replacement</a:t>
            </a:r>
          </a:p>
        </p:txBody>
      </p:sp>
    </p:spTree>
    <p:extLst>
      <p:ext uri="{BB962C8B-B14F-4D97-AF65-F5344CB8AC3E}">
        <p14:creationId xmlns:p14="http://schemas.microsoft.com/office/powerpoint/2010/main" val="14656242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02DC22-FC3C-4FB6-B520-EDB1CB72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FE680-2D40-4449-974A-8783FBDE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2B844-35DD-4BB2-A643-D07FDDD7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94532-89BF-4139-8EF8-2C27941B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AFE0E-F751-480F-9340-0FCF94B7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exit wait waitpid wait3 wait4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D2B27-DF06-4C9B-9E89-B483DEE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AC311-C41F-4071-9F38-3370AD7A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exit wait waitpid wait3 wait4 is best taught as a parent process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D3D87-D09E-41A1-BB71-132BE027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41D2B-2EA3-4209-8C3C-10F850DC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fork copy with exec replacement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2CB78-EC44-469D-8DE2-BD079ECD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24DB6-20D1-4446-BBCE-C410DBD0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wait status and process tree.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85267-00B3-4606-A744-DC78FB68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parent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A4BDC-6297-44D7-9A58-FC3899CB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fork 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749F2-73A4-414B-84D4-F11326CF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exec replacement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B03E1-DD2F-489F-86E8-2E899A75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wait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7CD9B-AA0B-40C5-88A0-7D37A02E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process tree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1C62D-CCAB-4C25-BB0F-58158551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C435A-2867-42DF-935A-83B84B10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exit wait waitpid wait3 wait4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4051484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F346A-3078-4CEC-BC5E-FBD92A93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53070-DEFE-4904-8DAD-52955CB4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244EF-FB3E-411A-B619-90C4B9AA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E1525-BC4D-40E6-A9CF-19F5C1C7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91B8B-F912-4291-A953-14BFC028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exit wait waitpid wait3 wait4: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F8828-F759-4A25-92AE-FC390866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2DB0F-DEB6-4C60-874F-22B005C8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8DCFB-9333-43D2-BD64-F876D733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29ECF-71A9-47F6-ABDA-C435D768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FDC6D-1FC0-4BB2-99BB-D937BFA6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2BFCC-0A37-4EDE-B8E2-AD3DD2FE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6FB45-1824-4178-B0C9-109AEAEE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6377947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A98EA4-F5FB-4052-8747-7A24E7C9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38D62-F828-4EB6-A35B-7661F14B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0BFD7-8484-4AD1-9467-937088D0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A1BD8-9DC2-44B2-BB15-06E59BD1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8A220-C636-48B9-BA83-20683A14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exit wait waitpid wait3 wait4: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1C70F-D997-4FE8-BA27-66D371D3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2FD1A-0CAC-4C41-8A96-FA616E2A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21607-D462-43F1-8D90-5D156020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DBC15-13B6-467A-BD7E-75204568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E55D3-3006-45E2-9266-CE64DCF0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8F940-51AB-4D50-8682-B6A7CF4D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D1870-027E-439D-B12B-CD823690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93773-62FB-4A7A-82A1-7CFD696B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parent 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A832C-ACDE-4477-AA7B-B72B972E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fork copy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35356-0BBD-43BB-AAB8-6EC3F1D9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A9582-6C2B-4D06-9A98-EF6D9302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A3B05-5124-4B81-AE5E-6695CF94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55437-BB6F-44F1-84AA-AE1F3BDA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fork copy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5C391-1F47-4E1D-A697-03185A4D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exec replacement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2AA7E-995E-43CE-8FF0-07510E32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BC2D3-0404-4037-99D2-1746BE6D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81E30-C3CA-46FC-81AF-BE2F1FF5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394F9-1559-4589-807D-A72B58D7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exec replacement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FBCB6-09C9-4D45-BC91-336A4236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wait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CBAF63-C26F-4484-9EF3-20300DD2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0CE0F-EDD0-4726-B42A-A8110BAB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6D9FD8-9F19-4C84-A30D-74348B63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2068D2-5C17-4A1B-A5F7-AF262462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wait 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DC6267-69E3-4A70-A83A-AB849F6C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process tree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0725E6-79CD-4918-A5FF-9576DE9C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CEFF9E-950C-4407-9D3A-0AA0FDE6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exit wait waitpid wait3 wait4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596949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E879A-F8F2-4C27-989D-5BEB31E1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12BEF-3BBF-42A6-B364-F3741B8E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50C18-4EC1-4CE0-8B11-C7D0E356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FB61F-7E8B-411F-A88F-435E4AF2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AF156-8F92-4FB1-9FFF-6D6041B3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Race conditions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469FA-EB3E-4A7E-87F0-2C40418E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7C032-364A-4462-AF2D-E64DE26C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Race conditions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7B09D-613D-40CF-BE85-83FDFE66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B5812-A9F1-4FA0-A6C9-C6F0DCA4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721A3-E5E8-4E98-9E7D-3EE30DE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926D7-7096-48A1-A905-3D8F3AB9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29463-B6EA-470C-A898-1817B9AC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17AAE-C276-46E9-BBCE-A258DB61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3B3BC-2BE3-4087-BF54-B89A1E03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9BC82-2AF2-48A5-B692-E081E094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24C60-A5D1-4564-964C-E9D43F19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F2531-CECC-4DF9-8530-9D5F6922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28748-A875-4565-90E6-EA531DEF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race conditions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248967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8840D-33EE-4571-A6FF-E912A9D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72F64-0653-43CF-9CC4-ECB9FBEA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55859-670A-49ED-A274-59FF44C8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B4BC3-EB9F-4A53-8AFD-871D4330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AEA45-8E13-430A-9C99-9CA6C892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Race conditions: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9CBAF-280B-4BBC-BDFA-19307A8A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3AC79-1822-421A-9260-CBFC52C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A67E6-80B1-4F45-9811-997231F1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ACD47-A5E5-4C3B-85EB-8C67AE60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31DEE-D3F4-4D2C-9FA9-E0C16BC4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10FF0-1D92-438C-9201-D0634D95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47878-A9AB-46B4-8FB8-63BC3FF5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6342127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E6256E-9FAF-4F7F-8240-D3A7D331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0D543-D897-4517-8EC6-DE845B9B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3E8D8-E268-4BB6-9B37-B1C4C861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951D5-3FEB-43E1-B3CE-CAA4B2A2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D905D-B3A3-4246-85FD-E0C5E28E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Race conditions: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950F5-DB4F-4F9F-8E0E-9175EA4A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E2E24-41E9-43F4-B30B-33DAC982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AE17C-D74D-4EF5-8B3C-5B540BFE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01366-3411-4400-8CED-BC735B5D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266A9-7BD8-4F03-AF7F-32EDDB5B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D4F24-C66B-4212-A0EB-360243A2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90158-12B0-4A29-8E14-996591AF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89BC9-B0EF-4EA5-A7C1-13FE48C7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70524-7109-4627-8B2C-62CB8A57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8D99D-86A7-4511-886E-60573BC4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616E7-99D3-4E30-A5F6-3268CC3C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EA2B7-A0C1-45C9-A609-2402FA82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E827C-89FC-499E-A328-D1275F17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6F15A-2392-448D-9694-239C5C28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8B6B8-FB27-4E7F-A9A7-9F82FBC5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3ADE27-86CC-45EB-8145-B6D3C4F6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3D866-9C80-4079-8B7E-256EEE37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4DF23-9D91-4280-B2CB-402CF8A3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2E1AC-A0AE-4D77-B14E-B2F8AF21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318F0-9C8C-4FA4-AAF9-FBA69BD7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0F29F-7B8A-48CC-BC56-F2C68470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A1525E-B9E0-427D-856D-4CF451E3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14722-57D7-4DC5-9A9E-E5DE9408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7A5E55-6608-4F17-911E-55983C61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D9E8F3-1997-41B6-A80D-BC7C142B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8661AE-1106-4824-8D8B-804F4CE1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race conditions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430507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DD11D-DE54-43B9-88F5-095D0B1F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2EC40-8EAD-4935-8C19-B4E8138F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08755-5D30-4097-8DA7-C4AA7E6F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948AE-9B10-4707-8437-D983C299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4B78E-D426-4624-8BD1-19F01015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exec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173F1-EA26-4705-BF21-FAE55EB3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3BF83-C68D-4470-8A29-66DA91A3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exec functions is best taught as a parent process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4A18C-0805-404F-8722-5FD9E0BF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10D5D-756A-4957-879B-B3214D9C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fork copy with exec replacement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74DAB-10F7-4513-91D8-59C3F590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9DBA9-C662-4F57-BCE4-18DF59EB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wait status and process tree.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5DFCE-DCE3-4F01-8FC4-9D4F39EF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parent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F1ABC-D90B-48AB-80CF-F4061C91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fork 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806C2-A810-4B66-9F1A-CE8A3114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exec replacement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8DC8A-C329-4197-B9C8-AA938937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wait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2DA2B-B43D-4F55-AC3E-5F72369D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process tree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4F295-3154-405F-9C4F-69D6C7BD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AC162-5579-4C99-969B-0641299F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exec functions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218546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F9984-E691-4227-AF5D-87698CA2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1AEDE-AFEF-4750-B17C-C378B6EE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F4C3B-69E8-49A6-8B31-CF3642AD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F0B17-C662-48DC-BCE1-7DB31307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47A47-2273-4B31-B0BB-3DF268F5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exec functions: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D5E97-F447-4DBD-9E44-925AF106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E20F0-AF69-499F-9D1D-0A61960F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3C56F-FD96-4F71-9DF4-5B63760E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F23F3-42EC-4A56-B7FA-5CCCC968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82CB4-F21D-4E73-980A-7258FAFC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C5ACC-0A06-457B-8796-38CFC2C7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4DCEB-1AFB-4DB9-9046-6B733A05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5819045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EA6874-A4C6-4CF5-99AD-E490433E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A940C-9C29-4ACE-B3B0-563597A1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1E2BB-BCD7-4AB2-A4A9-E639A05B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D9FC7-9DFA-43C6-A9C0-5B668F47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21041-C9F5-43C5-9727-D74B7337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exec functions: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35B18-2A42-4D28-A592-0D16DD82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DA86B-D6B8-41E7-97E2-8C37F4F4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A5EA0-0188-45E3-8125-072CE7A3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39BD8-9ECD-45A6-909A-972E0769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7CE14-DF41-4BD0-B871-C424FC8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36034-B81B-49BA-9B0F-68D2751F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1C330-B353-48E7-B335-F0EC1DE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3FFD2-B4F5-42D5-89EF-F1DCF965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parent 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B36C0-E8E4-4EFE-9A74-11E44013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fork copy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D5D1A-D952-4A90-9B23-630AC9CA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B5C10-0A98-4BB1-B71D-0FF52817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47711-9887-4C1E-B136-8BA0D294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4FFCF-46C1-47B5-AB64-9BA72CB3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fork copy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1CB97-8EB8-470C-A873-6E6982BD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exec replacement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F68B9-72E2-44BB-BE76-AB957681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255AC-3E15-4756-8354-5D2206CF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5BA6D-6D28-4C61-84B1-505522D0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4B838-4D00-4F90-8B59-4D3F6947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exec replacement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8620F-B88A-4565-8864-2309A6B7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wait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E25F1B-17B2-4893-94DA-30F45169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1671D1-1E3C-480B-A5EE-9BB73BB0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42A95-D530-437D-9FF9-06CFA63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27A769-8076-482D-A043-0FAB39F2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wait 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725CB0-D8B8-400C-AA16-8F472D98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process tree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542FDC-DB5C-4F59-805F-345DF61F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19D545-379F-4BFB-9B47-808E5339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exec functions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035208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F524A-5C62-4020-A439-148ECF9D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143B6-81C4-4CA4-9101-8B47582B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80E4D-B08E-4451-A7FE-9C25B4C6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AB86D-15CC-4E63-B701-1672D277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52E6E-B35B-425C-8E27-0EC15E35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exec functions: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25B52-5DE9-4242-AC8A-BB4F42DD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52519-042A-4202-900B-7F388180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1A097-E62F-4971-AED0-3660AF48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7759F-36D2-4219-9A9C-49D2E75A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BCD1E-0075-4A46-9A77-A98CD0E6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AAE24-BCB2-4F51-B7E2-809ED31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exec functions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593AA-474F-464D-8B44-E12E50DA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93700-8FE4-4284-BA63-808B7105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parent process -&gt; exec replacement -&gt; process tree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10802-476C-461D-A0B7-E6315E6D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A79F4-37A3-4DE2-8C32-6D83335E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91CB9-2BD2-470D-A7A8-5B2FD483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C0DB6-F940-4B72-B54B-31CB7AD1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5EBEED-1C7A-4106-B8FE-EF49E199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845EC-215F-4CB6-8843-34B7D2C3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B1A5C-9259-4E8E-917E-215A8B6E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29604-9B65-4137-925D-E14B030F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parent process, fork copy, exec replacement</a:t>
            </a:r>
          </a:p>
        </p:txBody>
      </p:sp>
    </p:spTree>
    <p:extLst>
      <p:ext uri="{BB962C8B-B14F-4D97-AF65-F5344CB8AC3E}">
        <p14:creationId xmlns:p14="http://schemas.microsoft.com/office/powerpoint/2010/main" val="10275014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CA632-7EDB-4BC8-9589-D904C2C1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E13E5-A0D4-433A-9B8C-93C09B5C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BBDFA-BC40-4B71-84A5-551D782F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DF805-302C-405F-B470-BF0ACEEB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5BDFD-7A34-41BD-B03B-81573CE4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IPC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C8615-9ECD-40A4-8479-8AC84D45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2BF84-6FEF-4EF9-B388-444FAB95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IPC overview is best taught as a producer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38E8C-070C-42E7-9333-C747C3AE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BF832-3FFE-40D4-9D26-21C48ECB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object with synchronization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3716B-1201-41CA-8F17-E66F79A6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00717-58D4-4F07-A3D3-7FEE2537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consumer and cleanup.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B50BE-E380-4388-B8DE-88E5ED7A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1B233-82F9-4154-9E5C-67D69A72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13F40-CC42-486D-91E6-7282CDEF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1256A-C448-4111-8A85-91CA0923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600E9-B0C8-4F2F-9E8C-4EBD2E09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cleanup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AF44A-297C-49EA-B026-2DB1E254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5E8DD1-87CB-4DE1-A241-25FC5E45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ipc overview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439681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3C19A-749F-410D-844E-1A23334A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FB75C-2527-4ADB-990D-D2182D8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AB65E-D204-48A4-8E34-07BFCD64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9A41B-EBB2-480B-B7DB-F52BCC1B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F25F5-9679-43DC-8B20-B34102E2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IPC overview: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AD58C-A2A2-43C4-86B7-8B3011BA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A84D7-390C-4258-B2B6-F73A8681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BD427-1451-4CD4-8BE0-434B774B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1A816-2328-4A1D-A777-FB78D2F4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929D5-D9FF-4215-AE16-481204C1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61E14-5075-45ED-A987-3D7FACE4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FE01D-08BE-4D54-B311-60FA5D2A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8555957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D38D7-20BD-45D4-B6F7-D318C8DB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76D32-2674-4C46-A3C5-E348D090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0A8F1-D4B2-4CF1-A7D6-7A379098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0D67A-02F8-4ACB-848D-5C4D591B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05591-D7F3-431E-8450-1E0630D3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IPC overview: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E589E-11C7-4BC2-9452-134A7A1F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E8C54-1479-45AC-938D-27D4447C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BE0BD-E1D6-44B9-9097-E5EA937F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29526-77CE-4371-9530-833D47BC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9CE4B-0222-417E-82FF-F2DCF4D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AD74C-0216-469B-B984-BDB39EBA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22DCA-C23E-4F51-9D2E-665F23F2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33D5A-1E02-4274-941A-21AA30CD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E2097-1F1A-4FAF-A4F1-410E58EB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FA39E-97F7-47C4-A585-EF8B87E7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20607-F390-4942-9F71-5A7CEED1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19F87-3A74-470E-90D0-47AFFEAC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094C4-B185-496F-9475-C058F18F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2E0D9-B091-4455-B8DA-2B25DD88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synchronization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F2451-1BAB-4E74-9366-DB648C73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EB7A3-75E2-41F0-811E-3A41B47C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E3047-289C-4FE0-8E8F-E37DF2AD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62ABFB-A5C2-44A5-AFC9-2BBF7DFE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636E7-14D5-4C72-B9D5-C3AA2296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consumer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4630E1-83B2-4C5D-A9E2-7A446969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C5CE80-27BE-4411-9B73-81D99C90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B0BEE-2F43-431E-8EDE-AE6F5D6F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B8021C-5540-422F-BD0A-76E66622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C65B53-EC61-4F8D-A464-7B91EDEE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cleanup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B34D5-EFA5-4F42-B386-CA2AA056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A43516-304D-4412-9CE6-2156F1D1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ipc overview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973060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80EE8-0DD9-4402-8F67-97562AD9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2347E-3B0A-4A52-9155-6EFBCD0B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9FAAD-A145-48C2-8396-A935F076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5C993-2A4C-4C89-A6C0-4D274761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A095E-6C61-405B-BF52-D92ECE91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Pipes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D6482-B303-4C4C-95D0-216B106A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319F3-3890-413A-AACE-B2C6B041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Pipes is best taught as a producer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083A7-976A-449D-83CD-7E624347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4E785-F328-4C3E-8A0E-AD8EF5E5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object with synchronization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68722-781C-4C07-B252-7DD85AE0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EE332-7B26-47A5-9DFC-E81FB63F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consumer and cleanup.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946B7-24E8-4DAC-AA79-F4E9E131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2413D-7EC2-4968-8BBC-78637883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7AB25-DFD6-4BF6-B252-ED10B4DC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1B471-C95B-406B-AC96-BD31AD02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FA89F-EFEC-47A3-A4CC-CF357FCE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cleanup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1B7A9-E34F-40A8-9827-D0B73D64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00793-B67E-48AE-83F3-B615FFC6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pipes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900770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AEDDD-67CD-429B-9E7F-135C6C76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09D2B-1BD6-4EA8-9644-A32B440F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E21CF-EE9F-4FDB-8609-4A6192DE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62611-7B10-456C-A3DC-7A6ADDCB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8E83C-940E-4A13-8BE9-F6C8E8D9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Pipes: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88F13-2CA4-43C9-8EAA-9B29E5B1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F2409-C619-4C2F-8952-3C6F189D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5589E-E50F-4A8E-8C02-E5D76283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C7489-285E-4350-9F49-034B40AA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61553-ECA4-4D4E-8597-7BC2ACAB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D354B-4BAE-4CBB-8782-52D051B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528B8-5CA5-4461-862A-5BFB9AEB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6103623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08E033-E642-48C3-BA64-BEFB6CD8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FBFAD-04B6-4AFB-83C2-F7E67069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446B6-6921-4116-BD50-A806F63F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C1DAD-4994-4067-BD21-54A20DF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2F62C-0F67-4E27-A78E-9EAA65A6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Pipes: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9B3E8-ECC7-4DD0-A208-CBA07B19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78907-E726-4004-ADA6-87792934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6275A-6C20-4139-809B-830020A2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5E92A-63F4-4BA2-A011-8980C5E6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81543-86A1-4614-8E3A-94AC0337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BAA2D-E299-4246-A71D-17B8C96F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BBF1E-8687-4CD0-B0E9-BB88BB70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A5317-CAEA-4808-889C-101D7E84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77AE1-4454-4F3F-81C6-8B4E13E8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6021C-1034-4BD9-806A-A7432759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D9F7C-C05F-4A0C-8E8B-4460CBF3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26E13-D635-43D6-BCDF-F802984D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7E630-77BD-46C4-8A5B-E4CB08B0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D8111-D094-4DD1-8D2E-1C0B283D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synchronization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28A8E-DC35-4F7A-A665-E19FB2E3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ADBF0-EFE4-4C0B-840F-3A04A5E5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C4299F-5C28-40CE-9DE4-7D5F94C1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13786-25AE-4747-96A1-9277E237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90AC2-A4E7-4540-984E-38E24381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consumer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DE3CFC-C562-409B-B8AF-B2AAFCA2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ADC74-C2A6-48F3-8C16-125033FB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76DF9F-3A09-484E-97A3-55D8BDC7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E4D10C-5894-4D12-8B9C-6983836B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8EAA-C6A0-4B1B-BEBE-14AB7213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cleanup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4D613A-F0E8-493A-9AF5-6B691634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38DA66-066E-4128-88EF-B9054534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pipes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877175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C920D-EF7C-46A1-AFAF-050D2270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0D6DC-F750-4E70-9554-45F7AEEF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DE362-B06D-4BAB-B126-722246DA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B9022-6331-4FBB-8400-EE820C4D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CB1F6-2D6E-420C-8178-4ACB5096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popen and pclose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D82F0-0BC0-45E6-A4A8-84876B20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89D30-92D6-4986-9413-75227426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popen and pclose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9429A-B7CC-459E-A3F9-043E13A6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BC9C6-94E3-4442-8E17-83DA272E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704D2-97BA-4973-95BF-594F25EE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82FA4-52CF-4CFD-8F3A-325FB699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5BA94-58DD-4485-8F5C-18CF7AB1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80A47-5CBC-4CDF-9CC5-C4181C84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3324E-492C-40DD-96C9-B7D14D6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9AFB3-9BF0-44BF-81E0-DCD8261B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F4490-9684-4705-98BF-8FE7F24B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EB031C-02D5-43A5-914F-4113EB7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76E9A-3F94-4ACC-9EAA-E2B8988B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popen and pclose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638987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F6B36-D3DB-4E2E-ABC3-E4FAD617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972D4-B5E8-4183-967A-57CCB2F9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21239-31D1-49BE-961B-4C9E7106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D6A8E-8BE8-4633-BB5B-E627751D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A0672-58A5-4FB0-8781-23D57415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popen and pclose: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95D10-0200-4579-B73F-6FCDBA64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949B0-A8C3-4A3D-9BAC-8FE18C9C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2F896-59C4-4842-9214-BDFA9E87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21F93-0806-454A-A26D-A124F5D6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2357C-D994-4A6A-AF54-706B92F8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8540F-5F91-4E17-A058-ACA3E82C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3508B-608F-459E-83CC-70BB8D95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3819643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8AD184-A396-4184-8077-AD5CEDBF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D3D23-63C8-4240-9BCE-EE2CA518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8A7AB-2BAB-4B11-867C-F5C1987C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DDC89-F842-44D0-B67C-D3E0D812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48D47-17F0-4B1D-BC52-0582D346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popen and pclose: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D89E0-7ABE-4F96-9E28-8230004F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09DE8-5DBA-4A61-8A27-936C1E61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23561-9E51-4469-944D-10F9C3C9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2A3AF-1674-4064-8814-C455F71D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3FEE4-DF4C-47CB-83D3-AFCF9F77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2FCA8-908C-4F9E-98FF-15535925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A08C8-2B93-40F2-91DB-A4D8893E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6922B-05FE-4B8F-B89C-DF39DC07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12C8A-F548-4EFC-AB3C-B7FBCD96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B5B36-CC71-416E-BA47-473939F3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577F1-6ABB-48FC-AE48-E38F809B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6124A-AD9F-42C3-9621-AE8EE3C0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99A09-12AA-46AE-B3A3-CAF63E43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A62D5-9915-4AA7-A421-FBB696B3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401C6-4BEE-4AD1-80FC-94323250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12D4E-581C-4F09-8BB6-34266614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EE707-95BC-4F0B-9AE5-5E34C6DA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037365-0960-474D-BC2D-D4D53DFC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21B98-C13A-4F8D-8C4E-275230DD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414A0-CA1A-4794-937C-40454599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68FB35-10D9-4ACA-AA66-94B9D3AB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6E311-81F5-4B51-A220-BEAF5D93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C9E0F8-17B8-4984-99C7-62C0660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5CAAE9-E1CF-4C03-B01E-4D3C122C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B9A8B4-613C-43EE-8DA4-137DA3C8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28643D-8DD2-4EFB-854E-8DB361BB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popen and pclose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954266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6D2A5A-9315-454C-A3AB-FCDF8A15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5A889-2979-4E06-9D7F-9346CE8D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70A3E-BF05-40CC-B644-098FBD72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9E655-22FA-40B4-86C1-8D59C1DD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30F0C-655A-4C50-9479-0ABF213C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popen and pclose: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401BF-5E6A-4348-B85F-F1C79052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9D500-A532-4D2F-B788-90089C23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4C369-89AF-4357-8A33-EDE4871E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35CD8-D8AE-40BB-A1E4-342B3138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2A9C1-C7A3-4D2D-941C-951DA9CA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57095-BD1A-41C5-B131-FA3E55AD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popen and pclose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0ABE3-D7C8-416C-8B7A-54CA9237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857F6-C41F-4991-A665-373FD0CC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DF47E-6A88-4051-A7F5-F54C6F84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DDE8A-CE20-4B20-B2EE-E6B5FBE6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036B3-1944-41B4-9702-231BE54B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D26C3-022C-46F0-8F25-A1BD6940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6A021-9BBA-4590-B516-D39C8498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1C3B8-015F-4A17-842B-0565A507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CAF98-B7CB-49D9-A4FE-79CBB398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B13FAE-CA4D-492E-A5C1-E9D45D65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4667684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622CA-186A-402D-896D-B7E41B68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3CE82-B93A-40EB-991C-58A75071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5EE8E-68FD-4ABD-BC73-07373322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8B40F-CE47-4227-974C-7EC10675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1DD3F-70AD-46BB-A67E-4F5822D2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Coprocesses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88015-4670-48F7-87B9-32756B32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997FB-6814-4EC7-9710-26D01B0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Coprocesses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AAA6B-ADA3-47EE-B26F-D1EAEC22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5B536-A221-499C-800C-8ADB93AC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DCD7F-88CF-448C-AA68-C8ABA593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6F9D0-3F76-41A5-A618-30A7FE38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261A3-B86E-4433-9352-E06E2B7C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278A7-4D29-41B2-BCF5-49BCAA4D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5097F-05BF-4367-B997-BAF6C80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E71FD-CE1B-4FFB-BDC3-57E54309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9220C-E08E-4670-BDA3-A5DAABCC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5594D-F5C0-48D5-95EF-D8E0AE16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A4A31-AA6D-4C84-9399-45B9BD86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coprocesses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062392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65A32-EED1-4910-8851-FB801B7B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25848-76B4-48ED-A8FB-9BE175B8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9DA07-212A-43D6-BD0A-CC505E55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598F3-4367-43AA-B102-581D3B9F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02E3B-BA51-49E1-B360-65CAD608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Coprocesses: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DF505-C061-4FC3-8BFB-26DEEE8F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063C5-3695-4027-91B8-13DEC5C5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3835D-F9DE-4379-BB51-4D8DDB1E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2E9EF-6E46-4E6F-8EC9-013F956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F9D5B-DE36-4B73-99AB-C68109D7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E12B8-9034-4EDA-BF9F-9C897C7F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340AA-604D-4594-ABEB-8D3419F1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683151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8302B6-5E2E-468B-BE4C-3B60BD58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C3828-63E9-48E0-8CB9-7EC93D86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4D179-0524-4A96-A514-DEB2DFF3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833EE-F238-4A52-B4F5-1931524E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38337-D9B0-43D0-B97D-AF1A2D74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Coprocesses: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E7443-0DCF-4393-8DEE-F6F61E74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497D2-E0EE-4B42-88BD-CC81B049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C80D4-07C3-441B-B39B-C14AD876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38FDA-45DA-4B4A-8757-DAF1F4DC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A5151-9356-4A90-856C-03EC5C0B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876C3-5CD4-40D1-AF08-D92CB80B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0A550-DB0A-4B37-96E4-A8A73713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CBF17-E4B4-4913-A74F-B8E013D9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E5051-55DF-471A-8334-81FA7615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DF47B-2B0F-423F-BB82-7D3CC40D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0E453-881F-4B35-82C9-225C935D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B9B80-C9C4-4BAD-BE7E-46B2225B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60F7B-0E04-44B4-B977-8DFF3199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CF528-3E69-44DC-A86C-9940DA8A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82D53-76D5-499F-8DE4-C00BE08B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8FCC5-89F0-4E32-B91C-8B8172C4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C6CB0-63D7-4EEC-89B8-C74F3B58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F2DF3-05B4-45F4-9AAC-AD94ED52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32AEF-A6B6-442B-833B-3899C03E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E2D12E-585D-46FF-93E7-CA183BAB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D4D57-64FD-4CB3-8368-DD29DCC8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DB8598-801A-4C29-861E-11AA6379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4D13F4-6CC8-490E-BA94-E07F1A74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D57444-CCB7-4870-93FF-5B6EB337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714EB7-E71D-4C07-8A67-3E376F53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87674-3F21-44EA-8465-BC31CBAD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coprocesses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6105562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9E7027-2DB7-4326-AA91-2D4779C8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A9AD3-C361-4D5E-98D3-D042C316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706EB-47C1-4F09-B88B-FA435741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2A92F-EC79-4D77-9602-7778A6C7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F2418-572C-4B01-991B-D7FB0D27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FIFOs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73CD3-3B7D-41EB-AFB6-605E5FCE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3E0B1-247E-4ADF-B5B1-0236819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FIFOs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D7966-42CC-4166-BEFA-80D8BE39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541EE-8223-488B-8C10-35731383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3CAEB-C4CA-4003-982C-8E8CC05C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07445-6F6F-4CBF-A055-66E07C71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F0C3C-4316-43C4-8BC4-C7F6ED6A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BF697-A9F5-4033-9AA2-3AB70E1C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03C84-F109-4DA7-88E7-3365FD65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108A0-0941-46C4-9510-9120DAFB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5182D-7A42-4BEB-BEE1-35A15FA5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794E2-B69C-4E3A-80DA-1C647FEB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6D6E53-BCE5-4EA6-A134-94579B46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fifos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91629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43334-5B32-45F1-A2F9-0F23A5F6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0EF67-0905-4A47-9876-AB20A118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85FDE-EAE2-424A-8D98-C04867D7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DCAD3-7B86-4DEE-B131-C2B9E045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986DA-0FD2-48A1-8FD5-6051F9E7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FIFOs: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EE2CB-3B86-49E4-8159-18712BA6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0C433-8CB5-40E8-B7F9-C2A65010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6DA15-2359-479D-8FD2-A630CF92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BF089-1491-4DAB-8285-89E58B60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123AF-75A1-4DA7-B355-48BCE990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60BA6-E19F-4E21-BB26-C1ED3131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239BA-A5FC-4F42-B5A3-D84A5D20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11629038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083CF3-B960-4D53-B311-0F7871FF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57BC7-500F-4814-BE98-4272B83C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ECC69-1BDF-463F-A6E9-63A00388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3B36F-BFC7-4AF2-908E-B2BE6D1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FC2E6-7F3A-4697-BCCC-3505D7B2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FIFOs: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597A0-0312-4277-9F17-F47CB770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38EFD-11CA-4D47-AB95-747C052B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1FFB4-DFE2-42A0-98FD-9EC622B6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635A3-D354-4C06-BDD2-FB7ABA7C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B651D-A5B8-4DB4-B690-744CBBC3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6E60F-E5FB-4D87-9678-04BCEB78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DDE07-D3E2-49E7-8D92-F8BA175B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F28A6-6152-4A27-8D16-3BABF94E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6AD15-605B-4EFA-9CCE-C4A25E01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044E4-9036-4C8C-9A1F-BC33DA26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9F540-2321-4182-8B92-7CD3D17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25226-236A-4BF4-A0D3-7C71F72C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77E52-ED34-480C-868A-8CCC1512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F4D95-72B4-4CD7-91C3-914BF156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785E8-2186-4894-8D1E-2185188D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06D5E-0A7A-4D7F-9738-69D27112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B3F5F-B31E-4380-8B49-49ECFBE6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EB1DD-82D9-4346-BF2D-4B1D904E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5A0BF-EBE1-4401-A58A-149FAEE2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1552E-9F44-4CBD-BC29-96081649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22774C-D43E-4C52-9F0A-A05A8D41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A5339-0424-4EE6-BA78-CCCEB535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4D6FF3-247D-4740-AD67-B06C45F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97885C-9029-4E33-808B-6F66C467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8F575B-4DD6-4D3A-A9ED-78291A74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AF184-B223-4361-AF1C-90F0576A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fifos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6336206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9C3C2-A0DA-4B10-A583-6BAB303A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3E59D-10DF-46F9-B14A-3332D5D9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F4D29-0FB1-4DFD-BB0A-C9149D41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10E16-88F9-4CAE-85AE-CD8355A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233B6-7C37-4FD2-86FD-624AA187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System V IPC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6D241-F1A7-495F-9314-CF870127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57029-937F-4360-9CA1-C2BFEF65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System V IPC is best taught as a producer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902FD-5E8B-4AAC-B298-B564DF9C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DAEBD-EB90-4109-BDD7-A612F0E8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object with synchronization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D76DB-F327-4C92-A506-E1550991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471C3-91C3-4D6A-9EAB-C661D704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consumer and cleanup.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D2D76-EF0C-4A8A-AE65-B14B1CFF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70780-29EB-4324-A105-7E5ACD97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155DC-42E6-475B-BAE7-E4039582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02428-F5FA-41AD-80C0-8517EB88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B6407-0B9F-4617-96E8-7AD45E1E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cleanup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F1665E-8F26-4E7C-A2D4-D728D468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5F674-ED32-47AD-8DB4-C40DB06F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system v ipc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5903434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D8220-C8B7-4941-BDA7-4C7648EC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E3C6C-6ECA-4869-9CF9-2D2FEBCB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BFEE8-5746-4469-A3A1-E64ABD6B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FD654-E16B-4729-8955-07F39779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DC7A6-1B92-4A88-AD98-1D0259C8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System V IPC: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39B3A-0EAC-4496-A1D4-64BD6F9C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42949-C910-4A57-9706-0B13EE4A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488B7-1DF7-4298-A680-B9810576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44B73-9A94-41F0-BD66-C45F4325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FD549-A40F-418F-9705-15C254BE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2CA11-4911-47F6-9765-38A44606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02CE6-B92A-4D10-AFB7-58657B4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49449711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9B5C35-9982-4328-BDDB-8F4FD94D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4A51A-24F8-480E-B307-6F36400E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4E134-F51B-4AAF-81FD-FA96BDA9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B19EA-5386-43A4-BCF5-2E59956C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6DD59-2DF3-477B-A68E-0D2729F3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System V IPC: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DBCAB-8939-491F-876A-A3415819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3553B-AF42-4766-886F-6B707866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EB949-F983-47AA-B6DE-731ED046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DFFB8-8EE4-4219-9AE5-4579A37E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5914E-9961-4566-B05B-C09E1D49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3D104-62E6-48FC-8A1D-56684477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C47DE-F28F-4C7E-9071-AC6AD04B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A045C-62A3-4FA8-ADD1-93B94B3D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4EB1B-C146-44A6-99B6-8E071E89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26032-F3A6-4FEF-AAA7-9B47BBFF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B7D8E-C4BA-4E24-AE37-6D13F1DC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17198-8E27-42D6-A47B-C86B3CCD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3FD0E-3B0E-47CD-BFDA-397ECA76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E29B4-807D-495B-A5DB-E63D5BF7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synchronization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AC5AA-7C6F-4D95-8E63-76D845B4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15CD01-DB0A-4DF3-BCD9-E144580C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BBBDC5-5A58-4C66-B46D-8AF1B211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1A1340-F8F4-4D46-8AB7-D50E4E46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D930D-02D7-48E3-A3AB-F7ABD85D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consumer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6A0E59-6913-4A7C-922C-D2F1F343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C200B-1828-4C46-97C2-A3DE414B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D176AD-8271-4770-A49E-6E9B33E3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921BA0-6E1A-4D7F-88FF-60532E21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3B5C4B-756B-49C6-9B04-9CDD1730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cleanup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9E7969-8030-47A8-B057-1051695F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8F7824-E7B5-4100-B1DB-0193FC06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system v ipc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9220496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CA0BF-FB96-4CE2-BB86-3BA32734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F2711-3BF1-4991-9513-30EDF2B1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D59BC-E220-4391-9492-FB4E77B9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75E34-42E1-4D59-99D5-E34F843B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60BAF-7FB0-457B-8FB6-5C51B6FA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System V IPC: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4A955-548D-4EFC-B678-BF775CC0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3B065-ECAA-494F-8468-14D14C63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9137D-871F-4950-A078-6BC815B6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A6B0D-8E44-4876-A666-C3C857EC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1A5B0-CC4A-426E-A3E8-69ED629C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CB090-E3FF-4414-AF9C-5FB25638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System V IPC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C0730-638D-4118-81B4-6EC3A31F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064A5-6757-4FB9-B09A-656BBD8C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producer -&gt; synchronization -&gt; cleanup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42A01-CFE4-406C-8545-7046B9B8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7A90D-A31E-4B1F-AA15-875BE345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8EC7A-A63E-47C9-A525-85998436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4A4A0-CA34-4FBA-886A-E5AC06AE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AF320-F36B-47E8-B9BB-2080F195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15D04-48C3-46A3-89C3-2C93A59A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260D9-033D-4D44-96BB-A186DF14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26E19-4900-4585-8278-C1EFA036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producer, kernel object,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48167997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38053F-970C-49B4-801B-A1988313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6FAA2-BA73-4EA2-8538-E8ED26B8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C4687-F231-46E6-B4B4-40CC1DAA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C8F75-6CDA-4AB6-B1D8-5F2C9A00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B4E71-348E-4C1E-A954-B686009B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Message queues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07439-46D3-4069-8449-E7101B1D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1BBEC-B75B-4D43-990D-FD43D81E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Message queues is best taught as a producer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CCD84-C7A3-40BF-B581-1ED1C94C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78BF8-3D15-4738-85DF-39C8E329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object with synchronization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09719-CA0F-425E-9FF5-15410D95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795EE-A5DF-4460-9F7C-DB44CD9E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consumer and cleanup.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3ACC3-699D-436F-B59A-52B973A4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C0A3C-F163-4731-946C-95FD405D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B9582-CC6D-42C6-BC15-B45B06A1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DACF9-D173-4BC6-9C42-81335923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83C06-09C3-42FC-B8BA-C7271A17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cleanup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BAF3D-F811-4855-A0CC-75EE921C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9916A-2B7D-4C7C-B5C7-340EB58A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message queues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1198177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03807-D27D-4CBB-9068-376BDE14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7AC9E-2B16-4028-8F35-ED7D0A8A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0C571-557E-46E3-B381-1DEE62C7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E0610-CBBE-441C-A6DA-37D451DA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7C3A8-BEC5-44CC-9B6C-3E15F67E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Message queues: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9B791-D0BC-4927-BAB5-F5EDBAB0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6BF4C-7C98-4057-9859-FA178DA4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98E10-04A1-436A-848D-DABF09CD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8F814-8FB9-4D41-8BF7-C0879D83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5B07E-E7EB-4CC0-9217-AC4C1C43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999D9-8DA6-4C41-BF93-878652C1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E0C84-00CB-4F4B-8067-92E7BDA1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34680038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9A8ACD-0FD0-4479-9751-E3DD54BB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A899E-A54D-4673-99B7-2EBC916E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BBBC2-E287-44BC-A874-C4D0FC67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C85DE-14D2-480B-9FC7-0C6F13BC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40597-2416-481C-88C4-C3E1D003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Message queues: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8CB3C-D04E-4595-81F9-D2A104F0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90672-8F96-4C7A-A447-E59D1AC8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5B649-D33A-4B09-891C-83765563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ED554-25DA-4BA4-953F-C8CFC8E6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1CE2A-03D8-4422-A502-826FCA56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93B12-7BFD-4294-8E67-19A469AD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02F3A-9BAA-4E74-819D-8DFD1F7D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061A9-00C0-4858-A819-88759F82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16594-6831-4C28-99F4-381D82D2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7E21B-AD51-40E1-8E5E-B44156BC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F0B39-128E-422A-B5EE-CD7C4B0B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551C8-85FB-446E-A6B7-CF4D17D7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10CCF-5052-4C55-8C15-A195E8CB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51371-CFC4-46F7-B8C4-6B053BEE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synchronization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30D5C-3C4E-4882-B0E3-7749CD30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8961A-214D-44FE-B9F9-044B9810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1D5DF-DC1F-438B-88AD-B47EA538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99134-83E2-4509-9988-28FD2284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67FF6-9B68-4DD2-8F00-F02EFC42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consumer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68AE65-D7F6-462C-B8C7-89AFE59E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D8CC07-ECED-4C3F-8A1E-B8F0E7A7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9F699-28AE-443F-B3A9-2E15DF6E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32259C-D118-4A4A-B36D-057BCB95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B01118-41A2-4900-9765-FA0F7C45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cleanup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FF22A5-1927-45CF-A5DB-CE7A579C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D5E9BD-1A1E-438B-8B05-9366E950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message queues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6244830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FEE93-9721-4BFE-B2A9-026045D2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D4BFA-3D79-4D80-884A-E2DFCE16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7AF24-70CA-452A-A01B-0BC165BA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6EEDF-10E7-4D8C-B767-C09E86DE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7AFC3-1051-44B0-A01F-97743F90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Semaphores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7DF1A-5F89-400E-AA79-A6B1B820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03AAC-1E3A-4B97-89F1-81CC9721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Semaphores is best taught as a producer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613C8-F06B-47B1-A5A2-DA9E6850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658D0-172A-4D7A-B1E8-EA7C340E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object with synchronization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5DFD4-D01A-4E00-8B17-53B45323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A3764-0641-47AC-BACF-FE0F7C83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consumer and cleanup.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B71CC-324A-4E9E-99B6-06C7F54A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5491A-F70C-48BA-81D7-803CB284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01087-6BA6-4431-9A37-AE2AEB8D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411CA-4FE6-484C-947B-EAAECDBD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A0A18-92C6-4700-B030-744DD33E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cleanup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8B3CE-C806-4FB5-90D1-C925A745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DE24C-BD86-466D-B892-BD52350D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semaphores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9854143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81CDB-C6C0-4A4C-834D-C6A5884B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7B1C9-B7B5-4DBD-85CE-10AF1A6C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60DFB-EDD9-4F9B-9303-A6848C8D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8F2C0-79BE-47B1-A525-AC9E2890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9A882-C263-4282-8040-735A4AA8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Semaphores: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47ADF-7FF5-4B86-90F7-ACD1E809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6A838-77EB-4790-AE53-75DA89B3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41DA2-8C7F-4767-8B96-A76CBDE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739DE-42B7-4A9E-A86C-D750CD80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AB669-9C53-4473-B9CB-4E957F35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CD610-6CDB-47A7-9321-DFFBFA7B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E3F16-84FA-44D0-92E8-FF7B858F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202255927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6A46EF-6188-4414-9CEE-31648D4B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1FBFE-F836-40C2-8155-3023B4E1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F82EC-F500-4CE7-B71C-2AB11774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195BC-0DA3-45FA-99ED-894CBB07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89C32-B826-4FAD-80FE-A9F7950F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Semaphores: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31790-E7B3-40F7-B0F1-65991858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D7535-1950-497B-80BD-FD603016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20E76-F29F-4DB3-8FF0-367BBAB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0D3EA-B0C4-4C72-9555-9395B533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55187-3764-4094-99A3-A1C2EC09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56B63-2CDA-4FAB-8A8D-5E681D5A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CCD14-4BE9-4617-858E-0A440582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BE6D7-7B3C-4818-B196-5C170F14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2C091-343A-40A7-AC23-9BFC4F19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34C3A-FFB7-4986-93AB-1AF5B956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D938E5-F67C-48BF-B68D-76617A27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B3A58-2398-4E4F-B00B-8DB2E4EF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6CAA7-E6F8-4CB7-9664-27D67E13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B92F3-4F93-49FB-96B9-148FC8A3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synchronization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BECDA-D730-404B-8BF5-2AAFE241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5DAA0-208D-42B1-9D89-DF010494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6C049-DFF6-488B-851A-02CC908F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FF606-9349-40F6-A52D-D55F984C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74945D-D561-4051-BC18-AB44E2F2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consumer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AF355-A475-401D-8DB5-8BBCA782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F61A02-FB72-49FE-83CF-B6206A01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1456A0-08E5-4D74-8999-6E44C12A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A7651-0C44-4BB2-A97C-E41FD28A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C4744-7209-4523-9AA7-A38C06B5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cleanup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0287D1-FA03-4395-83BB-BADD8621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EB109-E58A-4A13-ADF1-B06DEDC8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semaphores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9163080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BACB9-8F56-46F1-8ED9-7D466751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554E3-579D-48EB-BD95-E321A5BB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42A1D-0775-4F2E-B23F-09443F91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FA463-6FEB-4960-8662-A552162C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A41B6-7D66-45C7-8BDB-6046CB72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Shared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2D555-08BD-4682-9104-5B523087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2AD1E-32B1-48F9-8E51-E73AD41C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Shared memory is best taught as a producer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14036-D26F-49BD-A868-BF9E890E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B2181-E7D7-4E3A-80E9-F65D6F84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object with synchronization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9AE69-96B1-4189-87B7-312B3694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253F6-FED4-4BE9-9D87-876E4D6F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consumer and cleanup.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FA918-C97F-4892-9F9D-1FBB05CE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32A0B-A278-447C-8ED4-B203B620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C2238-459C-478B-A2CA-71B41915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8E7AA-E65F-4E57-9B11-2CFF0B8E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8FFDE-B17C-4C8E-A93B-5E59F8AB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cleanup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D2E8A8-183D-4EF8-A7FB-5332B820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C7FD5-FA23-4B45-B3C7-4335EE50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shared memory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0770823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21571-E6EF-47ED-AFA5-25043651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FBE0B-C1B7-4912-8B6D-99A0DA3C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3760E-BD3A-41EC-9D48-D63432C8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1D7AB-E9BC-41E4-BC06-16B0AC6F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D8E97-5A79-404F-AB27-9687D41D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Shared memory: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A5AF8-9D4E-40E6-AA05-B15DA912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E7892-7613-4491-9A06-F8E00396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26984-7ED9-4472-97E8-A167E9BF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BCB06-A78C-491C-9491-566DD910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DF25C-DAA0-48B0-9928-B6BE508D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4B231-5012-4E89-B4C4-AB9542FE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D9733-D950-49EC-B51E-770DB7FE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52120284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AF3B67-67A1-4589-A360-90A8718E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28327-7383-4870-8A3C-4246477A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2AD4D-CB18-4E5C-A83A-08E37BFE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F6139-17F5-46F6-9A65-D0A39690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37813-2FE1-4609-BBC1-708C984F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Shared memory: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68FDE-6DB2-4C98-A185-7ADA4104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0956E-133E-46DD-99E3-13414FC9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BFDB1-87B6-4164-91DB-83474AA7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21328-69D7-48C5-A3B7-9C71B5EB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723A4-CD0E-42F3-AF85-E2CCE641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62A54-41E4-401D-B480-B9E85E9F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2C063-93C7-4378-B8CF-22880E55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04B72-8713-47E5-ADEB-80F43D31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77C7B-BA57-43D4-BBFC-DCD9BD28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0321F-CE0A-45BB-A6D6-1C68D68E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1A081-CBC9-41A8-BD2B-CFE00F45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E7732-35E1-4E8B-8C6D-06AAE776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FB5F0-8E32-46EE-9ADE-4390443B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AB151-1D52-4840-95A1-592646DE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synchronization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F737B-4B93-41D3-B525-1295F7D3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AAAC1-17F1-409E-BB11-CEC9477E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78DB8-52F5-4408-9310-E4E533EE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0473E0-3A36-45A6-9DC6-5D26BC7B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E550D-B755-4CF8-9516-26B544DF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consumer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4EFFB-03B0-4E7D-A0CB-3E78424A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6D1A3-72D6-476E-84C8-B66DB432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A9AAA4-E5C9-4EB7-81A6-0141E5A6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AB7BC9-77E5-4F46-8625-BA28FFCF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44946C-EFF1-4E3E-AEAB-462CF602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cleanup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B1A722-CDDF-4E1B-A5A7-2DFE5B82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BDB022-EA48-4A51-9716-B426D509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shared memory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781926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A93F8-E4CE-4B0C-B2B8-73D6B456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1E9C4-2357-47F0-9035-449C0B26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366E5-06C7-479A-B43A-8E9CA493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EB179-9FAD-4C5E-9CCF-8ABD476A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0F1FE-C812-44B7-8B85-89933FFB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Shared memory: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6D372-B54F-4B96-AB89-7FCF90FF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EA02D-27FC-4BD7-8F38-D481472E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4E92A-2E8E-41DF-8776-2FA921B8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3C449-ED2B-42C6-AA9E-15F14A7F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657B7-83E9-4A6A-992D-C07FEFE4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1E36C-7C32-42BB-B2C9-FB9E358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Shared memory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5EC62-74A2-4B0B-8969-7FB8651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4C74F-CAB4-45F8-A586-CE0A21E1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producer -&gt; synchronization -&gt; cleanup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6BDC1-7B25-4E57-B0B2-1AC373F3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794A4-99A9-4EF2-942A-0626942E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A0D05-11A2-4ADD-9789-91B9A36C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BA8F9-3C56-4221-AD4E-79A10E9A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8A748-D275-4523-8B2B-372BEA03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C164A-56C5-4B4B-A57E-533703FB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F59EA-5889-4D47-868D-652B9D5C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0B947-D721-4A73-BFB3-1D894AA6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producer, kernel object,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36132787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E11225-63B6-453B-B15C-6ED209BE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4E802-A19D-47E0-8980-C0F1BC71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80B24-2349-419B-9C67-C374755E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1DC28-8DEF-432A-8219-DADA2708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26448-A1BA-4CEA-991D-E14B13B7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Client-server 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DE668-65BF-4A68-94F4-5C17408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85046-7CD2-48D1-B146-9B2A8E4B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Client-server properties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01258-1F94-488D-9CD9-515819E1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514FF-FA3B-4181-880D-DCBB2E40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55B9B-C6B0-4372-8FFD-EEB4B89C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C6BF5-9496-45BA-8450-180C1FD9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85CF7-A5F7-4168-A42C-7160049F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EF39B-8500-4065-8DFA-C4DC747C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A82D8-B38E-477B-8060-7FAFC1BF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250D1-809B-4CD1-BD3F-0E8DAB57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C2ADE-75AE-4780-8B38-9D3FAFB0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47BFA-1E6A-444E-A96F-8DF00523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E26BB-142F-4317-AEAD-0E764F98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client-server properties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7240612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91D01-196E-47FA-A6F1-F8EE0A1C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A9B2D-4B47-42F1-862D-F073DCB3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7C952-E864-4BA1-8332-14CAADF3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5654A-8E54-47B0-A071-2195578D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77C24-B165-45BB-8A61-70931C18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Client-server properties: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AD107-4A7C-4F7B-976D-4E223B27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64387-8009-4630-B53F-AC3E0D2E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FCC6D-3C69-42E9-9EEF-75041128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61DC4-CF08-4B2A-BCFA-B09AD2BE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D86A2-F892-4F81-A042-1D9DAEA6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2CA23-F69C-4A4F-8EA5-910EEFFE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DE7C0-761B-48D2-83C9-067943BA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15010456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5590A7-CB61-4E8F-AEEC-082BBEC5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B2E6F-B5C0-4034-B659-A7169B35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41449-B936-4ADB-9FC2-B8A6BC6B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BDC7E-B762-491C-888C-EE2B3B5B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FE875-E15F-4469-AE0E-6DE8D13E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Client-server properties: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93FC3-38A3-4E69-8EF1-BF348CBB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E5C0C-D223-44FF-87F9-D9FCD8F4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A4EB0-7B24-4BD2-A61A-5A09A3AC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5D2DC-0DE4-450B-B154-CAC3DBF8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C3154-B69B-412E-B340-13BDD98F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A06EC-F6EB-40AF-B1DA-ABC50F3B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BFC81-A88E-4327-B49D-C3397C40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FEFCF-1C50-4EFD-88A6-1D1B5130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66554-B6D1-4A06-AC9A-D3B2CA05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B6F70-D980-492A-86B1-1B3E52F9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3B513-AFFB-490B-BB2F-856822CB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85500-D5BA-4F51-8BEA-97A9019E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E24CA-1EF0-465F-ABA1-7777038E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9BA56-978F-47A6-9A9C-25A51A52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0715B-17C1-40AB-BB0E-7FB1F112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9CB82-E382-41E4-8380-F800A72F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C47DC-006F-4687-8727-3C9130A4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F7108-B9CB-4A20-A1BB-7788EA3A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B6E7C-166F-47B1-9B04-0C2C96C2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7AD02B-CC60-47A3-8164-6F6125FD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05BA5-930E-48CA-AE03-DAE45501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9E207A-C22C-4F20-995B-F2466053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8D50C-887D-449C-B696-8FF57141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2BA9D-6919-4915-8830-2DEEEC99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001A58-2B66-4C95-9C86-4998CBB0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9B82EA-C59E-4353-B4C0-737F923B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client-server properties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4026972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BADDB0-6FB2-4667-BD05-4D347163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988F9-171F-46DC-8D64-6B97B416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901F8-B8B6-4D2C-998C-3214F8D3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B243-D03F-4CE0-8889-C15B3BAD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76948-C180-4221-A9CE-3180511C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Passing file descriptors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DE065-3693-4513-9768-A3456F61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EFF09-70D6-47D0-B921-CF7DE2BD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Passing file descriptors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C453B-16EB-447E-8788-7CCCEC2D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B3F5F-4392-4EC4-9508-8AADB977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5F58C-34F9-4238-A520-26AF62EA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6FE89-4A46-4A04-9CDA-6F0CC798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08238-1CF8-4E2A-AF2F-DC574F48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6CCB6-3955-4483-85A4-D5A175EC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5ECF5-A33F-4C85-AA06-1F1FD8CF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570A0-54AB-45AE-B7C8-313EAF65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CC708-0EF4-467F-A5A9-03F6406E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46ECD-44DD-4097-BB8B-DE03B3A1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B2CC7-F17C-44A2-ACAB-08E0881C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passing file descriptors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2982109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4CC4F-58FA-435B-96AF-901D8B99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A9D9E-5438-4788-9B60-608589A7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DB407-57F2-43E3-8431-E24E6089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38995-18F4-4C1A-9133-4BB774B7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FE159-142E-47EC-A733-E52E8C40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Passing file descriptors: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322C4-56DD-4219-9EC5-EA905C18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14D69-1B5D-4404-A950-81DA7806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16627-321D-4CFA-8ADE-688AE98E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0167B-188D-4876-B2C6-E9287AAB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B02A7-2BEE-4505-AB7D-C29D0E0D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978F3-E554-4010-B530-EF58F4EB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A7104-BF61-43A8-9E51-D4E78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03243349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2AD265-DD7E-494F-9BF1-7BC727E0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79225-E77D-4909-804C-8A5BB10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13EBC-7699-4E2A-9EA7-6E116E83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3897F-D72A-4FF9-B06A-C1B10DEC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7A2CE-C9F2-4D53-A2EE-CA7D76F9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Passing file descriptors: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1B04F-4285-4852-8196-6801A8D3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A91BE-9F16-4570-8E0C-5DFA744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A0720-52D0-4C2B-B368-ABA6DB25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C2F3F-BFE2-40CB-B6F2-680D784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09897-191A-4FF5-A94E-A60E9BC2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BDE6A-5442-47F1-AE5F-4AAC35F8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CE7A7-AC18-4DC9-A9F5-700C451F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E978C-2777-4313-8176-80F504CB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8E62A-3A1C-4979-893B-59AA4B3B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5DFE5-9F34-469A-92F2-79BD199B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32EB6-D208-4E8B-86BB-2C81348C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83B24-464A-41F4-8DB8-7577808C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E1E62-6720-42B7-BF5A-74926BEC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3E24C-C1D6-42A2-BB47-23260A31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1EF2E-7433-4E7C-88D3-CAA75235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E0A1F-8344-4FE9-9693-6E9C2C1D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CF90B-6A57-4372-B796-C74EDA11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73C8F-08C6-48A6-A187-80DC840A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2AD3C2-1E46-4D36-A95B-FE715FF8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C40786-C341-45BD-8F4C-0516846F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A5E4B-9D35-4059-9311-CDF08CFD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C9CA1C-54E6-41AF-A08E-AA7377FA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FB7690-6CCF-40B4-897C-94E7AC5E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BA3DE8-5629-45EC-940D-A345CECE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6A956C-241C-42BC-978A-196EDCCC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147AEA-2DDB-49E3-8967-BC7E704C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passing file descriptors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0716763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67B4C6-F28F-4D58-8AEB-B7AB61F8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14F34-9ED0-48A0-A6E8-FB2C2EC3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0A691-BE9C-49F0-890A-BF4AF40B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47016-65B4-4D13-B5B8-5E90E5F1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7E660-0A4B-4F7E-A191-4CBA36F6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Open server version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33C3D-9078-422C-AF0B-EAA68169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4E837-9C3D-4848-AFDF-12A1787A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Open server version 1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CA36E-D6B7-4A33-A477-0BC07D36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F24D7-2B28-4DBA-85A0-FBBB335A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E3529-B105-47D9-AF59-3EA9C7DD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30650-9257-4134-B377-EF970EB9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97D9F-3DF8-4ED3-BCBE-9DE15D3F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59DD9-0DCE-4D16-836B-F2A60CDA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3DE2E-01C9-4EC1-BFFD-00FE75DE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A3EBF-10A3-432C-9F36-9CAC806E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A7AD9-ADC5-401B-966A-48BF1113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17A6C-81F0-47C9-A291-E7B8555B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C525C-6676-4CBB-A7D6-8C9B4CD4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open server version 1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2457611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34AE4-E146-4395-AC27-AF820D2E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FD636-223E-4393-9C2A-85C2400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8525F-F846-4708-9861-CECDE3FE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3C00A-47BE-44A5-9979-CCB03F3D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995EE-9137-422B-B9D4-D05FC70A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Open server version 1: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51246-CAF4-4FCF-ABA2-DF5CA219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30828-0292-4D4A-B255-CD4769E2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FA285-EC92-4ED2-A146-99EA6997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A50F0-DB60-4231-B728-BEC3ACC4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FFBDD-0659-473F-B0FF-A00979F1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421ADE-1B8A-4848-9B80-CBFB405F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1D639-E3F6-457B-B7C6-AF4B506D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33819015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062FA-E8B6-428B-8D7C-98B90C45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7AF51-E969-4CFA-87AA-3552C4C0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8175F-8A7D-4453-B179-880F8F67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B8324-FF3D-4CFE-992A-2BD1CA5E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6EE60-F1C9-4CB1-BB63-349032D3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Open server version 1: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C892C-17F1-40E5-9A63-71B2AD5F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ACF7F-4466-4BCB-A9B3-7616F764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7CF0A-6C13-49A3-8A82-B4B2E654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9024A-E58A-47B6-B206-64351C53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68D06-03C3-4520-AAF9-949AEFA9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1BFC2-582E-4A0B-9E54-9A670870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84CD3-BAA8-485A-A0E6-FB840FFE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A60E9-C23D-4DF6-9EF1-A2F49E46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2F4C5-10A0-4EE9-A4AD-A675E54D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69AFD-8E82-4E4C-A63F-2AF135C1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4A463-0186-40B5-A58C-965A305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9D5E6-33E9-4CAF-892A-434980C8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328CE-7BFA-4614-B8C0-C29D6FFE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0CC6D-5240-49C7-B0D7-89D887B1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745B8-F3B7-469C-B449-2AFF80B5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F0D89-CA3E-4080-96A1-9E6A1DF3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5D3E3-215D-4B0C-9B55-9B1C84D2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A46F3-4FE9-49EF-A1DD-54C40AB8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CE57A-4D66-457C-9E95-676C1AA2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CA3E7-3C30-4BEE-B164-8789F794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2D83FB-EEEB-4AF9-8A3B-B0F910B9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DEFBE2-9694-44F2-A638-29D60B3C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59D62D-7E35-4B86-ABF9-6EC8FA46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DB9AA1-78F4-41F0-938C-93B10F50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41D341-40A7-44B9-B83D-92F8B816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C31D30-A2A1-4DA4-8CFB-A7AF2BF9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open server version 1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8955667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022E2-1ACF-4F3A-8E06-4133046F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AA53A-C420-4242-B46E-80CF808C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856D9-8209-46E9-AE2F-6728B70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1F9A6-4F59-4C40-9C9C-633DB945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D6160-127C-40E3-8D07-AEA6FDAD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Open server version 1: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F62D6-AA43-4660-A633-8A3FF883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59ABA-036E-4946-AAE2-28277C8E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CEA95-31BD-47B9-AF1F-BAC51170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83F1F-0A07-4A8E-8322-0F4F5498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A1A6B-BC1A-4345-9789-3B0EE63C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4DEDD-DDDF-44BD-8FB3-59BE0D4A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Open server version 1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C4499-54BA-48A9-9C1D-7AA7E490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0C3A7-F668-47E5-9D63-2A7D4AE2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9B285-1507-4680-8F0E-2FD06539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4AFAD-B1D5-4384-AF2F-AC0A46D9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EFB52-31AD-4645-A94A-26E7D3B1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CDF48-8998-4F18-80A8-C34F838F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38E57-4CBB-4BEE-9588-01110FF0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40B0D-C675-4567-8939-98E8DC05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86871-1852-4BB6-881B-A3CCE56C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B31B8-6EB5-4521-B495-BB919FE7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78411290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DD43C-4318-4868-9C1A-1043C6EC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092A1-AA60-4197-88EB-E31DFC3C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4D7B0-370F-4D18-A3BB-38F7810D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F5773-46CC-4FAB-B65E-154A4E8F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4B4DB-64D5-417A-9FD7-D0EDB710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Process identifiers vs fork and vfork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6E1E4-B01E-431D-82CA-19A292BF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7937E-81CD-49E3-8258-48710BD1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EC474-330A-4045-BA49-579EEE1E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Process identifiers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B5BD2-D232-473F-9DD6-3296C298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fork and vfork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13762-7025-44A0-AE60-26B81743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E0A75-979F-4689-8D19-21E4F53D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F69BD-FBED-4AA4-A13B-DF620A32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169C9-120D-4A36-A247-0E111EFE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parent 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16FC0-7681-4A55-A3AC-34C79E67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C0873-9503-41BD-B803-B62580EB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C0335-3365-4BFF-8ED4-9ED15181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801DB-F374-4F98-B8A1-5CB15C63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exec replacement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DE875-9B00-4B44-8C60-5D7B2C45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9BD386-DD46-4D10-B452-2BF5A2A4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6A979-9707-4FB9-97A8-94BC4E1E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920B7-BD1F-4B98-ABE6-8CA7E186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45849-EFBC-4089-A3EE-06B05684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ECBC8-184B-4F0C-8506-A22313C1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28E8F-5BE2-4686-B33D-63CECDF5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85DC92-AD04-45E1-A749-79768EB1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73268246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CAF50-CF54-487C-B688-2BEC0AE4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9B2FF-50E1-41FF-8CCC-246A56FA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CC1D3-B462-44D4-9189-288D592B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BDC01-9EC2-4589-9570-1C6216FF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99C8D-B64E-4307-8978-1F188573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Race conditions vs exec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95D4E-CF67-4854-ACD9-00D6353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CAFC8-AE99-422A-B35C-575C55A2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A305F-9FCB-4EFD-BC8A-65CE8515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Race 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FBEB2-214B-44A2-87E9-00E1FEF5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exec functions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E419D-9930-47EC-BED6-FDC723AB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16205-762F-4BCC-AEB6-FD91F330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99EAE-B823-498C-9834-13AC63A2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3DFE8-2B41-4965-9799-19CB4ADD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parent 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E6BB2-F439-48E3-B0CA-3136EABC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92A7B-4918-4D7E-89FE-639FA286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765EC-C29A-44BB-86E0-CE903AAF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28475-23C3-4AC7-BD6E-84065879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exec replacement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34427-9992-47DF-84A5-16803288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2F294-DBB9-4635-9637-4D464B31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DFC39-26E6-4B76-A065-5075B16D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AFE1B-840F-4D82-B0D8-E70F9757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B3B03-0DC7-4BB6-89F0-4D32C1A5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21114-554F-47A6-B06B-497EF4CE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A01B1-7023-437E-9298-7E33FE0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3E424-9098-4AA9-AED6-8641690D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74772691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54C9F-D5ED-49B0-B6A4-0A8B28FB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1319A-9784-44A1-BF67-0FE8FE62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2AA1C-8AFC-40E7-B2AB-4F0DB367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FD241-DD47-47E1-A304-E1BAF303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6B74D-19C8-4611-8E99-EF195B89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Pipes vs popen and pclose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1FF4E-D985-4EE9-A7D1-8260806F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845CF-4C2B-42C0-B229-D953B6AF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55A88-715C-4FAA-A8B5-6E5BB710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Pipes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1831C-2FDD-4608-8175-60C9671A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popen and pclose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9DCE2-F89B-4B80-972C-8201E99E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A0752-490E-46BB-B7EE-FA75EB2C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0C8F4-48C4-4FF1-BDEC-027AF9F5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CB1BC-831C-401A-9631-B7E33DB5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918D3-5152-4807-93DB-DA53BEDF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9DED0-4D1B-41B4-927B-CB553FBB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41840-859F-40AA-B702-4F84772A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29876-1E53-4529-9246-03D7B22B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3E703-4B81-497F-8856-77265C7E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E31A1-FC14-452E-8623-07542542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8BC91-59F6-44F2-8A61-538A5700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660B7-9BBD-40F9-AE57-2961F0E9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BC168-B595-4BA6-A047-168142A7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318CF-7E73-4EAF-9653-C065230C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31FAFD-3AE2-401C-A7DC-6E885C6C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93C1C6-ACFA-498B-9C12-1823482F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13933603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2BFA61-9139-4235-89AC-D1292473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5D1DA-7306-4028-B294-D0D8DF59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2BBC9-CB5A-42A2-BE98-77A988D2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EEF22-E883-41DC-B30D-9964863F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0986D-B171-455F-BDFE-9782D588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FIFOs vs System V IPC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60701-3EEA-4609-A1F1-CFC40D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DE062-DB62-43C7-BE4B-B735BE43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2663C-9013-4346-9EA4-971AEBEA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FIFOs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89C46-33A5-4F11-B9B1-472507AF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System V IPC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06999-E896-420A-A5A8-4A1FE598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F1757-5AC6-4E95-A0E1-673FA4F3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C7AFB-0877-4A70-9E0C-11EC4CBD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32892-1DCF-4B6E-8D0C-29F4A1ED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EE639-DD7B-43C2-B85C-115496FA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6938E-AD16-4944-8A50-4B21A11F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58A96-23BA-4EED-9958-52A811E3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051A1-166C-4FC6-9E93-D9087181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FED23-8962-4C90-AC15-69E95FBD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F2371-39A5-41AE-A1FD-DA203B14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76F64-961C-401E-92C9-D92B8126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A01D5-8030-4E34-B4BA-FAF77147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3F90A-F103-487C-A93E-5172174E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83396-838D-4D56-8D81-6B71B2EB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714786-AA1A-453B-A5A5-ABBF32C7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E5034-B6A8-48E7-89FE-A9A7F4C4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25029698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EC5D14-E727-4F5E-B630-4199927E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3CF1B-7385-444D-8A9B-EA75C6C2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8285B-29A5-45EB-BF13-2992EA8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FE16-3453-4858-AC7A-77DA5E44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7FF04-0E24-4605-8885-8D50B3C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Semaphores vs Shared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CB739-F8CC-41C4-B82E-45ECF980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0198F-5991-4D47-9B6D-A0D85430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55123-54AE-415B-88B8-3D3E10B3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Semaphores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27B3A-B82A-4BC1-AEB4-A636AAED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Shared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D19B2-8B15-418C-A9C6-3F35A0E8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1424D-8981-4EDC-BBF5-4AACE4E0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7BADB-D22B-4FD5-93A8-51040D77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73467-3810-4DE1-907F-D29A04A5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092DF-CD0A-436C-8F5B-19EE30C4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58FD4-41B3-45B5-BA00-0129BB11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4C137-D15B-4F2E-8980-1FF162BC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565A3-4EBB-4E23-B724-1486FC11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2CE4E-E06E-43F5-9060-45FBB5DC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B2FBF-084D-4D91-98FF-FC9B03C4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CA2C8-4117-45D1-B67C-E6AC7099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A4946-8018-4C2C-906E-F3810A33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CC1C37-801E-4142-BCBE-9F18CDBD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B131E-1C3A-466E-A984-178568FA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457B1-7488-4870-A4B7-1592CA53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40377-A105-45DE-A0CC-69645ED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31389760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B046B0-95FE-4B83-B1C7-CDE1B87F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3D609-501F-491B-BE9B-81D825D5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63488-8CE9-49CF-83EE-0B5A9277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8494C-14E2-4F48-92E4-32E7E41E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440D0-819A-41D5-97E3-F40B13DF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Passing file descriptors vs Open server version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3D4FD-CA84-4274-9420-8276F0A7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44789-DBD9-48A3-A627-603731AA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CBE61-2E74-4E69-868D-7202323C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Passing file descriptors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63962-ED20-48AF-9AC0-8CEA60DA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Open server version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DC1CF-D45D-4CB4-8F9B-359DA4DA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89986-D932-4A9B-BE92-5614C01F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605C8-526E-485F-995E-12E8D20F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11101-4C63-4F4D-AC16-36FB9BBB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9D87B-5098-4937-BDBB-40150D9C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6D520-FD88-4713-A885-C08FE772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C0B05-BE8E-4E33-BF61-9D3EE23A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D4CB0-DB1E-4A90-8FF4-0A6ADF95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1EE7C-CA19-447F-83E4-9F45219B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756A9-4E75-45AC-BCF8-CDBE52F6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9AA5B-D5CF-4FD5-8400-45EA8787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36818-8128-4790-9460-A258EF7B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BC075-8EAE-445A-A301-F3636F58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B4225-5C20-41A5-89E6-D30F52FF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2AAB75-6C05-43F4-9317-080CFF06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A65754-F589-4C7A-9FCE-5B9E0629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36919497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97EB0-059E-4751-BBCE-3F578EA2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2EB69-03CD-4448-AAE6-B9200B20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1B2BE-FD44-4E84-8B20-C7A5D0C9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122FE-1143-4BFD-AF4A-A37F2A1F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FE8DA-F94E-49B9-804F-EDF5C007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2C1A2-6033-405E-B667-8C2CDA26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D3B5E-BE87-427C-9657-145834A2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E4F7F-9477-4A37-8C1C-314D5B67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F54AB-A396-47C8-A490-DAC87AE3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1FF74-53A7-42C4-BE4A-A9D852AC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8C4D5-365F-4C4B-8459-57036E32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47F32-E306-4E37-90B3-60DEBF5F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Process identifiers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565A8-E4AB-49C3-A0E0-C399600D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EE220-8CF6-427E-A1FE-926344AC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fork and vfork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6CEF8-93C3-4FDC-9DB1-0FC3FB04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D7323-3EDF-43AB-8CB3-019C1456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exit wait waitpid wait3 wait4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FFD3D-9716-416C-8620-93F10AEC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C32A0-F756-48FF-8625-407C1014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Race conditions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F8F6C-03B1-450B-8A5A-F5F61080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AC12A-12BB-4F25-BA78-5BD37D2C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exec functions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26A51E-2E21-45E0-AC00-EBBD936C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5A0B49-1A1F-4262-A2F4-EE1C8295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IPC overview</a:t>
            </a:r>
          </a:p>
        </p:txBody>
      </p:sp>
    </p:spTree>
    <p:extLst>
      <p:ext uri="{BB962C8B-B14F-4D97-AF65-F5344CB8AC3E}">
        <p14:creationId xmlns:p14="http://schemas.microsoft.com/office/powerpoint/2010/main" val="92675412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79745-A6CD-467E-A909-6ECE4F93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C1525-F73F-4BB5-A787-8AD56DF9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3D5D4-25A0-4BFA-993A-ADF19929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AA6D0-7244-4BBF-B27F-28B1B30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99686-CE67-4824-9C90-29DE7AD6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6A7F1-7088-48B4-B57F-1CB16E46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86F73-1CDB-45BE-A1CE-340711CE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2B68C-1C86-4673-B849-9F55C231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2C98B-E48E-40FF-A81A-CE403547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E7291-9DFF-49F1-B495-87EFEDDC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89C31-901F-4D00-8FAF-B8E388B9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Process identifiers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5B641-797A-4CD0-A90D-9657766B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5BA81-A55A-40E8-BB0A-F27616F0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D159E-AEAE-412D-8A81-1EFB19D0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B21B0-D8A9-41B9-9DA0-41594496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fork and vfork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1DAF9-C103-43CB-B59D-4CDCDA57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27B9B-E441-4E3A-9C81-D8040C2F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464F0-DBFA-48D1-9B5A-C2FD918A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86D42-7301-479F-A1C0-16BEFBE3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exit wait waitpid wait3 wait4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40DC7-C122-4162-9400-FCE907F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3E232-8443-4721-A122-9510D04A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5E776-204E-41CB-8BD4-E532299E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1D113-EB9C-40C7-8384-9BFC654B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Race conditions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2B55E-F269-4A71-AD76-D8ED40AB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FF880-1458-4171-9E62-635F6264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45798281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763A5-DEFC-4C25-9027-9190A578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E3AB7-BA6F-4239-A665-BA0C499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8EBB6-4D8A-4FA6-934F-C37CA939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B343D-5720-4D7D-8CD6-A293411C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73142-4950-4D71-8D0F-32464601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F292B-7F96-4CCE-BEAC-6D60F4A6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4D973-2141-46A8-A481-5DBB7B6C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F48FF-3159-4C4C-B4E3-C325A489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14589-8B92-4274-AA50-9E0DF003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38E63-8F0D-417D-9CCB-68B2B199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54AD7-578D-4F17-B38C-B43A729E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C6753-9C5B-4FB5-ABE5-8937C2D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AEB05-2952-470E-8B6E-CD10241A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291683417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9778D-E822-4523-AA06-F1E262D1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FF2E0-E04F-4084-92C5-D0F0E90F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FF4C3-9D4D-4309-AF1B-529BEB4B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F1FB1-6D07-4BEF-B83F-D23DBBA2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DF811-9BEA-415D-87F8-22CE78CE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A6F5F-D6FA-4125-B033-61B5850E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2CCB4-B70C-47D4-8AB4-CB6267CD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1AAE8-4E04-49E4-867D-FFE6D460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E24F8-1F80-4C23-917B-ADBC9E46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3149B-8AEA-4D04-9291-A38E21EE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F435B-FA2A-43B6-80F6-C00B18F6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1ECE6-F80A-4C63-B98A-E065C5CB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959C5-D73F-4996-8E6D-C9174C8A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E8BC6-86D2-47ED-982E-55413DE6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81319-AB16-4358-AD3A-285678B2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75533974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34AD2C-E0A4-4BAE-A86C-47A6C7F3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037C6-6C79-4CA0-90AB-DE5ADDBE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B98F1-65C8-4AAF-BE4B-37061AC7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E421F-8E60-4E33-BEAB-7F4B6E9D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46595-09FD-471A-B683-8331339E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81504-5D57-4D0B-BCB9-F7A86D11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A87BC-9CDD-4063-8D7D-4169A537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9932E-0641-474C-A003-2E9F946E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447BD-4997-45C9-8842-7FCD8BA6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6C432-E442-459F-9E2D-834218CB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77B5A-5E11-4E85-85C2-CB80C572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119D4-5800-4788-A64E-27D37559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5F0D8-A5F7-42FE-9250-A9F39862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023A4-30EF-4CE7-84B4-80D680DB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C58D4-142A-4C2C-8CAC-5CC79EFB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86621-8D54-4CB3-BBDB-DA9CCD0C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0829C-8951-492C-9A12-2C62C8FC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EBF01-35C8-45BB-BC96-B1BE6CB2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F1ACB-579E-41B6-BC25-1AD57580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4CBBE-92C0-4AD7-B4C8-771B1EF4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D517B-4671-45C2-A4EE-7EFDDB7D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50218-FE0F-4AAA-8070-F0D45911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C0CBD-7BCA-4553-AEC0-C6126629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CD23A-DA2D-4A10-B225-E2D9476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270568-2CB4-4327-8E99-D977C599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4192776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0D72C-AEEE-41A2-B9D7-093311CB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1003A-3DDC-427B-9E67-0AFE304C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E7629-1FF0-47E4-AA77-E1E094A2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AC2FD-243C-49BF-B3B4-8A5C9F15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1FD97-1BD2-4F3D-812B-BF1B70E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8433A-9FC0-4964-883C-FA5959A7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7827F-BCE1-4436-8524-BBCC979A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Explain Process identifiers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895CF-B960-497F-8A0C-4DE5E8C0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C7B56-0810-4B5A-88A9-6E22B073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Compare two approaches from Process Control and IPC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AAB0E-524E-4B86-9CA8-B1698982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22273-9D09-4B4D-82D6-28803F7D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Solve a small worked example involving exit wait waitpid wait3 wait4.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2F73D-F652-4FE5-94F1-7F4BBB3E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3A2CF-F60F-49FD-9E0F-5F9B2633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List common mistakes and how to avoid them in Process Control and IPC.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EC288-8AA1-4320-A1B3-D481B2E1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FAD8F-ED0D-470E-A854-86AA02B0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83535004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5CCD5-F507-4CDF-B132-9B010718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F292D-E629-4F6D-A12B-44888195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Process Control and IPC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96573-31FC-4081-A0C2-F8813405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1501B-4F13-42AB-96F6-773D0DCF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98153-5AF1-472B-93F4-F135C33A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5635A-3355-49F9-8324-221166F1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F18"/>
                </a:solidFill>
              </a:defRPr>
            </a:pPr>
            <a:r>
              <a:rPr sz="2025" b="0">
                <a:solidFill>
                  <a:srgbClr val="0B1F18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794C7-E8EC-4626-8184-2DB268F2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F0FC4-6FFD-4F39-9B32-10B0B5DF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9B6D1-2426-4F3B-B2BC-2B24D82E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C19EF-2CAB-49F6-80E5-F203C8F8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0C23A-280F-4852-8400-5D6F758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AB862-6C18-4BAA-B8E0-49260AD2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96936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2026-08-24T06:05:03.5830000Z</dcterms:created>
  <dcterms:modified xsi:type="dcterms:W3CDTF">2026-08-24T06:05:03.5830000Z</dcterms:modified>
</coreProperties>
</file>