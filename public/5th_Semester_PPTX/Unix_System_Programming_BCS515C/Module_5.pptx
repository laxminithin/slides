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a220349af3456c" /><Relationship Type="http://schemas.openxmlformats.org/officeDocument/2006/relationships/extended-properties" Target="/docProps/app.xml" Id="Rca3eb8602c8f4ab7" /><Relationship Type="http://schemas.openxmlformats.org/officeDocument/2006/relationships/officeDocument" Target="/ppt/presentation.xml" Id="R0bfb093e278f40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314ca8647e47fe"/>
  </p:sldMasterIdLst>
  <p:notesMasterIdLst>
    <p:notesMasterId xmlns:r="http://schemas.openxmlformats.org/officeDocument/2006/relationships" r:id="R21641a0f9f774051"/>
  </p:notesMasterIdLst>
  <p:sldIdLst>
    <p:sldId xmlns:r="http://schemas.openxmlformats.org/officeDocument/2006/relationships" id="256" r:id="R1bafa2ea92ba4c85"/>
    <p:sldId xmlns:r="http://schemas.openxmlformats.org/officeDocument/2006/relationships" id="257" r:id="R1dfe7a094b044026"/>
    <p:sldId xmlns:r="http://schemas.openxmlformats.org/officeDocument/2006/relationships" id="258" r:id="R757466e44ee24795"/>
    <p:sldId xmlns:r="http://schemas.openxmlformats.org/officeDocument/2006/relationships" id="259" r:id="R5a8dff4eb9074e08"/>
    <p:sldId xmlns:r="http://schemas.openxmlformats.org/officeDocument/2006/relationships" id="260" r:id="Rfddb2edf5fc542df"/>
    <p:sldId xmlns:r="http://schemas.openxmlformats.org/officeDocument/2006/relationships" id="261" r:id="R493801447e1f4524"/>
    <p:sldId xmlns:r="http://schemas.openxmlformats.org/officeDocument/2006/relationships" id="262" r:id="R47a5a6f6ade3430f"/>
    <p:sldId xmlns:r="http://schemas.openxmlformats.org/officeDocument/2006/relationships" id="263" r:id="Rfea3de26ba654f53"/>
    <p:sldId xmlns:r="http://schemas.openxmlformats.org/officeDocument/2006/relationships" id="264" r:id="Ra2e786605dfa4fd9"/>
    <p:sldId xmlns:r="http://schemas.openxmlformats.org/officeDocument/2006/relationships" id="265" r:id="R0584c6d8732943c7"/>
    <p:sldId xmlns:r="http://schemas.openxmlformats.org/officeDocument/2006/relationships" id="266" r:id="R4405c937df504012"/>
    <p:sldId xmlns:r="http://schemas.openxmlformats.org/officeDocument/2006/relationships" id="267" r:id="Rd53bc67e2bab4be5"/>
    <p:sldId xmlns:r="http://schemas.openxmlformats.org/officeDocument/2006/relationships" id="268" r:id="R080205e61f91456e"/>
    <p:sldId xmlns:r="http://schemas.openxmlformats.org/officeDocument/2006/relationships" id="269" r:id="Ra8e80339dc4f46bb"/>
    <p:sldId xmlns:r="http://schemas.openxmlformats.org/officeDocument/2006/relationships" id="270" r:id="Rdb6842a5f61b4b85"/>
    <p:sldId xmlns:r="http://schemas.openxmlformats.org/officeDocument/2006/relationships" id="271" r:id="Re1ee9b610b584294"/>
    <p:sldId xmlns:r="http://schemas.openxmlformats.org/officeDocument/2006/relationships" id="272" r:id="Redc8d62675974c84"/>
    <p:sldId xmlns:r="http://schemas.openxmlformats.org/officeDocument/2006/relationships" id="273" r:id="R71c531a20be7471b"/>
    <p:sldId xmlns:r="http://schemas.openxmlformats.org/officeDocument/2006/relationships" id="274" r:id="Rc1cc73dd4f994c86"/>
    <p:sldId xmlns:r="http://schemas.openxmlformats.org/officeDocument/2006/relationships" id="275" r:id="Rf68983f7f519401c"/>
    <p:sldId xmlns:r="http://schemas.openxmlformats.org/officeDocument/2006/relationships" id="276" r:id="Rc3c13d4f3f114e9d"/>
    <p:sldId xmlns:r="http://schemas.openxmlformats.org/officeDocument/2006/relationships" id="277" r:id="R2979f737e62b4b32"/>
    <p:sldId xmlns:r="http://schemas.openxmlformats.org/officeDocument/2006/relationships" id="278" r:id="R6a9b8bcfd9694d4a"/>
    <p:sldId xmlns:r="http://schemas.openxmlformats.org/officeDocument/2006/relationships" id="279" r:id="R97e348dcc2b2444e"/>
    <p:sldId xmlns:r="http://schemas.openxmlformats.org/officeDocument/2006/relationships" id="280" r:id="Rd96e82a5f4324ba5"/>
    <p:sldId xmlns:r="http://schemas.openxmlformats.org/officeDocument/2006/relationships" id="281" r:id="R412972f990ab416d"/>
    <p:sldId xmlns:r="http://schemas.openxmlformats.org/officeDocument/2006/relationships" id="282" r:id="R7bfd3a736f584fe9"/>
    <p:sldId xmlns:r="http://schemas.openxmlformats.org/officeDocument/2006/relationships" id="283" r:id="R03f80b033ed64286"/>
    <p:sldId xmlns:r="http://schemas.openxmlformats.org/officeDocument/2006/relationships" id="284" r:id="R1a2d51c310fb4e57"/>
    <p:sldId xmlns:r="http://schemas.openxmlformats.org/officeDocument/2006/relationships" id="285" r:id="Rae0054f99a6849ed"/>
    <p:sldId xmlns:r="http://schemas.openxmlformats.org/officeDocument/2006/relationships" id="286" r:id="Ra8a8305c42ee4d69"/>
    <p:sldId xmlns:r="http://schemas.openxmlformats.org/officeDocument/2006/relationships" id="287" r:id="R8bcf29af867c4f4c"/>
    <p:sldId xmlns:r="http://schemas.openxmlformats.org/officeDocument/2006/relationships" id="288" r:id="R676996e4be0f4c23"/>
    <p:sldId xmlns:r="http://schemas.openxmlformats.org/officeDocument/2006/relationships" id="289" r:id="Re3535f65e94c461a"/>
    <p:sldId xmlns:r="http://schemas.openxmlformats.org/officeDocument/2006/relationships" id="290" r:id="R077c1df6b6e94a1c"/>
    <p:sldId xmlns:r="http://schemas.openxmlformats.org/officeDocument/2006/relationships" id="291" r:id="Rf9917fdea48f48a5"/>
    <p:sldId xmlns:r="http://schemas.openxmlformats.org/officeDocument/2006/relationships" id="292" r:id="R56a770f9f6a14417"/>
    <p:sldId xmlns:r="http://schemas.openxmlformats.org/officeDocument/2006/relationships" id="293" r:id="R0879a89bfdfd4203"/>
    <p:sldId xmlns:r="http://schemas.openxmlformats.org/officeDocument/2006/relationships" id="294" r:id="R458692244f7748e4"/>
    <p:sldId xmlns:r="http://schemas.openxmlformats.org/officeDocument/2006/relationships" id="295" r:id="R048b317b12414c06"/>
    <p:sldId xmlns:r="http://schemas.openxmlformats.org/officeDocument/2006/relationships" id="296" r:id="R8f12edb1e987490d"/>
    <p:sldId xmlns:r="http://schemas.openxmlformats.org/officeDocument/2006/relationships" id="297" r:id="Rd692535be18042f9"/>
    <p:sldId xmlns:r="http://schemas.openxmlformats.org/officeDocument/2006/relationships" id="298" r:id="Rf8ef584b1ba944ce"/>
    <p:sldId xmlns:r="http://schemas.openxmlformats.org/officeDocument/2006/relationships" id="299" r:id="Rbbfa89984e79447d"/>
    <p:sldId xmlns:r="http://schemas.openxmlformats.org/officeDocument/2006/relationships" id="300" r:id="R2d8afc9f80124187"/>
    <p:sldId xmlns:r="http://schemas.openxmlformats.org/officeDocument/2006/relationships" id="301" r:id="R2945dbfd5d144b70"/>
    <p:sldId xmlns:r="http://schemas.openxmlformats.org/officeDocument/2006/relationships" id="302" r:id="R8880ee1ac1ed4740"/>
    <p:sldId xmlns:r="http://schemas.openxmlformats.org/officeDocument/2006/relationships" id="303" r:id="R9a02207b7e3f4b55"/>
    <p:sldId xmlns:r="http://schemas.openxmlformats.org/officeDocument/2006/relationships" id="304" r:id="R16a54e3475074895"/>
    <p:sldId xmlns:r="http://schemas.openxmlformats.org/officeDocument/2006/relationships" id="305" r:id="Rfbccabcbde4840ff"/>
    <p:sldId xmlns:r="http://schemas.openxmlformats.org/officeDocument/2006/relationships" id="306" r:id="R84039daabce34bc6"/>
    <p:sldId xmlns:r="http://schemas.openxmlformats.org/officeDocument/2006/relationships" id="307" r:id="Rbe7f9fbb06e842f3"/>
    <p:sldId xmlns:r="http://schemas.openxmlformats.org/officeDocument/2006/relationships" id="308" r:id="R04b641987a0849c4"/>
    <p:sldId xmlns:r="http://schemas.openxmlformats.org/officeDocument/2006/relationships" id="309" r:id="R629ead27c18442ed"/>
    <p:sldId xmlns:r="http://schemas.openxmlformats.org/officeDocument/2006/relationships" id="310" r:id="R634f46c2b7d04f36"/>
    <p:sldId xmlns:r="http://schemas.openxmlformats.org/officeDocument/2006/relationships" id="311" r:id="Rf409a4eede9742b8"/>
    <p:sldId xmlns:r="http://schemas.openxmlformats.org/officeDocument/2006/relationships" id="312" r:id="R4274196dca304a6f"/>
    <p:sldId xmlns:r="http://schemas.openxmlformats.org/officeDocument/2006/relationships" id="313" r:id="R9b74fbfbc46e4972"/>
    <p:sldId xmlns:r="http://schemas.openxmlformats.org/officeDocument/2006/relationships" id="314" r:id="Rc2414986aaa044a6"/>
    <p:sldId xmlns:r="http://schemas.openxmlformats.org/officeDocument/2006/relationships" id="315" r:id="R3cf36780b4874fb9"/>
    <p:sldId xmlns:r="http://schemas.openxmlformats.org/officeDocument/2006/relationships" id="316" r:id="R9b3b40e35ce74e48"/>
    <p:sldId xmlns:r="http://schemas.openxmlformats.org/officeDocument/2006/relationships" id="317" r:id="R22034a525c1f438b"/>
    <p:sldId xmlns:r="http://schemas.openxmlformats.org/officeDocument/2006/relationships" id="318" r:id="Rd787cf2f07fc4403"/>
    <p:sldId xmlns:r="http://schemas.openxmlformats.org/officeDocument/2006/relationships" id="319" r:id="R8bb760b9115a48b9"/>
    <p:sldId xmlns:r="http://schemas.openxmlformats.org/officeDocument/2006/relationships" id="320" r:id="Rf5f9996e79a94b84"/>
    <p:sldId xmlns:r="http://schemas.openxmlformats.org/officeDocument/2006/relationships" id="321" r:id="Rae2b3d1a397b4a02"/>
    <p:sldId xmlns:r="http://schemas.openxmlformats.org/officeDocument/2006/relationships" id="322" r:id="Rf5d4325958e94281"/>
    <p:sldId xmlns:r="http://schemas.openxmlformats.org/officeDocument/2006/relationships" id="323" r:id="R55559feea7a244d4"/>
    <p:sldId xmlns:r="http://schemas.openxmlformats.org/officeDocument/2006/relationships" id="324" r:id="R2b0fcae859a5462c"/>
    <p:sldId xmlns:r="http://schemas.openxmlformats.org/officeDocument/2006/relationships" id="325" r:id="R728af61df229407b"/>
    <p:sldId xmlns:r="http://schemas.openxmlformats.org/officeDocument/2006/relationships" id="326" r:id="R93258dd05e394f7f"/>
    <p:sldId xmlns:r="http://schemas.openxmlformats.org/officeDocument/2006/relationships" id="327" r:id="R30c39f8a430b460f"/>
    <p:sldId xmlns:r="http://schemas.openxmlformats.org/officeDocument/2006/relationships" id="328" r:id="R455924ff09684cf0"/>
    <p:sldId xmlns:r="http://schemas.openxmlformats.org/officeDocument/2006/relationships" id="329" r:id="Rd99b38de79cd4b23"/>
    <p:sldId xmlns:r="http://schemas.openxmlformats.org/officeDocument/2006/relationships" id="330" r:id="Rf370f850fea54dc9"/>
    <p:sldId xmlns:r="http://schemas.openxmlformats.org/officeDocument/2006/relationships" id="331" r:id="R1eee608f2b8a4c11"/>
    <p:sldId xmlns:r="http://schemas.openxmlformats.org/officeDocument/2006/relationships" id="332" r:id="R1f98f154cfe94374"/>
    <p:sldId xmlns:r="http://schemas.openxmlformats.org/officeDocument/2006/relationships" id="333" r:id="Rd44331e8f0cb47d6"/>
    <p:sldId xmlns:r="http://schemas.openxmlformats.org/officeDocument/2006/relationships" id="334" r:id="Rcca4c85070c845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727caf61464dda" /><Relationship Type="http://schemas.openxmlformats.org/officeDocument/2006/relationships/slideMaster" Target="/ppt/slideMasters/slideMaster1.xml" Id="R70314ca8647e47fe" /><Relationship Type="http://schemas.openxmlformats.org/officeDocument/2006/relationships/notesMaster" Target="/ppt/notesMasters/notesMaster1.xml" Id="R21641a0f9f774051" /><Relationship Type="http://schemas.openxmlformats.org/officeDocument/2006/relationships/presProps" Target="/ppt/presProps.xml" Id="R6be8d518073542c7" /><Relationship Type="http://schemas.openxmlformats.org/officeDocument/2006/relationships/tableStyles" Target="/ppt/tableStyles.xml" Id="Rf6109fd8b7684fa9" /><Relationship Type="http://schemas.openxmlformats.org/officeDocument/2006/relationships/slide" Target="/ppt/slides/slide1.xml" Id="R1bafa2ea92ba4c85" /><Relationship Type="http://schemas.openxmlformats.org/officeDocument/2006/relationships/slide" Target="/ppt/slides/slide2.xml" Id="R1dfe7a094b044026" /><Relationship Type="http://schemas.openxmlformats.org/officeDocument/2006/relationships/slide" Target="/ppt/slides/slide3.xml" Id="R757466e44ee24795" /><Relationship Type="http://schemas.openxmlformats.org/officeDocument/2006/relationships/slide" Target="/ppt/slides/slide4.xml" Id="R5a8dff4eb9074e08" /><Relationship Type="http://schemas.openxmlformats.org/officeDocument/2006/relationships/slide" Target="/ppt/slides/slide5.xml" Id="Rfddb2edf5fc542df" /><Relationship Type="http://schemas.openxmlformats.org/officeDocument/2006/relationships/slide" Target="/ppt/slides/slide6.xml" Id="R493801447e1f4524" /><Relationship Type="http://schemas.openxmlformats.org/officeDocument/2006/relationships/slide" Target="/ppt/slides/slide7.xml" Id="R47a5a6f6ade3430f" /><Relationship Type="http://schemas.openxmlformats.org/officeDocument/2006/relationships/slide" Target="/ppt/slides/slide8.xml" Id="Rfea3de26ba654f53" /><Relationship Type="http://schemas.openxmlformats.org/officeDocument/2006/relationships/slide" Target="/ppt/slides/slide9.xml" Id="Ra2e786605dfa4fd9" /><Relationship Type="http://schemas.openxmlformats.org/officeDocument/2006/relationships/slide" Target="/ppt/slides/slide10.xml" Id="R0584c6d8732943c7" /><Relationship Type="http://schemas.openxmlformats.org/officeDocument/2006/relationships/slide" Target="/ppt/slides/slide11.xml" Id="R4405c937df504012" /><Relationship Type="http://schemas.openxmlformats.org/officeDocument/2006/relationships/slide" Target="/ppt/slides/slide12.xml" Id="Rd53bc67e2bab4be5" /><Relationship Type="http://schemas.openxmlformats.org/officeDocument/2006/relationships/slide" Target="/ppt/slides/slide13.xml" Id="R080205e61f91456e" /><Relationship Type="http://schemas.openxmlformats.org/officeDocument/2006/relationships/slide" Target="/ppt/slides/slide14.xml" Id="Ra8e80339dc4f46bb" /><Relationship Type="http://schemas.openxmlformats.org/officeDocument/2006/relationships/slide" Target="/ppt/slides/slide15.xml" Id="Rdb6842a5f61b4b85" /><Relationship Type="http://schemas.openxmlformats.org/officeDocument/2006/relationships/slide" Target="/ppt/slides/slide16.xml" Id="Re1ee9b610b584294" /><Relationship Type="http://schemas.openxmlformats.org/officeDocument/2006/relationships/slide" Target="/ppt/slides/slide17.xml" Id="Redc8d62675974c84" /><Relationship Type="http://schemas.openxmlformats.org/officeDocument/2006/relationships/slide" Target="/ppt/slides/slide18.xml" Id="R71c531a20be7471b" /><Relationship Type="http://schemas.openxmlformats.org/officeDocument/2006/relationships/slide" Target="/ppt/slides/slide19.xml" Id="Rc1cc73dd4f994c86" /><Relationship Type="http://schemas.openxmlformats.org/officeDocument/2006/relationships/slide" Target="/ppt/slides/slide20.xml" Id="Rf68983f7f519401c" /><Relationship Type="http://schemas.openxmlformats.org/officeDocument/2006/relationships/slide" Target="/ppt/slides/slide21.xml" Id="Rc3c13d4f3f114e9d" /><Relationship Type="http://schemas.openxmlformats.org/officeDocument/2006/relationships/slide" Target="/ppt/slides/slide22.xml" Id="R2979f737e62b4b32" /><Relationship Type="http://schemas.openxmlformats.org/officeDocument/2006/relationships/slide" Target="/ppt/slides/slide23.xml" Id="R6a9b8bcfd9694d4a" /><Relationship Type="http://schemas.openxmlformats.org/officeDocument/2006/relationships/slide" Target="/ppt/slides/slide24.xml" Id="R97e348dcc2b2444e" /><Relationship Type="http://schemas.openxmlformats.org/officeDocument/2006/relationships/slide" Target="/ppt/slides/slide25.xml" Id="Rd96e82a5f4324ba5" /><Relationship Type="http://schemas.openxmlformats.org/officeDocument/2006/relationships/slide" Target="/ppt/slides/slide26.xml" Id="R412972f990ab416d" /><Relationship Type="http://schemas.openxmlformats.org/officeDocument/2006/relationships/slide" Target="/ppt/slides/slide27.xml" Id="R7bfd3a736f584fe9" /><Relationship Type="http://schemas.openxmlformats.org/officeDocument/2006/relationships/slide" Target="/ppt/slides/slide28.xml" Id="R03f80b033ed64286" /><Relationship Type="http://schemas.openxmlformats.org/officeDocument/2006/relationships/slide" Target="/ppt/slides/slide29.xml" Id="R1a2d51c310fb4e57" /><Relationship Type="http://schemas.openxmlformats.org/officeDocument/2006/relationships/slide" Target="/ppt/slides/slide30.xml" Id="Rae0054f99a6849ed" /><Relationship Type="http://schemas.openxmlformats.org/officeDocument/2006/relationships/slide" Target="/ppt/slides/slide31.xml" Id="Ra8a8305c42ee4d69" /><Relationship Type="http://schemas.openxmlformats.org/officeDocument/2006/relationships/slide" Target="/ppt/slides/slide32.xml" Id="R8bcf29af867c4f4c" /><Relationship Type="http://schemas.openxmlformats.org/officeDocument/2006/relationships/slide" Target="/ppt/slides/slide33.xml" Id="R676996e4be0f4c23" /><Relationship Type="http://schemas.openxmlformats.org/officeDocument/2006/relationships/slide" Target="/ppt/slides/slide34.xml" Id="Re3535f65e94c461a" /><Relationship Type="http://schemas.openxmlformats.org/officeDocument/2006/relationships/slide" Target="/ppt/slides/slide35.xml" Id="R077c1df6b6e94a1c" /><Relationship Type="http://schemas.openxmlformats.org/officeDocument/2006/relationships/slide" Target="/ppt/slides/slide36.xml" Id="Rf9917fdea48f48a5" /><Relationship Type="http://schemas.openxmlformats.org/officeDocument/2006/relationships/slide" Target="/ppt/slides/slide37.xml" Id="R56a770f9f6a14417" /><Relationship Type="http://schemas.openxmlformats.org/officeDocument/2006/relationships/slide" Target="/ppt/slides/slide38.xml" Id="R0879a89bfdfd4203" /><Relationship Type="http://schemas.openxmlformats.org/officeDocument/2006/relationships/slide" Target="/ppt/slides/slide39.xml" Id="R458692244f7748e4" /><Relationship Type="http://schemas.openxmlformats.org/officeDocument/2006/relationships/slide" Target="/ppt/slides/slide40.xml" Id="R048b317b12414c06" /><Relationship Type="http://schemas.openxmlformats.org/officeDocument/2006/relationships/slide" Target="/ppt/slides/slide41.xml" Id="R8f12edb1e987490d" /><Relationship Type="http://schemas.openxmlformats.org/officeDocument/2006/relationships/slide" Target="/ppt/slides/slide42.xml" Id="Rd692535be18042f9" /><Relationship Type="http://schemas.openxmlformats.org/officeDocument/2006/relationships/slide" Target="/ppt/slides/slide43.xml" Id="Rf8ef584b1ba944ce" /><Relationship Type="http://schemas.openxmlformats.org/officeDocument/2006/relationships/slide" Target="/ppt/slides/slide44.xml" Id="Rbbfa89984e79447d" /><Relationship Type="http://schemas.openxmlformats.org/officeDocument/2006/relationships/slide" Target="/ppt/slides/slide45.xml" Id="R2d8afc9f80124187" /><Relationship Type="http://schemas.openxmlformats.org/officeDocument/2006/relationships/slide" Target="/ppt/slides/slide46.xml" Id="R2945dbfd5d144b70" /><Relationship Type="http://schemas.openxmlformats.org/officeDocument/2006/relationships/slide" Target="/ppt/slides/slide47.xml" Id="R8880ee1ac1ed4740" /><Relationship Type="http://schemas.openxmlformats.org/officeDocument/2006/relationships/slide" Target="/ppt/slides/slide48.xml" Id="R9a02207b7e3f4b55" /><Relationship Type="http://schemas.openxmlformats.org/officeDocument/2006/relationships/slide" Target="/ppt/slides/slide49.xml" Id="R16a54e3475074895" /><Relationship Type="http://schemas.openxmlformats.org/officeDocument/2006/relationships/slide" Target="/ppt/slides/slide50.xml" Id="Rfbccabcbde4840ff" /><Relationship Type="http://schemas.openxmlformats.org/officeDocument/2006/relationships/slide" Target="/ppt/slides/slide51.xml" Id="R84039daabce34bc6" /><Relationship Type="http://schemas.openxmlformats.org/officeDocument/2006/relationships/slide" Target="/ppt/slides/slide52.xml" Id="Rbe7f9fbb06e842f3" /><Relationship Type="http://schemas.openxmlformats.org/officeDocument/2006/relationships/slide" Target="/ppt/slides/slide53.xml" Id="R04b641987a0849c4" /><Relationship Type="http://schemas.openxmlformats.org/officeDocument/2006/relationships/slide" Target="/ppt/slides/slide54.xml" Id="R629ead27c18442ed" /><Relationship Type="http://schemas.openxmlformats.org/officeDocument/2006/relationships/slide" Target="/ppt/slides/slide55.xml" Id="R634f46c2b7d04f36" /><Relationship Type="http://schemas.openxmlformats.org/officeDocument/2006/relationships/slide" Target="/ppt/slides/slide56.xml" Id="Rf409a4eede9742b8" /><Relationship Type="http://schemas.openxmlformats.org/officeDocument/2006/relationships/slide" Target="/ppt/slides/slide57.xml" Id="R4274196dca304a6f" /><Relationship Type="http://schemas.openxmlformats.org/officeDocument/2006/relationships/slide" Target="/ppt/slides/slide58.xml" Id="R9b74fbfbc46e4972" /><Relationship Type="http://schemas.openxmlformats.org/officeDocument/2006/relationships/slide" Target="/ppt/slides/slide59.xml" Id="Rc2414986aaa044a6" /><Relationship Type="http://schemas.openxmlformats.org/officeDocument/2006/relationships/slide" Target="/ppt/slides/slide60.xml" Id="R3cf36780b4874fb9" /><Relationship Type="http://schemas.openxmlformats.org/officeDocument/2006/relationships/slide" Target="/ppt/slides/slide61.xml" Id="R9b3b40e35ce74e48" /><Relationship Type="http://schemas.openxmlformats.org/officeDocument/2006/relationships/slide" Target="/ppt/slides/slide62.xml" Id="R22034a525c1f438b" /><Relationship Type="http://schemas.openxmlformats.org/officeDocument/2006/relationships/slide" Target="/ppt/slides/slide63.xml" Id="Rd787cf2f07fc4403" /><Relationship Type="http://schemas.openxmlformats.org/officeDocument/2006/relationships/slide" Target="/ppt/slides/slide64.xml" Id="R8bb760b9115a48b9" /><Relationship Type="http://schemas.openxmlformats.org/officeDocument/2006/relationships/slide" Target="/ppt/slides/slide65.xml" Id="Rf5f9996e79a94b84" /><Relationship Type="http://schemas.openxmlformats.org/officeDocument/2006/relationships/slide" Target="/ppt/slides/slide66.xml" Id="Rae2b3d1a397b4a02" /><Relationship Type="http://schemas.openxmlformats.org/officeDocument/2006/relationships/slide" Target="/ppt/slides/slide67.xml" Id="Rf5d4325958e94281" /><Relationship Type="http://schemas.openxmlformats.org/officeDocument/2006/relationships/slide" Target="/ppt/slides/slide68.xml" Id="R55559feea7a244d4" /><Relationship Type="http://schemas.openxmlformats.org/officeDocument/2006/relationships/slide" Target="/ppt/slides/slide69.xml" Id="R2b0fcae859a5462c" /><Relationship Type="http://schemas.openxmlformats.org/officeDocument/2006/relationships/slide" Target="/ppt/slides/slide70.xml" Id="R728af61df229407b" /><Relationship Type="http://schemas.openxmlformats.org/officeDocument/2006/relationships/slide" Target="/ppt/slides/slide71.xml" Id="R93258dd05e394f7f" /><Relationship Type="http://schemas.openxmlformats.org/officeDocument/2006/relationships/slide" Target="/ppt/slides/slide72.xml" Id="R30c39f8a430b460f" /><Relationship Type="http://schemas.openxmlformats.org/officeDocument/2006/relationships/slide" Target="/ppt/slides/slide73.xml" Id="R455924ff09684cf0" /><Relationship Type="http://schemas.openxmlformats.org/officeDocument/2006/relationships/slide" Target="/ppt/slides/slide74.xml" Id="Rd99b38de79cd4b23" /><Relationship Type="http://schemas.openxmlformats.org/officeDocument/2006/relationships/slide" Target="/ppt/slides/slide75.xml" Id="Rf370f850fea54dc9" /><Relationship Type="http://schemas.openxmlformats.org/officeDocument/2006/relationships/slide" Target="/ppt/slides/slide76.xml" Id="R1eee608f2b8a4c11" /><Relationship Type="http://schemas.openxmlformats.org/officeDocument/2006/relationships/slide" Target="/ppt/slides/slide77.xml" Id="R1f98f154cfe94374" /><Relationship Type="http://schemas.openxmlformats.org/officeDocument/2006/relationships/slide" Target="/ppt/slides/slide78.xml" Id="Rd44331e8f0cb47d6" /><Relationship Type="http://schemas.openxmlformats.org/officeDocument/2006/relationships/slide" Target="/ppt/slides/slide79.xml" Id="Rcca4c85070c845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d23a9d09ab49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ebc105cdbc457a" /><Relationship Type="http://schemas.openxmlformats.org/officeDocument/2006/relationships/notesMaster" Target="/ppt/notesMasters/notesMaster1.xml" Id="Rd94cebc4889d4f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858933fe32479f" /><Relationship Type="http://schemas.openxmlformats.org/officeDocument/2006/relationships/notesMaster" Target="/ppt/notesMasters/notesMaster1.xml" Id="R11454a9c8d9944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5e0c3923304ff3" /><Relationship Type="http://schemas.openxmlformats.org/officeDocument/2006/relationships/notesMaster" Target="/ppt/notesMasters/notesMaster1.xml" Id="R5b37a6c8b4b34e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09ef191cba413a" /><Relationship Type="http://schemas.openxmlformats.org/officeDocument/2006/relationships/notesMaster" Target="/ppt/notesMasters/notesMaster1.xml" Id="R112e1e6aa22242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3b6df85dae44cb" /><Relationship Type="http://schemas.openxmlformats.org/officeDocument/2006/relationships/notesMaster" Target="/ppt/notesMasters/notesMaster1.xml" Id="Rfb39bfe789c54e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7489f06f7042bc" /><Relationship Type="http://schemas.openxmlformats.org/officeDocument/2006/relationships/notesMaster" Target="/ppt/notesMasters/notesMaster1.xml" Id="R00dc8c522bfa4a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2547d842524ed7" /><Relationship Type="http://schemas.openxmlformats.org/officeDocument/2006/relationships/notesMaster" Target="/ppt/notesMasters/notesMaster1.xml" Id="Rba5a4d38144c4b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ee002538284737" /><Relationship Type="http://schemas.openxmlformats.org/officeDocument/2006/relationships/notesMaster" Target="/ppt/notesMasters/notesMaster1.xml" Id="R1f6a5b274cce4a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625c3e36f9453b" /><Relationship Type="http://schemas.openxmlformats.org/officeDocument/2006/relationships/notesMaster" Target="/ppt/notesMasters/notesMaster1.xml" Id="R298e41943fa64b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53df6ea2ba4419" /><Relationship Type="http://schemas.openxmlformats.org/officeDocument/2006/relationships/notesMaster" Target="/ppt/notesMasters/notesMaster1.xml" Id="Rbbdbd63b63504a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c74386e625469d" /><Relationship Type="http://schemas.openxmlformats.org/officeDocument/2006/relationships/notesMaster" Target="/ppt/notesMasters/notesMaster1.xml" Id="R26f5cd86b84949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f5e140e01749d2" /><Relationship Type="http://schemas.openxmlformats.org/officeDocument/2006/relationships/notesMaster" Target="/ppt/notesMasters/notesMaster1.xml" Id="R0e16700e75d246f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436b0b4d8b42d5" /><Relationship Type="http://schemas.openxmlformats.org/officeDocument/2006/relationships/notesMaster" Target="/ppt/notesMasters/notesMaster1.xml" Id="R0c6150675d8845b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c2715c0c1b64044" /><Relationship Type="http://schemas.openxmlformats.org/officeDocument/2006/relationships/notesMaster" Target="/ppt/notesMasters/notesMaster1.xml" Id="Rcb7544672760429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95852b8526344f1" /><Relationship Type="http://schemas.openxmlformats.org/officeDocument/2006/relationships/notesMaster" Target="/ppt/notesMasters/notesMaster1.xml" Id="R7d1a4c0ea06447f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01c9638e0744a65" /><Relationship Type="http://schemas.openxmlformats.org/officeDocument/2006/relationships/notesMaster" Target="/ppt/notesMasters/notesMaster1.xml" Id="R78680af3d292402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3ee296d00284dc2" /><Relationship Type="http://schemas.openxmlformats.org/officeDocument/2006/relationships/notesMaster" Target="/ppt/notesMasters/notesMaster1.xml" Id="R05f5e040cc1847c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44fc9ddd2db4482" /><Relationship Type="http://schemas.openxmlformats.org/officeDocument/2006/relationships/notesMaster" Target="/ppt/notesMasters/notesMaster1.xml" Id="Re7fdf2f6da6c4a1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5a1a0743f3a4bf7" /><Relationship Type="http://schemas.openxmlformats.org/officeDocument/2006/relationships/notesMaster" Target="/ppt/notesMasters/notesMaster1.xml" Id="R95df49895c494fd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724b7d9875c4f9a" /><Relationship Type="http://schemas.openxmlformats.org/officeDocument/2006/relationships/notesMaster" Target="/ppt/notesMasters/notesMaster1.xml" Id="Re97d18bae0cd4b2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5f4c11885104119" /><Relationship Type="http://schemas.openxmlformats.org/officeDocument/2006/relationships/notesMaster" Target="/ppt/notesMasters/notesMaster1.xml" Id="Rbb94480bb0ce4b8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503c4d2e6ad4046" /><Relationship Type="http://schemas.openxmlformats.org/officeDocument/2006/relationships/notesMaster" Target="/ppt/notesMasters/notesMaster1.xml" Id="R57e8c7834e2c4d4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834d73bc8664bac" /><Relationship Type="http://schemas.openxmlformats.org/officeDocument/2006/relationships/notesMaster" Target="/ppt/notesMasters/notesMaster1.xml" Id="R6f1302533ee14ee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48a19eb380b4bd5" /><Relationship Type="http://schemas.openxmlformats.org/officeDocument/2006/relationships/notesMaster" Target="/ppt/notesMasters/notesMaster1.xml" Id="R0c2fe1aa92ed405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dc9aa1108604490" /><Relationship Type="http://schemas.openxmlformats.org/officeDocument/2006/relationships/notesMaster" Target="/ppt/notesMasters/notesMaster1.xml" Id="R5b338acdc72543e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228b06b94ec4c98" /><Relationship Type="http://schemas.openxmlformats.org/officeDocument/2006/relationships/notesMaster" Target="/ppt/notesMasters/notesMaster1.xml" Id="Rcd02e2e69da84bf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aa2f3c661bb4014" /><Relationship Type="http://schemas.openxmlformats.org/officeDocument/2006/relationships/notesMaster" Target="/ppt/notesMasters/notesMaster1.xml" Id="R1c9bb2547903456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387e0fecd604238" /><Relationship Type="http://schemas.openxmlformats.org/officeDocument/2006/relationships/notesMaster" Target="/ppt/notesMasters/notesMaster1.xml" Id="R9615a6a8c99947c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694b16d4c494d5d" /><Relationship Type="http://schemas.openxmlformats.org/officeDocument/2006/relationships/notesMaster" Target="/ppt/notesMasters/notesMaster1.xml" Id="R7d7d465e80db415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e6d8489d5d74191" /><Relationship Type="http://schemas.openxmlformats.org/officeDocument/2006/relationships/notesMaster" Target="/ppt/notesMasters/notesMaster1.xml" Id="R97a0695cb48845c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eaf3e78bbca4c74" /><Relationship Type="http://schemas.openxmlformats.org/officeDocument/2006/relationships/notesMaster" Target="/ppt/notesMasters/notesMaster1.xml" Id="Rbf59b12f111a4e2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ddb3eb05e6b4284" /><Relationship Type="http://schemas.openxmlformats.org/officeDocument/2006/relationships/notesMaster" Target="/ppt/notesMasters/notesMaster1.xml" Id="Rb8fe45e11b2e4c5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90a75ec005b4819" /><Relationship Type="http://schemas.openxmlformats.org/officeDocument/2006/relationships/notesMaster" Target="/ppt/notesMasters/notesMaster1.xml" Id="R9b98110d55fb46f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8a6f2f6c33a4ab9" /><Relationship Type="http://schemas.openxmlformats.org/officeDocument/2006/relationships/notesMaster" Target="/ppt/notesMasters/notesMaster1.xml" Id="Rb2a6bde25da8420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a3daa4ef3a04f16" /><Relationship Type="http://schemas.openxmlformats.org/officeDocument/2006/relationships/notesMaster" Target="/ppt/notesMasters/notesMaster1.xml" Id="R7443ad2e8c1f4b8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26836f3d6aa4aef" /><Relationship Type="http://schemas.openxmlformats.org/officeDocument/2006/relationships/notesMaster" Target="/ppt/notesMasters/notesMaster1.xml" Id="Rf6f7ad7e65ee461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930a29352c84f33" /><Relationship Type="http://schemas.openxmlformats.org/officeDocument/2006/relationships/notesMaster" Target="/ppt/notesMasters/notesMaster1.xml" Id="Ra4750539aff6493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cf7ff628ba44eaa" /><Relationship Type="http://schemas.openxmlformats.org/officeDocument/2006/relationships/notesMaster" Target="/ppt/notesMasters/notesMaster1.xml" Id="Rdec3ea70d78746e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ac8c8e3541648ba" /><Relationship Type="http://schemas.openxmlformats.org/officeDocument/2006/relationships/notesMaster" Target="/ppt/notesMasters/notesMaster1.xml" Id="Rddb1ec72964b4fe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80359c21e1f4bbf" /><Relationship Type="http://schemas.openxmlformats.org/officeDocument/2006/relationships/notesMaster" Target="/ppt/notesMasters/notesMaster1.xml" Id="R76eaa589936b4dc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11188db585f44e3" /><Relationship Type="http://schemas.openxmlformats.org/officeDocument/2006/relationships/notesMaster" Target="/ppt/notesMasters/notesMaster1.xml" Id="R96c132a12f62499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f3dfa0bbe6f4c25" /><Relationship Type="http://schemas.openxmlformats.org/officeDocument/2006/relationships/notesMaster" Target="/ppt/notesMasters/notesMaster1.xml" Id="Rfde7fe0dd85e4b1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e3808161b654262" /><Relationship Type="http://schemas.openxmlformats.org/officeDocument/2006/relationships/notesMaster" Target="/ppt/notesMasters/notesMaster1.xml" Id="R1b20be4435b0456c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8d6230ab2e24fba" /><Relationship Type="http://schemas.openxmlformats.org/officeDocument/2006/relationships/notesMaster" Target="/ppt/notesMasters/notesMaster1.xml" Id="R6abc8524c07047db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1c1e5a8e9ba4da7" /><Relationship Type="http://schemas.openxmlformats.org/officeDocument/2006/relationships/notesMaster" Target="/ppt/notesMasters/notesMaster1.xml" Id="Racc37ba0f8f5436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9c3b346fe184ee3" /><Relationship Type="http://schemas.openxmlformats.org/officeDocument/2006/relationships/notesMaster" Target="/ppt/notesMasters/notesMaster1.xml" Id="R27c0d9fce6e0467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bff2dbf11dd5413f" /><Relationship Type="http://schemas.openxmlformats.org/officeDocument/2006/relationships/notesMaster" Target="/ppt/notesMasters/notesMaster1.xml" Id="R742f271dc6b9430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f0486f974b9c4ccb" /><Relationship Type="http://schemas.openxmlformats.org/officeDocument/2006/relationships/notesMaster" Target="/ppt/notesMasters/notesMaster1.xml" Id="R1a5594ca778c466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81e4be8d6014d0b" /><Relationship Type="http://schemas.openxmlformats.org/officeDocument/2006/relationships/notesMaster" Target="/ppt/notesMasters/notesMaster1.xml" Id="Rbf5ebe97e217456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77188887a644fb9" /><Relationship Type="http://schemas.openxmlformats.org/officeDocument/2006/relationships/notesMaster" Target="/ppt/notesMasters/notesMaster1.xml" Id="Rbb7d8f60255d46cf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8fa07a580cc04e3c" /><Relationship Type="http://schemas.openxmlformats.org/officeDocument/2006/relationships/notesMaster" Target="/ppt/notesMasters/notesMaster1.xml" Id="R0554544982564c27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62ff30ef59af4322" /><Relationship Type="http://schemas.openxmlformats.org/officeDocument/2006/relationships/notesMaster" Target="/ppt/notesMasters/notesMaster1.xml" Id="R6a84d8c3eb5941dd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b331eed3f9cf45d4" /><Relationship Type="http://schemas.openxmlformats.org/officeDocument/2006/relationships/notesMaster" Target="/ppt/notesMasters/notesMaster1.xml" Id="R102fe2c8a0e24543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69758480238a437f" /><Relationship Type="http://schemas.openxmlformats.org/officeDocument/2006/relationships/notesMaster" Target="/ppt/notesMasters/notesMaster1.xml" Id="R778b7b3db7eb4c77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23ae20d736484930" /><Relationship Type="http://schemas.openxmlformats.org/officeDocument/2006/relationships/notesMaster" Target="/ppt/notesMasters/notesMaster1.xml" Id="Rbe0605c1b0c147f7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bdd4dc2888c64645" /><Relationship Type="http://schemas.openxmlformats.org/officeDocument/2006/relationships/notesMaster" Target="/ppt/notesMasters/notesMaster1.xml" Id="R1ca0a3a8131248be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5c6091768074439e" /><Relationship Type="http://schemas.openxmlformats.org/officeDocument/2006/relationships/notesMaster" Target="/ppt/notesMasters/notesMaster1.xml" Id="Ra502f5b8abbb4095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49e5d8aa2baa4ea5" /><Relationship Type="http://schemas.openxmlformats.org/officeDocument/2006/relationships/notesMaster" Target="/ppt/notesMasters/notesMaster1.xml" Id="Rcd0eb5a6efe64212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99bcd643c63748bc" /><Relationship Type="http://schemas.openxmlformats.org/officeDocument/2006/relationships/notesMaster" Target="/ppt/notesMasters/notesMaster1.xml" Id="Ra620e7ea9c124bbc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3f5d46c46161437c" /><Relationship Type="http://schemas.openxmlformats.org/officeDocument/2006/relationships/notesMaster" Target="/ppt/notesMasters/notesMaster1.xml" Id="R25f286de264e4d12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afc130e39a4440ad" /><Relationship Type="http://schemas.openxmlformats.org/officeDocument/2006/relationships/notesMaster" Target="/ppt/notesMasters/notesMaster1.xml" Id="R8e7200d208474080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46f3fe08af314166" /><Relationship Type="http://schemas.openxmlformats.org/officeDocument/2006/relationships/notesMaster" Target="/ppt/notesMasters/notesMaster1.xml" Id="Rcdd3e519a79841e4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381ba140f7ff4d01" /><Relationship Type="http://schemas.openxmlformats.org/officeDocument/2006/relationships/notesMaster" Target="/ppt/notesMasters/notesMaster1.xml" Id="R86897d6e11434cba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c24861766beb490c" /><Relationship Type="http://schemas.openxmlformats.org/officeDocument/2006/relationships/notesMaster" Target="/ppt/notesMasters/notesMaster1.xml" Id="R20e266dcc22d4e0b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5f556505f932449a" /><Relationship Type="http://schemas.openxmlformats.org/officeDocument/2006/relationships/notesMaster" Target="/ppt/notesMasters/notesMaster1.xml" Id="R46614896e1f44e9d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2ea4f79382d84312" /><Relationship Type="http://schemas.openxmlformats.org/officeDocument/2006/relationships/notesMaster" Target="/ppt/notesMasters/notesMaster1.xml" Id="Rb00f6c6efbc14b2c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6d146987ef964a14" /><Relationship Type="http://schemas.openxmlformats.org/officeDocument/2006/relationships/notesMaster" Target="/ppt/notesMasters/notesMaster1.xml" Id="Rad7777eaaf0f4f42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81291994ed724c01" /><Relationship Type="http://schemas.openxmlformats.org/officeDocument/2006/relationships/notesMaster" Target="/ppt/notesMasters/notesMaster1.xml" Id="Ra108e3c7865d410c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dbfc605378694745" /><Relationship Type="http://schemas.openxmlformats.org/officeDocument/2006/relationships/notesMaster" Target="/ppt/notesMasters/notesMaster1.xml" Id="Re74c60081ce94100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0acc603510774bd3" /><Relationship Type="http://schemas.openxmlformats.org/officeDocument/2006/relationships/notesMaster" Target="/ppt/notesMasters/notesMaster1.xml" Id="R8e4bbf1efac84681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0fd1e75d60c0459f" /><Relationship Type="http://schemas.openxmlformats.org/officeDocument/2006/relationships/notesMaster" Target="/ppt/notesMasters/notesMaster1.xml" Id="R66c071529b9a4199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4a4d1612a50a4107" /><Relationship Type="http://schemas.openxmlformats.org/officeDocument/2006/relationships/notesMaster" Target="/ppt/notesMasters/notesMaster1.xml" Id="R3a22567a915249d2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ce755d513e3b46bc" /><Relationship Type="http://schemas.openxmlformats.org/officeDocument/2006/relationships/notesMaster" Target="/ppt/notesMasters/notesMaster1.xml" Id="R529a87a584504cfe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8c762882390246b3" /><Relationship Type="http://schemas.openxmlformats.org/officeDocument/2006/relationships/notesMaster" Target="/ppt/notesMasters/notesMaster1.xml" Id="R7753919cd1aa42b7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508cf2b469434d9f" /><Relationship Type="http://schemas.openxmlformats.org/officeDocument/2006/relationships/notesMaster" Target="/ppt/notesMasters/notesMaster1.xml" Id="R0bb05e137a484b5e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0b3a97a6078b4ba7" /><Relationship Type="http://schemas.openxmlformats.org/officeDocument/2006/relationships/notesMaster" Target="/ppt/notesMasters/notesMaster1.xml" Id="R15b8716188c4479f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bcbf33b7536d43f6" /><Relationship Type="http://schemas.openxmlformats.org/officeDocument/2006/relationships/notesMaster" Target="/ppt/notesMasters/notesMaster1.xml" Id="R43d33a54a5d04560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957c4a765c854f6a" /><Relationship Type="http://schemas.openxmlformats.org/officeDocument/2006/relationships/notesMaster" Target="/ppt/notesMasters/notesMaster1.xml" Id="R3209a41ae68c43e4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2190b4c8911e4ba6" /><Relationship Type="http://schemas.openxmlformats.org/officeDocument/2006/relationships/notesMaster" Target="/ppt/notesMasters/notesMaster1.xml" Id="R9ee3b3e8243246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bf4fff57314b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db3a67727847e3" /><Relationship Type="http://schemas.openxmlformats.org/officeDocument/2006/relationships/slideLayout" Target="/ppt/slideLayouts/slideLayout1.xml" Id="R68fb5706761341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fb5706761341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335b1e7364d7f" /><Relationship Type="http://schemas.openxmlformats.org/officeDocument/2006/relationships/notesSlide" Target="/ppt/notesSlides/notesSlide1.xml" Id="R314fc68840f749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861abe4794e3f" /><Relationship Type="http://schemas.openxmlformats.org/officeDocument/2006/relationships/notesSlide" Target="/ppt/notesSlides/notesSlide2.xml" Id="R4fbe3231b84340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b87dac70b4776" /><Relationship Type="http://schemas.openxmlformats.org/officeDocument/2006/relationships/notesSlide" Target="/ppt/notesSlides/notesSlide3.xml" Id="Rdbe9597419ab42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b7ea0952e467a" /><Relationship Type="http://schemas.openxmlformats.org/officeDocument/2006/relationships/notesSlide" Target="/ppt/notesSlides/notesSlide4.xml" Id="R5db760c0575e49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3f15276ab4ab2" /><Relationship Type="http://schemas.openxmlformats.org/officeDocument/2006/relationships/notesSlide" Target="/ppt/notesSlides/notesSlide5.xml" Id="R2f6cc120f57b48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93144981b496e" /><Relationship Type="http://schemas.openxmlformats.org/officeDocument/2006/relationships/notesSlide" Target="/ppt/notesSlides/notesSlide6.xml" Id="R3868f70c6d0e45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ac642bb5d4e23" /><Relationship Type="http://schemas.openxmlformats.org/officeDocument/2006/relationships/notesSlide" Target="/ppt/notesSlides/notesSlide7.xml" Id="Ra5d4027880cd4c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61e85a1e9474d" /><Relationship Type="http://schemas.openxmlformats.org/officeDocument/2006/relationships/notesSlide" Target="/ppt/notesSlides/notesSlide8.xml" Id="R5cb717554c8d4b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821ab00304040" /><Relationship Type="http://schemas.openxmlformats.org/officeDocument/2006/relationships/notesSlide" Target="/ppt/notesSlides/notesSlide9.xml" Id="R2bfb7109d23a4c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37410719f4c5c" /><Relationship Type="http://schemas.openxmlformats.org/officeDocument/2006/relationships/notesSlide" Target="/ppt/notesSlides/notesSlide10.xml" Id="R21cffcd041854f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f2e13dd26414e" /><Relationship Type="http://schemas.openxmlformats.org/officeDocument/2006/relationships/notesSlide" Target="/ppt/notesSlides/notesSlide11.xml" Id="R2ee23e8d306b465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a9e1222a947fe" /><Relationship Type="http://schemas.openxmlformats.org/officeDocument/2006/relationships/notesSlide" Target="/ppt/notesSlides/notesSlide12.xml" Id="Rfcc3b5ed07244a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ee840d7b24a57" /><Relationship Type="http://schemas.openxmlformats.org/officeDocument/2006/relationships/notesSlide" Target="/ppt/notesSlides/notesSlide13.xml" Id="R1775f910bf6545c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5257cd06047ad" /><Relationship Type="http://schemas.openxmlformats.org/officeDocument/2006/relationships/notesSlide" Target="/ppt/notesSlides/notesSlide14.xml" Id="R44d6fb08d2c6422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6301920f44526" /><Relationship Type="http://schemas.openxmlformats.org/officeDocument/2006/relationships/notesSlide" Target="/ppt/notesSlides/notesSlide15.xml" Id="Rf7549346479746b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38122701a4c40" /><Relationship Type="http://schemas.openxmlformats.org/officeDocument/2006/relationships/notesSlide" Target="/ppt/notesSlides/notesSlide16.xml" Id="R21dc707dcdc549d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dbf594e804537" /><Relationship Type="http://schemas.openxmlformats.org/officeDocument/2006/relationships/notesSlide" Target="/ppt/notesSlides/notesSlide17.xml" Id="R592a5883713f426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f50e783b54d57" /><Relationship Type="http://schemas.openxmlformats.org/officeDocument/2006/relationships/notesSlide" Target="/ppt/notesSlides/notesSlide18.xml" Id="R8fd1a56dafda42e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16a5443ff408e" /><Relationship Type="http://schemas.openxmlformats.org/officeDocument/2006/relationships/notesSlide" Target="/ppt/notesSlides/notesSlide19.xml" Id="Rb59bf5ec47834e7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5a98e878849f2" /><Relationship Type="http://schemas.openxmlformats.org/officeDocument/2006/relationships/notesSlide" Target="/ppt/notesSlides/notesSlide20.xml" Id="R4ac5c16ba0c749b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d35ec64fd4da9" /><Relationship Type="http://schemas.openxmlformats.org/officeDocument/2006/relationships/notesSlide" Target="/ppt/notesSlides/notesSlide21.xml" Id="R3b6f91f76a4e474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968145b2c4b17" /><Relationship Type="http://schemas.openxmlformats.org/officeDocument/2006/relationships/notesSlide" Target="/ppt/notesSlides/notesSlide22.xml" Id="R8a774f85aa164fa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42b94cad04f39" /><Relationship Type="http://schemas.openxmlformats.org/officeDocument/2006/relationships/notesSlide" Target="/ppt/notesSlides/notesSlide23.xml" Id="Re699b9e91ee74d9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1aa5cd5cb4d68" /><Relationship Type="http://schemas.openxmlformats.org/officeDocument/2006/relationships/notesSlide" Target="/ppt/notesSlides/notesSlide24.xml" Id="R6c52d58504dc43a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df70d377643d7" /><Relationship Type="http://schemas.openxmlformats.org/officeDocument/2006/relationships/notesSlide" Target="/ppt/notesSlides/notesSlide25.xml" Id="R6f2d73b73e6d48d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792aa11ff4cf5" /><Relationship Type="http://schemas.openxmlformats.org/officeDocument/2006/relationships/notesSlide" Target="/ppt/notesSlides/notesSlide26.xml" Id="R967c77c897bb454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5c95e7b324869" /><Relationship Type="http://schemas.openxmlformats.org/officeDocument/2006/relationships/notesSlide" Target="/ppt/notesSlides/notesSlide27.xml" Id="R4f6f99e9f64a4e2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c0d3c0a954814" /><Relationship Type="http://schemas.openxmlformats.org/officeDocument/2006/relationships/notesSlide" Target="/ppt/notesSlides/notesSlide28.xml" Id="R4523c91d501c47a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e172746564812" /><Relationship Type="http://schemas.openxmlformats.org/officeDocument/2006/relationships/notesSlide" Target="/ppt/notesSlides/notesSlide29.xml" Id="Rd3d0d060292f4f2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ee362d98b4ca3" /><Relationship Type="http://schemas.openxmlformats.org/officeDocument/2006/relationships/notesSlide" Target="/ppt/notesSlides/notesSlide30.xml" Id="R72c499a93ffd45f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995c226464b0f" /><Relationship Type="http://schemas.openxmlformats.org/officeDocument/2006/relationships/notesSlide" Target="/ppt/notesSlides/notesSlide31.xml" Id="R4a32c2dcf52a4bc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8774e2fbc4c3b" /><Relationship Type="http://schemas.openxmlformats.org/officeDocument/2006/relationships/notesSlide" Target="/ppt/notesSlides/notesSlide32.xml" Id="Ra5eaf1f27550465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e29e5196448f8" /><Relationship Type="http://schemas.openxmlformats.org/officeDocument/2006/relationships/notesSlide" Target="/ppt/notesSlides/notesSlide33.xml" Id="R24d131010c194a7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a95ae5d914917" /><Relationship Type="http://schemas.openxmlformats.org/officeDocument/2006/relationships/notesSlide" Target="/ppt/notesSlides/notesSlide34.xml" Id="R9108c3f0cc4749d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367e4826542e6" /><Relationship Type="http://schemas.openxmlformats.org/officeDocument/2006/relationships/notesSlide" Target="/ppt/notesSlides/notesSlide35.xml" Id="R5f26cd85b7494b3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79d6ccfd142dc" /><Relationship Type="http://schemas.openxmlformats.org/officeDocument/2006/relationships/notesSlide" Target="/ppt/notesSlides/notesSlide36.xml" Id="R3c8302e594904fa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5e72858ec43af" /><Relationship Type="http://schemas.openxmlformats.org/officeDocument/2006/relationships/notesSlide" Target="/ppt/notesSlides/notesSlide37.xml" Id="R698fb142fbc24a9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7676511fe4332" /><Relationship Type="http://schemas.openxmlformats.org/officeDocument/2006/relationships/notesSlide" Target="/ppt/notesSlides/notesSlide38.xml" Id="R1571a88c23dd4a5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d5965cff44893" /><Relationship Type="http://schemas.openxmlformats.org/officeDocument/2006/relationships/notesSlide" Target="/ppt/notesSlides/notesSlide39.xml" Id="R791fa75ab2db478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734b365b94791" /><Relationship Type="http://schemas.openxmlformats.org/officeDocument/2006/relationships/notesSlide" Target="/ppt/notesSlides/notesSlide40.xml" Id="Re01eb88d766a423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3b338929f4384" /><Relationship Type="http://schemas.openxmlformats.org/officeDocument/2006/relationships/notesSlide" Target="/ppt/notesSlides/notesSlide41.xml" Id="R9639adf080bf42f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444a3e0a042a9" /><Relationship Type="http://schemas.openxmlformats.org/officeDocument/2006/relationships/notesSlide" Target="/ppt/notesSlides/notesSlide42.xml" Id="R001c5bbea782424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7985be4514b8b" /><Relationship Type="http://schemas.openxmlformats.org/officeDocument/2006/relationships/notesSlide" Target="/ppt/notesSlides/notesSlide43.xml" Id="Rb40daf201c3543f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c02fc59914073" /><Relationship Type="http://schemas.openxmlformats.org/officeDocument/2006/relationships/notesSlide" Target="/ppt/notesSlides/notesSlide44.xml" Id="Rf7201069a2864c1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4aab3c6604ec5" /><Relationship Type="http://schemas.openxmlformats.org/officeDocument/2006/relationships/notesSlide" Target="/ppt/notesSlides/notesSlide45.xml" Id="R0503f7f72b874cd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7ca1d4b6f48f0" /><Relationship Type="http://schemas.openxmlformats.org/officeDocument/2006/relationships/notesSlide" Target="/ppt/notesSlides/notesSlide46.xml" Id="R0a78b0c9e0d24c5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0709b13a04609" /><Relationship Type="http://schemas.openxmlformats.org/officeDocument/2006/relationships/notesSlide" Target="/ppt/notesSlides/notesSlide47.xml" Id="R5090a8e119da47d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3e0acad914070" /><Relationship Type="http://schemas.openxmlformats.org/officeDocument/2006/relationships/notesSlide" Target="/ppt/notesSlides/notesSlide48.xml" Id="R2e8f362ad51b409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79a3aaf5f4028" /><Relationship Type="http://schemas.openxmlformats.org/officeDocument/2006/relationships/notesSlide" Target="/ppt/notesSlides/notesSlide49.xml" Id="Rcc45943309df45cb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5a1c81c6442d5" /><Relationship Type="http://schemas.openxmlformats.org/officeDocument/2006/relationships/notesSlide" Target="/ppt/notesSlides/notesSlide50.xml" Id="R58b4f2df4a9d4326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1cb5b29724920" /><Relationship Type="http://schemas.openxmlformats.org/officeDocument/2006/relationships/notesSlide" Target="/ppt/notesSlides/notesSlide51.xml" Id="R8c343a60bf8a40ce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b366e93f74007" /><Relationship Type="http://schemas.openxmlformats.org/officeDocument/2006/relationships/notesSlide" Target="/ppt/notesSlides/notesSlide52.xml" Id="R3ddb1a3b63a6400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60ab880ba4249" /><Relationship Type="http://schemas.openxmlformats.org/officeDocument/2006/relationships/notesSlide" Target="/ppt/notesSlides/notesSlide53.xml" Id="Rf74ca80699b84a29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0a9f188904c17" /><Relationship Type="http://schemas.openxmlformats.org/officeDocument/2006/relationships/notesSlide" Target="/ppt/notesSlides/notesSlide54.xml" Id="Rabfeadda382844c3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440d233be4a2f" /><Relationship Type="http://schemas.openxmlformats.org/officeDocument/2006/relationships/notesSlide" Target="/ppt/notesSlides/notesSlide55.xml" Id="R9a500d0e2a214bf6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a23a39a3541ab" /><Relationship Type="http://schemas.openxmlformats.org/officeDocument/2006/relationships/notesSlide" Target="/ppt/notesSlides/notesSlide56.xml" Id="Rfd9c61027d7c46b8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f0221db574198" /><Relationship Type="http://schemas.openxmlformats.org/officeDocument/2006/relationships/notesSlide" Target="/ppt/notesSlides/notesSlide57.xml" Id="R631ed749564941a2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86f76afcb4824" /><Relationship Type="http://schemas.openxmlformats.org/officeDocument/2006/relationships/notesSlide" Target="/ppt/notesSlides/notesSlide58.xml" Id="R9ed92e40deba4a18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78f20ca244a77" /><Relationship Type="http://schemas.openxmlformats.org/officeDocument/2006/relationships/notesSlide" Target="/ppt/notesSlides/notesSlide59.xml" Id="Rf6d29318e0574d42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0b6c93df5437f" /><Relationship Type="http://schemas.openxmlformats.org/officeDocument/2006/relationships/notesSlide" Target="/ppt/notesSlides/notesSlide60.xml" Id="Ra63ffe83a73944fc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5de1d5a914721" /><Relationship Type="http://schemas.openxmlformats.org/officeDocument/2006/relationships/notesSlide" Target="/ppt/notesSlides/notesSlide61.xml" Id="Rdde4c6d6fdd04323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1dd2759ec4d15" /><Relationship Type="http://schemas.openxmlformats.org/officeDocument/2006/relationships/notesSlide" Target="/ppt/notesSlides/notesSlide62.xml" Id="R9641b78823094c00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5d380413a4efe" /><Relationship Type="http://schemas.openxmlformats.org/officeDocument/2006/relationships/notesSlide" Target="/ppt/notesSlides/notesSlide63.xml" Id="R6aa8a12bb5c54192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8831cf15447d4" /><Relationship Type="http://schemas.openxmlformats.org/officeDocument/2006/relationships/notesSlide" Target="/ppt/notesSlides/notesSlide64.xml" Id="R10245b43f9894ca8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3d85b1496429f" /><Relationship Type="http://schemas.openxmlformats.org/officeDocument/2006/relationships/notesSlide" Target="/ppt/notesSlides/notesSlide65.xml" Id="Ra9e297e91f4e409b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d1c62bc4a44c3" /><Relationship Type="http://schemas.openxmlformats.org/officeDocument/2006/relationships/notesSlide" Target="/ppt/notesSlides/notesSlide66.xml" Id="R7ab1afd45c6143a0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47858883b4ed2" /><Relationship Type="http://schemas.openxmlformats.org/officeDocument/2006/relationships/notesSlide" Target="/ppt/notesSlides/notesSlide67.xml" Id="R2278e4a4dcac45cf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089ec514c45c9" /><Relationship Type="http://schemas.openxmlformats.org/officeDocument/2006/relationships/notesSlide" Target="/ppt/notesSlides/notesSlide68.xml" Id="Rc2bc4691ad644429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c6daf696c46dd" /><Relationship Type="http://schemas.openxmlformats.org/officeDocument/2006/relationships/notesSlide" Target="/ppt/notesSlides/notesSlide69.xml" Id="R2811a3817d0c4e7f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bc82931f24326" /><Relationship Type="http://schemas.openxmlformats.org/officeDocument/2006/relationships/notesSlide" Target="/ppt/notesSlides/notesSlide70.xml" Id="Ra9e1d271d7c54bc1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6fe88938e46c4" /><Relationship Type="http://schemas.openxmlformats.org/officeDocument/2006/relationships/notesSlide" Target="/ppt/notesSlides/notesSlide71.xml" Id="R33da570b243f43ac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7b01f8f28421a" /><Relationship Type="http://schemas.openxmlformats.org/officeDocument/2006/relationships/notesSlide" Target="/ppt/notesSlides/notesSlide72.xml" Id="Rfaf59098822745ec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db21df10943da" /><Relationship Type="http://schemas.openxmlformats.org/officeDocument/2006/relationships/notesSlide" Target="/ppt/notesSlides/notesSlide73.xml" Id="Rd08ea2b413d54b00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4d0e9f4be4399" /><Relationship Type="http://schemas.openxmlformats.org/officeDocument/2006/relationships/notesSlide" Target="/ppt/notesSlides/notesSlide74.xml" Id="R74e30d8c5bc14de6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a7c9bdcd8448f" /><Relationship Type="http://schemas.openxmlformats.org/officeDocument/2006/relationships/notesSlide" Target="/ppt/notesSlides/notesSlide75.xml" Id="R566e5da224364ff8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7362a9e4e4670" /><Relationship Type="http://schemas.openxmlformats.org/officeDocument/2006/relationships/notesSlide" Target="/ppt/notesSlides/notesSlide76.xml" Id="R1f22c01cdde54b93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7018acb7f4a75" /><Relationship Type="http://schemas.openxmlformats.org/officeDocument/2006/relationships/notesSlide" Target="/ppt/notesSlides/notesSlide77.xml" Id="R1e0cb941f2b54618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12d723868498b" /><Relationship Type="http://schemas.openxmlformats.org/officeDocument/2006/relationships/notesSlide" Target="/ppt/notesSlides/notesSlide78.xml" Id="R63b099a2c7524f01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9070c0c4a4c65" /><Relationship Type="http://schemas.openxmlformats.org/officeDocument/2006/relationships/notesSlide" Target="/ppt/notesSlides/notesSlide79.xml" Id="R6f573c19589940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146C36-852C-4ABB-BD4D-8785A6E1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6ABA4-FC3F-4282-94B6-E03894A7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17B83-2CC1-44C8-ADD3-A0105FEC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920FC-6E34-4285-85AB-8078E6EA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4B767-25CC-48DB-8FC3-4EA6277F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1F18"/>
                </a:solidFill>
              </a:defRPr>
            </a:pPr>
            <a:r>
              <a:rPr sz="3450" b="1">
                <a:solidFill>
                  <a:srgbClr val="0B1F18"/>
                </a:solidFill>
              </a:rPr>
              <a:t>Signals and Daemon Processes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670DE-788D-4E5B-81D9-0F7CF183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Unix System Programming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B3184-6D75-4B8E-8B79-D346AEFE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75740-81CB-4D59-841B-4A88E0CF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98519E-CF97-4BDC-B4E0-860B13AD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5CFFC-4188-4340-B917-152FFA68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BFFED-A689-4476-BFD3-6E546710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3A33E-72CC-43FA-9C72-A8B92017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4585359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3C073-5A21-420B-A072-E23939C6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610B7-AAFB-4F39-BA31-3FAE3747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EA62A-AAEA-4B40-8033-097A54F9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246C3-BE19-4380-BAD5-3CF29B39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BC317-8F39-4D42-AC57-2FFDBA26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79821-6C61-4A2F-B0C3-E2E2DE6C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EE74E-0CC0-4A56-A7EF-B1F5ACDF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32A01-95A3-4FBE-839F-F005BF5C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A80D8-2C9C-4B71-B495-D2243018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9C02EE-47DB-4773-8288-34AE486B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A9A74-DEFB-43DC-BC72-C97C08D2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AB57B-54D2-404B-A7D8-32F1B26A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46A5B-9701-46CD-8B2F-8BC5DE46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17604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F7D9FD-D74C-4EA6-A214-095167B4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A1C31-89F1-416A-A78E-B858C144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BB704-A59D-445D-A192-2E413A2A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8799D-D6D9-4701-930C-D0055F09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B0C25-7A85-4AE9-9BC5-F9873339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BA277-3D26-42AB-93BD-15AA383B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2C8F3-6F0C-4A47-81DA-71A75CCE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Signal concepts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9396B-27E6-49E3-A424-0E780E6E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D2A54-9D26-45ED-8161-3E3C1AFC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Signal functions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937D2-B0A1-4440-AD18-CBD8AF99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6CB0B-E35E-449D-AB4B-4267F78C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SIGCLD semantics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0DE0A-3204-403D-9A9F-B92E4DAE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DC43D-5DAC-4171-9626-69E8B58C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kill and raise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281F8-E482-4881-A780-A0AE496C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791992-7B2B-4019-92FA-953CEB92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alarm and pause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11920C-C15F-42D6-84F6-07FF7202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BD04BC-B5D5-4BBE-B3CA-74219CC6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Signal sets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D1953C-D4C0-4FED-85EC-CBBDCFFD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85C8AD-0596-41C4-A1E1-F21DF9B2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sigprocmask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A9CB67-8172-498E-BC0F-6CB4ADE4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38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D6CC91-C4B5-4F7E-9D0B-7C99AFE7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sigpending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D0A76D-0163-4B6C-8922-ADD78FF8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95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C04BCC-018A-4739-8F1D-2A950E60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sigaction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50A462-2C85-48C7-BD04-88B05F3F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38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+ 10 more syllabus items are covered in the following slides.</a:t>
            </a:r>
          </a:p>
        </p:txBody>
      </p:sp>
    </p:spTree>
    <p:extLst>
      <p:ext uri="{BB962C8B-B14F-4D97-AF65-F5344CB8AC3E}">
        <p14:creationId xmlns:p14="http://schemas.microsoft.com/office/powerpoint/2010/main" val="18386424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4F56CC-2951-412B-8460-9E42AFA8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1D923-D124-4B23-9E26-94F8EBF6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F3E0F-EFB1-4A4F-B916-AA091EEE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1B7FF-AADB-4AA0-9B75-2ED6A72D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D7C0D-726A-43B7-89C5-A48E41E7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Signal concepts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2C360-004A-449C-87CD-5B48F864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A29AF-3EF3-4C2E-8D1F-408DF3A9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Signal concepts is best taught as a event source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BA90F-366D-4ACE-9886-B9C5642B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7E50F-FA09-442B-82AD-8A279268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signal number with disposition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38CD0-9343-4864-B5EB-A40A64F8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93EB0-4153-47CC-9696-8A5F38EF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handler/mask and resume/terminate.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1479B-C812-40E4-AE36-7AAB3010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event source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8A5C8C-BAA7-4ADC-A009-047DAFE2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signal number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EF276-ABF7-4F61-BD96-CDAE5211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disposition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17C02-95F5-4FD3-A731-97B68096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handler/mask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FF27A-18EB-422F-BCBF-B6A920D8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resume/terminate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B55965-F485-41B9-8E1B-AEC7BA16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5967A7-CAF4-463C-8C87-2A9AE5B3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signal concepts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18306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CF900-ED53-4ED9-BCDD-CF0A324C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7B7DB-995F-4B32-B233-5CB427D5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A8482-FEF3-4CBF-A927-9692BCA6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56AC4-187C-46B8-9370-34BD0B17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76F7F-BD47-4E1A-A3BE-A88BA0A2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Signal concepts: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53245-FBB1-4EE1-9CC9-D77EF29A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signal(SIGINT, handler);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while (1) pause();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/* Ctrl+C triggers handler */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E122D-6113-47D6-9417-CD433984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52EAD-D9E3-4D5E-8B97-9E18F6F9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E04D2-6115-4BDD-A740-281265EE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159470-25C8-4278-9EEB-F32DB161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D1CA7-B4D2-4A7A-97B6-5FC2A7FD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DE93B7-FA18-456B-BDA1-065ED39C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997766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7D5963-34A0-4D47-8CC8-5CA5BDD9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CDD08-1AC4-4844-BA4F-03759F31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518EF-38A6-433E-AEF5-A786A97F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24474-A013-4D5E-9A49-8EE971B5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75018-14A3-409C-A85C-0DCA7139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Signal concepts: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DD003-85BE-4800-AD3A-FB98F191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26F08-FA6E-4DB5-834A-28D86CD0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7DB9C-9E45-47D4-AF40-DE2318F6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25DCE-ED6A-4293-99A4-B6979938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3F4C5-3DDA-4DD2-8684-E1794BBA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E9817-9A5F-4CA9-B6B8-7CDE1F3C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0D519-516B-47A7-A7E6-A9624AE8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83AA9-03A1-4AB1-B03D-065A64CA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event 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C2C838-3B32-4AE0-8E67-BC2D69C5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signal number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CC13C-2B51-412B-BD5E-E74C38B9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24598-F0EE-479B-9AB0-4A7488D6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A6BE58-4974-4942-ADA9-39AE3A1C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98439-83A6-4144-A215-3743F008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signal number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BBC02-C475-4843-9F66-E007625D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disposition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E85B2E-B997-4C67-AD33-140BFDDE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B359B0-B43D-4FDD-82D3-B8F10BCE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924060-4860-4A35-ABD0-B212FD31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FE1874-F28F-42E8-B916-3940BE32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disposition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56F276-F7DA-425F-89F0-A1A94525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handler/mask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1CAF20-0110-4C0E-A70A-3A8CC71D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FDA3FF-6D74-4395-A321-51014E86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922DF7-901A-4658-9C53-D23FFD48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7F1576-B940-47BA-809B-B3362C48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handler/mask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8192F1-72C2-4B92-936F-CAC3AD46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resume/terminate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D2DEF9-A83F-492C-B5DD-7E91CEC3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244901-770F-4CCC-A5AE-02D29CB9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signal concepts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962116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1B3D9D-D654-47FD-B6CF-899793B5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BA948-613D-4DBB-953B-747717DB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E7785-25F6-441F-B9D0-7EEEA337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4C905-5620-4EAD-ADDB-E84D4240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1E947-B454-4583-A41E-53D98EE7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Signal 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4464E-2311-47B6-8A4D-95506560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64D97-BBF7-44D6-A9BC-E5875D44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Signal functions is best taught as a event source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D9B19-9C17-4F44-8E9A-322E9DCB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11B36-C596-4214-9A3B-EE7D396C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signal number with disposition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211D3-6CC2-43A0-959F-7E2DBBFE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12937-C4C7-4455-941D-86B6FDAE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handler/mask and resume/terminate.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11991-D36F-456E-8B97-43CE4791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event source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9DF3D-F150-4A3E-B84F-5CB4DCE3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signal number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80CAF-66F1-439B-A8EB-CE2820AA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disposition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7E506-3201-4549-9792-7AAB94F4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handler/mask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3F234B-9326-4F27-A902-57CC82E8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resume/terminate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EA2678-B176-4471-87A9-F4ED2991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A0895E-72D4-45D6-A536-D0A1B080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signal functions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9573539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17B9C-7F6B-4EF0-BE05-D922F3C5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E7209-1114-49ED-9408-81B217A9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0940A-69B4-482E-91CF-5CE2595B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756BF-01AB-4A2E-89A5-39594E38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2C8D1-A6C7-46D8-8F19-FE124B86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Signal functions: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59E95-21C7-499F-89D3-A1A6DCDA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signal(SIGINT, handler);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while (1) pause();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/* Ctrl+C triggers handler */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170F4-5978-4F3A-8467-AFD7FE64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822A8-109C-446A-B330-C18E629A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98697-C7BB-484C-9B5A-7E2042FB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A070A0-3198-466E-B390-1B47F845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B4744-CF84-4CAA-804B-6FBECEBB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94AF9-8B59-4893-A7AA-6523B510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8778882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912DD0-1F98-4891-A693-707C6E7E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B614B-1DA9-4C00-999A-FD62F684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80939-DE2C-4720-AC08-1814CFEF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2C357-0513-4832-BB66-EE5BC523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5CB2C-91B5-475A-9148-526EE51B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Signal functions: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5DC7F-0CBA-4E38-AADB-B9098BAE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9BCEE-6C2F-4F80-A1F2-219CA5AD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F338C-867B-419A-A138-69542EFE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195AD-260C-42C3-ADB6-1E2059B1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AA5F97-7949-4161-A182-9418203D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B3C9D-4997-41F8-84E3-C12631E1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D60CE-5F93-4A43-BAB0-BE39AC97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3796B-E556-4727-8136-D4573D98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event 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79213-139A-43E2-A130-C51D7CB0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signal number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DDE416-0C5B-40D0-A51D-702132EA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89C94E-86C6-4590-9F51-C4226785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555432-C816-4A95-936A-4B0BEC25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A93ED2-6D60-4683-B77F-E0DC1C58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signal number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35BF26-0631-4988-A7A4-3AF447CA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disposition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F22B3-3FAA-470B-A750-58F9C627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CECFD9-A83B-4993-A052-D337ABD6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6BC2BF-12AE-4251-890C-DEE59210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4F741B-93B9-4EB3-9654-AB4E5717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disposition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BE81A1-687E-42D2-B198-7CA55E87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handler/mask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172005-0DD0-492E-AA8B-07D42A8C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0BBF46-D6F5-4BF5-A4E5-CE071635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1780DC-3073-4BF1-AAEA-1B2889D9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A83DC5-F3F4-4748-92AE-3067C8C7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handler/mask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DF69DC-5256-4A3F-96DC-E67407DB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resume/terminate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78CC3F-7ACC-4469-B295-A4083E7C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59F244-8939-4FEB-8564-1F0DBBDB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signal functions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9413484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BD5BBB-F0B9-4CDB-A1C3-1D93EEE7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B5C7F-A99C-47A6-BF11-9A924B42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7AB1F-4D1E-451B-B9CF-A57A5C57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59069-EEE1-46ED-A3C2-F9634FA7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27FB2-C67C-4CB3-9636-38AE914D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Signal functions: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BD848-3D8A-4894-A34B-C6B87C39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A9786-8B1F-44CD-84C0-0FA17C10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AD8F3-389B-4D9A-92D2-E70E4B4D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C6712-61A9-4E7E-B759-ABE67B20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3159C-FF88-459B-9C87-D13CD59F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245FA-A5BE-4547-8DEC-4B62F4D2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Signal functions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0CC7D-DAEC-4877-AD54-752B9605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EA4475-CDF5-4B3C-A6D9-CC91E18B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event source -&gt; disposition -&gt; resume/terminate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F5ECEE-E297-4468-9884-78594A28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DA8C7E-031D-41B1-850B-13FB1D33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44389-8BAC-48EB-BEEA-8EDCBEA1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03A4A9-F918-49A6-9E9D-57B3E26D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346FA-4156-4AF9-B330-27B78EAF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A23C20-DF15-473B-AA0D-63B9DEC0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657F67-8833-44C2-8847-44471137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758FFB-EC9C-41D0-AC5C-92C9EA4F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event source, signal number, disposition</a:t>
            </a:r>
          </a:p>
        </p:txBody>
      </p:sp>
    </p:spTree>
    <p:extLst>
      <p:ext uri="{BB962C8B-B14F-4D97-AF65-F5344CB8AC3E}">
        <p14:creationId xmlns:p14="http://schemas.microsoft.com/office/powerpoint/2010/main" val="7952251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0E4B95-00F2-415F-B880-FAFAFB77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89182-9593-4B79-8AD5-953056EB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E7A1A-EA03-4AE2-8C58-E6B0FB1C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B9455-6D03-4F27-A355-BE12AF34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8505B-3087-4953-BAAC-CA67AF85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SIGCLD semantics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09955-39ED-4ED5-958D-8CF1E8FA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CDDD3-FEE6-4F7B-B0EB-19B22E48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SIGCLD semantics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94B6B-62BC-45A8-B98C-35B4C4BB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DF5404-BB39-4210-A14C-A423FFE8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BE94E-9C9F-4E4F-AF2F-6C2B0385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45F38-DD78-403F-8C79-B7D58D09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E87D8-740C-4401-9EFD-6C710F37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BF024-4148-4994-8FAD-B380A4B4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D12A8-9E26-4644-9C42-2F18CC4E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4E8CC8-8475-43D2-99A8-49C0463D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EEA11-4721-47CE-BCF7-A69F0DD6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4980E6-B36C-4523-95E7-EDF30773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B76F2F-BD5F-4F79-B693-99A241C9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sigcld semantics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8049425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8589C-7010-49ED-82FE-66E4E283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07E08-F486-4A45-98F2-DBFCA5FC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06F2A-E621-429A-B170-25C2CFDD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A4FE3-8524-460C-9DBE-7424C647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E956B-6420-4034-A69D-5B93F583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SIGCLD semantics: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0FBC2-A02D-4B29-AA87-E42FE324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C3397-91C6-48B9-A7FE-9395A123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73A00-B12B-4635-A0C8-8939A136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2EC46-3173-4154-8210-8332458F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19C41-B45A-4072-978A-94CB7BAA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25160-5C0F-4D64-8446-55B6507F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FCB4A-8744-4E8E-9CE1-63EFAC80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4447000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9E7773-6C25-432C-A1E5-50EC0915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8889C-6F23-48B4-BF08-843BCB16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1C493-F03B-4C05-8447-59691331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24B85-88CC-4EB0-BA5A-0FF3B353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A1D21-3D3E-4B80-A940-B1041EF6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SIGCLD semantics: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D388E-D248-4869-A2D2-4CC7DE1F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7A827-D6B3-4F9B-9FFB-D29DEED8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BF7D8-546E-413F-BE6A-FBB0F91F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836ED-8697-4CDA-8101-8E241388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06B02-2844-48F4-91E4-8853B66C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F6F57D-E8B2-4FDC-84FA-DF3F8014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2F35FA-DCD2-4DD8-B802-BD04CB46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7FB07E-13D8-4019-A6F8-9306F7FE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B0559C-151D-4157-A610-30965C60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CF28E-0A7A-47A4-BEF6-65E56AA4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335077-AA00-4DA1-8D16-0D4EA943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4237A4-28C6-44FE-9F48-0E900980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9013C7-3852-4BCA-8986-1951FB01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798914-5DDD-4778-A59F-2535E27D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F5B492-011B-4A3B-8AF2-8B6D6F18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5187B1-553E-4B8B-9B70-CA71650D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FFD6EF-02A0-421D-930F-679299D7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0F3996-5FB2-41B8-BE02-386F7C0A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378EA0-D6BD-4B72-8B3E-C958AE96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491C1-B43E-4108-87DA-776D5C1A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15F9EF-AA6A-4EA9-9950-9417A7E6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B188F6-436B-4F72-8950-DF5B5DE6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EAE22C-3ED3-49B9-B1E8-72EDE3AD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EC24D5-E4CE-4C61-96A5-7D716368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6230BC-EB25-48CD-B97C-9572BD24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F6E616-1D6D-4A0C-8C18-640CFF5F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sigcld semantics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424179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E81176-AA64-4403-867D-624B3F33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8571A-550F-4580-AD0A-61114C35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6557C-5284-4993-B867-5A9B6463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30D8B-77BC-40E6-B7A4-D734825A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0DF74-CFAB-418C-868E-4D41FB33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kill and raise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AA4FA-1109-43FE-8C05-2F293769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BA2B9-4836-4A29-8343-EF3990F1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kill and raise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BCFC8-C5FC-419D-AD70-4B88A348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0B9D6-5EA2-409B-96B6-4FEAE72C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D0533-1428-465B-8080-DFE21287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9BAA9-1A2D-4126-8CCA-AC2DEF85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6831E-70BC-4EE0-9F08-8AD9587A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33699-51AB-4BB2-AF51-BFA66579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BE9A65-C248-4738-8637-AC8CA1AB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A304C2-98D1-4106-B666-55ABA772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D7B8C-2862-4146-AC20-ADBB7F77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2CC1BC-2C8B-429B-9B6A-B0B37ADA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1E163C-2AEB-4575-B883-40FE6948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kill and raise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9640260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FFFC3-785B-407C-AA06-8469038F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0A67C-1334-44ED-9AF4-6A618DD4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4FD16-2A9E-43DB-B61E-AB2850F8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862D8-7D62-4F2E-9AF4-8F0177C2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2619C-86A5-4F7E-ADF4-D9A6BB99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kill and raise: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61B21-3ACD-4CFE-82D8-ABC71E74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18B71-A23A-456B-ADB6-0FC99EC6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0AF8C-C637-4A43-98F0-9951A5A9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79090-2661-490A-A67B-BB8AE9BF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1B8DE-D8BA-4600-BE28-0B574C6B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F72E7-219E-4CF1-B64A-4C340BAD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FCBCE1-DB50-4E48-B618-34BA58D7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9510749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C5FDEA-44AF-4130-9CC7-418C6295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A9FB1-EFB0-468D-9C41-A252C96C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824FC-5341-4B48-A0B4-A35C3F96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9CDC5-404C-4BA3-A019-2C768450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23552-4428-4D18-9748-823B4D61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kill and raise: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A9AC4-834A-4B9A-940A-576E591F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7AE16-32BB-429B-965F-CA19B024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DAE5F-AE92-47A9-BE93-22458C70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254CF-9D19-4A28-9044-1ABD03C7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19BAB-6DA4-43DB-B798-2B2970DB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89CA86-B9BD-4B1A-86E3-075340FC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CDA50-1D1E-4660-AD4C-6F53218C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9C5F9-52D0-4C37-98E9-AC18FB52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59DB4-0AF3-4441-B001-DC9E9F93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CB4C65-A6E1-4D39-BEE9-84B5E5BF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5AAA5A-5349-4E56-984C-BE4CAB66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EFE218-4A76-46B0-ACC2-FA6AD830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40BE7F-9239-4748-8A3C-632FE6D3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9BBEF2-F9B5-45F8-8DFB-D027E1C3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2DC5D-11F2-4FAF-A88B-14939E02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32041B-19A8-4496-95B6-C508FD9F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E16D05-AC7E-4A22-9244-11711FD0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9AC41A-C683-425E-BFA5-83B582C6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E6C41C-7608-460F-A588-AB08B17B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4E9F09-C0A9-4CFC-A337-C3310419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9B00AC-8FCE-45BE-993E-8470EFB2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4B4EE1-A802-4171-BD6E-741E29F0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6DB4D4-D564-40AA-A653-A70886B3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91B5AA-1AC4-4DF6-88D8-F8840A4D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9131EA-7042-4B83-80AC-63F8FFBD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48B2D5-F648-4709-80B0-0EEDBA50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kill and raise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4001466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2B8669-D155-434D-AD37-EEA27163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4D6D8-76E8-4667-97D5-5D20E6B0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F1ECF-37F6-4A1C-8939-A513BE61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9E1E4-8443-406A-9C22-AF61821B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908B7-7687-408A-A148-21525AAE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alarm and pause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D44B3-3E51-4B14-8F0D-6033641D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B4CA8-FE54-495A-8FE0-759D775F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alarm and pause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3C196-672A-4B1A-9403-4CF26429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8F4A6-A2AA-4C76-8DB0-12F427A8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39C4B8-0797-4B4F-B46D-DFF3B170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9B38F-1C81-4477-95BB-B2C282C8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5910CA-7343-4ACB-A004-1810592C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C0F303-F4E6-458B-AA57-E11D04A9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C04277-778D-47AA-9C87-01A22F92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CCF9D-6F96-4090-AE4A-2EAB2428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A0B0EA-1C13-410B-86B8-BCEDECDA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387261-67A1-4C3F-8424-FFE3C2D5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61816B-138A-476E-A4D8-CB54CC11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alarm and pause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1780508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5BC5B-C250-4336-A390-95BA2E04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6C800-AD45-4DFB-81CC-E3B7DDB1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13FE7-5FC3-44AB-B370-B06FD266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4FDE2-50E7-4D2B-8F9B-C23FBADF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AF2A9-2F3C-4604-95D7-82C61ACA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alarm and pause: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711D9-7D31-4FF1-850D-BB1E1BD7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1AE64-A9B5-4D80-B24B-94A49467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E74CE-5BA4-4FC2-89A6-87ADBE8C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FE13E-EE12-46F7-A599-39E8628D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AA7E3-9EB9-4CAE-B45D-CB4F4D93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73A16-966C-46FA-BC19-2CCB01C9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D92B56-FC13-4B67-88DB-21189936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79203225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4BC402-81DA-4C71-A292-933A1F75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B71C9-C33D-4050-B292-BE41C613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924E7-221D-4646-83EF-0C8FA469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0FDCF-F5E8-447F-8A81-4CF6CABB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BBD99-BD60-450F-86EF-3FE8B451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alarm and pause: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86397-7DCF-48A8-AE57-6A6FA25A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5C4D5-8A4E-4737-883C-05ED6417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40FFB7-72F5-40EB-9E09-D78C52CD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9EE81-5612-4DCD-AA9B-DE7C2135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08B20-95B6-440D-9E7F-AADD3579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19D90-2F2D-45AB-A00A-795AE3D5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A3058-7B0E-4C23-92D0-BE6E6BF8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01A111-B27F-4BFE-9FE3-C7D195A0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8D49F-9E08-41C0-AF57-A874C660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A401B-8F92-436F-BD83-EB1C01BE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190F1D-D25D-436C-B82C-A7275E46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34F3DB-F104-4D7F-BE40-EAFE402B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BC5428-CD1A-4676-812E-4BA83837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79A3B2-B697-4A95-AD56-332FB631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D72B68-608A-4E11-8EBD-1D13048F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EB946E-A6F2-47B9-B989-35AAA70F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D0E596-5532-4B93-88C4-CE96DAC8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91F00D-6B90-425D-B0E2-1D425944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B42886-8A63-4451-98FB-3DF17E7A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345418-77B4-4065-9B81-B3D5AB4A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47411D-5009-43B5-9A88-504D2E09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9A4817-2470-454E-AA69-652775E0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FE3242-B86A-41CC-A8AF-BBDC4194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35040A-B482-4FBB-AD16-43E62679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8C202A-69F9-4999-94BE-28528753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4BC357-FF4F-4F31-8629-E205675F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alarm and pause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74791244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010649-1105-4C98-B65B-B4E4098F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286EC-AB10-4F95-823D-CE7A0CEE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5FC42-E690-4149-A1F5-CAD22899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75BC1-3DFF-4AA8-BED8-F7F44FF3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D0DBF-D711-4430-AE29-E895BE5D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alarm and pause: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16305-FC1B-4A4E-A30C-0FA349FB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3AAE1-3970-4A5F-8D92-72A27EBC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3B3D5-4F8D-4EE1-B612-4F83D000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9291E-2E8D-4DE5-B9BA-75DA2243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08023-8880-43B8-B359-022C74C5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C6ED0-15DC-46C8-A519-712A7F4B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alarm and pause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FE1E1-3F2C-4829-BE67-AF63319A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3768E-E60E-4433-97F1-4A466D0A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command/code -&gt; system call -&gt; output/status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49B3E-A6D9-4293-9D88-4B691980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4BADFC-30EE-40B5-9B7B-A2FB1E85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9AD42-595F-4BF3-A04A-42A7AE6D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9B7194-6675-45C0-9812-4171B7FC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4AC90-A4C1-4D1D-9A2A-882C16E0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80045B-F4C9-40EB-A3C9-8869610B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830F10-0493-41D6-ABFD-4D2C82BA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401AFF-1FC0-4CF7-8DF1-000C7185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command/code, kernel interpretation, system call</a:t>
            </a:r>
          </a:p>
        </p:txBody>
      </p:sp>
    </p:spTree>
    <p:extLst>
      <p:ext uri="{BB962C8B-B14F-4D97-AF65-F5344CB8AC3E}">
        <p14:creationId xmlns:p14="http://schemas.microsoft.com/office/powerpoint/2010/main" val="19985915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FEFD1C-0332-48CB-A340-5DA1941A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D47D0-C535-40AF-9961-B645F64B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7E3FF-E6C5-41BA-BC00-47BC8E69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457C7-2763-4817-9E53-250A647C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CE52E-18E0-45D9-ADDC-137828B6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Signal sets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68726-8133-4E2C-9BA4-F7C4B273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23F16-6295-49AA-9087-07E41613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Signal sets is best taught as a event source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6B896-5A2B-48E0-AAE8-04A7CCBE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8019F-0658-4C88-8EA8-870670F1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signal number with disposition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4F2F1-B7EA-414D-B663-9D0CB3B8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792B96-09FA-428D-9008-EC2E45C8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handler/mask and resume/terminate.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DA6F3-98D6-49F4-AA13-15FBF597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event source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3250DD-5301-48CA-883C-86029139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signal number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64119D-B3E4-4685-BCA5-A5F31900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disposition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D1B06-11DC-4BFD-B1E1-1589E3A8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handler/mask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EE77A1-6CEA-4F7D-B676-0BFE3DC3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resume/terminate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4E6BD0-FC99-40D5-9252-25DE0321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7285B4-7012-4806-8803-A7606CBE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signal sets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32580456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3EE46-DE7F-4B07-9935-D4291445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00086-6F66-490D-BF45-BF5755CD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8FB5F-6094-4AB3-9315-B1FD970C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0649D-ECC0-43C1-A0E5-1D4E1DF0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A30B6-F21D-451C-9E8A-BD8D3489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Signal sets: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D9CA5-733A-44AE-B44A-B6848B9A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signal(SIGINT, handler);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while (1) pause();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/* Ctrl+C triggers handler */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77E6C-A6AA-43C1-A11F-02D62059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A6B93-901B-4C3F-8AA1-91B793BD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6329F-CF85-40F7-83EF-FFF6891B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8D586-1102-4243-ABD1-E19757C6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D92C8-FB4F-4A75-9C64-22120E90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A59364-223E-42DE-AD67-FB24C18B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6307270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70809E-8236-47B8-A75E-8822F382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15F2F-4692-402D-9F54-618716FA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7A716-C48B-47D2-A05A-95AD0C76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9CE37-3F25-4F2F-BD5A-F9839C79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A81DE-5708-46AB-958F-448AA380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Signal sets: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33DA64-8141-4B46-BAC1-422DF89F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C1061-8A05-4566-932C-1068040A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34E37-6E7D-43CD-9F4B-E1E24C02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71D73-EF2B-46E7-8C6E-B5294FF3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FDF2F-F574-4766-96FB-37B4173C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7523D-FB9A-4D57-80E9-34C478C5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1BBC1-C987-436B-ABD2-8596A4C5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CB7BC1-6BEB-4755-80C8-6142E4BF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event 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A5C3C8-6B19-463E-953A-834A9643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signal number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B1285-35E4-46AD-BFD8-41370699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DAEA7-A2D6-4E30-A1DB-03F258D3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48E58C-E8F8-4B4A-8634-0100FEFB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B53E34-ADC1-4DAA-8094-01A09F03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signal number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4663C5-F46B-4A20-B764-D1586426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disposition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E5D304-80BD-4850-8434-994B1E85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AF4EC5-6DAF-42C9-962D-D1C7B364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3164EB-17A2-4B1D-9A6E-AD8751C5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769F23-308E-430B-B3D9-F0004F26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disposition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C479FB-2AFD-460A-A5B5-001775F5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handler/mask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2B75CD-D923-4AA2-AB74-22E8F302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9F59F9-332E-4E1C-8C5E-AC8CC407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D63AA1-72A8-41D9-9B1D-E316BADC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00C658-BE06-4C02-9ED8-32E51544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handler/mask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3B6807-0B05-453D-A8FD-BEFB43C8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resume/terminate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7DA14B-F608-4BB7-8A8A-C6EB882C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BDB211-B72F-4056-BF8F-67573631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signal sets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85483443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ED5165-107A-4C37-8FCA-CE937D46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6238E-5E15-41AA-9791-41ADA908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62C25-95C9-47F8-81F7-0914B8C7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5F10F-667E-4EE5-9D05-5759EC0F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D635F-F470-4E98-9B4A-0CBCC7FB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sigprocmask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7226C-3C38-4F34-A0E9-0CD39C7A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E2A9C-F46B-435D-AB9C-CC86381A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sigprocmask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ECA17-FD44-47C4-8768-9B3110C6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82483-14D3-45F1-B1BB-7896BDF6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69411-651C-4CE0-8C88-BD73E68D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F8F54-AB5C-47AC-9ABD-F7CC4472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9CB37-ED62-4F3B-916A-6F80E020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F480E-6DC9-4F1F-91E0-46E6BA4E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500AC-8904-4800-83F5-C52DFEE3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CC2628-64AF-41F9-9E11-B12F7757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6B06A3-0ED6-4784-9010-DC151E43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6A3072-9D89-4AE1-9E7C-2D8A0A38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6045FB-5132-4D26-AA4A-5063E050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sigprocmask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40989852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3628DF-6996-442E-9FA1-DDE20919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E4970-82F8-4839-B562-E14919F1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029ED-7DE3-4467-B8B1-99700D66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AC25E-A67E-4AEE-8790-6ED85241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C02BB-2244-46C7-81F0-D2391115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sigprocmask: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27E93-40D8-4E08-BBBC-5B31CC79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8FAED-3335-4382-8137-A6D98C89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D0FE2-6761-4FDC-A808-D245D808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250484-CB46-4F42-9BB7-7FC0530A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664AC-F79C-4295-A812-E72A58EE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AA25BD-0928-4FF3-B23B-56773CDC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9A2180-341B-42CB-B000-C5A12FE4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40807294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C5C990-2E84-48E2-8AE5-2934451B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CEDB3-ABD0-4DAD-BCC2-9A65025A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942A8-C872-469F-88D3-2505A9C0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34BFB-6973-4DB4-814A-2812E596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C8854-0A01-4707-B15A-D98B9F31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sigprocmask: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5421C-9C05-43B7-8ECC-D95A0463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60300-3C8B-442A-A974-AC87EA9F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08905-514F-4DA2-8A6D-1BD58BEC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93C70-F00B-4826-A67A-C59D2A81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52AB0-5168-4257-AE49-34D598EF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C4FFE-0059-4EAB-B6EE-B97D29D6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D208F-0A3D-4726-9092-89E84BE6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AF41E-E69F-42C9-A706-DC45BBEB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F4BA5-BF2A-4E59-AAB6-669B29A4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CEC364-E98D-4B35-BE36-55115814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A2E204-47F6-4415-9CC6-E59704D5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4834C8-C860-4CB0-B868-C4EBB70D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4F8FEC-9031-4E8A-BAB9-38880176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A04F18-C17E-4295-8C5D-04AE73B7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32C83B-60DA-4D8F-B063-B63B5D1F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535868-B944-4B6E-A72D-75277B6F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A1C0F2-48D0-4112-B569-48A65E59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506719-CC89-46AA-A191-FBF0A8BB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F82789-9F88-46EB-A1F2-8643073A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A8CCFF-11E9-4F0F-A5B9-08931D5D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6FABB5-5C8F-483C-9708-E049712E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9D888D-EC7B-4172-AAF9-AE7DF3EF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A6ACE9-AD22-499B-9B67-4C214A03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099C50-F48D-4DD9-A90F-73188839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825FB2-9390-4E9D-9D38-1C3354B4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23C57A-4A9E-4967-AD31-C3737296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sigprocmask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73255612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E06918-5071-4744-B4D5-563F5EC1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05A83-3F28-456E-8F77-9960ACF2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5E0F1-44AE-45FF-A188-D9B63300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45F0A-CCDB-4E84-BE2F-7D854D07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BECEE-FDFB-4624-A869-9B947002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sigpending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C1E77-6301-4DB4-9B33-FD140E43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FE9CD-903B-4589-8B6F-81003499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sigpending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9D949-3888-4C4C-A71B-B95DFE36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6400F-100F-4A16-9555-8E58A72A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BE436-1C5B-4586-BC58-FEFFCC60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A683FA-C3A3-48BB-ABCD-4890A116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AAD33-9EFE-479E-93D0-3762C110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BF0A7-CA68-419D-A141-EF7B6FDA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0F557-D30A-40D5-A2EF-AF8AE89B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0F6C8-58D8-4592-9F7F-FE0FA177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07D0E4-D7D0-4E7D-ADC4-AE173CF2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B2679C-D7A3-47DC-B3BA-A08A3C58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19B0FC-37B4-4291-907D-1FC92D91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sigpending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05304168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5980C-DAAE-4AA8-AD43-27F150FC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B62E9-E10A-4A46-A2B2-834F4688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A73B0-9ED6-4FBA-A1CD-4214AC37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9D479-E5A9-4AEE-AC51-24131814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1F797-9CB3-4D0C-B9E8-6DEE3B00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sigpending: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54251-BF43-4957-979C-2B9A0026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1DBAE-0B60-4544-AC33-AD527E44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FAE54-7BCB-449F-9D96-E68F703B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1E4E7-D444-4602-9ADA-8116E008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B22DF-BAFD-4A27-9C25-9B232E8C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2A9FA-AC34-482B-AC29-EF0BE13B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E6C2C-A91F-4A40-B82B-98E1F4D8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20277714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BF0294-EEB0-4119-93A8-C495185F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DD6A1-E866-4A6E-A5F3-7E3DBB56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F0149-BB9D-4177-B9C4-15965CEB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0AB77-2657-42BB-A327-701B22C6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D5A19-916D-402F-BC3E-8ECADC60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sigpending: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9B93E-BD4C-4A80-8E87-0B496598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77DB0-BA1D-4624-88F3-172318A3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F54AD-CFE5-4CC2-8ACE-BA0B0A74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6C237-E112-4B55-9BC8-86FF217D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90F87-7EDC-4904-9AF1-4635B128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E84D7B-0B6B-4563-A049-6D979A23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DAEF6-9F3F-44BB-9069-9297BD74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0E7FAA-7A27-495D-91A1-D8D8072B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8675C-F377-4321-B437-8357AC88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812819-7236-4941-BCCC-DB186627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3875F9-DB7F-4F9C-8CDE-C7A6093E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6A32A-10EB-46EF-B855-65D03D8E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E130C3-8779-4152-94FA-E1E4E48B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135274-95FC-45A5-A40D-3213B32E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C3BF70-7C36-4655-A82D-0A687854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2A6388-A884-41CF-9EA4-6C84BF8A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8ACC2F-397D-4FC8-8F7B-AC7AEB91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AC4186-14E1-4616-9CCB-A1CE0620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B5E90A-B9FF-42BD-B6A2-F6ABA0D2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D634D5-88BA-4502-8CA1-55073A29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351A69-E6E6-4ED5-9A41-67935BA2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C98DD7-869D-4A85-A751-7ACC11B5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607E98-B39B-407B-85FB-19924974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FA0E48-7427-44DB-A470-71E4D1D1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59A95E-F0C1-458B-9301-A09B6A70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E77401-39F6-461B-B4FD-5AB3A78C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sigpending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95061184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159CCA-70F9-4839-BB81-43548777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BF7B4-2CAB-4791-8562-81BD1357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B0F53-250B-4D22-9B86-7AB3165D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21562-3565-4BE6-A253-91793B1B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DE3AB-5EA3-4BF6-AE84-9A3B8A20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sigpending: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3AA0D-DF5D-4331-B32F-5B943FCD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4D2DD-B895-4F63-A488-842C6045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94C12-D1C7-4374-A234-B2A8D7F3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582A3-27B8-4B65-975D-8C81F973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DB0B9-33AA-4051-803D-294161DE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BBE40-1855-41ED-9AB9-D8E7F83B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sigpending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9F9D8E-45ED-48D3-B58D-5A08D7DD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E94260-0F66-4664-8EC8-104A0CDC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command/code -&gt; system call -&gt; output/status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88068C-65A8-4572-B9A5-7D442534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DAB5A-B775-4C28-812C-7079821E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45D14-F07F-4929-A85A-773B3FF0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7B651B-D353-4145-A127-FA65CB06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D021E-DE93-4778-9B01-EC8FBDDC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4DE62F-6915-49F9-8809-14CE6781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C27C1C-2ACE-4DD4-9DC2-303EE61D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6FCC31-F975-4248-AE78-A5E00E95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command/code, kernel interpretation, system call</a:t>
            </a:r>
          </a:p>
        </p:txBody>
      </p:sp>
    </p:spTree>
    <p:extLst>
      <p:ext uri="{BB962C8B-B14F-4D97-AF65-F5344CB8AC3E}">
        <p14:creationId xmlns:p14="http://schemas.microsoft.com/office/powerpoint/2010/main" val="173510558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C67286-D7C1-4792-B8E6-A407C558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548D2-765B-4C61-A017-B1E590A0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1BE3C-0C7F-4244-BD9E-5540D53A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40F9B-3DD4-4F2E-9827-03348DF8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74685-B793-4ED7-BD66-6464A919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A1C8F-5D47-4CA3-8E9F-55387B7D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D2677-04D3-4F34-A1E0-C7A1C2B5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sigaction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23CEC1-E139-4242-AA4E-97ECE967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22E1F-7F90-47F1-878E-0BD345B6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7E417-FFEB-4044-8E37-B9CEE9F1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6A866-BB5C-468F-B6BF-6E66322B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DB931-0BEE-4A99-8D39-8554ED22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09EBC-DFE3-483B-800F-3D593C12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CB0A97-4791-4006-9391-B8D9DB63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6A7E8B-F7DC-43E0-A61A-A3CF2F6E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01A615-F3D1-4136-A24B-0DA5B000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CE1922-848E-411F-92F2-31002135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68C33C-032B-4DBA-B99C-23DE59E9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sigaction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18915230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56F36-5CE4-42B6-B9A4-3114D83A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4F308-ABB6-44B2-81EC-C5C8563C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96A4C-3E43-4AD3-B8B0-30331BC9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C2B80-F010-442E-B17A-7817C7D1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C6FDE-C1DC-4ADB-9B7C-3E0E3941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sigaction: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89239-A2B8-43DF-A916-5AC13D49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13332-7A18-4F85-8D3B-ECF6B301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C3E3D-6B5B-4D0F-87EE-AC9827C0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00D00-889B-46A1-9DB2-01906B57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EC0FF-6463-4F87-AD8E-6E8F08AC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8318D-49E7-4FFD-9C89-FF5F1D17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B124D-E20B-4C69-BD0F-8951762B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48332696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AEACE5-6B25-4175-B68C-E10FA731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5F959-F6F1-49C7-B642-DAD8FE1E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23615-AFD7-484C-AD10-F201659F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36F4B-B3E6-4875-BE10-CA4B7D89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59B6A-31AC-401A-9ECA-81EFA20C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sigaction: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D082E-40C9-4876-9291-8E196770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71A6D-DC48-42BA-B148-73268982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B9BDA-F23D-4435-8969-63672324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02A92-F4C8-48D0-94C4-A9D59F19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86BFC-3942-4C69-8BCA-0F0A1740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46366-7B04-41A0-B8FB-6E5FDA93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5435B-66B7-4929-8868-3F243671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28CED1-E03D-4C4F-A6C5-7886E611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6381E-1668-42E9-94C8-054E5426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C24478-5EE4-497B-80AD-1D361CF4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089BF-671B-44B5-B121-3A259E2A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515F4E-37E3-4985-A7EC-D2BCAF85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35D44F-2B21-4B07-A993-C3DF2A3C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21DE32-53C4-4398-9A93-AB29CF0F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71619-26D5-4B63-A20C-54770F3A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39BCA-BF74-4D08-B895-B0CF25FD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763B09-6D26-404D-ADD2-AC91374A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ADCD2C-4D06-4E37-846F-2D3390C0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EFF0AE-3C95-4155-853D-20EB751B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5F1367-F45C-485D-8224-7B6F4EAD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8CEED4-8C27-45D3-8BD2-F121E8CC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D26A51-40FA-44AC-8F49-0DCE1A4E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901F69-44AF-4CF0-A834-B0DC89E8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F84251-0012-4A47-A571-92D6471B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23360B-A9DD-45F5-B7DC-A44124A1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499CC9-8759-44E0-907C-266284BA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sigaction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50904974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EC5F9E-0562-4E40-81C8-316B142C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22EAA-1D95-45AD-971F-6881137B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0F72B-CA51-4F04-9852-B9F5520A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73E60-FA9B-4E27-982D-0E696F79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3A64D-7248-4350-989F-ACEA354D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sigsetjmp and siglongjmp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6700E-97AF-46EA-B48E-7DBECB42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AAEC0-1E1F-4CF2-B729-39B4E681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sigsetjmp and siglongjmp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4E3F8-C8C4-4498-BB5F-2E8A85A0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1F731-B591-4DA2-8174-03091361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FE301-8E14-4204-81B7-BD1B7102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50782A-3A54-4234-AD77-70BB5B7E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E8B55-0D2B-4540-924C-7F1BC7F7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95FE27-A729-40A3-9C94-FE2D8DBA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C20B26-DED0-4D24-B0C2-66F52733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B62C5-4D7B-494B-8C70-B996E737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59401C-9600-49C3-8502-79BC668C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1482A6-59F0-4130-9885-2771C4AE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4F2488-418D-4914-B48F-F3804C14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sigsetjmp and siglongjmp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20080167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88AA1A-BAD4-4CAE-A49F-C31A03F1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F3F89-07C9-4719-8B06-21F674DF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92053-4C92-47D8-BD9B-52D17E24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BBFA8-4F3D-430D-9148-B4187455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E31AB-95DD-4BA0-B768-9A88CC15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sigsetjmp and siglongjmp: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691E5-8D6B-484A-BF31-A9205B30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D5EEA-1959-416D-B38B-656F9C0F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644E7-98A0-4B82-82F4-AD6CA4A5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4E227-AB41-452E-8B20-4460FD2F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CAF20-273E-47DE-AD17-8EA7156F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0EF70-1434-4BC5-94DB-18FFBF49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E0E22-836F-4741-8DFE-E10EFB09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7538770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4D30CC-5765-404F-9CAF-16A1ECB4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6FCD7-727C-41CD-B622-7658C5EA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2A5F6-4F77-4A97-925A-FB4DB107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EF053-BEC9-44F4-92B8-10808A4F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5E154-8D01-4B75-8B85-F809C1AC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sigsetjmp and siglongjmp: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F170F-CBE0-4CA1-B362-C4316C39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73BDC-CB04-4F62-9FE2-11202024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11061-617C-4C7C-BA76-86CC3513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4B2FC-5BFA-4484-969E-1E0B0CEB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1AD7D-CBC6-4906-8F21-AFB25160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A5B210-17A3-4254-B57D-04EBDE10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8AF2FA-F060-4113-9436-F128C5AA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F96F7-E742-401B-88B6-9EEE1BFC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F9B5D4-C37A-4FE6-8917-B90F41F3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283E2D-2A3C-493F-B6A1-07D47754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06012-EC73-4A79-A96B-C7748BD4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7D4E38-271E-480C-BB2E-D46898C1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E23579-2E7A-4A3C-9E90-543DAE5F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86BF01-8399-49CB-8056-E820D40E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EE4A6C-09AD-4E8F-825E-E6DA5B32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9319C0-21FA-4ADC-9800-2AB6471C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7EA858-2C21-4951-9BA6-A84CCA34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546A4B-E050-4EB7-84D0-286FDF49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3CFC7B-75A2-452B-8D9A-7050517D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AA9910-1FB1-4762-B37B-04D2F2E3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7B0EDE-89C9-40C4-8D39-833F7131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BD48EE-53C3-43AE-92BC-18196DC1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4843F8-54C2-427F-977E-7475C575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15E8D4-8CB6-44ED-BDB8-F744AA4E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3576B5-1F7A-44C2-BDA9-C85C64D9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44F1B2-0A3E-4556-BE06-5BE7FEF8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sigsetjmp and siglongjmp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1503636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737510-25EE-4A7F-96CD-D7CDBAB5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2911E-87CB-4061-AD6B-906F8A16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EC3D3-C948-4CF4-BD9F-8A6C9D8A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6EA78-B150-48F5-A253-03798796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1DAC4-131D-4059-BB36-8BFFD3DD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sigsuspend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3DF4A-2F62-4F25-A814-D5C4025D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2F00F-2CC7-4D21-BDAE-4D1223F0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sigsuspend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5B4E4-1D2C-4229-9A33-A1351810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49661-4B0C-4B0C-8F85-D64527AD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B8B25-4251-4B06-BE3C-BFF138FC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80BA1C-980D-4DCB-9D3C-19C33252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B538C-B76A-46B9-8F5B-65A321D4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75CE47-DABE-483D-9B33-A4DBC462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AF2CD-0044-4135-84F9-53001F1C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0BD3E7-B8A4-4163-9DB8-AF78E3A0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493F86-36B4-4E90-9BE5-7F7CE599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66254D-C84B-4ABA-9DAC-8518F1D5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51F939-CBA0-4634-BB25-35704373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sigsuspend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73818484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B98CC-1E29-4033-9D62-E98FF84A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C60EF-CDC4-44F7-B397-E78134C1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E8EC0-CF90-4349-88DC-973E4263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99152-9050-4969-A30E-B2F45E72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36A4E-6A2E-4042-BEBD-CC58CCAF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sigsuspend: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483CD-2609-4B85-ACD7-2C87321B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DA56A-D81B-4652-9A74-303AC719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DF790-02E7-497C-91EA-A6AB60A5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8AD0B-750C-411A-8942-8CA56617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78325-A69A-4609-A29D-04E4AF00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B582B-9145-4F6D-94DD-EC466816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33CE0-FF7E-4C4E-A2E4-E52F8058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212126143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9F4C84-3C73-43C0-BE54-863CD0CC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C75AF-B842-41D6-B713-F24AF2AA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DD2C3-8863-4E3C-9651-B4B33C94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AABC7-3175-4532-8FED-FB366087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A6B27-C741-4F28-83AB-86F05E37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sigsuspend: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4EEC5-2473-49BB-B3D8-90A3A4A3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6129C-CFEC-43B1-8013-B3AC3553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93372-A48F-4CD4-BC0B-1E95AD88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9A331-BE81-42F8-889C-7980ABD2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238F2-B5CE-42BC-BDF7-7CAD555C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F8EFD-98A9-4684-BE7D-8CD066BA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F228F-25B1-4764-8546-3FFDAAD7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B0461-9537-4A79-8D6D-D8CB117B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0462A-672B-46B0-96C5-EA5A3962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50BC78-3BAA-47E0-9A28-F7A57BE6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E05289-879B-44AD-8AD1-F4D8AC57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0677EA-92DE-4257-9463-A35DF28B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D8D3C6-9F40-4461-A06B-B9403D9F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8EFF6-1C54-4E5D-B8C3-8A0FCD39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5DF5E5-FA73-4B5F-9576-639A7664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0B1927-4727-485D-AAED-0664E980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A7FF52-3940-47E3-9838-CEB5D80C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FFFCA4-0C05-485E-B0F8-28CFF33F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77D6D9-88E9-4A04-BE4A-4BD66794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65F60A-3DB8-4A1F-8FED-9B234A8D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72EC95-B4BF-4EC1-9A0C-14957EA1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DE153B-2C62-4F91-98CB-999EEDEF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66A0AC-8BE1-4DA9-B0AD-0DFD206E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8AA27D-2A7D-480A-B7C6-4459C7A0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5DD302-8294-4C4F-BB86-16D04DCD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0FDF41-C61C-4060-BF91-D4837A37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sigsuspend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88815329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D8C9CA-8D5A-4439-AB4F-DA172295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34C1C-9560-431E-BAD7-0EC0C4DF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D0B08-FAF2-41F7-8CC0-B472A8EA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6A41A-7C34-43C9-AFF5-F6666340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64DEB-6D3B-439C-83C1-870246E3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sigsuspend: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796D1-DE93-4815-8366-4373ED5E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0BFAB-1C17-463D-B25E-DA48F654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823D4-EFE2-453F-BA12-61A100D1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35B1A-F5A1-4E74-A575-4D36BF20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50EE5-8E72-4806-B9AB-CF3410C0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F19F14-FF9F-4913-B56F-B2047F52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sigsuspend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95899-3476-416E-A3A1-3E47263F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0A9CB-ACA2-44C5-87D6-0D0D6F2A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command/code -&gt; system call -&gt; output/status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AC6AE-B84D-4E0D-BF2A-9B216AAA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28BE19-22E2-44ED-B4FC-D728F4DE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AD10C-688A-4A40-A97D-004A76BD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64BFD-EBB9-4C0F-A0FD-96DE344A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9D728F-4598-4203-8377-5939B708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C92B44-9C0C-4AA7-863F-E1EEA4A9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E6EE8A-280C-4394-B53C-B794ACCF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358643-B9E1-4459-BA63-272242E4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command/code, kernel interpretation, system call</a:t>
            </a:r>
          </a:p>
        </p:txBody>
      </p:sp>
    </p:spTree>
    <p:extLst>
      <p:ext uri="{BB962C8B-B14F-4D97-AF65-F5344CB8AC3E}">
        <p14:creationId xmlns:p14="http://schemas.microsoft.com/office/powerpoint/2010/main" val="161311612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F3B138-E4B5-430B-9164-D891EA34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F38EB-45CE-4E2C-BE5F-B8E1A63D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C90A3-45BA-4CC8-9D29-D070376D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83F36-E7AC-4DB8-B787-3DA8FFA9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3A9DE-326F-4766-8FB1-81B91E7B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abort system sleep nanosleep clock_nanosleep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13402-F75F-4167-8014-979BC348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A9859-DD7A-4F1D-9798-71AF8DA8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abort system sleep nanosleep clock_nanosleep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E4AB4-5822-4D25-99AB-344A265C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D6EBE-5A5A-4364-B8E1-46B0F050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CA8E2-0BE7-4695-8563-195D2AB5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2082C-B326-4636-BA25-87402D21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35A37-E821-41F7-AFC1-B33D95E5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3602C6-810E-4CB4-B228-4369CA5F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342876-A811-4571-B090-FB1073DA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02FC0-C9A0-4DF0-BC7A-1AD25EF4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58DC57-EB19-4398-8985-742EA648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5AEDF6-AE8F-49BD-A75A-065F7113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90D1DD-AB1E-4358-B56A-FC3ACC5E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abort system sleep nanosleep clock_nanosleep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39097792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D7405-561D-4904-82E9-2BA5669B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3E801-330B-4A73-8BEB-853BD3ED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4CCB3-3804-4213-A3D9-B0BC9171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CA58A-7EB3-44F1-A242-E8B13068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91322-BA64-4234-A6FB-FF990A1A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abort system sleep nanosleep clock_nanosleep: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06993-8F97-4EF9-B489-4E4EE4F3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CBF61-83A6-4FD6-A362-0596FCC7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E16C0-2FEC-46B1-8E57-B15D8178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972DE-E9C3-4C5C-8067-D27C1048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788AE-C037-46DF-9A24-340BA997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A3A28-22FF-4209-ADE4-43164178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6CB0D-A42B-414F-B6A4-58154929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78130258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E21DBB-49B1-44D1-B5E0-96F827C7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FA148-08C8-423C-A0D6-FB9B17A0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51E9D-44EA-464C-91AE-D882976D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074D9-A7B5-4157-9683-2E22A67D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7EF8F-B40F-40F7-A233-9A5EC0D7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abort system sleep nanosleep clock_nanosleep: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AD66C-1D17-42F3-9421-2511E6C5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78F78-87B1-4E3D-A038-E6667971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7B8CA-3A6D-40E2-8A9B-A6112B86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2E923-8CB4-4EB0-9F77-5B3C0C64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1EE5D-90E5-4673-9CCB-C9C74482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C6498-9297-483B-A37F-12E3B9E9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96B6F-EF3E-496F-93D0-71853CD9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A1B40-E82E-4A52-AE64-A6D5B6D9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C0506D-44B1-4D1A-8324-910D87EF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3C35AC-DF7D-4536-BB33-F82E3B58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E32F51-5BE3-482C-9B53-B864547C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65CE9-0286-4AAA-82CA-0A83A58A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30E6C3-6715-43C5-80C4-8B2CEF34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D514B-6D88-41EF-9E43-389FB0E1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A06B2D-2B81-4D26-AF41-896B2C41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9D2218-8F61-40C0-BECB-CC7C5219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D2B2D4-B0D1-45B3-AF89-CABC1354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9A7816-FF32-44AD-B6BC-09737882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85E202-1577-4015-B243-69FE7849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483A55-867E-4F2A-A7C7-50959A8D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554344-CF00-4FB4-8DB1-60BAB10B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CB30EF-E201-433B-8CAE-6E599F5F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CED8DF-C26F-402E-A82D-01CE33D9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E20A16-5461-4240-BADA-2E436D64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69DCBD-3B69-4172-BD78-39773C05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A4EF45-6D34-471B-95D8-BC35B8DA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abort system sleep nanosleep clock_nanosleep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780159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265913-EF53-4C8A-84D0-3315B0D6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A0AA6-5C08-40B6-87D0-C69B3911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671FC-2FBC-4ADD-8EC3-2DBCBC02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00FEA-2BBD-4768-8CA8-90B8CAFB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D6FAE-B7F2-4353-9A24-6506172E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sigqueue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E4741-A12D-486B-9A75-AAC13117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1657A-BC83-4F52-A3C8-8A5C2585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sigqueue is best taught as a producer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789FB-4CFF-4F5D-92C9-5256416A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D1F46-0CC5-440F-9521-8E4A0FFD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object with synchronization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256F5-3C61-40C0-98A1-F839503F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7D696-B669-42CD-98BF-E11882F8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consumer and cleanup.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CD5A8-4727-4378-B0B5-E84CB039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producer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3D1EB-EA28-4FAF-8A81-DD32F676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object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3C5B7-2647-4A86-BBFA-630C123A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synchronization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1F31A7-C1D8-4E26-816B-07471DBD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consumer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DB4FDC-201F-4070-90E2-EC02A5EA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cleanup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FE6339-36CD-4193-AB1B-B63EF6A6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3B921D-4150-4176-BA26-695D56C4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sigqueue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96181662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59AEB0-3773-4EC3-8935-89C69C0E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B61BA-4D98-4077-9624-D1BC2740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F19BD-FC3E-42D9-B8ED-88BB5769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8D67B-31A8-4C53-B1E2-F859C358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6B3FB-8EE2-45D3-B626-2F456352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sigqueue: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6CE03-E524-4238-806E-96A91713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DC261-CF51-4016-9A91-54A0B938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3AEE0-285B-4526-9544-9EE82B2D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B02DD-6810-46B8-BF50-2A36BFDD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1421D-7F9C-4FA7-A43F-AF075F3B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DA1E3-FB2C-4747-B250-874730A2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8D651-A572-4DE5-BFB0-0F6AC27E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23417994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AA6157-B390-48E9-B33A-44239A73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7179D-D707-4374-A0DE-F3B0FD97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51BD7-B6C8-41CC-833C-D9B59A30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1E615-617B-42CE-9ADB-DB1AF19E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44E17-2942-4BAF-A750-C3519364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sigqueue: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CF331-5D18-46E0-804D-21F9F483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2C9AF-2CDE-4622-8347-3EEF6682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B792E-04A0-4EE8-B99E-AFBFAA5F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8B17F-67FF-4256-BF7F-41FE1711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6396F-1E44-4064-9181-226D4A16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0E9FF-2682-4FBE-8948-14522EEA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39390-380C-4973-817A-8643981B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AC7233-60C8-4B5D-B8D5-C3B4F3BD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producer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F5A8A-0689-4068-8423-43B3A664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object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634B39-CA0D-4F0D-B7E2-E97A3A36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705E02-4FF9-4612-9F4B-6449CDBE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7BD753-13F7-4A3E-9F38-A8F5FA65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2713C3-25FF-462F-A9BA-DA2EE424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object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91939D-5FC6-414E-B14B-8AA55F68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synchronization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13EAC7-ABCE-4986-A07C-D29708C7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492767-BC5C-4F5A-8910-F76C6E7B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D54EC9-326B-4277-A810-70E2DFDC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0BA574-8F4D-4FEC-B612-323BC0CB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synchronization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A90C49-327C-4BDD-877B-180E235C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consumer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F58F3C-868A-42E1-A127-45CE38B9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E1B265-F977-4148-B888-FAB64592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0DA0E5-A044-40A7-A4B2-61D28CC2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E4DA6F-AC45-4894-873F-17BD0B1E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consumer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E7CDE9-3D5C-40CD-A55C-8F3A6F02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cleanup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EF9990-3BDD-4095-B091-E48F06EC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74E13B-2403-416E-8808-9AD8681E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sigqueue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38261920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7752F5-9BFE-4E68-85CA-9E9E521E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958A1-7DDF-4DE5-96CF-F02C7C26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18CA8-FA0F-4F66-B0FD-B3E13742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43A2C-DB9E-4C7E-B757-94F6CD36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B70BA-67F5-4B99-8757-A29842C5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Job-control signals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0E163-CFC6-498D-B956-8B421E2C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7042D-1F54-49C9-9D58-A3BDAF73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Job-control signals is best taught as a event source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9FEDA-0915-48D8-B7EA-5E42E824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68D6E-5FEE-44F4-A566-234DC6D7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signal number with disposition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59010-9739-4202-9D27-DBAF0F0D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EAF3E-EA63-4D9A-9542-9828D530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handler/mask and resume/terminate.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BB337-B242-44E3-971A-478436E4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event source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B0FB3B-9A3A-42CD-8243-88F78AEB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signal number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8A33A6-6FFF-4731-BE01-E8DABA49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disposition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AAE5E1-74C7-4D0E-82A4-9F2D8757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handler/mask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09F227-7DF7-47A3-B513-165252A6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resume/terminate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368446-1FD2-45A2-871E-B7F1D249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BF37E8-6366-4AD7-A1A4-6EC4A856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job-control signals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89713596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27510E-EB94-4682-AB36-25F6F0DB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DC4D7-B334-4A4C-95D0-DEDFF0A6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1A445-417A-48E2-AFDB-2072F44A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C45E9-95B7-472A-B72C-B568AF60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BC559-42C6-46C1-8401-1E29CC97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Job-control signals: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5FDE1-C0D4-4BCC-809B-99A29FE3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signal(SIGINT, handler);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while (1) pause();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/* Ctrl+C triggers handler */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6889B-B325-4058-AC31-9C7A1D82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57234-C151-4EE0-B531-767EA967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207EE-E389-4B35-A7A6-0F2AC870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568A1-6A01-4E84-BC48-D2251704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587A5-5FDC-43E6-A1A2-74FED4B0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F1FB7-69E4-49DC-93BA-2A2A4C81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69510956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62E381-AA46-4B36-A5F1-8FD04E5E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D3504-D2C1-4A78-8216-1A2CF716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03E7E-71D6-466C-B5B1-33BADB07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2803A-E1CA-4655-A4E2-D9CF1CC3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93D0A-F4BD-4035-AAC2-EA54EEF0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Job-control signals: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2917C-A621-4DC8-A31C-B82E1C47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7AD71-ADBB-4003-B098-00841D74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9C9CC-0857-4613-9907-2F836FFE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97B6F-32DC-4318-8704-0313D7CF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BC754-216E-412B-B88B-B6220FDE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46FB7-7DE1-4A85-971B-BDB6DC5E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D89E6-1533-4579-893E-1D112B53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2BE98-E87C-4324-8110-25720DD2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event 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525B0-A615-4DEE-9F21-974AB7D5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signal number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B4B45-BA48-41AD-8656-B7982C13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636642-4BA1-4A52-988E-D0B345B5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819C0C-76EB-43F1-9CEF-8AA0A5D6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0A1A3B-2513-469D-8AB8-43E31F4D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signal number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0F1F05-2C7A-43BF-B690-D324442A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disposition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41C78D-57A4-4EDA-BE43-755EC1DC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8D105F-0216-4C04-A23A-47FEEB3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DF986A-76F1-43AF-BDF2-8029687C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5BFC28-8573-441B-9A58-5C5D0282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disposition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02BBF9-3F2A-48A0-9F1F-3A084516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handler/mask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D29C1A-B4B4-4142-84CF-6C54815F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4FF449-6014-4C98-9EA0-49245F7A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434BE9-510E-4D09-A048-153B2740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8C7807-136B-491E-A2C7-C068A6D0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handler/mask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7EA6AD-E28F-4FB3-8892-6525EA23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resume/terminate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4A3E0D-4F27-4622-B216-7CD7F606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D66163-9C68-4355-A4CB-14815041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job-control signals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58766420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BB70A0-5C14-4671-BD0B-5EDA7F22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A4AB0-496A-42D3-8E87-22A7C457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CB113-1896-43FF-9AAF-4EDB1C3C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2D78B-EF07-4827-94C5-868189B7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4CEB7-772D-40DC-BC3B-2FBCC685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Job-control signals: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65471-5B83-4523-87B0-3882EEF7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8B392-AC63-4DB8-BFDE-DD4F1CAE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F5FD76-C271-495A-8031-E06ECB2B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380EC-21F2-4F38-B39E-2DCF538A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7C2380-3D35-400D-B0C4-CE0DA480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061266-3A57-4389-A741-79AF7748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Job-control signals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0EF67-1A8C-4DF8-94C6-6A29D105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DC51F-F7AF-4C46-974A-B0184E81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event source -&gt; disposition -&gt; resume/terminate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06D633-30F6-49A7-A33B-0F1867D5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0DFD6C-5475-4E3C-9F67-CB044383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288FD-F87E-4AF4-BA7E-E1DCBDBB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479ADE-F3DB-434B-B3A1-3B29A5AC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D87DD8-0822-4E5A-9380-5F01C8FC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462D70-4F63-4DD8-B2B4-1F0F6D28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F8B083-5DE2-4531-975F-2DB104D5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E81482-897C-4B57-BDE6-CB7AEF6C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event source, signal number, disposition</a:t>
            </a:r>
          </a:p>
        </p:txBody>
      </p:sp>
    </p:spTree>
    <p:extLst>
      <p:ext uri="{BB962C8B-B14F-4D97-AF65-F5344CB8AC3E}">
        <p14:creationId xmlns:p14="http://schemas.microsoft.com/office/powerpoint/2010/main" val="21050327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83C7F1-F31D-437E-B1EC-AA526F43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54C13-6D7C-4A9A-9F04-87402D7A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FC592-2B08-428A-A7CE-51C74837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D8DB8-B381-4F76-81C3-C3FA57F2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E3046-4C26-4105-95C2-7DBD3CF7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Signal names and numbers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D7FB0-7C44-43E0-A860-1DDB4F6E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80431-993C-44CB-B581-540F492F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Signal names and numbers is best taught as a event source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62611-5039-417E-B13E-E13F3A24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60055-5BE8-40F4-B545-BE8736C8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signal number with disposition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11313-ED67-4A92-A504-C96912BE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008DB-3E38-43BF-9EED-E51D35A8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handler/mask and resume/terminate.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F3C00-FB99-4118-A708-5B00ADDB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event source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8301E-E35C-42A0-9258-B2CF46DD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signal number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E9201-5E94-4266-BBDF-F0D39DE6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disposition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64BBDD-B6A2-430E-B159-C7A5E46D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handler/mask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A26FEF-D54B-4966-9367-4352713D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resume/terminate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15F3A6-0507-4C49-89D4-5109EC7F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C30FE3-60DF-41B2-9DD3-3B715A6B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signal names and numbers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801616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02B822-C085-44D2-9B77-B8EA0B77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ECCE2-BF2B-4C77-B83D-C005C4A9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B8213-CAF2-4E7B-9F5B-14B294F5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CD73A-6AC6-469E-A827-1691F462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4FA9D-3F1F-47C4-87CC-83CB6508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Signal names and numbers: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8BAAF-CEB2-4ECA-97E5-262AAD3C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signal(SIGINT, handler);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while (1) pause();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/* Ctrl+C triggers handler */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1A34D-617A-4E12-BA54-D7254597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D3A20-DEBE-4083-AC96-9F7ECEF0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BDF30-38D3-4196-ABCA-5708D46F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512FE-978E-4F72-8E54-E7C323F5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391B62-B8D0-4FEF-8C5E-B29656E4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FD035-B751-4ADD-9B5B-A46ABC6F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28854233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CF8D94-16E0-4A01-A9FF-188E3D67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F53B5-8459-47DC-8C2E-EEC6195D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39063-D11B-4A5A-AF96-00A88FA9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7FA53-5F4F-4DAA-AF71-8EF701A3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29035-89FA-4AE7-9865-797C88AD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Signal names and numbers: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5B888-4954-4421-A777-C58F0CA9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53810-AB8A-4B58-8250-5F63BAA9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5E52C-D7D9-4F75-9422-9397B6D3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DFD07-0B2A-42EF-B628-9C385CD4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E88032-E3D3-46A8-A07B-D57E8E9B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797DA-51FD-47C6-A0D2-11D5AF79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02CCF-C4A3-4D52-99B9-1A3F8DEF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235CD-9470-4956-9535-8672F4B2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event 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E98C8-F746-457C-BF30-5B6BAD00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signal number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05B091-6857-40E0-BD53-4E0C9A1D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084F27-AF4C-44CF-9EE2-368EF0CE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EEC86B-2FBC-4777-A89C-D9908D05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45C10C-2317-4E31-ACA8-EF90B7B0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signal number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E34539-D729-4072-A42C-06EDB9BC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disposition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9AC2DF-3455-4D50-8153-6AFB777B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EE19BE-0135-4C1D-A386-BFC51B2D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2EFED3-DCB5-4153-ADEC-B22013E2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DC6650-E8DF-4AAD-9DCF-883B99AB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disposition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ACC626-2CA4-4BA3-8BFA-7650C419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handler/mask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BBDDC5-CBAC-411C-8ECA-F1CAE1B9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3F6B1F-BA86-491D-B45D-01112590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313F9C-72BC-4BCE-B30A-B7E7B3D7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556E72-207A-48FD-9EDB-E80209ED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handler/mask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9FBB67-7E09-48A1-8B87-1B6EFDD7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resume/terminate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58562D-04FE-4981-B2B3-4F6AFCCC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45E6F5-03F1-4CD2-A6AD-CED08242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signal names and numbers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1850362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068CC3-EEA6-41A3-BC58-3F3DE36A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90663-CC16-49DE-A5C5-1A1B4016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A6E8B-A0E7-474A-9E88-61D9A356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1F477-B430-4171-98AC-2901A429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07BE1-FB03-4DDD-A308-547F6DD3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Daemon characteristics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E46BB-F6F0-4678-8358-2AD7E45E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92958-5EB2-4E39-85BA-33737B82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Daemon characteristics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8DA1E-2641-45A8-B1E5-81C53B8E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FE49E-3759-4619-9348-892CBD4D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A674B-6108-406D-BD1A-DAE89DC2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AAE02-6D60-40B3-859D-00B6B69F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D6E79-43B3-4513-893D-6BC175CA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F9653-8583-4711-80C5-B243464C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BC6BA-2FA7-46DB-AC37-29690683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5BE02-EB6A-4891-9DCF-155FA038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B93F78-E654-481D-902E-84694386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D73E4B-BBC9-4660-97C7-BB32C493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C69163-56B5-43C0-9998-20F22F85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daemon characteristics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26946927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C65A32-D0FA-4B9C-8612-438D4F60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BA47B-BE1F-43E0-9BAB-248DB9AD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377EE-C09C-488E-8A1B-010D9964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971B5-F3DD-4411-8DEB-0375B7FF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974A3-48C9-4D3D-9725-48453263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Daemon characteristics: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09438-F5CC-456F-89CB-E205C959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46880-7BCC-4F16-8769-65037B99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43D59-8DFC-4F92-80AC-96E7CCDA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E432F-F54F-429C-A561-452B5DF7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10FAD-D27A-4C61-8A27-9C1FDB16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8DA05A-D993-43BC-88C2-8E137702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1B63C-EFB5-4A25-A392-5BDB3A98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368173288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D9C596-D3E3-4097-9CF6-D69C10D2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3095D-125C-42AB-ACA3-B782B37D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7513C-CC12-4C68-B26A-5E7989B8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66FB5-64C1-436E-A3EE-F0F11487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7CF70-A3B6-4FC8-BDB8-0C8A3A63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Daemon characteristics: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03F70-CEEA-40C8-8499-E0DAB3E9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3BE6F-2DA6-4336-A887-AAE08BFD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E53E0-CB4F-47F1-B744-DBAEAA93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6CB73-4968-46A0-9359-005E24E9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08549-E88F-4DBC-AEA9-53828CCB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D4CFC-C3F1-4E8A-831C-50D85813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063DA-ED7C-422D-AE8D-3E246BE0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30BFE-E7F8-416B-ABA4-F6647E25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7BB4A-E9C9-4BBC-A7EC-A85910C8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76A5B-4A66-40A6-B62F-C2FF4956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FE833-6D14-4D2F-93B7-87877D77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421C6-9846-4C8A-9C75-984BC89C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8DE6A6-EBAB-4A26-BDAA-9C69AFBC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3938B5-34FA-44EB-8B20-6B876B70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74F04A-0AFD-475E-8281-EABD1F8E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06FBEE-CA30-4601-9701-C0F8C890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B6C098-B01D-4756-A509-7F68F06A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DC134A-514C-49BE-A8F8-436C9365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E9A4CF-99C7-4D99-AA33-8A7F833B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E343DC-B8F7-4713-A0AC-7CB0475D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A0C8EA-DB68-4A19-AAD9-25B6D9D1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EBC4B2-4025-4D40-B72E-FC11A18B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41D32D-9D47-4377-A74B-B6E9E615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AE346B-35FC-490A-B97F-824388F0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50F92B-CD1B-453E-81E5-D83A439B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3BEA3A-6D53-4F24-971E-D9F78241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daemon characteristics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83745004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6417B5-D991-4EA9-84CA-2F9F1EFD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E83EE-CB35-456D-9AF3-42580114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1FBB7-8BB2-45A5-A554-A1905FA1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83128-9DBC-4D3B-B967-B6244784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790A9-24A6-49D3-A234-96B92F2A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Coding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E57D9-764F-4C01-9E48-83839194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DDA92-1D50-4A3D-866E-566E2F73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Coding rules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5EE1A7-D5BA-4F48-8F17-C395E305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39E6E2-52F2-4673-9648-78C00CC2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53067-EAD9-407D-BE12-7D587649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7B188E-3187-4DDD-AD58-1419FFF8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55E33-3CF1-4A7E-9F43-16F33B66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241AB-F5D2-42C8-8A94-C5E22004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3029AA-66EE-495F-A497-6C2535A1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9F548B-32B1-4C72-A060-4C575B58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D554E2-8BA3-4ED4-AE8A-11BDC5D9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11D301-96ED-4B54-8C72-12F38B19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C55CF3-C9D0-4334-AE91-515802DC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coding rules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1238437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8804EF-C066-4D69-A92B-44EDDF0A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C30D0-8A67-42A2-9E56-631EFAAB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0D03C-0D88-437A-BCB6-2272BDD6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5D094-F861-4938-8F5E-2E41C4DD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6FC9F-1761-4D68-B3B6-1F980D37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Coding rules: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2A071-AE91-4DE2-9BE0-15F81C66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90C3A-7C5A-4EFF-A757-A4D7DD7E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54695-D202-4B1F-A8FF-646B9896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B33E7-9A4C-4702-AE21-6B9A007C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D4E57-CF05-4EDD-A362-FBA98647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238ED-8A5C-4E84-8A50-4445E0B8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1D658A-4AB7-4FC9-8C67-C5BB2727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84162599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92C202-55FF-4CA2-B1A7-F0DAC37F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ED8FD-9F18-4F42-96E8-D0CF52B2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18080-5A0C-40F2-9067-015FEED6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D4A71-9980-43DF-818B-2BC4EFA2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FBF93-A14A-4AB3-9E71-509E25C7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Coding rules: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1997F-5545-41CB-92C2-DD1663D1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8264A-549A-402E-8E04-ECB6E903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C9B03-EA30-4A6E-9A7B-584ADD57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FDAA02-331E-4463-8492-43727467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6500C-9A75-4DC2-B29E-D36DC4FE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4A667-5536-4076-91EB-B7665EFE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7EC286-EE61-4CAA-B480-D4833C96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20B3F-AE15-4AB7-A37F-B3CD6627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913BCB-3CC2-4CE2-8706-5ACD0F3F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DAEF8-9F88-4554-9352-74C83301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3E5136-60BF-43D7-92FE-B7F31E12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94CFBF-651E-42E1-B64D-974EA778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4C5733-A458-47CB-AFA3-02AC2743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54BDF4-631B-4360-B315-9379BB1C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489840-7D22-49FD-9748-621AEF2B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8E8391-369C-429A-B9B4-A5AB0D5D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E7A88C-A486-4902-B788-8A51E010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1F7F33-4018-4C4B-B354-A0125F84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AEB453-2AF4-45CF-9CAC-FA4F311F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C1460C-007F-4B31-A09D-63A79C4A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6E9EB0-EA32-4DB0-A872-7DBFB6CA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C2EE34-6460-4591-9917-70599DC0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DB3B2D-FA0F-4F61-9861-17BB5E71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79D5C1-5F27-492B-AD5E-D809FFF1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0FF753-185B-4065-A00D-A302DCBC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3DF5A0-81C9-4559-A1D7-017904BA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coding rules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455323360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51FD9C-C851-467A-A61C-D91B6866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E1985-9011-4FA4-9810-CC44DEBA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64136-F62B-4B6C-B93D-2BAC44E5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C2B0A-30D9-4A4A-B69B-1124A483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C49EF-6F83-4C52-90DA-DB67CE2B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Coding rules: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40440-D5CB-4FE6-997F-52BED3D9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C3A7B-FF35-46FD-88E1-CCF36011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638F4-0745-4FC0-9A9D-C283A48C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94F15-D780-442F-8733-99303667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6CE0B-AFE6-456A-A6D8-59915C02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BC4C2-955E-434D-8B5E-C2293401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Coding rules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146DA-458E-45E3-9A80-65625FAC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CD4C2D-04FB-44DF-B2D6-5A82451F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command/code -&gt; system call -&gt; output/status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99709-4FF2-420E-BD72-A13F9CD6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286FDD-97A4-42BB-B64C-21AD7F05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F3DF28-9E7D-461F-B2FF-E94A6408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B34C44-58C2-48F9-BBC1-6F90BBEA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71485-5DB3-4588-A2FF-A4824441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26A4BA-CD3E-4C0A-9B2E-00F9D550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D6B3CD-20C8-44DF-AC30-E44A0381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97F4AF-9099-41BF-BD4C-756BB0DC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command/code, kernel interpretation, system call</a:t>
            </a:r>
          </a:p>
        </p:txBody>
      </p:sp>
    </p:spTree>
    <p:extLst>
      <p:ext uri="{BB962C8B-B14F-4D97-AF65-F5344CB8AC3E}">
        <p14:creationId xmlns:p14="http://schemas.microsoft.com/office/powerpoint/2010/main" val="20503294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742F2C-1AB8-44BB-9CF6-6323428D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44BBA-5ED4-4D33-87A8-A0B3D1E6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4E24C-31FF-4E7D-ACA6-E211929D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97E0C-B297-4305-B326-A11E4820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3D2E3-94CB-43E5-B246-05AA7E17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Error logging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107F5-BFE5-4BC4-A713-2D4E5DA9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3FF3B-F20C-4D24-87B6-11E30D77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Error logging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01017-2D37-4DB5-85F3-347E9989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5E8E0-5070-47FE-B38E-5978DFCD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AD037-DD99-488A-8B4B-6C298D3A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5F6BE-E67F-4FCE-8E87-456853DD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7D217-A5BE-433F-8B71-61CD9660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7F83B-E58E-4D79-8392-5795E39C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AFE93C-9B5E-49A2-B400-949784D1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294AB-0CBE-4118-9DC4-7D5B6A6D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D438F8-1B78-4603-AE37-F0C14D24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021863-AA68-42F8-8AF3-BA3023C6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36EB91-43BD-4259-9AE6-04C78D14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error logging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602454928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0702D1-9FB7-43B4-A77D-FD52AF87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E29A4-3EBB-4544-95A0-D4517C4B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7756A-05A6-4981-81A7-ADB76D5F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FECDE-DAFC-4134-83B4-C67BE386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2BDC2-2780-414B-8417-C2B4B4EF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Error logging: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DE737-9663-4DB1-91E9-0D288ACC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494BB-BC39-4882-8437-01D75242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34167-2D27-46C8-BCBE-75578DFF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60FFF-4C2E-4A89-AF66-F0D5A032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4B767-9F05-43F0-B9D8-80A5FF8C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2BD8C-D5DE-4383-8525-FA28E2F1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0EE1E-6BC3-430A-9B6E-0F1991BD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960793165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D4E462-2E18-4783-936B-916D3AE5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73CCE-99A5-4663-AE0F-403CDDED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068A1-AF5D-445D-B791-4E03593B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73F7D-82E4-4066-9687-52D44624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1760B-D237-491E-AD2A-473D1A4B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Error logging: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4825B-356A-403D-866D-1E7DAB80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3CEA3-482E-4D3A-A4CF-7CF6B6D0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02026-FBB5-417B-A662-CB466A77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6D0D42-88FD-4FE4-ACA8-E3859CD8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4E64F-CA0F-4F33-840F-63C32E54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5B08B-454D-483D-AB0C-4E2C8871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D7B2E-C51B-4248-9C02-697B823C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660118-58B3-4C50-8522-A123208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58F52-501B-41E3-93EE-73DCF0D1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08974-12C5-45F1-BE2C-C7FF1000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5BDF2-DB23-4FED-8572-7AEC07E6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7D541E-42D1-4A59-A103-4240C9D0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7AF9F0-9C95-4EB6-BB64-00164D88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31CE78-E0CE-4280-9C91-D16AEBD1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417B13-AC81-460F-8F4C-B7FF9D59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1959BA-2BF5-47B3-80CB-8EEF02B1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26231E-E896-4426-BC7A-82BD041C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D2328C-B24F-402B-856F-4FB690CE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608E3D-CFEB-40CC-989C-50D485E4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5B450B-4F69-48AC-8896-FAB26E66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4AE7F6-7A95-4EED-9FAF-561616F8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142767-BC70-4EFD-9711-2DC99934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3D3117-05EF-4C32-9033-E2F6B467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DE2961-276F-4651-A7AB-E2CA675D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ECB105-A39C-45E0-8C6D-56CBAF6A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F78148-3883-413E-8933-F6F965CB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error logging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958975268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1B2335-9143-4C3C-AD0A-14C8B705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01571-52B7-4840-B5BB-9E31849A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73824-A484-4011-BF69-13831351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B19E1-9E0F-4A5C-8FC7-CECFB298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F5881-A197-480B-AE4D-F489670C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Client-server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05885-E067-4A8E-BDDE-75FD5171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E5ECF-7CF3-4FBD-BE95-FE0ABB28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Client-server model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4B8F0-A4AC-498F-8CE4-22DB7FE0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7952C-D760-4102-9541-09FDB04F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C08B0-9194-4FF1-9890-F5130B99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503FD-ADD7-4C6C-8600-171ADAE7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86A6F-F557-4429-AB26-4FD6DBDD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76E27-003F-4F68-9138-1E133DED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EFBA5A-ED8E-43DB-AF76-67B1CDCB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7D0F7-E266-4F7B-81CA-A25D0D2A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F1FEFD-AB20-4E51-A54E-B893F10C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1088B2-CF12-4665-BA8B-77A97070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639DA9-5F18-48E3-B7A6-F29B6ED8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client-server model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928994173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49DB7-C5D9-4EFA-8953-26493754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A7726-CB1C-483E-AFA6-697E95A7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5479B-C76C-4719-B68E-C9CB2392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EBAF-0988-4E61-AFE9-B34C5D45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DC8BC-F0C3-4FD0-BC4F-A25057D0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Client-server model: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B3A50-82B8-4807-BA42-71900FAC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5E3F8-F6DC-46EE-9816-7E2CF274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6A484-0D10-43E8-B86D-C67ABF19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FD481-9597-486C-845B-78DF2677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5E6E0-20E7-4744-BE6E-85CE1C76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E41EB-F37D-4E02-B786-FFC33316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EFDC9C-EC33-4946-815D-4C3B39E4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2042443363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9D705A-253C-4BB7-9AF0-828EB730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AD173-9453-4EA4-8AE4-7BAE2B7B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6ACE0-B96E-4286-A795-B051D74E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8B1F2-09B7-4FDD-88E2-E3E87682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2CA52-DA88-4ECD-96AD-000972FF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Client-server model: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3D835-704F-4565-96D9-343C1C6E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410FD-753F-4BE2-9F26-F879E036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B7DF2-6940-4201-AC88-6C278EE8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9DA12-DEF4-4D43-8386-418F53D5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435AA-B2F4-4EDC-81D9-6874A54C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467DE-A11E-4A79-9BD5-73F35A77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FB339-57DC-4D5D-9EC3-F7B74C31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902805-DA56-483E-812D-1BAB6F0B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45427-F5A9-40A7-B5E4-D8078390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00B122-2E2B-42FA-9A26-5AF657A6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059F57-F470-47D8-9064-EBF25BBB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1C8B8-0505-4851-AC8F-5BF21B80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AB51BD-ADFD-4AE2-BD45-9D408078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4EE6E-E3B2-4426-96A3-C517353D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B16D9C-D7B0-458E-8590-1D950FD9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90B525-9BBA-46D1-8615-0E60A540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1C605F-AB18-413E-8ED0-107B2F03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A0ABD3-826D-48EF-8EE8-08F0486B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00B6DE-C011-4BB8-9872-506B5E3D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F48364-64DA-448F-BA12-4A26D1F2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52542E-9BC0-4DAD-802A-96263B56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2C3B3B-B2B6-4B3F-8EE1-2FBE62E4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E0829A-147A-4F68-9372-FE8A60A6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F6E4CD-26E1-4FFC-B370-325E1F67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1F8884-9CBE-44A8-A93E-5B2CBE34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9C0F4B-0642-4DA0-990D-C414B738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client-server model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277968526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72930D-3138-4A2A-A87B-F320B4AE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8C9C1-C3EE-4B53-BE38-DDD877B1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1F0FD-39E1-4B55-A4B0-2AF8A5E0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F2999-0E06-47D1-8B2F-461CF2FB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47357-226E-4291-9A8A-375F8E28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Signal concepts vs Signal 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CB130-4CA5-4D67-BAD1-D078B468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4A052-6146-4B82-99D3-74F1039E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AD205-26D9-4F7D-850C-A4F74022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Signal concepts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FD584-14FF-4481-AD3C-05AFAD1F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Signal functions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48BA6-8BBF-40C1-AC96-5F926BA8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1A9C2-F509-4AB6-9862-BCDC7D02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3C177-B289-49E1-9EAB-A4A57D68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event source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B4072-F63D-457C-923E-43C4C138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event 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759C5D-6ADC-47BD-8E4F-D5CBEE5F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DE8FE6-3852-4387-AA81-2FE9F5F7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C2B11B-4348-476D-B20C-1B68A5E8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disposition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6CBBC2-CA11-41A6-AB48-B07EA9AB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disposition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47BEC-8379-4885-A523-D7EA00DB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777B81-08D0-4811-B8A5-CEFDF861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BEE065-97BB-4B34-9018-B162A915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230C8A-2F69-4935-9C6A-EC897D93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D6B0E-75D6-45C8-BB33-188DACD6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BFEB5F-5C24-4EE9-8BD2-D52F0193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D98101-75EC-49F6-82C9-A1D7A715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ABB3B4-6578-455A-B24B-D416B653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647117742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686F97-077F-4DBB-8014-67DF9398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E4C9A-C639-4A0E-A82F-5FE5CDAB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0C1C5-D9BD-45A1-BB52-075B5BD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0816D-7819-4D06-87B7-DDD2B828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1888A-A144-4921-A0EB-E4C6B61C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kill and raise vs alarm and pause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7E969-946E-415D-985D-5BBD6305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71188-EA4E-4015-BB0B-81116E98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1589F-CDFB-4C08-9071-A0663395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kill and raise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1A704-6021-4117-A674-EE4A8346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alarm and pause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5E0AC-8F0C-4738-AA06-8FFD7BA5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15E0C-DC8B-4695-8D0B-D9F9FCE9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9AFBE-D71C-4D84-A3C0-C19FA831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BE2013-F01D-4E52-86DE-5C2E0228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AFD75-5AC9-4F07-B779-EE114FBE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B80A8-CBC3-423B-875D-4736E9E6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32597D-1F49-473E-8161-BCA564C0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81984A-B581-4ACC-A17E-A4C938A9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CC9D36-A8FF-43B7-B63D-67F681E3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8AE220-B5DB-4FB9-8276-FDD5C58F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D1D56A-B83E-494A-B2F5-18A2E066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7D8DC-2FF9-4D49-B9A2-15416DBF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F769FF-318C-4BC2-BB4B-8B90DE58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7A0C56-CE00-4223-8F6F-8FF90695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079718-1910-44DF-9D51-E18F5FF2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59DDF7-A10E-4A01-BBCD-638222D5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36305752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4E2658-713C-412B-B21E-6647659F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45E28-D407-4225-AD61-3227A224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C818F-2FE5-45A2-9F6C-15D21C27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085B3-E9B3-41AC-989D-43EF37F5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5527A-AE83-49C6-9119-8CB479FE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sigprocmask vs sigpending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8DCC6-0821-4A6F-AAFF-75808645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F8ACA-FBDC-4095-B3AA-BA22A8B2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0330A-6857-415D-AAF1-5B11B72B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sigprocmask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DD199-6FE2-46C5-9DFF-6CD4C872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sigpending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99FC3-88FC-437D-871B-2D736A0A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7FB90-7934-4905-8B66-3460F90F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3AC67-3266-426B-A943-B3ADA404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9909E9-22DC-4142-AEC6-F2442B4E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87E332-D72B-438A-B809-F10B6322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5F9025-736B-48DF-8FE1-D1C3189D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ACC1B-D915-4BD2-BBFA-E96BBDE2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A18655-E3BF-4F90-A841-EE21C42E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0B687-D6BC-4A8A-8359-CB11F314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AE0C85-C621-4431-8432-8F3B5E37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8AEDC-EBEE-4DEC-8068-D44E1C4B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D5B0B3-0BD7-4018-85A9-44B41058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C7784A-D506-4253-A4B0-163893A6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E95F5C-E365-416D-A6B7-9174C347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184D15-3B26-4649-9DC6-BC341E74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14A91D-E4EA-44B4-B3C1-22E20ECE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752951824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5846D4-8023-4737-B7E6-CBB1D9B8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52308-A1C4-4741-BE77-45C85BCF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DA227-1C59-472F-9845-D7F7C698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2D0F7-7F8B-44A3-B03D-AFBA8BF9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89EC3-94DA-4377-9121-E833A497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sigsetjmp and siglongjmp vs sigsuspend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E37B1-9BB8-4F97-9940-1ED7CA36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C7225-A9A2-465F-8970-EC6754EA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9B15B-1EA8-4280-939B-AA191BF3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sigsetjmp and siglongjmp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F6B7D-F04C-41FC-A0E6-1C2129BF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sigsuspend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8F38C-157B-4E23-8035-5545AAEA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3BB12-CA2B-46DC-AC35-9B8A397C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7CA7B-65F4-4313-BDCD-D5EA13A1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2A3C79-8B0E-4783-B0F3-FB152840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623A2-8981-455C-8A6B-0651FACF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44993-BF5B-417E-BF5F-992D6DDD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27F6B-A3D1-4930-88CA-E7A4C231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98B2F-C639-4F6B-A391-4E57A018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619609-DA5A-490F-B161-77433D30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9053A4-D23C-441C-8EC2-F3649FCC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296EB3-835F-4974-AE5E-CECECB39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2EEB37-35CB-4062-B4E7-43A8EB65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B1F302-11E9-435B-9937-5B6888F2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B140CC-8385-4F83-8029-1F370BC8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D0675D-CA8E-427B-AADD-B331CB3D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192F19-BBA0-40AD-A9FC-5AE05B2A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551840405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E433E8-463B-4942-88DE-15443121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03ACC-98C9-4ED5-81D0-26D061DE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8C2B3-9D77-496A-AC21-FA713AC8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A2B85-C494-4D1A-82C2-D6F0FD67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CD148-B005-4BEF-B6C2-3C3822F6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sigqueue vs Job-control signals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F2BE6-3F36-4F20-8989-8BBCB54A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55FDD-E096-43F6-859A-64B184E6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AAF07-E4FF-4930-9E0E-D7FC7B80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sigqueue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3FEA9-FFC4-475A-9A06-9CC26132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Job-control 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B2F15-FCF3-41B5-B5B4-4B093E4C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1D91A-38EC-4628-A144-E2C4053F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4D2E3-A2FD-41D1-99C8-D76162A1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producer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8785CA-C33F-4583-B96C-ABEEB4CD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event 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72BAD-1617-48D4-B5A7-14F954EF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78F983-D7C0-48CC-B269-85767A0C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6CBDB-7FD5-4061-888F-E3431903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synchronization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8F87BA-5D86-436C-A0D7-B15AB83A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disposition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ECD1E7-56EB-4637-B491-AA6A2F89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A7DF1-492D-43DE-88E8-5B5ABD0B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7E7551-D94F-47B3-8779-9B5AB579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792A2C-A680-4999-B12D-D0A20E4C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E88776-8AA9-44E2-9E79-661911D9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1BFBE2-710D-457D-B478-8006E1C1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0DED6D-2680-4CEE-A767-0499B968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CEF673-7B5C-4519-BA6F-7FFF3E2C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247450372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0B967E-CE48-48C4-B7A8-ADF58B47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0D055-027E-43B9-BE9D-02096182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1A6B0-2FCA-4D0E-B582-5A802C32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06DC2-6D1B-4062-AD7E-CB698423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4EB61-2783-4AD6-A2F0-71431F76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Daemon characteristics vs Coding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A99EE-D77E-44B5-BD74-12582FFD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D6357-D268-49B6-9F92-29775E08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D2C83-0DA4-48E3-A61D-E2B5102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Daemon characteristics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9B944-D972-4169-A707-1AF9A204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Coding rules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96223-281B-45CC-924F-F785231A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6F718-6F83-4D45-A5C3-5462327B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3A5AB-AE41-4B41-B4C8-C51EB9CF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BE5CC-F608-463F-98E2-BA267C36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B1B469-15CC-41B9-8AA1-5861D352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550A8-08EB-4637-A360-F48DE926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04F1B7-33E2-4712-B061-5B7589BC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616D57-E4B4-43B1-AF78-645AA487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872290-77C6-4EA7-A582-3B2DF88A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EB8D8E-321F-4F8D-89AB-3BFB1000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55883E-2802-41A2-90DC-3B752408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692258-4701-4CD0-A608-BDBC30AC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36528B-638D-4D19-B029-9DE5F9C0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DA4267-231D-4424-8166-6562E4C2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D2E50E-830E-49F0-9BF5-08FE5BDA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DFD2C8-034C-47F7-888F-0FC417A5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649676305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9353B3-7168-4843-884B-3E82BC7D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D6533-478C-4254-ABB4-62E4A665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1ED57-7571-46DE-A964-EAADDAF5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5083C-7912-4D4C-8279-96373C63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B2F2B-2C78-4D96-A707-9A0C2007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8876F-6000-4F95-97AE-3DD67078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4123F-8F15-4F16-A2B8-5262D744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1FD7F-7533-48BD-A0C4-40D6C79A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BBC31-9B1F-4499-8504-22C842A6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363E3-F8C9-44B5-9597-0B608698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Exam answer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1E4C8E-8BD8-472F-978A-7CB6E2E1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3A619-9E59-40CA-B0CE-DF0275AC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Signal concepts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314BE-2619-44F9-A4AF-D310743F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0B6794-5CD3-4A07-B070-B36998BA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Signal functions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262194-5ECA-40C7-87B0-5B2430E2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15BD41-889B-4726-BECB-DBD1E392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SIGCLD semantics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097476-D28F-4F29-AE2A-4F53EEDA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40D641-CDF1-46FE-A020-D427171F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kill and raise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9F7DEE-0317-4F8A-9834-BBB69D52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643B73-CC1B-41A3-B6F3-918A8E3F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alarm and pause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0CCD19-C210-48A6-9755-4AAB280E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EE9B14-6E2A-4608-85C1-655F7D36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Signal sets</a:t>
            </a:r>
          </a:p>
        </p:txBody>
      </p:sp>
    </p:spTree>
    <p:extLst>
      <p:ext uri="{BB962C8B-B14F-4D97-AF65-F5344CB8AC3E}">
        <p14:creationId xmlns:p14="http://schemas.microsoft.com/office/powerpoint/2010/main" val="1493286113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01271E-A1CB-486F-AD28-4F37F04A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63837-C248-459E-934D-BEE477EF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54797-691B-4216-8E83-E3782377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98313-66E1-4CB0-925A-C5F93972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A309A-D879-4955-A8E7-39AA12ED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3D7A5-1196-4A36-A11E-20D35504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E8564-A9AB-42D0-B965-80E3B46C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ED328-7F86-44BB-9A67-8EA060D2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6FC9C-453C-42CE-938B-B41F2A03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C87D1-93C1-43A1-B386-AEC29269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A258A-9F1D-4A59-9A41-DDA4FE26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Signal concepts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EC4A0-6FFC-4A36-9FED-64FFAF7C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5388BE-3F74-4764-B622-B02860EC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F8ACF2-84C2-4210-AB15-DC280401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8544E-611C-4513-A646-26C3A707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Signal functions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7E9DEF-DE41-4409-8229-F8FED41F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87BC5-FD37-49D4-8194-DABD9B59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A1F2E5-317E-4503-9AD9-AAF186A3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F8049A-27EF-494D-BE5E-063ADD31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SIGCLD semantics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9A99F0-B39D-4083-A212-D370137F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DAD589-628A-4B56-BB52-FDD9BE28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8610C5-5C53-4FEE-B913-42059167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3FCFCB-D325-4DE0-BDC2-93E4C8AB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kill and raise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7995CA-641A-460A-B378-786D37F5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99D1B1-A32E-4F0A-A8D2-B176611A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706167330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7365CE-9FBE-43AA-8F56-C924D6A3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A1829-EF1E-410E-9C4A-B55D9C10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04D8C-17B0-4EA2-BD8C-CB3A991D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5CBE1-E47B-4EA5-A422-E3E822B6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A6D0D-23F7-4526-A477-09A826B7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9BDF7-6412-4437-B611-DFED4D08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3439B-B605-4F6B-B9DC-335E40E7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C9D8A-84B9-47F5-A718-B7493D6B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97517-37B4-45DC-91E7-6A7A954F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742B0-AB08-48DD-9C3F-1BC5CBFA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79765-2A2D-4959-B348-06FF62C5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2F3683-6AEA-40FB-BCDD-B8D256EE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2237B3-6D0C-44DB-A646-ABA830F0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471638493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74789-1A78-4024-9682-91BD4488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EC077-7152-4A4D-B265-A31DF3C5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3699E-5AB5-485C-ADD7-725FE7C4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5DD8F-A19E-4455-93C2-030FC0DA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8215F-3710-4D2C-96E9-175DADE2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28DAF-8E65-4145-A55E-5541D790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11376-4C07-4C82-9CEA-014B7C93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18"/>
                </a:solidFill>
              </a:defRPr>
            </a:pPr>
            <a:r>
              <a:rPr sz="1800" b="0">
                <a:solidFill>
                  <a:srgbClr val="0B1F18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FA15E-0BC8-4718-9C03-4398E6FF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F7282-54C7-4676-8745-3A457B63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18"/>
                </a:solidFill>
              </a:defRPr>
            </a:pPr>
            <a:r>
              <a:rPr sz="1800" b="0">
                <a:solidFill>
                  <a:srgbClr val="0B1F18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94B95-5A8A-4D63-A251-1E82633C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2A9A7-959F-4477-A0EF-C1A31F23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18"/>
                </a:solidFill>
              </a:defRPr>
            </a:pPr>
            <a:r>
              <a:rPr sz="1800" b="0">
                <a:solidFill>
                  <a:srgbClr val="0B1F18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AEB41-00C5-46DE-B170-06743CAD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C8F77-1578-4EE6-AD9E-74887D9C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18"/>
                </a:solidFill>
              </a:defRPr>
            </a:pPr>
            <a:r>
              <a:rPr sz="1800" b="0">
                <a:solidFill>
                  <a:srgbClr val="0B1F18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A66411-1E4F-4434-B228-742724E5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EF7421-6F82-4BB6-9D73-A50D5CAC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18"/>
                </a:solidFill>
              </a:defRPr>
            </a:pPr>
            <a:r>
              <a:rPr sz="1800" b="0">
                <a:solidFill>
                  <a:srgbClr val="0B1F18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1624237740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C9D096-3287-4807-A5FD-A721FA7B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C547F-2AC6-492E-8B61-AD9F26A1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EDAB6-0F11-4948-8F78-F603A88A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F069F-0DBB-4592-B8D9-6203BBC5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6555C-6C66-4514-BBD5-4920986C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77FCF-A9DA-430B-87CF-AD36C801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BABBF-A46A-4CB1-842B-732F6C7D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5E9CF-2EF3-40FA-9889-3DE9822C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1DBC8-2363-4C0F-AB87-31C10B50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29F69-1ED1-4DAE-B707-D1277B11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42C74-620D-479A-BF5C-5D2DDF53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A6130F-2107-4D86-9FF1-2617FE7D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B9382-76F8-4F94-BD2A-976156D7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DF74E-15DB-46B2-AADF-AB087AE2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0BC1AC-1D26-4842-9F50-757D0860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04019-8CBA-4F7C-A4B4-EC8FA167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6E13FD-06F6-4F58-BD90-4E7BD925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1664F-8EDB-4C23-A3C5-1E39286F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DC3BE9-FBB0-463C-AC2A-05C098D2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FA837B-730E-4BC0-8CB5-A1CBB970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8E57C2-9FCD-4E62-9EEE-E845D089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9512AA-447C-4063-9CF3-F1DE28CD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A93BAF-9762-4B7C-BA6B-15BFD6A5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63F70B-2DE2-4FC3-AAC5-70722F64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E063EC-D14E-4E5D-A501-0FDAE424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859225503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0A8AF-D277-4BD0-8F64-483D6F28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54DED-B252-4BED-A247-E9BD7353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E9BB6-18BF-4FBC-B485-E2911E8A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9B255-9775-4C3F-AA13-108A77D5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01686-DE5A-4DE2-AB5A-F7421A62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768D1-52D2-4EF4-8114-343FC028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3FDEC-C557-47BF-9051-C1D92D61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Explain Signal concepts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19E15-D6E5-4DAF-ABA9-B842DBF8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CA7C1-4113-44F4-AB88-3C9B6F17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Compare two approaches from Signals and Daemon Processes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E23FE2-794E-406D-8744-62B4976B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9CC768-9338-42C8-80B2-484DB4F9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Solve a small worked example involving SIGCLD semantics.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6C0A9-8AAE-412F-91B3-4BAD6AD8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01E2D-0195-433F-AB8B-E288380E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List common mistakes and how to avoid them in Signals and Daemon Processes.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7F74F-2AE5-426D-931B-B25486B2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2C495C-0121-49CB-9C15-5605BC9D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1256992561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4329D-A87C-4E0B-8547-A22A0B7D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EE3CB-3681-4741-A59B-3C087192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Signals and Daemon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0E1B3-590F-4B22-8C8B-344ECECB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1933F-0676-457B-9E70-96782630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109D6-1B76-4768-A969-096754B6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1C369-3514-479A-B412-CFC740AA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B1F18"/>
                </a:solidFill>
              </a:defRPr>
            </a:pPr>
            <a:r>
              <a:rPr sz="2025" b="0">
                <a:solidFill>
                  <a:srgbClr val="0B1F18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1F80A-B400-4F20-9BE0-471A721C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B0FA2-832F-4F47-BF79-02DE6FAC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3C199-9E2D-457F-AEB5-8F1F32E6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D7474-DCA4-4515-BE08-E227B62C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4FA83-0D36-4F90-AFF0-3FEAB372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9C3DD8-4840-4ED9-BA7C-1ED55FB8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14217641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2026-08-24T06:05:06.7010000Z</dcterms:created>
  <dcterms:modified xsi:type="dcterms:W3CDTF">2026-08-24T06:05:06.7010000Z</dcterms:modified>
</coreProperties>
</file>