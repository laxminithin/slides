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8b71171c7a4f30" /><Relationship Type="http://schemas.openxmlformats.org/officeDocument/2006/relationships/extended-properties" Target="/docProps/app.xml" Id="Redaf0cbe52694786" /><Relationship Type="http://schemas.openxmlformats.org/officeDocument/2006/relationships/officeDocument" Target="/ppt/presentation.xml" Id="R51f5acad7d7445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d0abf405ef41c7"/>
  </p:sldMasterIdLst>
  <p:notesMasterIdLst>
    <p:notesMasterId xmlns:r="http://schemas.openxmlformats.org/officeDocument/2006/relationships" r:id="Rd338341c12034405"/>
  </p:notesMasterIdLst>
  <p:sldIdLst>
    <p:sldId xmlns:r="http://schemas.openxmlformats.org/officeDocument/2006/relationships" id="256" r:id="Rad8d3546ab414f0d"/>
    <p:sldId xmlns:r="http://schemas.openxmlformats.org/officeDocument/2006/relationships" id="257" r:id="Rb689607e4dfb4eb0"/>
    <p:sldId xmlns:r="http://schemas.openxmlformats.org/officeDocument/2006/relationships" id="258" r:id="Rcdf059a27d9f40b1"/>
    <p:sldId xmlns:r="http://schemas.openxmlformats.org/officeDocument/2006/relationships" id="259" r:id="Re869ebeb4e564a76"/>
    <p:sldId xmlns:r="http://schemas.openxmlformats.org/officeDocument/2006/relationships" id="260" r:id="R3bbca11e701f40a5"/>
    <p:sldId xmlns:r="http://schemas.openxmlformats.org/officeDocument/2006/relationships" id="261" r:id="R38ebe95c12e1405e"/>
    <p:sldId xmlns:r="http://schemas.openxmlformats.org/officeDocument/2006/relationships" id="262" r:id="Rb96f5f326e0d438f"/>
    <p:sldId xmlns:r="http://schemas.openxmlformats.org/officeDocument/2006/relationships" id="263" r:id="R415762c27f274f92"/>
    <p:sldId xmlns:r="http://schemas.openxmlformats.org/officeDocument/2006/relationships" id="264" r:id="R38c9f0bab4f54102"/>
    <p:sldId xmlns:r="http://schemas.openxmlformats.org/officeDocument/2006/relationships" id="265" r:id="Rfbbc83dd84974daf"/>
    <p:sldId xmlns:r="http://schemas.openxmlformats.org/officeDocument/2006/relationships" id="266" r:id="R066b43b8b6064379"/>
    <p:sldId xmlns:r="http://schemas.openxmlformats.org/officeDocument/2006/relationships" id="267" r:id="Rd88bd27d355f453a"/>
    <p:sldId xmlns:r="http://schemas.openxmlformats.org/officeDocument/2006/relationships" id="268" r:id="Ra309577761a847e0"/>
    <p:sldId xmlns:r="http://schemas.openxmlformats.org/officeDocument/2006/relationships" id="269" r:id="R11c4760b31d04421"/>
    <p:sldId xmlns:r="http://schemas.openxmlformats.org/officeDocument/2006/relationships" id="270" r:id="R2dd256e29127497e"/>
    <p:sldId xmlns:r="http://schemas.openxmlformats.org/officeDocument/2006/relationships" id="271" r:id="R4e75be03457c4f8f"/>
    <p:sldId xmlns:r="http://schemas.openxmlformats.org/officeDocument/2006/relationships" id="272" r:id="R52d18a5ab3e24501"/>
    <p:sldId xmlns:r="http://schemas.openxmlformats.org/officeDocument/2006/relationships" id="273" r:id="Rd319669bce9a49c2"/>
    <p:sldId xmlns:r="http://schemas.openxmlformats.org/officeDocument/2006/relationships" id="274" r:id="R731fe204b0ea41fe"/>
    <p:sldId xmlns:r="http://schemas.openxmlformats.org/officeDocument/2006/relationships" id="275" r:id="R144cc6e308df47f8"/>
    <p:sldId xmlns:r="http://schemas.openxmlformats.org/officeDocument/2006/relationships" id="276" r:id="R9fae2ca8ea7544d5"/>
    <p:sldId xmlns:r="http://schemas.openxmlformats.org/officeDocument/2006/relationships" id="277" r:id="Rf6dca0e39ec44d3c"/>
    <p:sldId xmlns:r="http://schemas.openxmlformats.org/officeDocument/2006/relationships" id="278" r:id="R8f22aaf18c084d21"/>
    <p:sldId xmlns:r="http://schemas.openxmlformats.org/officeDocument/2006/relationships" id="279" r:id="Re532591a1eab459c"/>
    <p:sldId xmlns:r="http://schemas.openxmlformats.org/officeDocument/2006/relationships" id="280" r:id="R90d351af7bf54fa8"/>
    <p:sldId xmlns:r="http://schemas.openxmlformats.org/officeDocument/2006/relationships" id="281" r:id="Rece4c7dd82c44332"/>
    <p:sldId xmlns:r="http://schemas.openxmlformats.org/officeDocument/2006/relationships" id="282" r:id="R00e943ef8f604c9d"/>
    <p:sldId xmlns:r="http://schemas.openxmlformats.org/officeDocument/2006/relationships" id="283" r:id="R61f0858af3dd4b3a"/>
    <p:sldId xmlns:r="http://schemas.openxmlformats.org/officeDocument/2006/relationships" id="284" r:id="R5e8a53518e034fb8"/>
    <p:sldId xmlns:r="http://schemas.openxmlformats.org/officeDocument/2006/relationships" id="285" r:id="Rf0d85cfe3dcb49cb"/>
    <p:sldId xmlns:r="http://schemas.openxmlformats.org/officeDocument/2006/relationships" id="286" r:id="Rd189d6abf170450b"/>
    <p:sldId xmlns:r="http://schemas.openxmlformats.org/officeDocument/2006/relationships" id="287" r:id="Rf3d1692bc8a64eb9"/>
    <p:sldId xmlns:r="http://schemas.openxmlformats.org/officeDocument/2006/relationships" id="288" r:id="R6cae4230c78a4de1"/>
    <p:sldId xmlns:r="http://schemas.openxmlformats.org/officeDocument/2006/relationships" id="289" r:id="R5d4506f23fd747d3"/>
    <p:sldId xmlns:r="http://schemas.openxmlformats.org/officeDocument/2006/relationships" id="290" r:id="Raa43de3cee574734"/>
    <p:sldId xmlns:r="http://schemas.openxmlformats.org/officeDocument/2006/relationships" id="291" r:id="Rcc0f700286904061"/>
    <p:sldId xmlns:r="http://schemas.openxmlformats.org/officeDocument/2006/relationships" id="292" r:id="Ra27f135614ef4632"/>
    <p:sldId xmlns:r="http://schemas.openxmlformats.org/officeDocument/2006/relationships" id="293" r:id="R5610beb1237c4187"/>
    <p:sldId xmlns:r="http://schemas.openxmlformats.org/officeDocument/2006/relationships" id="294" r:id="Ra8b9dc1588704a20"/>
    <p:sldId xmlns:r="http://schemas.openxmlformats.org/officeDocument/2006/relationships" id="295" r:id="Ref08f018b2804ad5"/>
    <p:sldId xmlns:r="http://schemas.openxmlformats.org/officeDocument/2006/relationships" id="296" r:id="R84d4add8449d4cee"/>
    <p:sldId xmlns:r="http://schemas.openxmlformats.org/officeDocument/2006/relationships" id="297" r:id="Ra6adb5c4581c45ff"/>
    <p:sldId xmlns:r="http://schemas.openxmlformats.org/officeDocument/2006/relationships" id="298" r:id="R66bbd785953d41a4"/>
    <p:sldId xmlns:r="http://schemas.openxmlformats.org/officeDocument/2006/relationships" id="299" r:id="Rd765f3b42eff4846"/>
    <p:sldId xmlns:r="http://schemas.openxmlformats.org/officeDocument/2006/relationships" id="300" r:id="Rd06a1fb1b2f04a7c"/>
    <p:sldId xmlns:r="http://schemas.openxmlformats.org/officeDocument/2006/relationships" id="301" r:id="R68abf3701c514974"/>
    <p:sldId xmlns:r="http://schemas.openxmlformats.org/officeDocument/2006/relationships" id="302" r:id="Rd2c91b206c224acc"/>
    <p:sldId xmlns:r="http://schemas.openxmlformats.org/officeDocument/2006/relationships" id="303" r:id="R549169079b14457f"/>
    <p:sldId xmlns:r="http://schemas.openxmlformats.org/officeDocument/2006/relationships" id="304" r:id="Rbd76decef52d469d"/>
    <p:sldId xmlns:r="http://schemas.openxmlformats.org/officeDocument/2006/relationships" id="305" r:id="R8dade73b7c7f4f0a"/>
    <p:sldId xmlns:r="http://schemas.openxmlformats.org/officeDocument/2006/relationships" id="306" r:id="Rbc2700f3771c4748"/>
    <p:sldId xmlns:r="http://schemas.openxmlformats.org/officeDocument/2006/relationships" id="307" r:id="R481409c82b374d17"/>
    <p:sldId xmlns:r="http://schemas.openxmlformats.org/officeDocument/2006/relationships" id="308" r:id="R58383e77c4c048fe"/>
    <p:sldId xmlns:r="http://schemas.openxmlformats.org/officeDocument/2006/relationships" id="309" r:id="Rfc0f25601e27463f"/>
    <p:sldId xmlns:r="http://schemas.openxmlformats.org/officeDocument/2006/relationships" id="310" r:id="R8652e4db66cb431f"/>
    <p:sldId xmlns:r="http://schemas.openxmlformats.org/officeDocument/2006/relationships" id="311" r:id="R0532649a105046fe"/>
    <p:sldId xmlns:r="http://schemas.openxmlformats.org/officeDocument/2006/relationships" id="312" r:id="R59ee6abcb6ec4b3c"/>
    <p:sldId xmlns:r="http://schemas.openxmlformats.org/officeDocument/2006/relationships" id="313" r:id="Ra86fa58efdc04625"/>
    <p:sldId xmlns:r="http://schemas.openxmlformats.org/officeDocument/2006/relationships" id="314" r:id="R6009952588a947eb"/>
    <p:sldId xmlns:r="http://schemas.openxmlformats.org/officeDocument/2006/relationships" id="315" r:id="Rae7727cfd8b84430"/>
    <p:sldId xmlns:r="http://schemas.openxmlformats.org/officeDocument/2006/relationships" id="316" r:id="R47252f8466a84d93"/>
    <p:sldId xmlns:r="http://schemas.openxmlformats.org/officeDocument/2006/relationships" id="317" r:id="R43598905c5374044"/>
    <p:sldId xmlns:r="http://schemas.openxmlformats.org/officeDocument/2006/relationships" id="318" r:id="Rea5469290fb6402a"/>
    <p:sldId xmlns:r="http://schemas.openxmlformats.org/officeDocument/2006/relationships" id="319" r:id="R31284520ca264c6e"/>
    <p:sldId xmlns:r="http://schemas.openxmlformats.org/officeDocument/2006/relationships" id="320" r:id="R63f33c8325364b11"/>
    <p:sldId xmlns:r="http://schemas.openxmlformats.org/officeDocument/2006/relationships" id="321" r:id="Rd5cc0db7fc944626"/>
    <p:sldId xmlns:r="http://schemas.openxmlformats.org/officeDocument/2006/relationships" id="322" r:id="Rdaa95547bef44ddc"/>
    <p:sldId xmlns:r="http://schemas.openxmlformats.org/officeDocument/2006/relationships" id="323" r:id="R3498a6761cc2453b"/>
    <p:sldId xmlns:r="http://schemas.openxmlformats.org/officeDocument/2006/relationships" id="324" r:id="R32be84234537435e"/>
    <p:sldId xmlns:r="http://schemas.openxmlformats.org/officeDocument/2006/relationships" id="325" r:id="R2d07596c6269449e"/>
    <p:sldId xmlns:r="http://schemas.openxmlformats.org/officeDocument/2006/relationships" id="326" r:id="R369354eb13d94b64"/>
    <p:sldId xmlns:r="http://schemas.openxmlformats.org/officeDocument/2006/relationships" id="327" r:id="Rded1a7fd8a044a5c"/>
    <p:sldId xmlns:r="http://schemas.openxmlformats.org/officeDocument/2006/relationships" id="328" r:id="R90bbcbb375844531"/>
    <p:sldId xmlns:r="http://schemas.openxmlformats.org/officeDocument/2006/relationships" id="329" r:id="R93f08efa6ef04794"/>
    <p:sldId xmlns:r="http://schemas.openxmlformats.org/officeDocument/2006/relationships" id="330" r:id="R5d931e83f7874ab6"/>
    <p:sldId xmlns:r="http://schemas.openxmlformats.org/officeDocument/2006/relationships" id="331" r:id="Rbc3633d2177b4cab"/>
    <p:sldId xmlns:r="http://schemas.openxmlformats.org/officeDocument/2006/relationships" id="332" r:id="R2551917ba16a42c4"/>
    <p:sldId xmlns:r="http://schemas.openxmlformats.org/officeDocument/2006/relationships" id="333" r:id="R5f216f796f3c4fe3"/>
    <p:sldId xmlns:r="http://schemas.openxmlformats.org/officeDocument/2006/relationships" id="334" r:id="R3f1efb5a15914950"/>
    <p:sldId xmlns:r="http://schemas.openxmlformats.org/officeDocument/2006/relationships" id="335" r:id="Reed48046afab4d98"/>
    <p:sldId xmlns:r="http://schemas.openxmlformats.org/officeDocument/2006/relationships" id="336" r:id="Rb9b2a3d8db8a471a"/>
    <p:sldId xmlns:r="http://schemas.openxmlformats.org/officeDocument/2006/relationships" id="337" r:id="R9cf162e40f044e2f"/>
    <p:sldId xmlns:r="http://schemas.openxmlformats.org/officeDocument/2006/relationships" id="338" r:id="Rf123b57c99b64d29"/>
    <p:sldId xmlns:r="http://schemas.openxmlformats.org/officeDocument/2006/relationships" id="339" r:id="R6a035fd524cc47b9"/>
    <p:sldId xmlns:r="http://schemas.openxmlformats.org/officeDocument/2006/relationships" id="340" r:id="Rff3541070e234cab"/>
    <p:sldId xmlns:r="http://schemas.openxmlformats.org/officeDocument/2006/relationships" id="341" r:id="R0ef2fbc527bb495f"/>
    <p:sldId xmlns:r="http://schemas.openxmlformats.org/officeDocument/2006/relationships" id="342" r:id="Rd3e549fa16f446f2"/>
    <p:sldId xmlns:r="http://schemas.openxmlformats.org/officeDocument/2006/relationships" id="343" r:id="R3eece86ee0234f80"/>
    <p:sldId xmlns:r="http://schemas.openxmlformats.org/officeDocument/2006/relationships" id="344" r:id="R7d41cbfe004044de"/>
    <p:sldId xmlns:r="http://schemas.openxmlformats.org/officeDocument/2006/relationships" id="345" r:id="Rccddd3d9049849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3b4e4716784119" /><Relationship Type="http://schemas.openxmlformats.org/officeDocument/2006/relationships/slideMaster" Target="/ppt/slideMasters/slideMaster1.xml" Id="R9dd0abf405ef41c7" /><Relationship Type="http://schemas.openxmlformats.org/officeDocument/2006/relationships/notesMaster" Target="/ppt/notesMasters/notesMaster1.xml" Id="Rd338341c12034405" /><Relationship Type="http://schemas.openxmlformats.org/officeDocument/2006/relationships/presProps" Target="/ppt/presProps.xml" Id="Ra7709492143f442a" /><Relationship Type="http://schemas.openxmlformats.org/officeDocument/2006/relationships/tableStyles" Target="/ppt/tableStyles.xml" Id="R7fe8efa1a27542e2" /><Relationship Type="http://schemas.openxmlformats.org/officeDocument/2006/relationships/slide" Target="/ppt/slides/slide1.xml" Id="Rad8d3546ab414f0d" /><Relationship Type="http://schemas.openxmlformats.org/officeDocument/2006/relationships/slide" Target="/ppt/slides/slide2.xml" Id="Rb689607e4dfb4eb0" /><Relationship Type="http://schemas.openxmlformats.org/officeDocument/2006/relationships/slide" Target="/ppt/slides/slide3.xml" Id="Rcdf059a27d9f40b1" /><Relationship Type="http://schemas.openxmlformats.org/officeDocument/2006/relationships/slide" Target="/ppt/slides/slide4.xml" Id="Re869ebeb4e564a76" /><Relationship Type="http://schemas.openxmlformats.org/officeDocument/2006/relationships/slide" Target="/ppt/slides/slide5.xml" Id="R3bbca11e701f40a5" /><Relationship Type="http://schemas.openxmlformats.org/officeDocument/2006/relationships/slide" Target="/ppt/slides/slide6.xml" Id="R38ebe95c12e1405e" /><Relationship Type="http://schemas.openxmlformats.org/officeDocument/2006/relationships/slide" Target="/ppt/slides/slide7.xml" Id="Rb96f5f326e0d438f" /><Relationship Type="http://schemas.openxmlformats.org/officeDocument/2006/relationships/slide" Target="/ppt/slides/slide8.xml" Id="R415762c27f274f92" /><Relationship Type="http://schemas.openxmlformats.org/officeDocument/2006/relationships/slide" Target="/ppt/slides/slide9.xml" Id="R38c9f0bab4f54102" /><Relationship Type="http://schemas.openxmlformats.org/officeDocument/2006/relationships/slide" Target="/ppt/slides/slide10.xml" Id="Rfbbc83dd84974daf" /><Relationship Type="http://schemas.openxmlformats.org/officeDocument/2006/relationships/slide" Target="/ppt/slides/slide11.xml" Id="R066b43b8b6064379" /><Relationship Type="http://schemas.openxmlformats.org/officeDocument/2006/relationships/slide" Target="/ppt/slides/slide12.xml" Id="Rd88bd27d355f453a" /><Relationship Type="http://schemas.openxmlformats.org/officeDocument/2006/relationships/slide" Target="/ppt/slides/slide13.xml" Id="Ra309577761a847e0" /><Relationship Type="http://schemas.openxmlformats.org/officeDocument/2006/relationships/slide" Target="/ppt/slides/slide14.xml" Id="R11c4760b31d04421" /><Relationship Type="http://schemas.openxmlformats.org/officeDocument/2006/relationships/slide" Target="/ppt/slides/slide15.xml" Id="R2dd256e29127497e" /><Relationship Type="http://schemas.openxmlformats.org/officeDocument/2006/relationships/slide" Target="/ppt/slides/slide16.xml" Id="R4e75be03457c4f8f" /><Relationship Type="http://schemas.openxmlformats.org/officeDocument/2006/relationships/slide" Target="/ppt/slides/slide17.xml" Id="R52d18a5ab3e24501" /><Relationship Type="http://schemas.openxmlformats.org/officeDocument/2006/relationships/slide" Target="/ppt/slides/slide18.xml" Id="Rd319669bce9a49c2" /><Relationship Type="http://schemas.openxmlformats.org/officeDocument/2006/relationships/slide" Target="/ppt/slides/slide19.xml" Id="R731fe204b0ea41fe" /><Relationship Type="http://schemas.openxmlformats.org/officeDocument/2006/relationships/slide" Target="/ppt/slides/slide20.xml" Id="R144cc6e308df47f8" /><Relationship Type="http://schemas.openxmlformats.org/officeDocument/2006/relationships/slide" Target="/ppt/slides/slide21.xml" Id="R9fae2ca8ea7544d5" /><Relationship Type="http://schemas.openxmlformats.org/officeDocument/2006/relationships/slide" Target="/ppt/slides/slide22.xml" Id="Rf6dca0e39ec44d3c" /><Relationship Type="http://schemas.openxmlformats.org/officeDocument/2006/relationships/slide" Target="/ppt/slides/slide23.xml" Id="R8f22aaf18c084d21" /><Relationship Type="http://schemas.openxmlformats.org/officeDocument/2006/relationships/slide" Target="/ppt/slides/slide24.xml" Id="Re532591a1eab459c" /><Relationship Type="http://schemas.openxmlformats.org/officeDocument/2006/relationships/slide" Target="/ppt/slides/slide25.xml" Id="R90d351af7bf54fa8" /><Relationship Type="http://schemas.openxmlformats.org/officeDocument/2006/relationships/slide" Target="/ppt/slides/slide26.xml" Id="Rece4c7dd82c44332" /><Relationship Type="http://schemas.openxmlformats.org/officeDocument/2006/relationships/slide" Target="/ppt/slides/slide27.xml" Id="R00e943ef8f604c9d" /><Relationship Type="http://schemas.openxmlformats.org/officeDocument/2006/relationships/slide" Target="/ppt/slides/slide28.xml" Id="R61f0858af3dd4b3a" /><Relationship Type="http://schemas.openxmlformats.org/officeDocument/2006/relationships/slide" Target="/ppt/slides/slide29.xml" Id="R5e8a53518e034fb8" /><Relationship Type="http://schemas.openxmlformats.org/officeDocument/2006/relationships/slide" Target="/ppt/slides/slide30.xml" Id="Rf0d85cfe3dcb49cb" /><Relationship Type="http://schemas.openxmlformats.org/officeDocument/2006/relationships/slide" Target="/ppt/slides/slide31.xml" Id="Rd189d6abf170450b" /><Relationship Type="http://schemas.openxmlformats.org/officeDocument/2006/relationships/slide" Target="/ppt/slides/slide32.xml" Id="Rf3d1692bc8a64eb9" /><Relationship Type="http://schemas.openxmlformats.org/officeDocument/2006/relationships/slide" Target="/ppt/slides/slide33.xml" Id="R6cae4230c78a4de1" /><Relationship Type="http://schemas.openxmlformats.org/officeDocument/2006/relationships/slide" Target="/ppt/slides/slide34.xml" Id="R5d4506f23fd747d3" /><Relationship Type="http://schemas.openxmlformats.org/officeDocument/2006/relationships/slide" Target="/ppt/slides/slide35.xml" Id="Raa43de3cee574734" /><Relationship Type="http://schemas.openxmlformats.org/officeDocument/2006/relationships/slide" Target="/ppt/slides/slide36.xml" Id="Rcc0f700286904061" /><Relationship Type="http://schemas.openxmlformats.org/officeDocument/2006/relationships/slide" Target="/ppt/slides/slide37.xml" Id="Ra27f135614ef4632" /><Relationship Type="http://schemas.openxmlformats.org/officeDocument/2006/relationships/slide" Target="/ppt/slides/slide38.xml" Id="R5610beb1237c4187" /><Relationship Type="http://schemas.openxmlformats.org/officeDocument/2006/relationships/slide" Target="/ppt/slides/slide39.xml" Id="Ra8b9dc1588704a20" /><Relationship Type="http://schemas.openxmlformats.org/officeDocument/2006/relationships/slide" Target="/ppt/slides/slide40.xml" Id="Ref08f018b2804ad5" /><Relationship Type="http://schemas.openxmlformats.org/officeDocument/2006/relationships/slide" Target="/ppt/slides/slide41.xml" Id="R84d4add8449d4cee" /><Relationship Type="http://schemas.openxmlformats.org/officeDocument/2006/relationships/slide" Target="/ppt/slides/slide42.xml" Id="Ra6adb5c4581c45ff" /><Relationship Type="http://schemas.openxmlformats.org/officeDocument/2006/relationships/slide" Target="/ppt/slides/slide43.xml" Id="R66bbd785953d41a4" /><Relationship Type="http://schemas.openxmlformats.org/officeDocument/2006/relationships/slide" Target="/ppt/slides/slide44.xml" Id="Rd765f3b42eff4846" /><Relationship Type="http://schemas.openxmlformats.org/officeDocument/2006/relationships/slide" Target="/ppt/slides/slide45.xml" Id="Rd06a1fb1b2f04a7c" /><Relationship Type="http://schemas.openxmlformats.org/officeDocument/2006/relationships/slide" Target="/ppt/slides/slide46.xml" Id="R68abf3701c514974" /><Relationship Type="http://schemas.openxmlformats.org/officeDocument/2006/relationships/slide" Target="/ppt/slides/slide47.xml" Id="Rd2c91b206c224acc" /><Relationship Type="http://schemas.openxmlformats.org/officeDocument/2006/relationships/slide" Target="/ppt/slides/slide48.xml" Id="R549169079b14457f" /><Relationship Type="http://schemas.openxmlformats.org/officeDocument/2006/relationships/slide" Target="/ppt/slides/slide49.xml" Id="Rbd76decef52d469d" /><Relationship Type="http://schemas.openxmlformats.org/officeDocument/2006/relationships/slide" Target="/ppt/slides/slide50.xml" Id="R8dade73b7c7f4f0a" /><Relationship Type="http://schemas.openxmlformats.org/officeDocument/2006/relationships/slide" Target="/ppt/slides/slide51.xml" Id="Rbc2700f3771c4748" /><Relationship Type="http://schemas.openxmlformats.org/officeDocument/2006/relationships/slide" Target="/ppt/slides/slide52.xml" Id="R481409c82b374d17" /><Relationship Type="http://schemas.openxmlformats.org/officeDocument/2006/relationships/slide" Target="/ppt/slides/slide53.xml" Id="R58383e77c4c048fe" /><Relationship Type="http://schemas.openxmlformats.org/officeDocument/2006/relationships/slide" Target="/ppt/slides/slide54.xml" Id="Rfc0f25601e27463f" /><Relationship Type="http://schemas.openxmlformats.org/officeDocument/2006/relationships/slide" Target="/ppt/slides/slide55.xml" Id="R8652e4db66cb431f" /><Relationship Type="http://schemas.openxmlformats.org/officeDocument/2006/relationships/slide" Target="/ppt/slides/slide56.xml" Id="R0532649a105046fe" /><Relationship Type="http://schemas.openxmlformats.org/officeDocument/2006/relationships/slide" Target="/ppt/slides/slide57.xml" Id="R59ee6abcb6ec4b3c" /><Relationship Type="http://schemas.openxmlformats.org/officeDocument/2006/relationships/slide" Target="/ppt/slides/slide58.xml" Id="Ra86fa58efdc04625" /><Relationship Type="http://schemas.openxmlformats.org/officeDocument/2006/relationships/slide" Target="/ppt/slides/slide59.xml" Id="R6009952588a947eb" /><Relationship Type="http://schemas.openxmlformats.org/officeDocument/2006/relationships/slide" Target="/ppt/slides/slide60.xml" Id="Rae7727cfd8b84430" /><Relationship Type="http://schemas.openxmlformats.org/officeDocument/2006/relationships/slide" Target="/ppt/slides/slide61.xml" Id="R47252f8466a84d93" /><Relationship Type="http://schemas.openxmlformats.org/officeDocument/2006/relationships/slide" Target="/ppt/slides/slide62.xml" Id="R43598905c5374044" /><Relationship Type="http://schemas.openxmlformats.org/officeDocument/2006/relationships/slide" Target="/ppt/slides/slide63.xml" Id="Rea5469290fb6402a" /><Relationship Type="http://schemas.openxmlformats.org/officeDocument/2006/relationships/slide" Target="/ppt/slides/slide64.xml" Id="R31284520ca264c6e" /><Relationship Type="http://schemas.openxmlformats.org/officeDocument/2006/relationships/slide" Target="/ppt/slides/slide65.xml" Id="R63f33c8325364b11" /><Relationship Type="http://schemas.openxmlformats.org/officeDocument/2006/relationships/slide" Target="/ppt/slides/slide66.xml" Id="Rd5cc0db7fc944626" /><Relationship Type="http://schemas.openxmlformats.org/officeDocument/2006/relationships/slide" Target="/ppt/slides/slide67.xml" Id="Rdaa95547bef44ddc" /><Relationship Type="http://schemas.openxmlformats.org/officeDocument/2006/relationships/slide" Target="/ppt/slides/slide68.xml" Id="R3498a6761cc2453b" /><Relationship Type="http://schemas.openxmlformats.org/officeDocument/2006/relationships/slide" Target="/ppt/slides/slide69.xml" Id="R32be84234537435e" /><Relationship Type="http://schemas.openxmlformats.org/officeDocument/2006/relationships/slide" Target="/ppt/slides/slide70.xml" Id="R2d07596c6269449e" /><Relationship Type="http://schemas.openxmlformats.org/officeDocument/2006/relationships/slide" Target="/ppt/slides/slide71.xml" Id="R369354eb13d94b64" /><Relationship Type="http://schemas.openxmlformats.org/officeDocument/2006/relationships/slide" Target="/ppt/slides/slide72.xml" Id="Rded1a7fd8a044a5c" /><Relationship Type="http://schemas.openxmlformats.org/officeDocument/2006/relationships/slide" Target="/ppt/slides/slide73.xml" Id="R90bbcbb375844531" /><Relationship Type="http://schemas.openxmlformats.org/officeDocument/2006/relationships/slide" Target="/ppt/slides/slide74.xml" Id="R93f08efa6ef04794" /><Relationship Type="http://schemas.openxmlformats.org/officeDocument/2006/relationships/slide" Target="/ppt/slides/slide75.xml" Id="R5d931e83f7874ab6" /><Relationship Type="http://schemas.openxmlformats.org/officeDocument/2006/relationships/slide" Target="/ppt/slides/slide76.xml" Id="Rbc3633d2177b4cab" /><Relationship Type="http://schemas.openxmlformats.org/officeDocument/2006/relationships/slide" Target="/ppt/slides/slide77.xml" Id="R2551917ba16a42c4" /><Relationship Type="http://schemas.openxmlformats.org/officeDocument/2006/relationships/slide" Target="/ppt/slides/slide78.xml" Id="R5f216f796f3c4fe3" /><Relationship Type="http://schemas.openxmlformats.org/officeDocument/2006/relationships/slide" Target="/ppt/slides/slide79.xml" Id="R3f1efb5a15914950" /><Relationship Type="http://schemas.openxmlformats.org/officeDocument/2006/relationships/slide" Target="/ppt/slides/slide80.xml" Id="Reed48046afab4d98" /><Relationship Type="http://schemas.openxmlformats.org/officeDocument/2006/relationships/slide" Target="/ppt/slides/slide81.xml" Id="Rb9b2a3d8db8a471a" /><Relationship Type="http://schemas.openxmlformats.org/officeDocument/2006/relationships/slide" Target="/ppt/slides/slide82.xml" Id="R9cf162e40f044e2f" /><Relationship Type="http://schemas.openxmlformats.org/officeDocument/2006/relationships/slide" Target="/ppt/slides/slide83.xml" Id="Rf123b57c99b64d29" /><Relationship Type="http://schemas.openxmlformats.org/officeDocument/2006/relationships/slide" Target="/ppt/slides/slide84.xml" Id="R6a035fd524cc47b9" /><Relationship Type="http://schemas.openxmlformats.org/officeDocument/2006/relationships/slide" Target="/ppt/slides/slide85.xml" Id="Rff3541070e234cab" /><Relationship Type="http://schemas.openxmlformats.org/officeDocument/2006/relationships/slide" Target="/ppt/slides/slide86.xml" Id="R0ef2fbc527bb495f" /><Relationship Type="http://schemas.openxmlformats.org/officeDocument/2006/relationships/slide" Target="/ppt/slides/slide87.xml" Id="Rd3e549fa16f446f2" /><Relationship Type="http://schemas.openxmlformats.org/officeDocument/2006/relationships/slide" Target="/ppt/slides/slide88.xml" Id="R3eece86ee0234f80" /><Relationship Type="http://schemas.openxmlformats.org/officeDocument/2006/relationships/slide" Target="/ppt/slides/slide89.xml" Id="R7d41cbfe004044de" /><Relationship Type="http://schemas.openxmlformats.org/officeDocument/2006/relationships/slide" Target="/ppt/slides/slide90.xml" Id="Rccddd3d9049849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44bd02eddf47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04cc6cd23d47e6" /><Relationship Type="http://schemas.openxmlformats.org/officeDocument/2006/relationships/notesMaster" Target="/ppt/notesMasters/notesMaster1.xml" Id="R0752565cfa554c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6cdae7f4e474188" /><Relationship Type="http://schemas.openxmlformats.org/officeDocument/2006/relationships/notesMaster" Target="/ppt/notesMasters/notesMaster1.xml" Id="R69db37b09fa946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08ea3c43874602" /><Relationship Type="http://schemas.openxmlformats.org/officeDocument/2006/relationships/notesMaster" Target="/ppt/notesMasters/notesMaster1.xml" Id="R978fb662e2284b4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81d7c2af0c42ca" /><Relationship Type="http://schemas.openxmlformats.org/officeDocument/2006/relationships/notesMaster" Target="/ppt/notesMasters/notesMaster1.xml" Id="Rc7cfe60a06fa4c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c03ab0ff424bc0" /><Relationship Type="http://schemas.openxmlformats.org/officeDocument/2006/relationships/notesMaster" Target="/ppt/notesMasters/notesMaster1.xml" Id="R1bbcb35d872f42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4994db0f1644d4" /><Relationship Type="http://schemas.openxmlformats.org/officeDocument/2006/relationships/notesMaster" Target="/ppt/notesMasters/notesMaster1.xml" Id="R96b3e2426c8542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5455fc2fb241b2" /><Relationship Type="http://schemas.openxmlformats.org/officeDocument/2006/relationships/notesMaster" Target="/ppt/notesMasters/notesMaster1.xml" Id="Rb7a6de06a3164a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4542cd28ab4de0" /><Relationship Type="http://schemas.openxmlformats.org/officeDocument/2006/relationships/notesMaster" Target="/ppt/notesMasters/notesMaster1.xml" Id="R9e066697c43549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b62655dfc7433c" /><Relationship Type="http://schemas.openxmlformats.org/officeDocument/2006/relationships/notesMaster" Target="/ppt/notesMasters/notesMaster1.xml" Id="R1ebdb2cfe2ac47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da296e4734f43ab" /><Relationship Type="http://schemas.openxmlformats.org/officeDocument/2006/relationships/notesMaster" Target="/ppt/notesMasters/notesMaster1.xml" Id="Re53a272552784f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b3573c6f6b4fcd" /><Relationship Type="http://schemas.openxmlformats.org/officeDocument/2006/relationships/notesMaster" Target="/ppt/notesMasters/notesMaster1.xml" Id="Rbac19b346dad44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0e4bc2acac4983" /><Relationship Type="http://schemas.openxmlformats.org/officeDocument/2006/relationships/notesMaster" Target="/ppt/notesMasters/notesMaster1.xml" Id="R98360096971148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c4276edafa4fe3" /><Relationship Type="http://schemas.openxmlformats.org/officeDocument/2006/relationships/notesMaster" Target="/ppt/notesMasters/notesMaster1.xml" Id="Rf05c7f3ff8ea4d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6bf5a16e054c00" /><Relationship Type="http://schemas.openxmlformats.org/officeDocument/2006/relationships/notesMaster" Target="/ppt/notesMasters/notesMaster1.xml" Id="R4c3771b01e61491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8bdcfe6d69d4211" /><Relationship Type="http://schemas.openxmlformats.org/officeDocument/2006/relationships/notesMaster" Target="/ppt/notesMasters/notesMaster1.xml" Id="R856bb637b4254c7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b0a8592c544e71" /><Relationship Type="http://schemas.openxmlformats.org/officeDocument/2006/relationships/notesMaster" Target="/ppt/notesMasters/notesMaster1.xml" Id="Rbe495c7917e84d0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c6032143a94b59" /><Relationship Type="http://schemas.openxmlformats.org/officeDocument/2006/relationships/notesMaster" Target="/ppt/notesMasters/notesMaster1.xml" Id="R8082f7de45b648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342acfe9eaa4575" /><Relationship Type="http://schemas.openxmlformats.org/officeDocument/2006/relationships/notesMaster" Target="/ppt/notesMasters/notesMaster1.xml" Id="R6101a85c8fdd47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df0a814a544df0" /><Relationship Type="http://schemas.openxmlformats.org/officeDocument/2006/relationships/notesMaster" Target="/ppt/notesMasters/notesMaster1.xml" Id="R04261cde31f14a2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378ae1985e408d" /><Relationship Type="http://schemas.openxmlformats.org/officeDocument/2006/relationships/notesMaster" Target="/ppt/notesMasters/notesMaster1.xml" Id="Ra7f16eab4d4d441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4fd52d87ad74998" /><Relationship Type="http://schemas.openxmlformats.org/officeDocument/2006/relationships/notesMaster" Target="/ppt/notesMasters/notesMaster1.xml" Id="R7453f0dfd2dd450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1aa5dd63fd34d90" /><Relationship Type="http://schemas.openxmlformats.org/officeDocument/2006/relationships/notesMaster" Target="/ppt/notesMasters/notesMaster1.xml" Id="R12718ea02f45451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1e4f2c7b9604809" /><Relationship Type="http://schemas.openxmlformats.org/officeDocument/2006/relationships/notesMaster" Target="/ppt/notesMasters/notesMaster1.xml" Id="R7e1c7d5a91de46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0caf1b2b9d549b7" /><Relationship Type="http://schemas.openxmlformats.org/officeDocument/2006/relationships/notesMaster" Target="/ppt/notesMasters/notesMaster1.xml" Id="R19e67c1c412c46f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895f145b5d84719" /><Relationship Type="http://schemas.openxmlformats.org/officeDocument/2006/relationships/notesMaster" Target="/ppt/notesMasters/notesMaster1.xml" Id="R60d7d15074104d5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67f689a71914f3c" /><Relationship Type="http://schemas.openxmlformats.org/officeDocument/2006/relationships/notesMaster" Target="/ppt/notesMasters/notesMaster1.xml" Id="R0412ce79bbd2492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f11ba8dfdff4db8" /><Relationship Type="http://schemas.openxmlformats.org/officeDocument/2006/relationships/notesMaster" Target="/ppt/notesMasters/notesMaster1.xml" Id="Rcc447031ccef469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1f4ff19a3014df7" /><Relationship Type="http://schemas.openxmlformats.org/officeDocument/2006/relationships/notesMaster" Target="/ppt/notesMasters/notesMaster1.xml" Id="R7c6793136efb4ea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209b89e512f4319" /><Relationship Type="http://schemas.openxmlformats.org/officeDocument/2006/relationships/notesMaster" Target="/ppt/notesMasters/notesMaster1.xml" Id="R9e53f7eca0424ab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d3a3f69e9ff488e" /><Relationship Type="http://schemas.openxmlformats.org/officeDocument/2006/relationships/notesMaster" Target="/ppt/notesMasters/notesMaster1.xml" Id="Rb1df0639a01c4ba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6442a5abbc74d0b" /><Relationship Type="http://schemas.openxmlformats.org/officeDocument/2006/relationships/notesMaster" Target="/ppt/notesMasters/notesMaster1.xml" Id="Rb2140d40672541e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c117cbda09048a2" /><Relationship Type="http://schemas.openxmlformats.org/officeDocument/2006/relationships/notesMaster" Target="/ppt/notesMasters/notesMaster1.xml" Id="R4a580460776b495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f0770159ce74d17" /><Relationship Type="http://schemas.openxmlformats.org/officeDocument/2006/relationships/notesMaster" Target="/ppt/notesMasters/notesMaster1.xml" Id="R02a66decc9c0467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b50775dead94bf7" /><Relationship Type="http://schemas.openxmlformats.org/officeDocument/2006/relationships/notesMaster" Target="/ppt/notesMasters/notesMaster1.xml" Id="Ra6a851cd8ea4438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f5cf6b4f74143cf" /><Relationship Type="http://schemas.openxmlformats.org/officeDocument/2006/relationships/notesMaster" Target="/ppt/notesMasters/notesMaster1.xml" Id="R6a35785e261b400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80ebcdde6e94e3f" /><Relationship Type="http://schemas.openxmlformats.org/officeDocument/2006/relationships/notesMaster" Target="/ppt/notesMasters/notesMaster1.xml" Id="R1c563771db3c4a5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bf599c96ed84d5e" /><Relationship Type="http://schemas.openxmlformats.org/officeDocument/2006/relationships/notesMaster" Target="/ppt/notesMasters/notesMaster1.xml" Id="Rfc76aac6e44340a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ade207b961d4fc0" /><Relationship Type="http://schemas.openxmlformats.org/officeDocument/2006/relationships/notesMaster" Target="/ppt/notesMasters/notesMaster1.xml" Id="Re9a368851bb34664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9e96962e0ba4dba" /><Relationship Type="http://schemas.openxmlformats.org/officeDocument/2006/relationships/notesMaster" Target="/ppt/notesMasters/notesMaster1.xml" Id="R1c6c457a2a6a4fb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09289a7d82247a3" /><Relationship Type="http://schemas.openxmlformats.org/officeDocument/2006/relationships/notesMaster" Target="/ppt/notesMasters/notesMaster1.xml" Id="Re780ee9cd85148c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d5a5d080e9b749cb" /><Relationship Type="http://schemas.openxmlformats.org/officeDocument/2006/relationships/notesMaster" Target="/ppt/notesMasters/notesMaster1.xml" Id="R7d82982196ce453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836e41cefc64d23" /><Relationship Type="http://schemas.openxmlformats.org/officeDocument/2006/relationships/notesMaster" Target="/ppt/notesMasters/notesMaster1.xml" Id="R9df34fdf03534028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83e5416505ef46c0" /><Relationship Type="http://schemas.openxmlformats.org/officeDocument/2006/relationships/notesMaster" Target="/ppt/notesMasters/notesMaster1.xml" Id="Ra6af50b4444f430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f9b5b3bcdd614821" /><Relationship Type="http://schemas.openxmlformats.org/officeDocument/2006/relationships/notesMaster" Target="/ppt/notesMasters/notesMaster1.xml" Id="Rfb9a43f1c9044fd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1c8550e817024fe1" /><Relationship Type="http://schemas.openxmlformats.org/officeDocument/2006/relationships/notesMaster" Target="/ppt/notesMasters/notesMaster1.xml" Id="R03d859be39b5400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7f2e70c88829403a" /><Relationship Type="http://schemas.openxmlformats.org/officeDocument/2006/relationships/notesMaster" Target="/ppt/notesMasters/notesMaster1.xml" Id="R0dc7c998c114461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84ab0007b83467b" /><Relationship Type="http://schemas.openxmlformats.org/officeDocument/2006/relationships/notesMaster" Target="/ppt/notesMasters/notesMaster1.xml" Id="R30414f8cdbc84b8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0fd054144c4b41bf" /><Relationship Type="http://schemas.openxmlformats.org/officeDocument/2006/relationships/notesMaster" Target="/ppt/notesMasters/notesMaster1.xml" Id="R33c3a8644d3b4e3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0b1f353cf1848cc" /><Relationship Type="http://schemas.openxmlformats.org/officeDocument/2006/relationships/notesMaster" Target="/ppt/notesMasters/notesMaster1.xml" Id="R5675c758ad0f41fe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9fd90cc6f6d4d49" /><Relationship Type="http://schemas.openxmlformats.org/officeDocument/2006/relationships/notesMaster" Target="/ppt/notesMasters/notesMaster1.xml" Id="R4571f06c4dc14fe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111c2cd7abb41b6" /><Relationship Type="http://schemas.openxmlformats.org/officeDocument/2006/relationships/notesMaster" Target="/ppt/notesMasters/notesMaster1.xml" Id="R9924b1e434524e3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47c1fc197ba49b5" /><Relationship Type="http://schemas.openxmlformats.org/officeDocument/2006/relationships/notesMaster" Target="/ppt/notesMasters/notesMaster1.xml" Id="Rf23c580281544efa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21a70297672749f5" /><Relationship Type="http://schemas.openxmlformats.org/officeDocument/2006/relationships/notesMaster" Target="/ppt/notesMasters/notesMaster1.xml" Id="R8ad78c485337400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5331b38e10564e29" /><Relationship Type="http://schemas.openxmlformats.org/officeDocument/2006/relationships/notesMaster" Target="/ppt/notesMasters/notesMaster1.xml" Id="R583ce9d3f36f449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4b6e0ea26d54459" /><Relationship Type="http://schemas.openxmlformats.org/officeDocument/2006/relationships/notesMaster" Target="/ppt/notesMasters/notesMaster1.xml" Id="Ra5e440de15d64c13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fe88591af6149da" /><Relationship Type="http://schemas.openxmlformats.org/officeDocument/2006/relationships/notesMaster" Target="/ppt/notesMasters/notesMaster1.xml" Id="R95c8d7f329d948c3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f436461a04964edc" /><Relationship Type="http://schemas.openxmlformats.org/officeDocument/2006/relationships/notesMaster" Target="/ppt/notesMasters/notesMaster1.xml" Id="R91c2bae754ee440d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aa831a22fb0c4912" /><Relationship Type="http://schemas.openxmlformats.org/officeDocument/2006/relationships/notesMaster" Target="/ppt/notesMasters/notesMaster1.xml" Id="R79393f1d1df7496a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f9e4e7673f54423" /><Relationship Type="http://schemas.openxmlformats.org/officeDocument/2006/relationships/notesMaster" Target="/ppt/notesMasters/notesMaster1.xml" Id="R1c0d64d9b506454d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53228dcc21d74a23" /><Relationship Type="http://schemas.openxmlformats.org/officeDocument/2006/relationships/notesMaster" Target="/ppt/notesMasters/notesMaster1.xml" Id="Rb051be9fad174ca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28d72df29b864d1c" /><Relationship Type="http://schemas.openxmlformats.org/officeDocument/2006/relationships/notesMaster" Target="/ppt/notesMasters/notesMaster1.xml" Id="R91870a77ce6f4109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85b66c2e68304354" /><Relationship Type="http://schemas.openxmlformats.org/officeDocument/2006/relationships/notesMaster" Target="/ppt/notesMasters/notesMaster1.xml" Id="R609a072af0484a08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a7c3feeace2e4db0" /><Relationship Type="http://schemas.openxmlformats.org/officeDocument/2006/relationships/notesMaster" Target="/ppt/notesMasters/notesMaster1.xml" Id="Ra79bf14017f2462b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8de800b2dfcc47d2" /><Relationship Type="http://schemas.openxmlformats.org/officeDocument/2006/relationships/notesMaster" Target="/ppt/notesMasters/notesMaster1.xml" Id="R896ba276f75a463a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06fd426712d84213" /><Relationship Type="http://schemas.openxmlformats.org/officeDocument/2006/relationships/notesMaster" Target="/ppt/notesMasters/notesMaster1.xml" Id="Rec4e5a6a511e41d4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d9f7244ccfe845e4" /><Relationship Type="http://schemas.openxmlformats.org/officeDocument/2006/relationships/notesMaster" Target="/ppt/notesMasters/notesMaster1.xml" Id="Ra1ac808fe0a74377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2fbc071f52aa4617" /><Relationship Type="http://schemas.openxmlformats.org/officeDocument/2006/relationships/notesMaster" Target="/ppt/notesMasters/notesMaster1.xml" Id="Ra6f91a5fa83543b5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89ed31c0d7514eaa" /><Relationship Type="http://schemas.openxmlformats.org/officeDocument/2006/relationships/notesMaster" Target="/ppt/notesMasters/notesMaster1.xml" Id="R402a5a41ef1045d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29dc964267bc4c72" /><Relationship Type="http://schemas.openxmlformats.org/officeDocument/2006/relationships/notesMaster" Target="/ppt/notesMasters/notesMaster1.xml" Id="R7187dbd9726943e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a4f4836c376a43ed" /><Relationship Type="http://schemas.openxmlformats.org/officeDocument/2006/relationships/notesMaster" Target="/ppt/notesMasters/notesMaster1.xml" Id="Rcd291b71d9104df5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cb9cba4bce744de1" /><Relationship Type="http://schemas.openxmlformats.org/officeDocument/2006/relationships/notesMaster" Target="/ppt/notesMasters/notesMaster1.xml" Id="Rcd6b2e0177bd438b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efd99bff20ac440f" /><Relationship Type="http://schemas.openxmlformats.org/officeDocument/2006/relationships/notesMaster" Target="/ppt/notesMasters/notesMaster1.xml" Id="R62ee50ffccc24fb2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89b603654a194a0e" /><Relationship Type="http://schemas.openxmlformats.org/officeDocument/2006/relationships/notesMaster" Target="/ppt/notesMasters/notesMaster1.xml" Id="R9097af7da47f4f13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b39fdec4c6694f52" /><Relationship Type="http://schemas.openxmlformats.org/officeDocument/2006/relationships/notesMaster" Target="/ppt/notesMasters/notesMaster1.xml" Id="R137c6a5c980d405c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42f73df080e4417c" /><Relationship Type="http://schemas.openxmlformats.org/officeDocument/2006/relationships/notesMaster" Target="/ppt/notesMasters/notesMaster1.xml" Id="Re9ce6f3156804052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e533a5f11e5740ed" /><Relationship Type="http://schemas.openxmlformats.org/officeDocument/2006/relationships/notesMaster" Target="/ppt/notesMasters/notesMaster1.xml" Id="R1ee09301c875499b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a738d6f5e9e14859" /><Relationship Type="http://schemas.openxmlformats.org/officeDocument/2006/relationships/notesMaster" Target="/ppt/notesMasters/notesMaster1.xml" Id="R22d8dec9a481441c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10b4407806f24075" /><Relationship Type="http://schemas.openxmlformats.org/officeDocument/2006/relationships/notesMaster" Target="/ppt/notesMasters/notesMaster1.xml" Id="R78587c87894f4658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fb2715ae67df4188" /><Relationship Type="http://schemas.openxmlformats.org/officeDocument/2006/relationships/notesMaster" Target="/ppt/notesMasters/notesMaster1.xml" Id="R0d31fa50ea154f46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b537d787a5a4451" /><Relationship Type="http://schemas.openxmlformats.org/officeDocument/2006/relationships/notesMaster" Target="/ppt/notesMasters/notesMaster1.xml" Id="Rf5c6e0aff4fa4659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1285d5bda4be44f0" /><Relationship Type="http://schemas.openxmlformats.org/officeDocument/2006/relationships/notesMaster" Target="/ppt/notesMasters/notesMaster1.xml" Id="R0728fb69352e46a5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5a5137b67cbf46ef" /><Relationship Type="http://schemas.openxmlformats.org/officeDocument/2006/relationships/notesMaster" Target="/ppt/notesMasters/notesMaster1.xml" Id="Re606e67dadb040b7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74da56cc98884512" /><Relationship Type="http://schemas.openxmlformats.org/officeDocument/2006/relationships/notesMaster" Target="/ppt/notesMasters/notesMaster1.xml" Id="Rc641ecee4906438c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0c2f1b6ccfed4e6e" /><Relationship Type="http://schemas.openxmlformats.org/officeDocument/2006/relationships/notesMaster" Target="/ppt/notesMasters/notesMaster1.xml" Id="Raf33242f017d4e8e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f74fe3549bc14523" /><Relationship Type="http://schemas.openxmlformats.org/officeDocument/2006/relationships/notesMaster" Target="/ppt/notesMasters/notesMaster1.xml" Id="Ra6a3768eef6f42ad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df626a381c2b4b59" /><Relationship Type="http://schemas.openxmlformats.org/officeDocument/2006/relationships/notesMaster" Target="/ppt/notesMasters/notesMaster1.xml" Id="Rc0c2773f9f12408a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31764e0d5b084d18" /><Relationship Type="http://schemas.openxmlformats.org/officeDocument/2006/relationships/notesMaster" Target="/ppt/notesMasters/notesMaster1.xml" Id="R31769e13a1f4445c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49d31f37ad8843ae" /><Relationship Type="http://schemas.openxmlformats.org/officeDocument/2006/relationships/notesMaster" Target="/ppt/notesMasters/notesMaster1.xml" Id="Rcd9c9cede996485f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f62529c5a09c40c5" /><Relationship Type="http://schemas.openxmlformats.org/officeDocument/2006/relationships/notesMaster" Target="/ppt/notesMasters/notesMaster1.xml" Id="Ree6a6ede94ea4fe8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d4e7ce653a5d4154" /><Relationship Type="http://schemas.openxmlformats.org/officeDocument/2006/relationships/notesMaster" Target="/ppt/notesMasters/notesMaster1.xml" Id="R6d7c1ea65e8742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TB1: Sumitabha Das, Unix Concepts and Applications, 4th ed.; TB2: W. Richard Stevens, Advanced Programming in the UNIX Environment, 2nd 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7ac19c229481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17e50239b94aa2" /><Relationship Type="http://schemas.openxmlformats.org/officeDocument/2006/relationships/slideLayout" Target="/ppt/slideLayouts/slideLayout1.xml" Id="R4e9491bccf6447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9491bccf6447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3ebf1c90447e4" /><Relationship Type="http://schemas.openxmlformats.org/officeDocument/2006/relationships/notesSlide" Target="/ppt/notesSlides/notesSlide1.xml" Id="Rf46cd9ba60154d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b0419b55042cb" /><Relationship Type="http://schemas.openxmlformats.org/officeDocument/2006/relationships/notesSlide" Target="/ppt/notesSlides/notesSlide2.xml" Id="Rbd6d23aec9a644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1141407e684f8d" /><Relationship Type="http://schemas.openxmlformats.org/officeDocument/2006/relationships/notesSlide" Target="/ppt/notesSlides/notesSlide3.xml" Id="R14c76bcbfcce4d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856f5ac2c425b" /><Relationship Type="http://schemas.openxmlformats.org/officeDocument/2006/relationships/notesSlide" Target="/ppt/notesSlides/notesSlide4.xml" Id="R6a4537cf076e4a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cc039f88c4752" /><Relationship Type="http://schemas.openxmlformats.org/officeDocument/2006/relationships/notesSlide" Target="/ppt/notesSlides/notesSlide5.xml" Id="R69cb5af30b8048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08b09b6bc4921" /><Relationship Type="http://schemas.openxmlformats.org/officeDocument/2006/relationships/notesSlide" Target="/ppt/notesSlides/notesSlide6.xml" Id="R6a60427ed9b745a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1bfd9afad4c5c" /><Relationship Type="http://schemas.openxmlformats.org/officeDocument/2006/relationships/notesSlide" Target="/ppt/notesSlides/notesSlide7.xml" Id="R51d53675e1574d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bd7efdf094d2d" /><Relationship Type="http://schemas.openxmlformats.org/officeDocument/2006/relationships/notesSlide" Target="/ppt/notesSlides/notesSlide8.xml" Id="Rbdee4331ee1046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f9000ff02e4c65" /><Relationship Type="http://schemas.openxmlformats.org/officeDocument/2006/relationships/notesSlide" Target="/ppt/notesSlides/notesSlide9.xml" Id="R595644cc2c6444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aed7411b94633" /><Relationship Type="http://schemas.openxmlformats.org/officeDocument/2006/relationships/notesSlide" Target="/ppt/notesSlides/notesSlide10.xml" Id="R2413cc0492d840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6b4970fd44357" /><Relationship Type="http://schemas.openxmlformats.org/officeDocument/2006/relationships/notesSlide" Target="/ppt/notesSlides/notesSlide11.xml" Id="R163759e7a18242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eed48872c4514" /><Relationship Type="http://schemas.openxmlformats.org/officeDocument/2006/relationships/notesSlide" Target="/ppt/notesSlides/notesSlide12.xml" Id="Rf7b7d8efd0ef41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a9cd376754a3e" /><Relationship Type="http://schemas.openxmlformats.org/officeDocument/2006/relationships/notesSlide" Target="/ppt/notesSlides/notesSlide13.xml" Id="R38728d46607e4a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bac828c1524bd9" /><Relationship Type="http://schemas.openxmlformats.org/officeDocument/2006/relationships/notesSlide" Target="/ppt/notesSlides/notesSlide14.xml" Id="R098270ce29c44d2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7b0859d4b4257" /><Relationship Type="http://schemas.openxmlformats.org/officeDocument/2006/relationships/notesSlide" Target="/ppt/notesSlides/notesSlide15.xml" Id="R317968a1f75e4b7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67aae4c734d08" /><Relationship Type="http://schemas.openxmlformats.org/officeDocument/2006/relationships/notesSlide" Target="/ppt/notesSlides/notesSlide16.xml" Id="R1be2566379a648c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e14d5435d495b" /><Relationship Type="http://schemas.openxmlformats.org/officeDocument/2006/relationships/notesSlide" Target="/ppt/notesSlides/notesSlide17.xml" Id="Rc6a1db81421b4a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f45a0dbb342ab" /><Relationship Type="http://schemas.openxmlformats.org/officeDocument/2006/relationships/notesSlide" Target="/ppt/notesSlides/notesSlide18.xml" Id="R509bb1f82e134b8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a73fa70554de4" /><Relationship Type="http://schemas.openxmlformats.org/officeDocument/2006/relationships/notesSlide" Target="/ppt/notesSlides/notesSlide19.xml" Id="Rb1cfed4be6f142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e89eca6914882" /><Relationship Type="http://schemas.openxmlformats.org/officeDocument/2006/relationships/notesSlide" Target="/ppt/notesSlides/notesSlide20.xml" Id="R5d812b44943a4d4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51a8505004216" /><Relationship Type="http://schemas.openxmlformats.org/officeDocument/2006/relationships/notesSlide" Target="/ppt/notesSlides/notesSlide21.xml" Id="Rdfb5024254b6450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ef06c205a44ef" /><Relationship Type="http://schemas.openxmlformats.org/officeDocument/2006/relationships/notesSlide" Target="/ppt/notesSlides/notesSlide22.xml" Id="Rc56148d152014ba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cdf182c5fa4ed6" /><Relationship Type="http://schemas.openxmlformats.org/officeDocument/2006/relationships/notesSlide" Target="/ppt/notesSlides/notesSlide23.xml" Id="R4715f6ed058043c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82d22e9c341d7" /><Relationship Type="http://schemas.openxmlformats.org/officeDocument/2006/relationships/notesSlide" Target="/ppt/notesSlides/notesSlide24.xml" Id="Rba156c8df357405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349969f4c47af" /><Relationship Type="http://schemas.openxmlformats.org/officeDocument/2006/relationships/notesSlide" Target="/ppt/notesSlides/notesSlide25.xml" Id="R8b4da14d618d4cb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6aed54f974544" /><Relationship Type="http://schemas.openxmlformats.org/officeDocument/2006/relationships/notesSlide" Target="/ppt/notesSlides/notesSlide26.xml" Id="R194b3d2c967c4e9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e855ebd5f3467f" /><Relationship Type="http://schemas.openxmlformats.org/officeDocument/2006/relationships/notesSlide" Target="/ppt/notesSlides/notesSlide27.xml" Id="R04895cefe0a54f2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ec055606e4593" /><Relationship Type="http://schemas.openxmlformats.org/officeDocument/2006/relationships/notesSlide" Target="/ppt/notesSlides/notesSlide28.xml" Id="R9d11840bc3cf47f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b9bdb333a4596" /><Relationship Type="http://schemas.openxmlformats.org/officeDocument/2006/relationships/notesSlide" Target="/ppt/notesSlides/notesSlide29.xml" Id="Rcf41676c47dc4ec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d0e905d1b404a" /><Relationship Type="http://schemas.openxmlformats.org/officeDocument/2006/relationships/notesSlide" Target="/ppt/notesSlides/notesSlide30.xml" Id="Rb3e35597f9ac4b8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9f33810da41d9" /><Relationship Type="http://schemas.openxmlformats.org/officeDocument/2006/relationships/notesSlide" Target="/ppt/notesSlides/notesSlide31.xml" Id="R79b3743a75244ea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60678e79a49f3" /><Relationship Type="http://schemas.openxmlformats.org/officeDocument/2006/relationships/notesSlide" Target="/ppt/notesSlides/notesSlide32.xml" Id="R4c2981060daf44d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6beac5d9c4149" /><Relationship Type="http://schemas.openxmlformats.org/officeDocument/2006/relationships/notesSlide" Target="/ppt/notesSlides/notesSlide33.xml" Id="Re6ad9b9af03e4f3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65e58681e41c5" /><Relationship Type="http://schemas.openxmlformats.org/officeDocument/2006/relationships/notesSlide" Target="/ppt/notesSlides/notesSlide34.xml" Id="R9f8fe0105d6747d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7e63d79d840fb" /><Relationship Type="http://schemas.openxmlformats.org/officeDocument/2006/relationships/notesSlide" Target="/ppt/notesSlides/notesSlide35.xml" Id="R2f8b2a679dbe479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2f2dbcf0d4b10" /><Relationship Type="http://schemas.openxmlformats.org/officeDocument/2006/relationships/notesSlide" Target="/ppt/notesSlides/notesSlide36.xml" Id="R6a245b975a1f41a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a125d31a54cf5" /><Relationship Type="http://schemas.openxmlformats.org/officeDocument/2006/relationships/notesSlide" Target="/ppt/notesSlides/notesSlide37.xml" Id="R7fd349c8d6f646d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88f7b4eaa4928" /><Relationship Type="http://schemas.openxmlformats.org/officeDocument/2006/relationships/notesSlide" Target="/ppt/notesSlides/notesSlide38.xml" Id="R218bb039572b4b5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ac2eb5f014ab5" /><Relationship Type="http://schemas.openxmlformats.org/officeDocument/2006/relationships/notesSlide" Target="/ppt/notesSlides/notesSlide39.xml" Id="Ra42d3fe29d724cd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caa427bce451b" /><Relationship Type="http://schemas.openxmlformats.org/officeDocument/2006/relationships/notesSlide" Target="/ppt/notesSlides/notesSlide40.xml" Id="R5ecd9fd923534458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dc9f5400a4b4c" /><Relationship Type="http://schemas.openxmlformats.org/officeDocument/2006/relationships/notesSlide" Target="/ppt/notesSlides/notesSlide41.xml" Id="Ra32d1f38c84c4f3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c8162bca44df4" /><Relationship Type="http://schemas.openxmlformats.org/officeDocument/2006/relationships/notesSlide" Target="/ppt/notesSlides/notesSlide42.xml" Id="R528c38d5deec4eaf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707c1dfee4185" /><Relationship Type="http://schemas.openxmlformats.org/officeDocument/2006/relationships/notesSlide" Target="/ppt/notesSlides/notesSlide43.xml" Id="R5f7d3f0a638b4fe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206a36b3047a0" /><Relationship Type="http://schemas.openxmlformats.org/officeDocument/2006/relationships/notesSlide" Target="/ppt/notesSlides/notesSlide44.xml" Id="Raaa0ac38d440489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b4bb5405a4ce2" /><Relationship Type="http://schemas.openxmlformats.org/officeDocument/2006/relationships/notesSlide" Target="/ppt/notesSlides/notesSlide45.xml" Id="R6c25ef943f4941d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eb86f75264216" /><Relationship Type="http://schemas.openxmlformats.org/officeDocument/2006/relationships/notesSlide" Target="/ppt/notesSlides/notesSlide46.xml" Id="R56b91f3160924ea3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2bd1f45cd4c25" /><Relationship Type="http://schemas.openxmlformats.org/officeDocument/2006/relationships/notesSlide" Target="/ppt/notesSlides/notesSlide47.xml" Id="Rb4234f2b009d401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121a0ce634ca1" /><Relationship Type="http://schemas.openxmlformats.org/officeDocument/2006/relationships/notesSlide" Target="/ppt/notesSlides/notesSlide48.xml" Id="R5f62b301e16a4b7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09992d0ef4603" /><Relationship Type="http://schemas.openxmlformats.org/officeDocument/2006/relationships/notesSlide" Target="/ppt/notesSlides/notesSlide49.xml" Id="Rfc0f71d2723b450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ed078d2ef940d8" /><Relationship Type="http://schemas.openxmlformats.org/officeDocument/2006/relationships/notesSlide" Target="/ppt/notesSlides/notesSlide50.xml" Id="R0710a3ead85e45d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426cc7d474fbb" /><Relationship Type="http://schemas.openxmlformats.org/officeDocument/2006/relationships/notesSlide" Target="/ppt/notesSlides/notesSlide51.xml" Id="Rd35911795f044b6c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597d13d1b4359" /><Relationship Type="http://schemas.openxmlformats.org/officeDocument/2006/relationships/notesSlide" Target="/ppt/notesSlides/notesSlide52.xml" Id="R0c119dcf648f43ed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860aaf6ff4a07" /><Relationship Type="http://schemas.openxmlformats.org/officeDocument/2006/relationships/notesSlide" Target="/ppt/notesSlides/notesSlide53.xml" Id="R660c062442cf45d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7f0db7790b4344" /><Relationship Type="http://schemas.openxmlformats.org/officeDocument/2006/relationships/notesSlide" Target="/ppt/notesSlides/notesSlide54.xml" Id="R7056c924a53a4fe8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b11290ee143d1" /><Relationship Type="http://schemas.openxmlformats.org/officeDocument/2006/relationships/notesSlide" Target="/ppt/notesSlides/notesSlide55.xml" Id="Rd0a92b86a5da4776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33dfc746a74f27" /><Relationship Type="http://schemas.openxmlformats.org/officeDocument/2006/relationships/notesSlide" Target="/ppt/notesSlides/notesSlide56.xml" Id="R1100396dcb294d72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77277b7a6e46c1" /><Relationship Type="http://schemas.openxmlformats.org/officeDocument/2006/relationships/notesSlide" Target="/ppt/notesSlides/notesSlide57.xml" Id="Rc5b1bae8a11f4dcb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591749cf54864" /><Relationship Type="http://schemas.openxmlformats.org/officeDocument/2006/relationships/notesSlide" Target="/ppt/notesSlides/notesSlide58.xml" Id="R2381b8a65614426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0d3a3a11643aa" /><Relationship Type="http://schemas.openxmlformats.org/officeDocument/2006/relationships/notesSlide" Target="/ppt/notesSlides/notesSlide59.xml" Id="Rd914ffc4534f413a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70196659c4bf7" /><Relationship Type="http://schemas.openxmlformats.org/officeDocument/2006/relationships/notesSlide" Target="/ppt/notesSlides/notesSlide60.xml" Id="R5036cd3c577d4e72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ed62dd0784efd" /><Relationship Type="http://schemas.openxmlformats.org/officeDocument/2006/relationships/notesSlide" Target="/ppt/notesSlides/notesSlide61.xml" Id="Rf24e5618c5dd4065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e86dc761d4ff9" /><Relationship Type="http://schemas.openxmlformats.org/officeDocument/2006/relationships/notesSlide" Target="/ppt/notesSlides/notesSlide62.xml" Id="R936d159d8cf3496f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e9f3197c14d61" /><Relationship Type="http://schemas.openxmlformats.org/officeDocument/2006/relationships/notesSlide" Target="/ppt/notesSlides/notesSlide63.xml" Id="R656556a99e184cd0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3c4388fb042b0" /><Relationship Type="http://schemas.openxmlformats.org/officeDocument/2006/relationships/notesSlide" Target="/ppt/notesSlides/notesSlide64.xml" Id="R5102d760a057484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6056e200344c2" /><Relationship Type="http://schemas.openxmlformats.org/officeDocument/2006/relationships/notesSlide" Target="/ppt/notesSlides/notesSlide65.xml" Id="R013f2f6d43364652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af8c1bbfb434d" /><Relationship Type="http://schemas.openxmlformats.org/officeDocument/2006/relationships/notesSlide" Target="/ppt/notesSlides/notesSlide66.xml" Id="Rd484a95a7fe5418e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cfa5eca98433d" /><Relationship Type="http://schemas.openxmlformats.org/officeDocument/2006/relationships/notesSlide" Target="/ppt/notesSlides/notesSlide67.xml" Id="Ref3f16c33ee04f33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c97ea4f43547b0" /><Relationship Type="http://schemas.openxmlformats.org/officeDocument/2006/relationships/notesSlide" Target="/ppt/notesSlides/notesSlide68.xml" Id="R8b97827b2da64a5e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9b279fa624330" /><Relationship Type="http://schemas.openxmlformats.org/officeDocument/2006/relationships/notesSlide" Target="/ppt/notesSlides/notesSlide69.xml" Id="Rcc7cadde24e64e31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6db45f0194cb3" /><Relationship Type="http://schemas.openxmlformats.org/officeDocument/2006/relationships/notesSlide" Target="/ppt/notesSlides/notesSlide70.xml" Id="R3f801e172ed54ebc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02bf63de74565" /><Relationship Type="http://schemas.openxmlformats.org/officeDocument/2006/relationships/notesSlide" Target="/ppt/notesSlides/notesSlide71.xml" Id="R561679a3ca4a4155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a540faa9145e8" /><Relationship Type="http://schemas.openxmlformats.org/officeDocument/2006/relationships/notesSlide" Target="/ppt/notesSlides/notesSlide72.xml" Id="R60883b9e83094222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4775cfb834102" /><Relationship Type="http://schemas.openxmlformats.org/officeDocument/2006/relationships/notesSlide" Target="/ppt/notesSlides/notesSlide73.xml" Id="R66ea951c90d24996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22b51c8c1c4780" /><Relationship Type="http://schemas.openxmlformats.org/officeDocument/2006/relationships/notesSlide" Target="/ppt/notesSlides/notesSlide74.xml" Id="R78534690ee5f49ea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d53b617d64a21" /><Relationship Type="http://schemas.openxmlformats.org/officeDocument/2006/relationships/notesSlide" Target="/ppt/notesSlides/notesSlide75.xml" Id="R3024f100596b4a6d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b56c258be46cf" /><Relationship Type="http://schemas.openxmlformats.org/officeDocument/2006/relationships/notesSlide" Target="/ppt/notesSlides/notesSlide76.xml" Id="R782f8e0472d84c0f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5803361755483b" /><Relationship Type="http://schemas.openxmlformats.org/officeDocument/2006/relationships/notesSlide" Target="/ppt/notesSlides/notesSlide77.xml" Id="R0cb977e43a5846df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8b3a266924ab5" /><Relationship Type="http://schemas.openxmlformats.org/officeDocument/2006/relationships/notesSlide" Target="/ppt/notesSlides/notesSlide78.xml" Id="R9b0524b723fe47ef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f42fd68ac4823" /><Relationship Type="http://schemas.openxmlformats.org/officeDocument/2006/relationships/notesSlide" Target="/ppt/notesSlides/notesSlide79.xml" Id="Re3e9b27120024f59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c83f91cb84b12" /><Relationship Type="http://schemas.openxmlformats.org/officeDocument/2006/relationships/notesSlide" Target="/ppt/notesSlides/notesSlide80.xml" Id="R690414e96a6c48f6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b52f6c84746ab" /><Relationship Type="http://schemas.openxmlformats.org/officeDocument/2006/relationships/notesSlide" Target="/ppt/notesSlides/notesSlide81.xml" Id="R8557078f57084996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e95bef8fe43ca" /><Relationship Type="http://schemas.openxmlformats.org/officeDocument/2006/relationships/notesSlide" Target="/ppt/notesSlides/notesSlide82.xml" Id="Rddeaea32dacd4319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3dc2027f5449b" /><Relationship Type="http://schemas.openxmlformats.org/officeDocument/2006/relationships/notesSlide" Target="/ppt/notesSlides/notesSlide83.xml" Id="Rd461198efcee4248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41d4a12c4462a" /><Relationship Type="http://schemas.openxmlformats.org/officeDocument/2006/relationships/notesSlide" Target="/ppt/notesSlides/notesSlide84.xml" Id="R3d7aa459b8b847d7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eb947fc6641b2" /><Relationship Type="http://schemas.openxmlformats.org/officeDocument/2006/relationships/notesSlide" Target="/ppt/notesSlides/notesSlide85.xml" Id="R3a164c021edf40d1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45aa5b7de4445" /><Relationship Type="http://schemas.openxmlformats.org/officeDocument/2006/relationships/notesSlide" Target="/ppt/notesSlides/notesSlide86.xml" Id="R5c716a8cb36142e4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4fc96ddde4049" /><Relationship Type="http://schemas.openxmlformats.org/officeDocument/2006/relationships/notesSlide" Target="/ppt/notesSlides/notesSlide87.xml" Id="R84bb4a6733b04cde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577b83645d4bd5" /><Relationship Type="http://schemas.openxmlformats.org/officeDocument/2006/relationships/notesSlide" Target="/ppt/notesSlides/notesSlide88.xml" Id="R51abad96799b4ba6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4d96a88c441b6" /><Relationship Type="http://schemas.openxmlformats.org/officeDocument/2006/relationships/notesSlide" Target="/ppt/notesSlides/notesSlide89.xml" Id="R8afb41fe9ac84e32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a0a76cb43f454c" /><Relationship Type="http://schemas.openxmlformats.org/officeDocument/2006/relationships/notesSlide" Target="/ppt/notesSlides/notesSlide90.xml" Id="Reba412a3a71a43b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970615-1F45-4E4B-BAF1-13B6154F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F575F-AC03-4A64-9388-D3F966FA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1CDE6-FA02-4CD7-BD04-ED0FDCAB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B1EA0-22CE-4DE6-9939-A8B9475C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2A02B-3786-4E98-ACD9-A4880CAB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B1F18"/>
                </a:solidFill>
              </a:defRPr>
            </a:pPr>
            <a:r>
              <a:rPr sz="3450" b="1">
                <a:solidFill>
                  <a:srgbClr val="0B1F18"/>
                </a:solidFill>
              </a:rPr>
              <a:t>Unix Environment, Commands and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8974F1-8B70-4FEC-AC64-AE2E5887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569"/>
                </a:solidFill>
              </a:defRPr>
            </a:pPr>
            <a:r>
              <a:rPr sz="1725" b="0">
                <a:solidFill>
                  <a:srgbClr val="475569"/>
                </a:solidFill>
              </a:rPr>
              <a:t>Unix System Programming | Module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F56741-5699-4294-8C59-3EAE227B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solidFill>
              <a:srgbClr val="0478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6BE94-5D28-420D-8DC2-D48878A9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5A6E7-5BEC-43B7-B368-62EED7EE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51450-A791-41FB-9676-8FD01756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6D7F1B-4E36-4514-8ABC-6FEF1240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B6033-4119-4201-83C2-8454C5C8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21330407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E13392-561A-440E-B7FA-88169E8E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366F1-9E86-46A5-85AE-4141B9F0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C8065-2F65-4FB5-8BA5-89D324E7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32FFB7-5042-47CA-B53D-72D87FCA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953C8-A8B6-4BCA-9C1B-31FC6026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B8696-69A2-4C55-8758-C9AFF5AD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247DD8-3C2E-4C6C-A9B3-FD5DB52D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A24AF-89C3-4038-9F11-D7C32039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F2109-879D-44B4-A6AF-1E83D0FF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89C8C-2A46-43BA-AB79-DA6F6973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D9495D-6444-49EA-8F08-F6F9246AB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295C17-F98D-4FAC-ACF0-399FF27A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04C678-E4EA-4EEB-80A3-D446F4B9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026561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DF834C-6FCC-40D0-9954-FC149C13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0A1C2-971E-471A-BB59-848A8C1E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5197A-0E4D-496D-8654-DDD88383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089C92-8DDD-4ED5-9B0A-8C23CBA6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44D948-3471-44E3-A0E6-49807802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AA5DE5-53BD-4CEF-B2F0-FDB23325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7EA56-1318-4B8D-857C-D077F02E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Unix components and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0DBB0B-E3C7-42DB-855F-30975E6A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95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F64399-759F-4AF4-BE8E-81AC61C4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Features of Unix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8F722-020F-4948-8D9D-06A77DD4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3B13A-35E0-43AC-BBAF-7C30F843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UNIX environment and 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BC9BB-D8D4-47C4-8D2B-FAA2F2C0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9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CC24EE-8039-4BA6-A01D-64E50B37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POSIX and Single UNIX Specification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51147-C90E-42E0-8FB1-7069A5A5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67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196629-FD2D-4A1A-87BD-98FAAB9B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00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Unix command 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32C4C-E5E3-45D0-82A8-997ADFC4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E74DB8-E0D3-47D7-AE41-53407FDF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57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Command arguments and options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23895-BE7E-44DA-8410-20F61F3F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15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DAD597-8ADA-4187-B78B-F80A211E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Basic Unix commands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B3F12-FBF2-40E7-A1E9-52FFF9DE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55A20-FB57-4FA6-914B-27B16287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720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Combining commands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BC59A-B7E1-44BE-84D0-D9020D0F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D50CA4-2680-40D0-96E6-F3B3946D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292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F18"/>
                </a:solidFill>
              </a:defRPr>
            </a:pPr>
            <a:r>
              <a:rPr sz="1350" b="0">
                <a:solidFill>
                  <a:srgbClr val="0B1F18"/>
                </a:solidFill>
              </a:rPr>
              <a:t>Internal and external commands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81FC00-7448-4C47-A246-E80FD51E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038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</a:defRPr>
            </a:pPr>
            <a:r>
              <a:rPr sz="1275" b="0">
                <a:solidFill>
                  <a:srgbClr val="475569"/>
                </a:solidFill>
              </a:rPr>
              <a:t>+ 13 more syllabus items are covered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3019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7E5971-C0D5-4DEA-98B6-3E28263A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D7EE9-9328-4E6A-BCF6-7D201833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48A51-92A9-41AE-B602-01069BB3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CC784-49FE-488B-845F-DAB44205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8CB8F-95B4-433C-9A16-50819605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components and architecture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04248-22EF-4AE1-818A-DE06BF56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E3AA5-3FB6-478C-9F56-8D1562B7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Unix components and architecture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DDE457-3204-4449-B0F5-81CE1539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38D1B-F3AC-4750-BC67-B375967F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29B16-ACD6-4C4C-8900-435AE771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DDC3FD-7B38-4DAC-AA73-E7DA8491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15C350-8688-492A-8BAA-9B012A5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06F80-06A1-4577-AF51-F2DE4E2B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554192-BB99-40EB-A3B8-67988841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F33E2-3ED4-411B-84C7-FA8B7BA93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F5664-1E94-4267-AEF0-095DD45A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02295C-6112-48F1-8D2F-C3C63625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156FE-F7E0-4395-B2FF-F15A34F7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unix components and architecture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219861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F1D86-85DB-4CD7-9ED9-56ACBA67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885D40-D7A5-4BED-9749-83617EEF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F77B9-8B0A-40AE-B6F1-4A97C27B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C88E8-CC7B-46CB-A9FB-9BEF9BA0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9E763-871C-4727-BDFE-C779F627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Unix components and architecture: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22C0C-A0FB-4449-975F-02B7A1E58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36658-4601-458E-A3CE-5C34B0D0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60628-1EDE-4683-ADC2-170334F5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10C642-B0DE-40ED-AF18-810FA497A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BF48A-5003-46A4-9702-BB04B0EB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2162BF-6423-4DE7-984C-4863CA2E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D16BE8-F77A-40A0-B18D-00512DD6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842294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5BCC9A-BBBB-48D7-A1EB-DA802886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80BE48-4D6C-4D96-BB90-BFD5D362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2293A-5390-4CF3-94D0-C70105C5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20226-8DFB-484D-9DCD-A64376CE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CCC91-D9A5-4848-9B7F-ED1DBEA1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components and architecture: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BF5F5-2090-4DF4-9DB3-9B1B2413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585D1-B996-4E76-BA63-16C46D80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379253-1A33-459F-9071-54C9EFD7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E035F-E105-4933-B35E-4535CA78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70B2A-E446-40F2-BFF0-3874CF47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55486-394F-479B-9F60-C8DF5C8F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2EBAAE-8523-455A-B125-1610032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E44A3E-6641-40EA-A3F3-A67D58D3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FCA7E-2CF8-42E0-9B72-84124AE8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3A0E7-E123-4F9B-81DF-3FB42C52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20A0D-7FAD-4628-B4E4-26D5A41E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1F9C4C-3D82-4326-A6DD-26A17E0B3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C1DD5-9857-4B4D-9412-90D1E6E8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81EB1C-5130-492F-A5D0-F3A643A7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FD6FB-A970-4AC6-8AB6-F0FB11E4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CAA76-D464-4600-B5D9-22300036C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73145C-2F72-432B-9FB3-86A6BB3E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99B76C-AF70-4B60-9638-5F445713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FB89F-E0B5-45AE-B708-BBEB12F7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55E335-7625-47E0-88D6-2E8E32CF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B1A26-5194-4B06-9CBE-552CFDCE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461DF8-4504-4779-A5FF-ACBEAE63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F7423E-1EB8-4778-B639-EFF7389A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95FA89-C6F9-4A0A-98E9-832C542D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3C983C-BB73-4BC0-BD8D-3008915F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5FA18C-F2B4-4E45-BE3E-4DE19C176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unix components and architecture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382026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E23A2D-8704-4C4F-B55D-9974C87B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F9879C-70FA-4C23-9AED-2C5EE0A1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EC3BD-43E6-4FF9-A546-925EA6FF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4604E-665C-4228-A6CC-22ED1790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3B974-11FB-4B11-8075-8897DEA5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Features of Unix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EB0C0C-7FD0-444A-A453-B7A7332A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15B4A6-5714-4FD4-BFDC-9D6C16BB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Features of Unix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ADA6B3-3F57-4503-96D4-75EDA8F6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BA4A2-B6DD-4CE0-810A-79FAF4DD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53827-B4CA-4D94-844B-6B9D5E12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53816A-3026-45F1-BED6-F8722A6C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B988EE-4A38-4A8F-A945-9AD8615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EF283-7DCF-4EBD-94B4-DCE7EC44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3B8DF-85D3-427F-AE79-C7849020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E31B71-DBB4-4A3A-88AF-E52F8045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6BA291-3E19-4E9B-8464-1B389D31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7575DD-C889-497F-8ADB-F595A639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7AFFE9-15DD-4189-BF0B-FD068EBF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features of unix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57954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F141F4-69FB-4FFA-AC2C-E4DA6164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148BA-F4A1-4D4D-A540-672313180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C99B11-8EB9-458C-9B6E-27E55EEB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BE294-08D0-4862-992D-6EECDAC0E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935DA-BDE1-42CF-AB19-58BE3A17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Features of Unix: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7B13CF-D298-43CE-9761-E1C854249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25AC8-DFD5-4F4F-B3F0-B279FF06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351F8-D650-424C-8766-1AC21389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29D2E-0A56-4755-8F34-F726A7D8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E327F-C47A-438F-AE0F-19A7F9EF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B8274-8A7E-40FD-8AEF-0045399E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78F413-F4B3-49BB-83C1-80D41972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4042024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C2577C-EB6A-4E60-8436-80E47A32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50869-7A9E-4E4F-A955-35A1A057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154D5-8665-4ED1-883D-51A1EE0C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C00A5-03EA-4BC0-BDB3-558F505A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B4BC9-CCB1-4EDA-AF9D-A9092603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Features of Unix: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F6773-AA7E-483C-B03A-A97562C0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FEEDAB-117F-4152-9396-EB9EBF63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8119D8-08CA-4617-B95B-47ED5E08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66633-191E-4BE9-BB27-E1A922D9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80131-7B2A-40B2-9837-E01389F5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EF1C4-A820-40CD-9097-20CEED51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88484-66A8-49A6-B993-0BAC3ED36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6219A-9C76-4503-9EB4-A1E0C794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E7930-6C06-4E3C-AA80-8D741610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6AD7F-D7A1-41C0-BF97-2620D26C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6B97E-6F87-401B-8BB2-49313C69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4AF42F-C1B0-459D-827E-9BD6C70C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FB099F-6B8B-4FF2-9D1D-2A5D2030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7173F-B157-4893-A324-C4316CEB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8B04B-1321-4DDF-9795-F9244F91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723B83-227A-4C9F-BF32-C08D9503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70D8B-E40D-490C-A0D6-B46350FA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FC75EF-EEA3-4A94-9B67-75AECE2E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95BDBB-B730-4315-9A6D-F7FE70BB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D17995-79C1-44CF-8FF4-C7ABDE45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6A1948-4A40-480A-B3E5-DC99E7FD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2F3092-7117-4EBD-8230-C5E2A538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1F3FE-B5C1-4F5C-9C3F-6629AF9C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5E1FBF-F114-4EBE-9D66-5B7C7ED4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943F96-7CD6-42EE-AB88-97B3F254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CF68F4-3120-4788-9266-09DFA79B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features of unix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597937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0DFCF-47DD-42D4-B33D-195975D0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6EFE3-FF28-4626-AA7D-517B9143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06FE98-DBD5-441A-A8BD-3A87F44D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22D47-5796-471D-BF6F-C3608755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EDB09-FC4A-4D45-998E-4CE1E573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Features of Unix: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A16D10-E013-4AD0-8211-D04A3DB5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528F5-2103-479C-A6A5-F533713C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95BA4-EAD7-49F4-9BEE-11529C6D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720C6-EE31-44FD-9A54-6EE73298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7D577D-8CFF-49A3-8D45-888F177A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DECC2A-F0FA-4533-9486-E1453B83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Features of Unix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F3B0F-B763-4A78-A666-DD662A00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A7E58-76B9-4B51-B9B9-C53F20CF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552F99-9EF5-4A39-85AC-9525AA89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E4BA4C-747F-45F3-ABCD-6E0FA68B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4A1721-68F1-4F6C-9514-71CDB953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016D38-3069-4517-A7FC-D67409F9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5E6C45-3812-4080-A728-BE9FE518F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3B29DC-8165-4107-9835-158B0FD5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60B12-64A3-4B60-AC11-46FD1E57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D7589-5117-4B41-B449-B8A238E0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2147253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E0CF8-37FD-46E5-8BF3-A4739ED0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D55F6-486F-4092-8C56-2059675C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6DDB9-6D0F-47E0-B96C-D5C696E1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4B720-E73B-4E15-979F-A99B50A7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8A204D-3A2B-48D6-AA29-E9F81CFD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environment and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11E92-1625-4881-9678-873E5885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2D0E7-9D8B-4118-9B5B-5E752314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UNIX environment and structure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FE174-324B-4BD3-BBA5-1B53E7B3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8428D9-8DA3-445F-B669-6B2BF0D0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4D963-E97D-4B3D-8040-A4BA89F6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14101-4A85-4118-9A45-0B46D369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901817-E44E-48DC-B4F5-DEAEC559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306998-BE1B-4E8B-B365-AD35EF3B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9FCD4-DEAA-49FB-AB9A-150CC140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1C212-3C3E-40A0-8667-7990B07D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25FCA-7653-4207-A324-7D7F6B0A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D829FC-9B65-452D-BFD4-A6BD5FB1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189A84-F1E4-4F63-ADF4-D10DCDD4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unix environment and structure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217371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BAD7D5-888E-419A-9D9A-AD003B1F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25A8BD-9DFE-4733-8B5E-4AA47B4D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52925-09D3-4CF1-8A96-13522E60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68EE9-EB6D-4A6E-A563-A9893DF5F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9B7EE-4C04-4B79-9F1D-C4D270A12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UNIX environment and structure: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3756E-8B61-48AF-A0AA-A379D566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C96C9-DC8D-4539-8267-713DB9AD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9F785-C3A8-4850-BAE7-E9DC9CB6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115B22-47CE-4E44-AD45-2AC2E310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621A10-3AF5-4972-B78F-75785D11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24B48-03BA-48C9-AEAA-C5861E51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7B296-AA4E-45BA-B0C0-AA80E8B6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8579635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959D5B-F874-4FDF-89AD-E5EF2672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829004-8FD7-4E10-86B9-B60FFDD3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ACBB0-6DAF-40AF-ACDE-20137DD2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368C8-1A46-4925-96A9-65E0CDF3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5ECE80-76C1-4B2D-ABDA-2AD1D038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environment and structure: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598356-D38D-46F6-89B6-CFC9C26A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2F9C1-2454-404C-97BD-9C77230E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ACE885-630A-4260-99F1-B9E931BC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FDF583-7B58-4114-87E7-2F5E3497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4C73F9-3C97-4E04-8249-BB5DEB4F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54932-1417-4ACC-B861-5D4EDED5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8A3BB-B348-4C6C-A742-5C0672208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F0D23-68CB-4F73-8C6F-B6F4205B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A7D01-FFFE-4C87-A8C9-2FDAA05A5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EB7A0-B184-40C2-95E3-D203E40D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88C9CA-F872-4D6F-9828-CEF23B8A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531ECB-2011-45E8-B9D7-202BB4CA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724C75-2152-41DE-B243-473D7EE7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64B3D4-C142-4602-8574-149E2449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26C561-4E9E-498D-8DB1-CCA3ACF4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A008B-6C91-44C9-BA6B-7446EC72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F8323-A2C6-4B3A-82F4-E93B9717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6BDDA-1EE6-4B37-A8CE-79C88C37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88D63-1966-4107-A381-C2246F9E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709187-39A1-4B91-8F95-A4AD9F6ED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C32903-0418-4C13-A360-F07D01AF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08485-88A4-4DE2-9F5F-FA74B502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E1390D-2BA7-4346-99E9-BDA73B0F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62DC90-27D6-411C-941D-2850389A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4F9082-26D8-4EBB-AC99-EEA5E21E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8A7DA7-52D6-4DF9-AE13-25CCACA6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unix environment and structure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42669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2B3BB7-F5C0-4BFC-9FB9-D6C63B99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66E746-28A4-4C3C-82DC-6FF7C0EF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DF0D5-2616-477E-8C76-8696A325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AD529-1055-4E59-BFCD-F540B938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F0EB8-344C-473E-83CC-FD30EE59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POSIX and Single UNIX Specification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9ECE4-5614-4838-96BD-699E3021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56F69-AB31-44F4-B78F-D145864E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POSIX and Single UNIX Specification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27F5F-C78F-433F-9CE7-862003CC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D0397A-2D35-4259-BDF3-419021EB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C8B83-BFBA-4693-AD2E-73DA96D9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7671D4-020A-4CFF-A816-93F46FCD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8494B-620E-4165-AE80-AF45622A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9F34D-8E02-44C4-87CA-2289014D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1874DE-1D33-4172-BD16-DEEE1813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D3B06-F458-4794-8BF4-1565D230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35BFC-9830-4734-AC2C-DAC7AB9C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02223A-E9F3-4821-901A-B5EF92E1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6AFDA-A3CE-49A2-AB92-76F6E434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posix and single unix specification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254673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DFF35-E871-432A-8005-B561F49D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617BC-6163-453F-86F7-DDF511AC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C04E2-8FC0-4980-A877-4F401C22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066E1C-58BB-424E-A6C9-003EAD82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50FE6-5A99-4B95-8CFA-7E0E846C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POSIX and Single UNIX Specification: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AE52B2-850D-4DA0-9F20-3241A27A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BFA585-5AD8-4D9F-A118-5AFB28DE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3BB60-3B6A-4936-89E2-4C5A5704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350CE-442B-48F4-BC66-34788D9A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1DFE2-7FAF-4550-83C7-A677B7EA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40037D-877D-4CB6-A668-A23C5D77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E1DB1-C97B-40D1-A5E9-61159AB1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3718516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A26B30-A024-423A-9DAC-27AD3C44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2B42D0-4AB3-49C9-82BB-9526138F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E9B1A7-6EE4-4FFB-9D4B-5724917DD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023E9-3DC8-41FD-9117-AEE99895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B80A7D-967B-4731-9D3E-8F90EB89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POSIX and Single UNIX Specification: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80418-006C-4C67-92CE-9223E715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E4F8E-8E6A-432B-BAC2-8CA5CDDC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F957F-7713-45DD-978B-73C8E085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7306C4-8AD1-45BB-A138-F9763A59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C3570-E5C3-4EAA-AFF2-0C03C63E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E0322-B4E7-4422-A1C4-60D06281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1A7CD3-C3DC-4E94-B25F-A993D1E8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3C52E9-4BE1-44FE-9BBB-0FF0C453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09E70-45D7-4051-A013-E75039FB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3979E-C996-4CD3-81E1-6CFE53FB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B65F3A-66F8-492C-8622-852C4B4A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DB5E40-9511-4290-A539-19ABD8AE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92672-AC16-47D6-BF71-4E396322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9D4322-6191-4271-8D56-E3E9361D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E7A006-7D42-4728-AB33-447AC332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6A2CA-EF96-41CA-B8CB-A4973DF2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E4BA7E-7CCC-4393-9C5E-7349ED4E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8B7CA-4F91-49F4-A3D1-824427D8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5C6150-F567-429C-9467-2EC3146D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F61095-A2D3-4246-AC14-A68AD364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936A78-E2FC-45FE-B888-6DFD262B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B767E7-7008-4EAA-AB7F-3D82A34E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ACD905-888D-402B-A436-CDF68E37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1064A0-D759-4429-A01E-93DED485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A4BFB5-7332-4B3D-B129-2415E919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555EE5-3B73-4A92-BF0E-3C482E35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posix and single unix specification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329807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CAD4F2-B7B5-4F42-A859-95B9B0AF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7A322-9223-4D00-A660-7FD9D6D5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DA5BC-4960-4C05-AAB1-D98D0130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2E035-E9B1-4EC3-9906-67920452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26A99-DDF2-4836-AA83-C8464362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command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F566CD-318C-43DE-9104-1165EA5B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69132F-5AB4-4A13-8775-7BBD8BEC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Unix command structure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CB53A-A312-432B-AA36-5F465F93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1CD13-D70A-4F48-A75D-90A0F69E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C22670-CD46-4CA6-AD9F-363A010D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AD974-01E9-4E88-8EC5-88BC13A0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E2E79-4BD8-47F3-9718-F5F22590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96543-4334-48DC-B2D8-F2DE3C7A8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4627F-F559-4647-8E1C-827F91C5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14A181-571C-4DF5-83A5-78985CF8C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FECE5-CA9A-4992-8FD1-FBD48944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EEAA9B-3FC7-46E3-B476-9C6FEC04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E3AAC3-FA3D-4BF5-837A-949F1AE9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unix command structure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242173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A8F19-B923-40A1-A050-C179EA35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43E2B-97D9-457A-86E9-30CAAE18F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E4015-750A-48E0-8EAE-0D879D41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6EE81-B9B8-49DA-A1F2-F91CD176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15E7B2-FF93-41A0-9AD8-2AB281E4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Unix command structure: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82C1C-F7AB-4112-B8F8-E33C770C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310AD-8581-4F1F-A96E-4CFD8966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EC8D1-35CE-4CF4-98E0-A96DB14B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80334-8C78-4625-A68F-66CE2E05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4754B3-B541-4C1C-82EE-AD246B0C5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301B4E-25A7-4E30-9B83-5E59E97C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EF242-ECF3-4AAD-8213-756F6F58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3223277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FB09CE-A762-460F-B920-9DFB204E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9C5FEB-1B22-4FEA-B695-8AE05536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69BCC1-8F11-40CB-A226-5C07DADE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A8134-70A1-4667-8839-6C24CE09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A1883C-93E1-4757-B31F-A8A76C10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command structure: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03365-34FE-4CAA-AB36-9E596D37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4752B-58E1-4BDB-9F28-2ECD8B97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D7B0E-9401-424F-B6A2-BA0821473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B2181-26CB-4F37-9936-C82F0EB1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3AD5F-A4EC-46FB-B85F-C4CA1963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DA7D3-99B6-4055-A450-C2A8891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5C78A-21B3-453C-A24E-A76C989C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D9178F-C630-435E-9CE1-911DD72A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2C54A-8111-46B3-B5AD-C4E9A78E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4044C0-95DF-42FB-977A-F0179A6A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3F58DE-511B-4AA6-8388-294B3A62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FD552-0227-4DB9-94A9-E560DC77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80BDC7-48BA-49B3-B825-AAF2938B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4A1EFB-ED79-46FC-84DB-84B8F996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C32753-38EB-4180-A723-C09FB9E7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B5483-1A99-4194-82A0-B3679F3F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B48DD2-6D45-450D-9F17-A28D139F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41FA89-DCAF-433C-B9F8-ADFAD0C9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D43C21-EF39-4CBF-BD12-1CF9DF4C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349A4-10A4-48D7-BDA6-9E6B8257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1FA351-8527-4925-BAD7-ED074D13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FD8FAC-884D-4122-83CD-071ACAD5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46A89E-170C-4BAC-AF59-5EE145F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0A42D4-6EF5-4868-911F-9E0EEC789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4D3F14-A50F-4232-B505-64401504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D2710B-7089-4B29-9533-2EC98D10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unix command structure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4870892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98E54A-F16E-4C02-A0B4-ED9D1E72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06E42-FB4F-47F1-8E19-241D12CE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A775D-2E91-4CA2-9FC7-E7C98F9B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0166A4-4740-452F-A3B0-65B12BD0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2AE0AE-8725-4260-9109-08409555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command structure: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5F201-01D0-4254-ACEB-E26E6B99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0AA2A-D91C-4034-B866-CD1D0BF7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F7208-2028-4D79-816E-E55C455A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E05845-0EEA-4EF3-A747-496824E3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DE396-DAE1-4F90-8E51-7A90C63F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D1946-8224-408F-A24C-E0EF4CC6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Unix command structure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2A7BC4-CFF1-46F2-9A42-75C8B24C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91F22C-1BCC-449A-9927-2DD3A6E4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EFF0FB-B0B7-4E7D-91F2-D67607F5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08474-F096-439B-AAEE-52DDA9AB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21B2C-653B-496D-A88D-48130320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F29D6-929A-473D-A91A-D786BE2D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F18F4B-D078-406A-AC88-603F37BA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F26158-B082-43AD-8E0B-B595724E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47E8C9-7EEB-461C-9B80-4FCB6671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A2523-1C9E-429B-8D9B-5679C4DB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901825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BE5FAF-48F0-482B-8A63-A10C053F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EF14D-9015-43E7-BF0B-410E7D8E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177C3-0350-4928-A08B-42162B3A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B27AC-FF4A-4D02-96A9-A29B7E5D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2348F-A298-435A-9A73-63C0CF942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Command arguments and options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5B53B-BD31-49E4-8C2B-AA8AC89F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93901-6F63-4102-B8EF-2606278E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Command arguments and options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A6A30-4007-40E5-9633-E59E989AC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93E023-04CE-42DA-9C5F-9F0CABFB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A3804-1E59-4A92-91BD-40FF9F25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78285-9615-4B26-8B08-7C554300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5D039-221E-4B71-8141-08A26231D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86B7A7-1681-49CF-8393-5AF0091A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066A8-340C-47E4-99AF-3D349BAB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F4755B-6273-45CD-86AC-820F415C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863722-0C0E-4ABB-89B5-D2056656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C52F8-3A7C-4D52-86D9-0F62288F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1CC646-232D-42D2-81BB-C711F590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command arguments and options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3761110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1738FE-5E8F-4749-BC95-C65A3497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64CA5A-F5AD-438E-BBB3-B7AE2377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9BE75-5060-49F7-8577-0EFA4861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8B74B-094F-4E76-9AFE-6EF5B9C4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94763-ED8E-430D-9065-31D10825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Command arguments and options: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8A4F0-99FD-44EE-8ED7-26FFB879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EC657-1B0B-4568-8A1A-781BE9CC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18DF3-CDF2-48C9-A786-8E5E14C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E405A-C388-4946-8F56-1F27F54F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3A8EF-BCD7-49BA-BCD0-3A123DFAA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25554E-FB42-4C95-BFE2-DE92B3E0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B5DAD-C01A-49B1-945D-7598EA8FB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32450251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E345D7-F1EE-46EF-AEE4-E6E552C2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579B42-54FF-424B-855F-C4C03BB7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79D04-FE6C-4DA4-9B85-16A7E27B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9687D7-4699-4AA7-89E9-9B3CB7C4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936B8-FC5E-4C03-9C0C-C16DCF40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Command arguments and options: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42361-01D3-49E0-ACF8-075939C1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47FFF7-BC92-4BC6-8E54-7F38FE9E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3C009-1BDA-4BD0-B7AA-E5F71A63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DFF29-5BD5-4F21-B181-C566510E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0257E-54E3-4E3D-AEE0-7C3F59AF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3085B-E30F-4A2C-8584-AC09C914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FE453-4841-4EF5-B6D2-B59EA9DC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07A2A-48A2-436D-8264-EF2B822B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5E3C4-E3C4-42B8-A440-7F3814AE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A3A4C-380E-419C-B28D-29EBEC12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49E2C7-251B-4891-ADC4-EF6050FD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2F04B-D646-4D7E-912B-BCF8AE5F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671FCF-E409-4FE2-B958-7B0F05C3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B0FC5-4728-4412-AFE6-30039E7D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AE691-5BD9-4A3F-A74B-17546BFE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3D32C0-B719-47CC-BE7C-BEF9F3A5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B564B-916E-4409-BB0B-D1385009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66F9F3-1214-431F-8054-717FD955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6A0037-7A10-4A34-9155-D9C688B6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7DB62D-29A9-42C2-AB2B-4216573E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30B28E-7978-49B9-B15F-2624B3A6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E26AAC-5C3C-437C-9C6F-F8B99AAA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037142-E035-4B13-87EB-544E04AB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193324-CE9A-4CD7-9A1E-A530FB16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C19DEA-6890-4126-ABB7-85401CD5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99E0BB-472B-436C-B313-8BB10F7C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command arguments and options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890093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11D10C-1AC4-4113-85C7-2DE3F990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0E659-79A3-4220-846F-A49A88A3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D0102A-E535-4EDC-BB9E-6B2C6BA8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47C8A-3624-4837-81B7-251D4C5F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AACF8-2F99-4B20-B8C1-40451627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Basic Unix commands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1DEC7-0BA6-4F42-BC0D-82540F79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FF387B-5572-4C91-8943-CB20BE6E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Basic Unix commands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3D621-AC99-4B74-BDAC-A1F5736D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1751C-A906-4D94-ACEF-A8ACE6ADD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919189-16BA-457B-9386-7C1AB8A3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6D18DC-F772-4937-943B-2D8597D9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937616-E78E-4334-8763-8B83BD66A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05A3A-002D-42A8-9311-C4F1F18C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38715-9E7D-48DC-A042-85316642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78830-3383-4AF3-8D4E-31C33B10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8578A-9104-4974-8C49-DC6DC405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44BC9F-3E89-45B0-8D3A-54D45118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F4A42-EC7B-4086-9275-9E3740D8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basic unix commands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7115515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1312C-A31F-44AC-965B-AEBA5F6A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7EA4A-2027-42D7-9D5B-C9D4A14B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270FC-EF59-4BAA-892C-17ED8E21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AEEB3-4925-4C59-AB40-6FB72EB64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FA7DC9-EB9B-4679-9C20-3E0E3D4E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Basic Unix commands: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A289E7-2AB1-4EB5-B74F-B205BCFD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C728BE-1732-4573-A15A-0BD2F289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36214-7BF4-4BAF-885B-F08D76F0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C246CC-E855-45DB-847E-FFAC8F29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7A09D-1C96-4C6A-8380-E22DABFB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8CB7F7-834C-4A18-AEEC-E644D092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F27B0-A4EE-401C-8096-121749A9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2073132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9962F9-2315-4CFD-A512-265F6315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955D8-7DF8-4715-BE83-F706FE37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CCACF-8683-4963-9EEC-ADEA2D91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A1BAA-B212-4229-AE15-A6D165B0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60D74-5431-4585-BBC0-F53B41F94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Basic Unix commands: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EE5854-F808-492D-9524-73735A4D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59DE9-E75D-44BC-83A0-B90FEF62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4A105-70DF-4281-AA20-5ADF430D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B9F2E-ECC3-4CC6-BBD7-54D87E61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99A13-4D71-4DB5-9BEC-2FC898F1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3D4A0C-DBB2-4899-9864-DF99D256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9CD11-D720-48B2-B4EB-AD80FE5E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D6D62-0BC6-465B-AD92-B19F4433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FA3F71-343F-4031-8005-86734D56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5B8A8B-8718-46D2-8B41-37B57918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80EC0-7EF6-46B3-B75F-F8918E6C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B36BC-FDF5-41B6-B2BE-70CAF261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CD9F8E-305D-4F09-8330-C1FAEB85B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E691B-8891-4367-AD71-606CE59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9DFBCE-D09B-46A7-9F97-0F5A851B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08DDDA-1BC6-4FB2-8D10-23B27943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2C292A-600B-4C8F-A2E9-08CFFA07C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993C19-5A7E-4266-A6A3-95CBB3D2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EE59B4-94DD-426C-ADA7-921B1E51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9866AD-5F10-49F2-9A46-3089D502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EC5477-77C5-4436-87F3-EEE494AB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5762C-164E-461D-A306-11976297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3600A7-60E6-48EE-BEB9-A6DF1845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3B5F6E-0931-43E4-B080-98845E8D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CBC3B8-C527-46F8-A485-1F8A3AB5F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658FE4-55DB-4C4B-9BD5-7FE74B0D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basic unix commands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745202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FDB839-87C1-41AE-ABB4-8A57BDB4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6752B-08DA-4B9B-82F9-8A08CA44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20D78-727F-40C7-A398-E23C4F6F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8C861-319F-495A-80EB-AB973A53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F01C8-99C1-4467-B981-9514470C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Combining commands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14A8F5-BBF7-48A7-9DF3-30A2F2C9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A94CB-0340-4D23-B81C-D714645F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Combining commands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F6C6DA-28AB-4731-9D42-71DD07A5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393935-5C3C-43E3-8EA9-C9850005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ECFD3-2C7C-4B19-98A6-2B97359F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6D50D-C5B3-4FA1-B0FA-EB42C388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CEB76B-984A-4EE7-AE89-2565EDD5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6D6FE-FC96-428A-A7ED-DB6DA036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2A125-17A5-4C8D-91F9-67BDDF78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2CBBF-E8A5-4BBB-BB60-967D5B08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55B42-F214-4B28-82F9-2B77122F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2F87DC-3DEE-47AD-95AE-C9255E35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4372B-9FB1-4346-8F12-0B1D38F3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combining commands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819213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E10C0-8661-46A2-9FBC-6FE23A21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E0E06-3F85-4998-A46A-8F1E529B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CC7CE-ECAD-4A92-96BD-CAD49C140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6A340-A647-489A-8EE4-A7B034C0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85922D-1416-4D40-8714-943DA3AB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Combining commands: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12940-FB0E-4FE9-825E-D2226B5B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C83BB2-7623-4E6F-94CE-39905386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0148C-E3AE-4F5D-9A8B-50FEAAD9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661C6-2E50-43B7-92FF-F0A1E2DF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66F82-DE61-4D03-AF3D-38C33ACC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B802CF-9F6A-485F-96F2-F5C87812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CF0C0A-D2CE-415C-8A2F-12603C87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54330157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D3BD37-0817-4144-A7BB-FA946B52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5D6808-EF32-48FB-94AE-F9468C46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1E3C95-3D0D-4C0C-9CC9-11D21E8D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5915F-87E8-49F2-ADC8-4E9F112C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1D252F-FE05-49E4-AE08-39F958E7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Combining commands: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08826-17CA-40BC-A988-D76F658C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CEDC88-A1A0-48F9-B7D3-38C4D65C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C48BE5-759E-47C2-9845-2E9EAA8F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61FCD-40BE-43D6-8DB1-2E01FB7A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BEEC34-8291-48A8-A989-0C05712D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367E4-F89B-459A-846B-1C85F004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550082-DEF6-4377-83B0-3E0DF4F52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8A562-B1D0-4DA1-BD9A-2357EFB5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3F12C-1FE3-4061-8ACE-685D092E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BAC815-3EA2-46C0-A3CE-278D1A1C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53B37F-75D3-493A-8C9E-9474832E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A6793-EAF9-46A0-8374-ECEC3E5B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3733A8-94FB-427F-AF43-D46D526A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DFA6B8-29B5-4824-B397-EDFE8FC6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3A1F1-500A-4D65-B8AA-A0E98F24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52706-3CA2-4062-9E2C-A868BCA1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5FAE8-46B3-41A0-B60F-B16F0AB0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677FB-BB4F-427E-871C-8E26AC7F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812E3-0C11-4511-B51E-510E5C72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A71ABC-0D3B-4417-BE71-BC921A52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E48F14-69C1-4B9B-9FEE-E5F8C8C3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6CEBA8-095D-436B-B6B4-34B1B405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9EB405-9D12-4BC2-8285-99DAD54C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A129E7-F5E2-46E3-9119-91EB0B18B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C07C78-F95A-42E4-974E-1C8F05A5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602A55-9978-473A-87CC-8657A7D3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combining commands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04383724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615A92-D358-498D-85D7-4E67A851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06E128-2A6F-4416-B0AF-A800C3FA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FC979-3D5D-4CAE-B5EE-04F7AB11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7F88E-5C63-4AE6-B93A-E1012A9B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6C5CC-A288-4243-B24E-261735A3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Combining commands: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435A3F-F7A1-433B-B9A1-BE33FB49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B00EC-6101-4590-B612-92FA054A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60EFF3-322F-429F-81AA-95600D7C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FE60E-72E6-40D6-A04B-AEA5A29F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24DFF-FEC0-4D26-907E-F22F8EF5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321F1-1AFE-4808-8868-0CB44562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Combining commands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9CF09-C8DB-4A9B-AFE8-17030948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D2742-DB6A-48BB-8B7C-805AE8A2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AE7F0-B820-4AFB-81DE-4E25EA50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653424-38BF-48D2-897A-BB5E21E2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C5369D-9006-4AEE-B6A2-55A71957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8CB19A-8322-4C27-BEA7-973F6858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A78A2-1F5F-44EB-BDB6-46CEAFFD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A50626-C5D5-48AD-A201-5DB5682A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F2A86-B78D-4A13-A9C0-C189C21D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841683-305C-4A0F-89EE-1A7E3515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6797971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4CE4C0-D231-4B95-BFDB-44EEFFBA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BD8B6-6957-4143-A99A-7CDAD784B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7133E-29F7-4830-A9ED-4532C72F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F07D1-9337-4F63-83D5-CBCE796A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4A3526-7F93-4BC6-A0F4-52B3F22E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Internal and external commands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E65D9-7C37-4B80-B648-08BB19A9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C70EF-8A75-45AA-AE3D-BC577B09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Internal and external commands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A635F-E0B2-4A76-8192-D66DADE3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0B406-8595-442B-BEA3-F2137202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7136A7-BD5D-40BA-84FC-04B473C8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2EE862-11F1-46A9-A9BE-7F7883F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2E4FDA-B63A-46F9-8650-48CC2ACF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765411-A48B-431E-A077-74420D6D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E5BCB3-C049-49AA-8771-4909456B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B4A0AD-37C8-4D7B-A4AE-8DDC89A4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95A91-B3FC-4B3A-B3F6-A2326D4C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EF1E9-2268-42A4-A704-A910E6F3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B131D9-F25A-4150-818D-49990833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internal and external commands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75351628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4C786-3180-48AE-ADB2-D2218C05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EAC0E-4DDB-450A-B014-080EBF22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4FCD7-8F6B-4B2C-A079-273483D9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026F5-95C1-42C7-8A35-AE3E1CE5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92BDF-15DC-4316-8115-6D77B1AA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Internal and external commands: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A1FA7-FBCB-4E96-8064-8D3F749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66A7B-8EF8-4BAC-8A5A-67148636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6314D-0C11-49D5-BC81-CADA8564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54225-F802-4D40-8EF9-C57DD4AE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965DF4-8D3E-47E9-B51D-20E1714C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CDAE3C-1C25-44A3-B30F-EFB89422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12F29-FA8D-492A-B700-3DF9BDD7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39997418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5A1DC2-B0CE-4A13-8C73-AAC59F4D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5C5C3-2CEC-435B-A637-6354E9DA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C2D54-00B8-4F21-8F83-20EC26D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E3770-83DE-411B-9985-F857F00C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8C37F-68B8-433F-9EF4-F50765D0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Internal and external commands: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135F5-D6FF-40E0-8D71-297E3DC5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9D41A-1545-4913-B313-A227159B4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380E7-154D-4198-A980-F5280C9AB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D62AE9-EFC1-4BDD-9DB3-52403E24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8A1015-EA11-427E-B2E7-EB521426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D9852-2EBE-49A3-9320-E86231EE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74A9B5-BB14-4702-8E63-2D4464A1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DC90D-B80E-4E9E-B456-8748AF1D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9EE98-D2F4-454D-A13F-F6CFEB1C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6203F-379B-4107-AC6A-42FAA097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AA33F-3B37-46BE-97B8-29440DDC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A1F6B-AB62-46E3-90A0-B283017B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94D395-45CB-44DC-9CEE-8DE1E940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7A581-7D2C-4753-A414-53E0DDC8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E4332D-074B-4FBD-A310-5C77A2EC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69282-2836-4622-973D-279B6801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B46453-4048-4F04-BB81-95998315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9AEDB-28FA-4E52-9BC1-5909EDBB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4B499C-21BC-483D-9C40-C6AC9BA1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78BB49-7F5F-43C8-8D31-D80AD8FC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D1940D-9754-425F-8B9B-BE50BAFB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2E7D06-FD54-406B-B000-10250FB8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E0EE4FD-A092-4583-BE73-31DA48D3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AAC867-BCB6-4DEC-A1EC-7BAD65FD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7F4335-A3B2-4CE9-9A6E-8DF931FA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92C236-2FDF-4E89-9840-57F1826B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internal and external commands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835635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E51CF4-B997-4D4E-AC8C-FC4535B26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A4F1A-1138-4F57-9756-F335925D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FF3E8-AB69-42F3-9E10-FEC009F0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6FDE0-FF35-4856-A22E-66673E36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5405B-9782-4014-808C-0E393F8E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type command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9D67A-7FA5-437C-9964-C38E9190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84CDCA-DCD7-4541-AEAD-80C6FA10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type command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4FA1B-D99F-4AE5-9E86-D7DA863E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3623C-CE45-4BAA-A938-AC8EC1B50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AFA9B-4B22-4E48-B978-B063C077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548190-854A-4BB5-9ECB-3886B243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1C262-6DC7-4631-95B2-EC314981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76EF7-7A44-487E-8255-5FB078CA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BA318-E0A7-4B17-B5F5-18260158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4799B-F37E-4F6A-9FC6-5058369D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F1D32-778D-48BF-BE80-ED28E1EF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1F1BC5-236C-4423-971E-1C20A1CA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AE365B-D2A6-42D7-9971-ADD1B8B1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type command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979933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AE4B0-F491-4FF7-9671-E4AF6ED4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A07AB9-0DFA-4277-A9EB-CFD6135F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BDBFBE-4F92-475C-97CC-BF9BB664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840D0F-F778-4AD1-96D8-13B4C4AF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63A04-3C75-474D-8508-5CC0670A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type command: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94DFF-8524-4AC9-AD6B-448BFE06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0689BC-63E3-4801-9304-5A3047D1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3A782-BC39-41CF-B3FD-616E4E21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6B7AE-D197-4C77-B636-52269BE9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6ED16-1621-459A-A682-EDEEEC57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E3A65-C4CC-43DD-A1D4-563A0B9E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B8C24-826C-4DE6-A1D1-6976CD1C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39040617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242C70-A839-4234-B44D-60A80E0C0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FBA2A-EDFB-4338-9DEA-3853A71B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065F0-2283-4566-A900-51E237F9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D222E-68FA-4268-A625-55F899D5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4BD7D-C339-459D-A95F-69F94ABF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type command: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94984-3785-467A-B264-5EB81EF8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E7202-5F0E-4FE1-87F1-9145577E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CB62C-C0A5-4275-86C1-0DFD89BB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25259-973E-47E1-9ED2-A638BE63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F6A53-52AC-46C3-9EBB-88C26F40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87835-5648-47D8-8356-7DAC380D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76E7D4-883E-49E3-A440-74663490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049D4-7D7C-46FB-803A-E2DD4890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061E3-7394-4A46-8BD1-9E2544F20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70499-51DF-463C-B2FB-4D6571F6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94C90-F5B4-4131-8C03-9A166797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5798AE-8EA4-4925-B388-CD2DDFC3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72428C-5BD1-4C35-BEA1-DF6025D3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F0A2D-A680-4785-B7B8-BF64B88A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54118F-9D45-4D2B-93F9-C16CC75A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309F81-A810-4C85-B5E0-AE1D9449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FEB3CA-399B-4900-BF00-77A1F657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B640A0-F10B-47B1-8812-3C3FEF75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E26BAE-7F7D-442C-B04B-99482DFE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45F0FF-185B-4164-B004-6513F69F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C975AE-7AA9-4899-8B25-42AA7E0C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105D0-0335-44F2-A347-7A339F00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CFADB4-947C-48A1-872D-4CDFC6B8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D238E3-F902-4825-8CC6-0B0BFD24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E3C91C-D931-4442-AAF4-1E9A4D77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BCE0F4-DE84-4F3B-9AB2-6A925DE5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type command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6393436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856CDB-A2B3-4842-8198-8440F939B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3DAF7-B635-4762-B48E-CD44C4BC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A4FC6-9B6B-432C-BCE7-A9196767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0B0F8-7723-4255-9AB4-B340F879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596B9-3193-47C9-9757-57C6815A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root login and su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87D114-7CE9-431F-A52C-B448ADFD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161DD-B8DB-445F-B3EA-C60F29B5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root login and su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980F9C-E509-4838-8B99-E5D891CB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5726E-A2D4-483C-94B6-5465BBC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DA435-56FD-49E8-A98A-B10B53CB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89A5DE-645C-43CC-BA74-31AE6270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7B529-9FF0-4E92-970F-6B3315AD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126787-794D-4D1F-97F9-6ED695AC8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86F57-5DC8-4AE3-8835-AE50E344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978CCA-8433-4921-BD63-DD294DB7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725EA-BD2C-4587-96DE-24B9D7C5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2212D6-3CB4-40ED-98E1-77C55D540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F10E9-0B61-4B29-B170-AC57A338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root login and su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0929457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2F3FB8-3E33-44E8-B789-492506C1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AA21E-8EC8-45C9-A822-C9E91753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6DC5D-A292-40E4-8D61-48D6F72B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91CDB-C86B-413E-82EA-AD548321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40F53-366E-49CD-A732-FF99D9EF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root login and su: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882F9-04E9-4343-A6FA-86E451411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4A280-47E2-45DE-8346-5EECB8E7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C4221-314A-4179-B7E7-2FBF260C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AA1AC-363D-4905-A31B-1DC316AE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89310-8817-4831-AE65-0019BF70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4C11B-CB4E-4C39-A436-81884D8C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A91B5D-9D6C-4DBB-BA68-0BD56488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4664001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C60F20-EDAC-48E0-8F4F-6E66F10E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CC3DD-429C-4FAD-9C41-C4BDEF03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6E82F-88A0-4DA4-AE34-58B11E1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2511A-BE88-4D97-A569-2C5F2BB9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013A4-C39E-4EDB-B5B6-9393845F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root login and su: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6CB38-3542-41A3-B9AD-76EAB2C9E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E00F8-36DF-4F84-8FEC-DB556C100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BFDC0-07E3-4728-882A-13645BE0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7FFFB1-654E-4817-9955-1EC62B6A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0703B-241C-461F-8C20-9BF6DDC9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1403F-174C-4B6C-8CF7-611C6914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12664-0AC2-4756-91A7-E1B1FAA6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EEC67-39E4-46CE-BDE3-0555114F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AD2600-AB0F-4D61-837B-9973569E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ED70F-F719-4606-BDDC-5D74DF66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F81D1-4EB5-4DAA-9B69-ED6A87F9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F10585-AA4D-4950-ABF3-DAB70310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43E51-0C49-4091-BC80-844359D5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6EECF-5072-4DA0-AF6F-B967E533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04075-1D81-484E-BD27-00B878AD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DFAD19-8666-4524-AFDC-B004B742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52E1AB-A14B-4E69-81C8-C0EAE4D4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2BC619-4598-4F37-9DC0-E76C8FDB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0C581C-CC65-4411-B81C-AD9395FE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898021-A589-497F-83B7-3D1F1EBC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383EB7-D71E-458E-BE5F-3781B563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2BFD37-040F-4923-ADD0-44351DF5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68FD2F-78CE-4FBC-A466-99D2C7A2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3FE2F7-71C9-4C53-B8BD-F18446B4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BBA3C0-2794-41E6-8E73-144CDE2C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0ED26-99E0-4C27-BCE6-8363CFCA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root login and su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4763259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6C74C6-CD34-4771-9B0D-542A6C90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83F3D-7ADD-48E3-9C37-74D49A73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09E14-9ABD-487D-B120-F3F9C677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98973-73DE-4ACF-8FCC-2A35FAA9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24335-DA1B-46D5-BCD9-A077ED0A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root login and su: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41FA31-CD60-41BB-B5D5-64533396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FE61D-1BD1-4A6A-8EEA-D78F721E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F90F1-2888-4C00-85A1-24DB3D9D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00056-4F6F-4987-B843-C5DFEAB4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4F4C7-3CF7-42D2-972D-9EA0FE4D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25CF4-E583-4194-8F7E-07EC54EF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root login and su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952B3F-2293-4B93-9735-6169FEC88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1054A-8CE4-44D1-83B7-6C0C6636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5CC8D7-C3C0-40E0-958E-829BA06F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7AFFD-0414-46E3-B164-811F1D5D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1BFC0-5A66-42D9-9D2F-5210300E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A6189-E054-4895-BDD8-6AF03915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024FA-8F7B-4648-B487-635050D2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37E9B-1F7D-488E-98D8-B5FD995F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A32288-4182-441D-997F-29EBDE00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1E503-7894-441A-B4F8-4B9A11BE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784553413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D1DD77-7516-4404-9F6C-0847719F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F9EB7-0A03-4D44-AD86-352AF249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BABCE3-5804-4EB0-A63F-C03DB426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DE2D6-13C9-4236-8D85-1E358CBA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D532B-29FD-4B0B-9EC7-03E25A28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Naming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A0257A-F29D-4A87-A9E3-5E18B371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23AFF-5A6F-40A7-9E38-C56476EF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Naming files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DB56A-6F3E-477E-B42C-54069F12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D09A5-16C7-498C-B0D2-514B3181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D5A5A8-EA64-41EF-B0BF-4498570D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AE8901-ED5C-4C95-A770-2514E78C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694DA5-223F-4F51-BEF3-04048A5E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2D3E0-EE78-4238-96A4-1715B720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515C77-1397-4F22-ADE0-FE0AF473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D73B6B-ACC9-4738-B473-6839E883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DC575A-EC12-4641-8D90-A9D9997D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4FA975-DFF7-44CB-A1CC-93FF441F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367573-97B8-49B9-8B3E-39E23509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naming files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54661934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42306-6409-46DA-A15B-1B961C8D9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28364-8CFB-4E06-BE52-E8AAA96D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9D72F-C98B-4383-8961-385946AF4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66B5C-BFDF-4D64-A6E2-DCE65113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43FE8-B062-431C-8FD7-B91928AA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Naming files: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12EB3E-0118-488F-97EB-E72769453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6AD9A-27E8-4B4A-9489-9BC25293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F646DF-2BA2-4495-B695-BF4583A3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10FBB-6F30-44B0-A30A-16D92942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2523F1-03DA-4CCE-814A-74436B05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B55DBB-347C-4E82-84A9-0D9B6D37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093BA-97F3-4B31-9E7C-EB9D758C9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41245947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E3DF6A-4A74-4BD7-AAED-4775FAAB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95FD8-4E99-47FE-B33A-3CF11CB7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1ACD0-2706-4B6C-8B0A-EFD56180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4C500-8DBD-42D0-B39D-AD8733F2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A014D-E522-4744-8ED8-F2D87A20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Naming files: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CA529-2BB2-4659-8406-1EF83CAF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3A3FB9-E218-4460-9D96-B7B69885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00511A-63E7-4B3A-BD39-62334711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D775E-4462-4EB0-8F50-DB786D57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270478-0E00-40DD-A25A-A4DC6E74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35873-9131-411D-AE1D-D1B08116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9AC613-F528-49D6-85E7-11BB0734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1DDCF-7597-45BB-9117-38363C23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17940A-BB17-4A81-B493-97183EBB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37F064-3551-4232-8836-C449ED21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80A4ED-84BF-4C78-BE7F-8B953007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C907A5-A413-4ADA-A3F2-AD2EF197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3E48F-4DFF-4E4E-93AD-B1E40C6A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A3E6C3-84EC-4095-BE8C-599DC02F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14415C-69BC-4D28-A79E-C5DA1327F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4980B4-6BF5-4254-BA49-FABB8CC7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CC2533-4E26-4D61-AFBA-66047893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E6EFDD-76D8-4A4A-8C80-415D7BA9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4A0BA8-C81E-47B1-9C1E-D9AD9416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1D3EC1-B247-4ED0-829A-8FF49829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971025-E321-47B7-974C-E4FF408C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D266C9-A0EE-48D0-BFD5-034AB3FD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A4E22B-5F59-4950-858E-4A12DA57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1A141B-B4D8-4886-8990-C6628CBD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B9FA08-B7EE-441C-91EF-8B97B621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AF504-8521-4EE6-A87C-4B1869AE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naming files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2844055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8EF21B-1824-48EA-A0EC-9C69E611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34F5D-444F-4666-94A4-8298728F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271D14-C591-4E87-A9E6-71BA8D13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4013A-222A-47A9-8191-49F78BDA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7E049E-EED8-424F-8899-D839D874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File types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9C09B6-F055-4C7A-9EA9-998DF199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60442-6F5B-49BC-8F71-26E8D4D5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File types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5645E1-65EB-4712-B56C-A2F5637B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4C3216-1335-4525-A05E-08EA32A7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C46EF-F0C7-40A2-A825-5224783E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66E33-4070-4AE1-ADBA-1AAE095CA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125BA-B695-43E7-8E1B-C4AF520B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1D5030-8DBA-4336-B6BF-B1E08229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3E8A9C-3B6B-44F0-BCA4-5F834D3F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0421C-4935-41B9-B0CC-B6201C0E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573F3-1FF5-49E1-B7F4-DE5D0E8D3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968B54-1C17-412A-8042-9C521050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FF5C24-7B04-44B8-A791-0BB8B350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file types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5428538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0A1CDA-2158-4F33-B124-3E498B940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302CF-58C5-4D3B-9687-525E0784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41670-2F61-4DB2-A136-A2D570F7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90E5D-C65E-4ECB-AE77-CC2B2869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A0117-8578-4B7C-B732-4ED2F2B6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File types: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C6D5B-0076-45FD-AEA2-2402B0F99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762C35-69A2-402E-A3CA-69C5C587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789DB-D4C7-453A-B81A-FB21CBC2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F9217-579B-4EB8-A8F7-3A2D2D83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A443E-C0DE-4099-B831-97328C83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7B3FA-B159-4233-B258-6C03B31E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CFCA32-BDC2-4BC8-AC95-FDDC623F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90596891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25228D-F4E6-4614-BDE5-D59BEAB1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538E21-1E6B-4D57-B537-70A786BD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3CE7F-5CAA-4B22-BEC2-30200652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DA0B4B-351D-4BE4-A807-502BD018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AD7EE-D9A5-4842-8E6C-44626DC9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File types: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1C4B48-41D6-4FD2-8612-F7EF2B4D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2ED679-2FBB-4D14-B074-7033BD59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6C3D1-C971-4FB1-8CF5-E8E9E49C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E1782-BB78-4436-A2AE-B2B3BE20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1B624-2A78-4309-8D63-2654247B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6BF86-4D65-4F6B-9728-36FB0D20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8D8A0-5431-45A0-9C19-61509A3B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7F333-CCA2-4366-80EF-B8FC41FA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C7EDE-DA31-4856-A943-28DE8A02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3542AC-49E4-4A06-977B-76624D95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64F43-4141-42EA-9337-E3BAB873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75F9D-4485-415B-8A9F-B3F1DEFA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3CD084-6378-4A4B-AA65-5912E14E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D34EA-E2A4-462C-9BCE-D7AA62FD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7A289-6415-41E5-9664-8AA31FF4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E0FF6-0F4C-423C-8F48-882A7CCC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6A9BB4-A2DD-476C-98AA-8CFFC402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955C56-E9E8-4F4B-8925-7326F868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C74117-E2C5-4948-88B9-15D89463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1098A-E559-4EAC-8D59-D76040F8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39491C-A74D-4DB7-B6C8-D4E5257E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A6ADEB-939D-4EF3-BF1C-C842A4D8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93FAD2-B5E6-4CDA-ABCC-AAC2E47F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F65EC7-0BCF-4C47-BEAD-AC8C35EC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98D8C3-55ED-4156-AD04-91FBBEB7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16E09C-7C98-480A-ADB6-61FDBA9A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file types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9495311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2AD9B-7FE7-4116-850D-39F771A8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0CCE3-8A29-4858-966E-7D547509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BB5D8-15A8-43A8-870A-A87AD67D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FDFCDF-F135-4AEE-8FF0-DF1188F9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9C6DE-6A5C-482F-9240-76D1B084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Organization of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FB654-63BA-48AB-B06A-E426F039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50271-D054-4FA6-9771-9BB587AA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Organization of files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11B85-15E2-44C7-BBE3-7BB16D0E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5FB6B-0503-44AF-9408-C85F884E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133B0-56AE-46FC-A0F2-B1E61C22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301A2-FC35-44A9-9A0F-777AF8F8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57F49D-C022-4ADE-A444-7A70FE06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7E00E6-9FF1-450A-9E5D-EBE02CA6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346A2D-BF50-4CBE-B97D-52857C9F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D9B46-A4DE-4772-B9F3-B1B51C32E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511396-007E-4909-B92B-188FA166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0ECCA-64A4-460C-9BF6-8017F126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C8F643-2646-49F1-B182-2CD45B5B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organization of files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86068719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C9C69-E651-43A6-A905-BC796806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D8EA6-4505-4141-88C6-1BDB44AD6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4D5F6-2B53-4F84-BD1B-FFA00017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C6D62-80DC-4B27-B1EA-D4ACEF23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7E719-6EDD-4112-8D23-9B835DAC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Organization of files: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4CCB0-51B9-475B-859F-B36D44F0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15485-B217-41E4-8943-A36CC9BB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FB4C45-07CD-453D-BE31-B54CE3A5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2A520-CA1E-4710-9BEF-C0AC658B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C87F2-B7C2-45D8-B7F4-28392003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C8140-ADC1-4B58-9FF8-998CA6BF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B9F80A-704E-4D4C-B286-95CDF366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559757938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F5924A-945E-4000-9679-3C85B0B7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F386B-7432-47F1-AE85-64089CE4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B4A513-85D7-4C33-AA58-B3E164D8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EED29-40BF-43C5-86C6-A0BC7726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AFDB4-85B6-4FC0-A0D3-2D715E16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Organization of files: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D427C-1450-4474-B6CC-45BF3D43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739A1-5C6C-4976-8D9B-24356F7E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E7996-582E-4561-8ADF-35F9FE7B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0AEA1-333C-46B6-B87D-D9456077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79103F-EFE4-47CD-BFE3-DF772DF9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04037-FB26-41DC-9AF6-CF0A9900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54051-80B9-4373-BD77-76436F26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8E62A-4A72-4E41-AD59-BB1515C1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EF834-F055-43B4-ACE3-673CC3BF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898C14-7EB2-4B76-9841-639634F5F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0455AA-F51D-46F0-9FC8-13D94209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4C8F6-5F23-4281-8EF6-0B2FBCEB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7EE06-499B-40B6-BA9F-1804DBC1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9FC0C-5D5A-41A1-97AE-1403D394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5EB56E-FCF6-4FF1-A172-290F9D60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D08A5B-7A3A-4E5F-9A9C-DA49CEED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89A20A-42D6-4439-B3CF-8517519E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09BAA0-EF52-43F7-B8AF-5E05FD5A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D773AC-1E52-4592-939A-613D5B81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8DE64D-89DA-4BE3-95E4-A06F2324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3C3DA5-26FD-4884-B75D-6D30673B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B7FEE2-0F0A-4D40-83E2-5F5E0844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FF9513-69BB-4990-8517-FBBC1120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5536BC-9097-46CF-85E3-717BDF9A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7D7BDC-1A7E-41FD-98A0-4B33CA27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466BF9-0EDD-4000-9EEA-A439D97B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organization of files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87188691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CCDCF-C082-4523-A854-A0D90249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70E34-87F2-4F8C-9102-499BAEB9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9CE427-7AF2-4225-B254-A3EADFDD8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C3124-EA5C-4769-ADA0-06F29873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14559-BDC6-46E4-A18D-E16A7604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Organization of files: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ECEEA-FC50-4112-ADC8-8FEB3A78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188099-BF0C-4FDA-BA89-5FF19FB9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55DA6-8A20-400E-95BF-171A4058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920EB9-E4BA-4E4A-844C-938D00A8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2F8E6-0400-49A8-9F4C-0CF3CC5A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43446-761B-44EB-BA98-7EB9EC97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Organization of files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05AAA-3828-49BD-934E-819FFF55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D50B8-405C-4B8B-B64A-5E4F96F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DED577-E4AD-47B8-A3A8-5BBECD69C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F69095-AD4A-4DD8-96CD-3B2CEF7A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B30E6-A875-476E-A0EC-113AC87C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35907-11C9-4F16-B1B8-5081A30A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3AAE7-0325-4C6A-8366-C64DF701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D0772-F67A-424C-9632-2A27932A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16BC60-2896-4425-906C-1FA84549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E2E10C-00E6-4D26-B268-1D4F7B70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49140624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F5D7ED-60E1-4F7C-8E52-7EE7F676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675F1-DAE4-4C09-8DDF-0EF46D07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9E22CC-CF73-4BD5-B05F-737605A2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95E65-3320-4ECF-AF92-885E0992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C0E14-6388-4609-A4CB-3AAB0A66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Hidden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EF70D-09C0-48E0-8E47-A84DA29BB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C6079-0BF6-45B7-A319-020F84830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Hidden files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07D6A1-5BCA-404C-AE5F-89AF94F27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C1F777-C67E-4738-90FA-62FBCAE6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804F78-7D47-4376-BC62-273A62D5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27857-1E42-47BD-B0C8-B5BAB7EAD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78994-9F4D-4F80-98D8-E0F50C28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701309-8C3B-4528-AFBB-1A0196C4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693FE1-EDF7-4731-9259-68999F7E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521F77-4236-45B6-AEBC-B2AFF794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B55A60-0FFF-4F06-8CFB-DB204C3B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364B54-E4EE-4C37-B6DC-18194E69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96AD4-4E33-42BE-8210-92834B36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hidden files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69341944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75316-AC34-446F-9942-BF2860B6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FA0D49-53B0-453B-B5A0-54942698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969BD1-C237-4A0B-9E47-F8504CD9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3EF5F-5226-457C-82A6-51E62E9D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CAE2FC-D8E2-49F1-9460-4A2876EC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Hidden files: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F44F1-2F3C-4E50-BB20-E68271F9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B99AF-0BBA-42AE-BEA7-12E6AE77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E6BF5-4177-4886-B3C4-0874C318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BD1149-CC45-464F-BCED-03615FF1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A4F4E9-CA88-4E35-A365-B194C955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A7001-FCFE-4CE3-8EAC-C625C90A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FF93A-F929-4CF6-8777-C2592438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70748140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93DB06-7948-484E-8A02-E402A3C2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A7CB3-A977-463B-804C-D54B5236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A9B20-55D9-4D96-8C04-1DBEB9B4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69545-C645-4359-A047-2EA0898A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E2931-DB84-4BD9-908D-2095056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Hidden files: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8DB5CC-49C7-4FF8-89BF-E1813A26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1B3299-08AA-4727-9269-6CEED5F0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36E87-3A30-4054-9779-DCEF7DCBB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B11DA-ED50-4E3E-A9CD-EBE57CB9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6207F-9B3C-4034-A51E-070EBFA82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DBD8D-81D2-433B-A3AD-7E91F8FA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3970AA-63ED-4AC1-8F5F-CD0B8510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7EAF17-E76C-4D6A-819F-D03654FF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35732-A43A-4A4F-924F-4F0B0A50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FCC8E-8B73-4F4C-8B69-81273DC8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D5DA32-3E0A-4EAE-BA66-D62259A9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EB3FB-D338-43EF-9BBF-17EBD412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A7F77A-B0B9-4D0B-AE52-2B856817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3FE430-A659-495C-A2A2-BECF3380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36900-A90C-40A3-9271-DA89B107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C45562-1F6E-4CA7-909F-7C04E723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A9DAB8-40E4-4580-BFC8-A2DF9EF8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8BAC4-82CC-4829-B174-997BB113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D32612-99A1-4128-BBDE-F0C77F86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E92EF-C6A8-4DE7-B8C8-68E077DC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6E0F0E-452A-4280-BD40-5F791877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FFF016-E95F-41B8-AB71-5B85AAB5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2CB21F-3A43-4BDD-B0D4-367136A4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7DFBFE-96EE-4B93-A9DC-188D30E2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1BD66F-97C7-4B9C-ABE3-2DB89680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D54634-022E-4D0F-BC65-4C9C7B66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hidden files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4920045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060C56-951E-45ED-978E-54B31DAA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36C3F-7501-47B8-BCF1-911BE10D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F369F-3925-434E-97AC-657A0077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E2B32-6767-46A4-840C-17D9F2B3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D246E-E5B4-4D4B-8A0F-78D02CBA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Standard directories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BE09B-30BC-4B97-B8EE-A66E5656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227278-DEDD-4582-B17C-B24F6304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Standard directories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4B5A12-8048-474E-A770-8BBD5C1F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03DEA-23B8-42A3-9654-AF7F2481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3EF85-0007-45DC-9AD4-E26B9334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1F160-67B6-418F-A9BA-20C83DDB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8CAD0A-32D0-467C-A404-E443586F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28C90D-FC2D-4896-A923-C81531A0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DB91A-BB84-4DE2-B304-D5CFBAF8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A952A-2EFC-473A-93E6-B65A8E26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9FF118-3D6C-4746-99D0-A2BFBA59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64742-4D8D-49AE-9664-F572D7E7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DFA68A-7FC3-4017-966E-561EE506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standard directories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4399532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406BB-2DF5-4E3C-8C62-040F4C80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44E9F-D249-4280-9D66-6C783593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ACB4F-24D5-44F8-B090-EC55D4C0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D1E0F-1E37-4998-829A-A9905F29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A691F-66C7-4490-A84D-1E5F5059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Standard directories: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DE24F-2462-4185-B5B7-F93C63A0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DA4A5-6B37-4BCC-A44D-6CB99E7A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9CE30-D388-4C14-9429-1681CBAE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1570F9-CF2F-49C2-ABDF-AE1791CC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F8BC13-5CCE-4D02-9FAA-CF58B9B3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566B8-D00E-4C40-B1B1-110B9B7F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0C788-7FAC-4993-9E6B-BBB9493B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080039789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1D0DFA-16ED-48AA-9BB9-6ED6CF81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9A66F-1773-4954-B708-E8D95F0E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57B65F-6E22-44B7-B01F-1C8583BF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3B057-2A58-47F6-8069-CD6D50D1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ABBBB-E357-493A-B4A0-F0A5D455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Standard directories: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D8D9F-E9A1-4175-B615-FCFC2673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A854BB-EF67-4DC7-ABE4-53338A79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DBEB43-1A4E-4B58-A0E3-FA117358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E9900-18FC-442B-A140-929B61FC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D1590-5B02-482C-A44F-38BF5AAF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7B0BE6-C226-4941-9147-D3FCB0C1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D6E40D-4D50-4001-B80A-AAC875CC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BDCA1-CC77-42D6-9987-CB3AAA0E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D4DFF-C496-4A73-9C26-7C0A6A8E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64F4D-B75A-41EC-8977-F10B499B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B150E-E276-4A3E-9034-0FDC3E80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063073-C040-4D72-A898-B4D69183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4B2BDE-38BE-4EFB-80B4-5DB850469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310AE-D28A-491F-927E-48FE7D20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15D0E-F702-42DD-91BA-E9F9E5A2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724CD-D17B-4C57-881B-CE32DB3C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9581D-974A-445A-B76A-BAABAAD5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1A2E1-FF6A-4663-A028-C3ACB0D7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C2A985-1235-4B37-A14B-A3482F3D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2B6CF1-C02C-4078-A01B-E238FBA2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FEC8A-FE6F-4685-A2A4-48CB72BE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7B6A0-ED00-4360-9E9A-C26C350B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DF5BA0-4376-4C89-923F-782A97E3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E35C1D-93C1-4FCA-967E-3BA0560E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03C0E4-7F99-45DB-986C-C238331D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13BAE2-F3C0-418C-8DB9-E1315BE3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standard directories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206371093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A58209-D6DD-4E0F-91FF-28B8F90E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AA696-8062-4E86-B1C8-C98F44BB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3CE11-5527-4B41-88BB-981ADCA1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1DFAA-9A9E-401A-A339-5F031242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25125-22FF-4306-AFB5-63150556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Home directory and HOME variable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D2D02-713A-46CC-BAE2-F2CDF9B2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C7DC9-B9BD-4E27-827A-17007369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Home directory and HOME variable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CEB67-B158-4FF8-B03F-4127357C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FE55E-AA29-480B-A9E1-FE5064A7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14BBE-102D-46C6-916B-A103338E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8DC50-CF46-4308-8879-CF11EA8B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371372-63BC-485B-B116-92F8A18E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53450F-6A82-4233-8E68-A5B8A5C3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CFF22-4598-4D57-A067-DC1E0592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E636F-7BE0-48CF-98E3-65721815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87371-4D62-4C78-A30F-6039CAD9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3231BE-021E-40B3-9548-FCFB0D17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B8C6A0-77FF-4440-B46F-5C2D0D43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home directory and home variable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267607265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AED8A-1F66-419A-BB0B-3BE4F9F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808C9-9136-4C0F-8C34-D2B2D8F2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014A16-D198-4621-BB43-54EFA724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1AAFA-8921-4CBD-AFE9-F66A02B0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45C9D-4A25-484F-BCB5-E32E95F5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Home directory and HOME variable: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AC8898-13BF-4CA2-8273-29B61B9B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3625A9-F9C5-4E91-9157-CE2B85B7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FDFC1-2E1D-40E1-8D9D-4CB4B970C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9B793-D719-4030-ADAE-97D613DD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833F6-544C-412D-A191-0E106BFCB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73C0D-2970-4DED-B0A0-F6BDB00F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88FD6-7A3F-4167-B8BA-9785DBE3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128691431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485A5D-D64B-467E-9BFC-C4A4498A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2F90A1-5C36-474E-9EFE-987FC67F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280065-1CFA-4D51-8B43-F8C2A097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4A5C11-82BA-42B1-A21A-65DCEEA4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59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39510-C5BD-4A19-8AD1-20BA0D6FF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Home directory and HOME variable: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8CD44-64B3-4B83-AB60-8890DB17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144CC-ADA6-4AED-9004-8549D241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F9C125-F75B-4663-8063-A981B6FA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AB0D7-1422-4E17-AD39-D557A8D4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B0373-3B3E-43AC-8427-21B1FFF4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16D66E-1850-46C3-9269-4FEA577D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AD8D3-0D8F-4D25-8C93-B62613A2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E1731A-E3A9-4F0D-BB30-1270F4CD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4C1BC-2AA3-4F76-AEE5-106A7D58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0628D-76C5-4900-81B9-53BAC8655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FE66F-0111-4A44-8FA7-39B36733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83D612-D554-4A58-8AB2-5C2A8BEC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305D03-2877-45B4-9AA5-37E58DDF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6C46C0-E0F6-4504-9E80-B481C0B2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D56F2-8C75-43C0-BFAC-C308D480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CE0D38-F29D-4984-A671-A7ACC3E2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666E7F-E6A0-4093-B8C7-FA881A43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3642A-B40C-4C5A-A875-3127D76E6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83C8CF-0C52-425D-A995-B4821C2F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9715ED-4C33-494C-BCA4-70948FAC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1465B-61E2-48E0-AAD6-7E61FCC6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3033E-FF99-4435-84F1-A748A42F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D42E45-314C-4449-8AB7-D33369BD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B9A3F6-C711-4767-9298-3ED21107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3D1C91-DA41-4409-9B6A-606C1819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198B3B-2363-4E22-8FF4-BD8E4778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home directory and home variable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3229400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498592-16A4-4029-8A50-5EA4F9CF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94EC31-634D-4582-A48C-B67E9B74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1DCB91-A145-4D1A-8F5D-70B1CF9A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7F6EC6-7D61-446A-A441-4DD77098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6028AB-F7FD-4856-9852-C8DBFD7E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Home directory and HOME variable: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203F5-F0AE-4F40-9100-1E94180C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F05AF-7FD5-47AE-97AE-4057C2CB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D44E4F-139F-4718-944F-EE02A9B5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0BF9D7-670A-4AB4-BFB2-B043F008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F1A49-80F3-4901-A8E1-531320E6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9ACA8-A205-411F-AECC-8ADE5C8F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Home directory and HOME variable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5F86FD-526A-48E3-B1C0-84068CBE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D83F1-1404-4069-9C74-C9BEA8759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3D7B-9950-472F-913C-69967E4A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231E2-BA7B-42D5-9D47-4C3C9626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838EA-F47B-403D-93A8-AB8F98F0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D70A3B-FC33-43A2-BE2B-3CD8D58F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35E459-1DE3-43DB-ADF1-3EC0936E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D148C7-3821-4938-8FE3-CC74D10D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166A4-D20D-45E1-826E-097F8D32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5C212-E910-4E16-8845-E7BE558F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2122394903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FED059-0138-4D1F-8B7C-4E5986E0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9BA1B-2E90-4D00-8C5D-1FED57A1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791C8-7A8E-48B4-B145-6DC8A82A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67DF3-9B65-416E-B34F-49F16CB3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E84C4-2762-48DE-9989-F5356B5B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PATH variable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D1122A-B54F-4606-9E13-6C640143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F890C-590A-460B-98D7-CCAF3098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PATH variable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37F21-D231-4C94-8369-7A4BE7A5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B14614-279D-4B5C-A89E-A93A5A98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FFB38-1AAC-4CA0-A9B1-3A32881C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70DDF4-F05B-4E54-B8D5-91F5EDD5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4ACB9-9513-4333-A65B-B683B724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1AE12F-B816-4CF4-B19E-5E655DB0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D17403-5B45-4231-A5E1-FF5286D7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5EE937-6B0F-46BD-B856-311E8030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6B5415-A9E8-4D7F-8C87-AB83ECE0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DC626E-FBB4-4928-9212-A4983155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B6B2F-A9D1-4419-A4EE-B91BF7C7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path variable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48105859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A4F50-2461-46F4-B7F4-E7628912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F63FC-9D79-4056-9CD0-6A5EC196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B0FE2-D982-4F7B-A035-680675D5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AE7BD-83BE-417E-8DAB-FFA643AA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34FD3-809E-48CA-AEE3-8D04B27A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PATH variable: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BE89B-E97F-4927-BC0E-ADA2ED93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13F26-5402-4C0B-A258-597F7A74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3C685-294C-4FB5-A440-B48DB2A2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B69B7-485C-49C1-9BFC-B7D275C2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44E6F-AFA6-4B17-BF43-C0D6E91B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DF0FE1-26D7-43CD-9821-E5E7A2786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2F0FA3-8762-4230-B21F-F74C2BAA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148586855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5D6695-68D2-4754-BCFB-6ED1048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00E7CD-8D0A-4483-A1FD-D8604AE0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823772-D620-48AA-9961-F5E5F2B7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40C56-AA84-49E2-9BB1-846BBBC1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1C13C-C2CE-410A-AFAD-595C90746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PATH variable: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F3598-3B85-49CB-AE2F-AC7032CE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74A75-B2BE-4ABB-A0C1-234D9F7C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9E171A-C096-43EA-A3C0-FCD79C0E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F77BE-7719-442A-B1F9-CA7793A4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16495-8036-43FC-AC4B-F1DFBE8F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BBCC10-8B95-4B09-82A6-F0670EB1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B43B7B-B5BA-431B-B81B-7554F790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C718F9-6BCD-4DDE-ACC5-E0A674A8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D64628-0452-4FD9-A33A-564265C7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800B7-6CCC-4061-A769-D2343D770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B2D3F3-1438-49A0-8F4F-532D52A3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B8E613-402F-4EA6-B8F7-C614344FF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7B519-A971-49BE-9318-92D59603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E7670-B9A3-4523-A00F-6AAD9F9B3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BF8AA-CBB5-40DA-A338-52EB3926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069213-DBCE-4F2F-BB54-E53F90E2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B31657-4C06-4646-86DB-8C47B93E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63281-1CDB-435A-BD61-F92F6652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584634-DCF2-43A3-984F-7F5EAFA2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BC5080-0837-4310-8CBC-522B0AFF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E81140-C1B6-46A0-ACA0-59B869AC2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97FFBA-B06F-4874-92F0-B4E52FF5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F42FC5-D302-404C-96F9-2D58FF83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732AE5-1E07-4770-89B0-F0F24869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897978-E2FC-4CC1-8456-06BB4B83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BA8606-4550-4B1C-99BB-67A67ADC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path variable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08267050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754457-34B7-4944-BA71-D2D0F61B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26C425-D3A1-400B-B211-4485F57C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3DAC2-5627-4E95-B46D-14522280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BA7B46-5D40-43AB-A911-CB651F6A8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D6283-C9D1-499D-B136-C3997DD9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Relative and absolute pathnames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2D2B2-7827-4757-917F-E1CA739D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225AD3-2642-42F6-9A8F-8F2A4407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Relative and absolute pathnames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8B027-AF41-4959-801D-16290B83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3746D-5B6C-4713-8C08-25D5E14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4B867-6C1A-4B5E-BAB9-33A7269B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606ADA-500C-4364-927B-9EBEA50F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3B749-C4C8-4BC1-822A-47EDCF82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DDF58-198E-44F0-9A14-5125CFE3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27156-0777-4CA2-B791-BED13B22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69EE00-F860-46C6-8E38-14405C9A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489C7-8234-4D4C-91A6-1BF0754B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DEFAA5-E8E8-467B-9036-F66F98F9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601FD5-07E5-4A14-A77F-82CEDD13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relative and absolute pathnames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72968555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3B360C-5D59-41C5-82F2-990F33DC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675EF-E551-4D23-AC06-A6EFD518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6A794-8812-4744-89FA-EEA291F7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AEF10-07BB-4E73-8EB2-B884B400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A82B9-2663-4684-830C-05E810FC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Relative and absolute pathnames: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3955D-0E62-4897-B276-FCDBD70A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0FF5B9-D0DA-46CE-A275-4E89AFDF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996D6-9FCD-487A-AC87-78E0CB5C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AAEFC-2F02-42F8-ABD0-ED20AAE9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0AA9E1-FDDA-4DD3-BD66-BB5E0CAA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A47D4-92B0-49EF-8133-89523E0D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2479B-9F6F-4E4E-BDCD-D00F25A7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01071042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E0DBE4-B85B-40AA-82AF-5DE8C4C6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63A14E-40C6-4800-9B43-6F521378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9F95A-88A7-4B28-A604-3A66B052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710B8-E02A-4A33-A1CF-7D71E1CF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1B2FAA-1DAC-40F0-9E38-5C7ADAA5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Relative and absolute pathnames: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CB5E1-FBBD-4CEE-8E5A-E81F1BD1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6ED5B-2C00-4C72-A968-3B8F029F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A1765-263C-4E67-B1A2-71A7213D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0DE61-F364-41EF-913C-C2278E85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1117E7-4A58-40A8-94A3-D458FE50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81638-5C75-4D3C-8280-B74475BD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A9618-56B2-4CFD-BBF5-69595863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61C3E-A96A-4AF7-A885-0B2BBA65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D19DF-7110-4EE4-AA2A-5F875B01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7AFA2-02E1-437A-869C-E03DEA37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C0178-8E52-4FF5-8B47-DF592DAB9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1F493-03DD-447B-978D-CBFD2C27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D8476-E684-4887-8EE7-AE4610DD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736ED4-238F-4C6D-95B1-0C5DC2BC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EF682-3E5F-4F27-B3C7-D8AA1773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4B353-3BA9-40EC-B9EC-A843C9D3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6D671-9230-436A-8EF5-48A72483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D16D6-5410-4228-A4E2-CE92A2E7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46CB2B-EBF7-4ECF-ADE5-D7AFF4738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7F7DCE-69C5-4972-96F5-9F03F8EF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0A7325-CF84-4701-AC8C-E7907AB3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278030-B9EF-4EBD-9588-EEFE7B38F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01477B-5012-43DD-8591-FDD506ED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8912CA-0DF0-4FAD-8319-FBF7C3DC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B338E7-D43C-41E2-ABA5-FEAA7A78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F82DBE-CC1C-4DD5-8272-B893BC21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relative and absolute pathnames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2000069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92605A-719F-4A98-96EE-85B6307E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CBB9D-E029-459F-AC7C-5DEC39CD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22F69-68F6-4D7B-B00A-819768C2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6B244-ED63-48F1-8F79-521DA269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26C172-4CCC-4DDF-B14E-0507A82B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pwd cd mkdir rmdir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9E4E0-B0EC-40F7-A4BB-B36611DD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D579A-8B65-4BA3-A5DD-C1553D33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pwd cd mkdir rmdir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83518-99F9-4CD5-B51D-D4307E91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18B994-2CF9-43A7-AE75-160A8ADA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97954-F6D0-46E2-85E0-A53CEDE2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1BB601-6147-4AB9-8E0E-58F5300C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7576A-44B0-47AC-88C1-75924E2C4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D0D0A-A9E0-4A1A-B922-1C59E0A4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6A5DF-FEA2-4D76-B6B4-332314BF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F11D7-F43C-4E36-B528-EC69DBB5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BACC61-44DA-4507-9468-D5C0AACE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93FF7B-3796-46D1-9FC8-89FAFADE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4A284C-49BA-4F5F-963D-2895B67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pwd cd mkdir rmdir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20796780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967F8F-6EB4-46EC-B240-E4CD1CF0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0B036C-142E-4788-8F50-1E1ADD85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EEA86-520A-4502-A5AB-BE9C9060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E8B09-247A-475C-A02C-FA469A1F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85F2E-3961-4A56-9B25-B9591EEF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pwd cd mkdir rmdir: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4155A-F194-43A1-AA86-39B7129B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EDB07D-0B5E-45A1-8C3B-9DD84ABE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4C3940-9343-4BBF-957C-3A23D2BA9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98AFB-3F9A-47B3-9C85-C55D9EB5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47088-161D-4F11-AE28-CD26DF94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8B4D4-1C45-4DDD-9930-114F665C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0D05A-46C6-44E2-876B-592B63C7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312997874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C55A8F-2345-49EA-A639-238CC57E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884C9D-CAFF-44C6-93B4-F41522FC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2B8DC-6C15-48F2-8A74-082C4B43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5545C-EB5D-4BE4-9616-000E3B02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69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E9D00E-521D-4A15-8EBF-99D7343A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pwd cd mkdir rmdir: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1A0F0-51B9-4C60-B82C-5BE49B92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DAA50-BE7F-4F6B-A2B8-8E693B47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EF4F98-42AF-4887-B402-7FA4D96C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E7702E-E6DB-46C3-BFCE-38F3088C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A4FCC-E26B-4DD1-884F-6F29B00B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217CF3-07B3-431A-8E35-A4FDAAC9D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4AFC2F-1B00-4B69-9F45-70E9F667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74053-11D8-4339-A079-60991BD8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52DDA-5D4A-4A0A-A976-00B79B7D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BB3FEE-5BE5-4F10-B089-6ABC53AC6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AE5E1-D147-4707-964E-BCEA8F90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4E4F75-B278-4B08-8137-1D44E39A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DFFF6-EAEB-4C67-9A1A-6AB7C73D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A09D4A-3A64-470D-A861-F6BEC6B5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751D9-8A0B-4B9C-BD02-B71E3FFE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2E92A-D2BE-4678-A59A-982DCB7D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6C8E84-8F08-4204-9EEC-32968760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05D7F9-BAEB-444D-8BA7-C6057FF4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4A0008-9F1D-4781-8FB7-64A55CEA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B567E6-7A95-4009-8237-CFF33E31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655238-DFEF-4947-8858-3D51B8CB4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98B174-6ACD-473A-AE12-BB8FF4BD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28B1EF-E43B-4769-ACF6-29A9A024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1CB738-CD3C-4BE6-B889-7C015646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0F6201-0659-4FA3-9BEA-66607849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48D5E4-FC7B-421C-A30F-07B5E733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pwd cd mkdir rmdir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9015897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13C31-7A0E-4DD4-8705-F682337E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875C10-ECD9-4C5B-8153-76CB08D7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E2EF5B-A2FC-4767-A9FA-7265FE51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DF252-C4FF-499D-91D9-33435F52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8AE65-1913-443E-B073-7B7A60F2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pwd cd mkdir rmdir: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E67A9-E5A2-42A4-AEA8-E4702937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525ED-C988-4B8E-9A23-D0E795D8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EA13D-BA47-4105-B7F9-E0941F03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E875F-F338-49E4-974F-B3C38F2A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DF155-460D-4116-8097-703A5C18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2A9EE-176C-45F7-AA13-D8FB7D0B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Treating pwd cd mkdir rmdir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2A57EF-5FD0-408E-91DE-D0241CAB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FC47B-51D7-45F7-9B72-FD15E856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Explain command/code -&gt; system call -&gt; output/status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35FEF-7B01-4228-90C9-9578FB56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C71BC4-45E4-4622-9884-A7E94BA0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AB763D-5CA9-487B-9B42-F33DA297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5705C-81C9-418D-ACDA-B7CC6AF7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78C0B-E3A3-4DA8-9008-C0258ABE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955C8C-E899-4828-BDA1-A1950983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5C8EF9-C927-4A98-9F91-E96AD540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35134-32C6-47EB-8D77-28F0D443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terms such as command/code, kernel interpretation, system call</a:t>
            </a:r>
          </a:p>
        </p:txBody>
      </p:sp>
    </p:spTree>
    <p:extLst>
      <p:ext uri="{BB962C8B-B14F-4D97-AF65-F5344CB8AC3E}">
        <p14:creationId xmlns:p14="http://schemas.microsoft.com/office/powerpoint/2010/main" val="1626015832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EFA682-373C-489D-9ADC-293C046D0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106D3E-E022-45AB-9535-E33A10E3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60A745-6D40-4859-915B-9B967F31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219EA-6DE9-4204-99C1-41872267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BF7D6-7C60-41A7-8A3C-750BBD99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dot and double-dot notation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6207D-69D4-47B4-B442-B9C26781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D7F6B-6408-4D79-97FF-C5CE6EF9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dot and double-dot notation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5790B4-9E3D-49EF-8743-BC5FE3A7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D2B22A-35A4-4FEA-AB2E-702187DF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8D4862-42FD-4EFB-9EC1-44148864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FAD03E-3FCA-4085-91DB-00B5FB65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05C1C5-2E8D-465A-846A-2FB7671A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47068-675D-4FEE-9806-826C6E26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B2EE9-523B-4DAA-9C6E-9107900A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DB3D9-D093-4449-9470-C15F3226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15B9F-CEC6-4441-BF4C-D20A97C3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6907FE-9C9A-4350-9EEB-0BAB5E98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57A9B-415A-409C-8B17-8A2CD308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dot and double-dot notation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02570067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12839-45C8-4BFB-A5D5-EBA284B7C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E5049-FD0B-42A4-876C-EEDB172F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2FCED-CD8F-409F-897E-E4CC3ED5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39927B-A8B4-4EB6-A1E4-BF2D7B1C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88673-212E-4C5B-A83F-506572A3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dot and double-dot notation: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80E76-0A9A-414F-A9B4-00AC6623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0E7F8D-87D2-4020-89F8-CE6E2E94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15AF0-4E7C-467D-B1E1-F3EBD308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8B611-A742-4D1B-A27E-0FC546DE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C777D-E929-40D7-B85E-72C0492E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A75B0B-1B68-4670-810E-ABB3B6CE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687A2-0387-4DEC-A833-44930FFC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1979403012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D87168-CBEA-49F5-9EC6-066B0351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F4D570-8CAA-4144-B207-4D3D3E26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58197-A31B-4E8E-9EFA-4B820886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75BD3E-8957-44BB-BE3B-4202BFE0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2A0D2-227B-4C02-AFFA-77990F2B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dot and double-dot notation: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002A5C-A253-4846-A7C0-5CA2209D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49F20-3C00-4E4B-B18A-FADE4BD6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48BDA8-46DC-428C-9FB4-6B7D08AB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8079A6-12A4-4CC9-B3A6-A981A9BE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5A51A-3120-414C-AE3C-78352701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BDB817-6BDF-44AE-9C6E-4C3CDCB8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1D9CB-DDC9-47CD-BF31-BE16FA07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B9D34-DAED-4107-B38F-DF0057C1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BBFA6-9E3C-4D8D-8483-16B6CF27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FC2C83-EC94-4451-B09B-5DCC6B53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7936E0-0FA3-4F0F-898A-6AB97C9A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400934-F715-456F-843B-11277B20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3A0E8-369C-463B-9B01-B2CB1FA1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F7344D-51C9-4592-83D3-5CAAEF0A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37A34-B027-4E7E-8E8F-20D5D5B3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4FB13F-EF9B-47F0-AAF8-2AB7C010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23F501-DC76-4F4C-9E9D-C7FD27C86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87912A-B87D-48ED-A8DF-FCD5CD49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634CA-574F-49A0-A9D2-743F3170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F86A33-976F-491C-9207-688BA8F2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20143F-97AC-40F1-8A70-13F7FDD9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955983-1160-463E-86DA-B2DEA89A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48EE4E-81AD-4B2F-B045-B1185073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DFD07A-43CA-4171-88DA-1DDAAEE0E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61CC16-B4C4-4AC9-A347-7DA96167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C3B128-056A-4940-B7D0-61092D5E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dot and double-dot notation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42428239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C3719-0BF6-4643-AB47-0290EC3A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32654-1384-455F-B294-94988485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1B338-F0D1-4311-B756-C87FCE15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DEF51-569E-4602-B74B-F6743B1A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82C666-E674-40D0-9057-D7155821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cat mv rm cp wc 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1EFDE7-0ECF-48B8-A5E0-AC9EFC33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90377-5462-4FDC-94C1-2525F7D8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cat mv rm cp wc od is best taught as a command/code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E80B17-7D4D-48DC-870A-37E55166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ADC1D-655C-4E75-A6C1-560618A6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The key mechanism connects kernel interpretation with system call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9EFCB4-E724-41D5-A476-D144708C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B4568-9F19-4BE8-992C-29AF2232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For exams, draw the model first, label each step, and then explain result and output/status.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BC309-3DEF-4D03-B785-4F937CEE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06C24-DC72-40DE-9414-E6856956A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B35E6-2291-438A-BE40-4CCDC015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ABD9E-F792-4011-8174-CDA25553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6BFEF8-5501-4CE8-B526-281EC03D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output/status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77B241-DE79-45C6-815D-8E86E954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47857"/>
                </a:solidFill>
              </a:defRPr>
            </a:pPr>
            <a:r>
              <a:rPr sz="1875" b="1">
                <a:solidFill>
                  <a:srgbClr val="047857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3A2A52-3FC1-4EEA-A0CC-D04DAB32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1F18"/>
                </a:solidFill>
              </a:defRPr>
            </a:pPr>
            <a:r>
              <a:rPr sz="1575" b="0">
                <a:solidFill>
                  <a:srgbClr val="0B1F18"/>
                </a:solidFill>
              </a:rPr>
              <a:t>This topic explains how cat mv rm cp wc od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61432648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5A2D37-F7E5-4DDB-B27A-82E51FBAB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9E2CE-EC28-4CE4-8BC2-8367A8B5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0E3B7-B911-470C-8E45-E526DB1E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6307E-B432-4827-96C2-D7B995F0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5D5EB-7D21-4213-88B4-B7D8890A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B1F18"/>
                </a:solidFill>
              </a:defRPr>
            </a:pPr>
            <a:r>
              <a:rPr sz="2325" b="1">
                <a:solidFill>
                  <a:srgbClr val="0B1F18"/>
                </a:solidFill>
              </a:rPr>
              <a:t>cat mv rm cp wc od: terminal/program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666B7-579A-4B12-89F1-06741B64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7239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$ command --option argument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input | process | output</a:t>
            </a:r>
          </a:p>
          <a:p xmlns:a="http://schemas.openxmlformats.org/drawingml/2006/main">
            <a:pPr>
              <a:defRPr sz="1425">
                <a:solidFill>
                  <a:srgbClr val="E5E7EB"/>
                </a:solidFill>
              </a:defRPr>
            </a:pPr>
            <a:r>
              <a:rPr sz="1425">
                <a:solidFill>
                  <a:srgbClr val="E5E7EB"/>
                </a:solidFill>
              </a:rPr>
              <a:t>status=$?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0C61FF-D304-46A3-BFA4-0176D168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1ED6D-CCDB-498C-ACD0-8F0AB5BD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383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Read the command/program from left to right.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F97FD-53C3-4707-871D-AF9D21E7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FFAE7-A35C-4A99-94C0-C9B5FC6F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Identify input, operation and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73C5A-1E65-4CC5-BE53-A791794C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004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FA57D-CBAC-4F70-935F-28CA253C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242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Mention edge cases and error handling in viva/exam answers.</a:t>
            </a:r>
          </a:p>
        </p:txBody>
      </p:sp>
    </p:spTree>
    <p:extLst>
      <p:ext uri="{BB962C8B-B14F-4D97-AF65-F5344CB8AC3E}">
        <p14:creationId xmlns:p14="http://schemas.microsoft.com/office/powerpoint/2010/main" val="798475515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6616C3-FE5D-4B42-9A16-1626CB24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98F57-122C-4B65-AD28-0977F404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D89B0-741B-4D7D-9D96-1024AC49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C484E-0AE3-44FE-8585-46A6D5E6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5BAFC-FA3B-4DB1-ABE6-E6CC9D05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cat mv rm cp wc od: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55B1C-8679-4809-B47F-2F2FACCFE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3F384D-B753-47AB-8D77-63BF85ED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C40D49-4960-4E67-B3F1-8FA63C2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3A03B-9EDB-4FB8-B732-ECFFFA8F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6F0A92-A1A2-40D2-877A-4E6040F7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16FB15-C910-407F-899E-171C4D12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61EB6-1411-4ACA-8794-97280304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2B9C3-8206-43A6-963B-06CEC69E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E5B4B-41CE-41C3-8F82-A84E8846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Identify kernel interpretation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1F6A81-D9A4-400B-8FE4-14EFACD0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E2E20-E692-4C9D-A241-89A9709C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2CF7EF-4B39-4A7E-910A-B9325A24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147050-D651-49E5-B86E-1595D898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kernel interpretation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A2CA4-120B-433D-835E-03FBF709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Apply system call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E3CDD-4AB0-4BA7-92B5-404C66D9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AAA110-A844-4CB9-AC9B-B671059EF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980A47-0963-43C8-AD2D-8DFF6C9F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746F6-B69F-49B2-AD47-FA6EB172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402343-F225-42A1-ACAF-25B44B96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Check 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036C2-E0BC-46BE-B0BB-E57FF7D6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278E08-28E0-48A1-AEA8-46FA9FE7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800FC3-45B7-4F5F-8F80-16A8565A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5CCB2E-F0AC-4332-ABCD-5B6F6431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45F5B5-5F72-465E-8CAA-7F6B5300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Conclude output/status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0E14C6-D3F8-47C3-B389-F6E7C6E5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22DDDC-1E76-46AD-B485-C81A6E79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569"/>
                </a:solidFill>
              </a:defRPr>
            </a:pPr>
            <a:r>
              <a:rPr sz="1650" b="0">
                <a:solidFill>
                  <a:srgbClr val="475569"/>
                </a:solidFill>
              </a:rPr>
              <a:t>Use this structure whenever cat mv rm cp wc od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71574994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1EE2F-B63D-4E72-B907-1A872CA9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DA6F8-70E3-4426-873E-EF6D63BD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D273A-891D-46E2-881F-0447B7E1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BD80D-91FF-4770-A580-DBB4CFB4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D03AA3-4723-447C-8AF5-BE9CA630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Unix components and architecture vs Features of Unix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00A01-9CCF-412E-B573-47F9F18B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6F537-6D32-4171-9552-F48B5AD2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FA7155-8F7C-4CCD-813E-D9C45DC7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Unix components and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EF3598-3AC5-4555-B5B4-394BB5A6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Features of Unix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66379-003A-41C1-BA14-88286D07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EE87E-96C6-462C-A2E6-5F87011D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2D3B3-DFA3-4F51-BF11-D36CB771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2254E0-A651-4B2F-AF8A-440FB505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F3E521-01A8-4100-9D93-E73D29CA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34B554-0C09-43A7-8D50-9B13AD03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3D06E6-3F39-417A-B95E-13DD4FDD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772FDB-76CE-4748-BBB2-E2DC39A9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6DC12C-047A-46CD-B774-4DE97702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44775-8ADC-47BF-9794-2ED1E8D9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DC26C-42DD-49E1-9EE6-58AC0F82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455AA-749F-4367-B142-8F92E5F6E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34EC18-8037-45DD-85B5-87E9DB20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B70CD5-7C40-40B9-B676-02363732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5AEEB3-0DEB-4288-BECC-48533D91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E8F312-95A5-4C0C-ADED-C0C48B80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869785475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35D89C-D84A-4AB1-B222-751F215A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B53F2-2197-4E96-9786-4385F3CD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AA0EA-30B5-4246-AFE6-B6A9F27C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14E36-C758-4587-AACC-0DC60D7A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A2E23-DB51-4BC7-B707-AA410AFD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POSIX and Single UNIX Specification vs Unix command structure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5FAEF-E0DE-4ACF-97AB-49FC292B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8B6D7-D8A6-480D-B042-1A3E2B0C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A62687-9ACB-441D-82F1-9A213C6E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POSIX and Single UNIX Specification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CD8F5-1CFF-48E7-A742-8397C7E6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Unix command structure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B4A84A-8CD2-4DCB-B2B9-B9265FD7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09E6E-5BE5-49EA-8A0F-71912B03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D4565-69DD-4DB6-B01C-E2F0DA50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68EFA7-B1EB-4637-9130-F97C3868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9D388-3292-4828-86B0-E4937E56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6D283-E92F-44C1-B766-C4FB307C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54CBF9-EEFE-4491-B744-A3525DBD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F9A8F-451F-435B-9E8B-5B5BF5B1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690A7-187F-4878-AA41-8BC35DFC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063BFC-08BD-4604-B28F-24B10B038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F23E6B-720C-4D10-83DC-AF3ABB8A9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DC09D-3B81-423A-AE4F-7DD486687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70BE9A-C0ED-4E9D-8F23-07594179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234C7C-F12F-4578-A609-20C66A81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1CCCB3-B994-4CC8-8E51-F0F92506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895BFC-49D8-4372-B48B-1A294CD9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92533040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512254-E9AA-4201-8BFE-511709CF4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FD38B-A95B-4A66-9E9D-62EA6B87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32B59-1705-4911-BED3-C0340594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1A30A-455E-48B6-80A3-D6B445139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79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0D9490-3613-40AC-95FC-C87C0A8A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Basic Unix commands vs Combining commands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CC3420-3DF9-42CD-86DF-A3CA676A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8E898-2895-46B3-8183-69DBB679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1D778F-EB76-42D6-8664-1514466C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Basic Unix commands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0CEB1-B146-4239-9173-AB937373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Combining commands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2A24D-985B-44FE-8D1D-B1FCE4AE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4A734-3279-4665-9EA1-A9DA5BDB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C97E56-C548-4115-B836-530236CF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E95A6B-A41B-4133-B060-A2182DA7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96FF8-8944-4E4B-AA6F-D588AD5B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CEDD9-1552-49A3-B408-0969E4FD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DB9DF-031C-456E-8830-70D0C004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C33DF-08C4-4728-909E-CD03FE06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042983-8BFC-4642-9415-505E8A533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CBA5A0-E620-4EEE-B200-C1D81825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E501F-D407-49A6-B296-73EBD082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93D8C-784F-47AF-8F10-2397466A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6651DF-F2B1-4076-84D8-98555B50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06B2A-163F-4D28-82A8-09531B75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3DBD60-3901-4A15-88D9-D821A15A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FEF886-6417-4621-826A-A60FAF91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23135848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C95410-0404-4814-9642-98DDD85E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23BF5-81DC-4FB9-8FD2-CCD0B6B8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E8E7A-BD33-4F6E-8CCD-9FCAEA95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3D99B-CFC3-411A-8632-2E3FCEB0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10B73-558B-4F75-9406-88A7A383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type command vs root login and su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2BBA85-57F6-4395-AD45-FDF42886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ADC14-B2A8-4178-958F-3C072E98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F1D6A9-99A5-4AB9-BD78-2BA04CDC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type command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9E416-4C3B-4D31-8C7C-648AAFAA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root login and su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1CFDA3-4D9C-436E-82D1-564C9137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3FC4A-F2EF-496D-AD51-2E7B1571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C24C5-7B27-4628-9C99-20849769F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D3296-694A-4C44-9353-2D1BD628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78AAB-2799-4E54-9444-8E95A341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45C59-356B-462D-8F99-7AF2E63B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25346E-07E8-4921-A757-49D0898A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C5C33C-2D44-415F-A6FE-0F4FFD20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A40C3-90C8-44AF-90CF-15C66D8C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01391A-6710-47E3-B8A5-3C01A10A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81EAB3-2753-448B-B30B-79939A83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B86812-64A3-4265-88D5-854FCDE8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48618B-E3D9-499C-A1C4-467935E2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4B961-5F6A-4C5D-A468-E22498BD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811598-4610-462C-A10F-3DE58928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71F5FF-E609-4903-B490-64F46A4A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318380001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F6A43-99D5-4811-83F2-6CCFC012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6007F-8C3A-41E2-A582-95C8D964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9BF146-EB4C-4CCC-A1A5-65266FB5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D74BF-E751-4E3A-A8EB-0995B7FC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DEFC4-24BC-4A9D-98AC-F75729F8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File types vs Organization of files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07DBA-F071-41EE-B770-3D7D7EF2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C051B-1F4B-45DE-8A13-58317791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6E70C7-F2AA-408B-B2AE-990DDD63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File 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8CB45-3C01-422F-9BC2-E029747A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Organization of 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C383D-1467-4330-AB2B-454284AF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1ABEFE-F2AC-4738-BB8B-480490C7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7CAE1-C74E-4716-9E54-A12A8088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1ACF21-319A-4844-B9BD-FF43C5FA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B77D31-E2F3-4F6D-86BB-C967364B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DB6C09-2222-4303-A728-582588E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01F08-C7A1-45B4-AE62-3BCB93A8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ABB9BA-BA48-46B8-B2F1-6E5F7875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CCABD-3602-4553-A6B4-CCAC75C5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48264A-C2B2-4C35-9394-2984A30B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23F86F-63E9-459A-932E-2D267684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E1EA8-3A4E-46CE-A6AB-D23E0BAD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C79368-2184-42EF-A527-88EB12B3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900D8D-38B8-4A90-9470-FAB07489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8D8B7B-C6B2-4219-BD24-605E37CF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108F09-4719-4C27-AE4C-5EA5896C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810169199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575C5C-47F8-493F-9829-6B0DE986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705EC-BEF3-423E-B282-FF80EEA1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630F9C-F1F1-4B3F-92D2-556CB21C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49D24-D624-4D32-83CA-61683E82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8E96F-5C98-4914-A751-30CB1F29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Standard directories vs Home directory and HOME variable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C87BD-B733-4B4B-A678-8571FADC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8CE30-AB4B-4DF3-A9AC-A771FF68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EDA3C-028C-4032-A2DB-B2A60945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Standard directories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749B5-CEA9-496B-8ED4-82859B7B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Home directory and HOME variable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DA98E3-92CA-4CCB-9694-70663C98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07AA8-5906-4C0D-9298-A9262CADE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DE6C74-1B36-406E-ADCF-86C8F277A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4D8DE-214A-474E-8DAF-44579FC5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447D3B-A9A1-4EF0-A906-F07C111B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399EAF-0D95-4964-B853-82C60818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D3B49-B57E-42CA-BB40-D63AAC45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90A853-3FDA-4346-97B2-FEF61DBD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31A31-AE63-458E-8875-4D3B0E98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434FD6-6542-49BB-8E46-0E2CD222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40F80-3546-4428-A461-AEB92B46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3548DC-4934-423A-98EB-00933B54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295561-10F8-4B26-B240-37305BA7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9EB1A9-5D6B-4DFA-B38E-4A193CF12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72CEA8-5BE5-4E5D-9559-5F6D319E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95B06-25B9-43B9-9D2D-53452D91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272191849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53C710-B626-4CDE-85A9-0090C787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C3215-090C-492A-AFC7-60A5233F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5453F-FB42-465E-8C87-364FC0B5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EDF23-95E6-4090-9D01-42CB6168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89D95-744C-400E-B56E-D0E82ECE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Relative and absolute pathnames vs pwd cd mkdir rmdir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BED2D-68E6-4730-99C9-D7EC0207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499CE-DD01-4775-9AE7-E56E58B7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D265FF-5E19-47FC-B4BA-61C3AAFA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Relative and absolute pathnames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9FF25E-6AE6-48D6-A5FE-ECC7F45E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pwd cd mkdir rmdir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34B27-F894-4BE9-9866-DA00D658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34D067-A5A4-4259-8CF5-1CE7E2A3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48059-39CB-4B76-B728-4F916489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3BD2E2-C38A-4694-B1B5-69BCDE49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command/code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54A302-390A-4D02-A852-F79227DD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AC0A6-7241-4711-A6FF-7F3AE9CF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00611-8315-4D74-822A-9C09950E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08BB4-63CF-4264-9150-65AF1493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system call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3333F-E5DD-4EB5-8A57-0AB7706A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927F85-D68F-49F4-81F3-F4C1C938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2AD8B-E352-4057-B1E8-9C4608C4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0E62C8-FBAC-4218-B434-CD0BAEC7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B0ABD8-DD74-4591-B155-A47BE283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64F285-625F-405E-A64D-251730CB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68E826-24F3-479B-B7FD-E02D8A3C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9DB1D6-E156-4034-92BC-6C8A71C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336323431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90515A-546D-4BFA-9FD3-EE1067A8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8771A-57DB-4985-8BCA-E85E8F5BB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62DA9-A30A-471D-95E6-51FC46316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95126-EE05-4AAD-88A6-1B6F3604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91B04B-98C3-4CB6-8474-907CFCD32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6A635-E74D-48AD-9FB6-0F8E7F7E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B7144-DB9A-4C5F-9A01-88ACCB3F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07D86-9484-46F2-8547-CB985A85F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E2890-676C-40B1-8340-A1E1900D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B3025-88F1-4E55-8BC4-B2212559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13335">
            <a:solidFill>
              <a:srgbClr val="0478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18"/>
                </a:solidFill>
              </a:defRPr>
            </a:pPr>
            <a:r>
              <a:rPr sz="1350" b="1">
                <a:solidFill>
                  <a:srgbClr val="0B1F18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47857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74FA8-2ED7-478C-9B2F-8BBF1E02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8BC03-7397-4ADD-9A14-D8B35722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Unix components and architecture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72909D-08B3-49CE-B0BA-52CF5B6B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91924-A2B8-4163-9484-3782ACF0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Features of Unix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9ED22-DA04-4D8D-A519-340695DE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AADDB-35D0-4690-95C4-8CFD0123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UNIX environment and structure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AA95E9-62FE-4626-9E26-F335CAB7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7CC6A-E4B1-4B88-B1C4-A2549095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POSIX and Single UNIX Specification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44E811-C31A-40F7-A9DC-64211348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814BA9-69CF-4CD4-AC62-B860DA4B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Unix command structure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FF1C89-0884-4127-87A8-3512B6C1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4EA6ED-CA40-4124-BD54-590723BE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B1F18"/>
                </a:solidFill>
              </a:defRPr>
            </a:pPr>
            <a:r>
              <a:rPr sz="1425" b="0">
                <a:solidFill>
                  <a:srgbClr val="0B1F18"/>
                </a:solidFill>
              </a:rPr>
              <a:t>Remember: Command arguments and options</a:t>
            </a:r>
          </a:p>
        </p:txBody>
      </p:sp>
    </p:spTree>
    <p:extLst>
      <p:ext uri="{BB962C8B-B14F-4D97-AF65-F5344CB8AC3E}">
        <p14:creationId xmlns:p14="http://schemas.microsoft.com/office/powerpoint/2010/main" val="1178428804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FFCB29-E74C-4BCF-A130-EC9766DA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4F227-E723-496B-A049-F92B7D5D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D24D45-8B9A-477C-94A6-62D4995F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BA776-A7E3-403D-873A-900E8B87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4EC2D-3A20-4F0D-B035-AFE53344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7C282-2FE4-488A-8ACA-AA56679F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E63AD-281D-4B4C-85AF-BF900953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E1A7D8-02D1-48EC-B013-75590DA4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7CDC9-95F3-4D4A-B6B2-033DF75C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034190-5D61-4A4C-8E3F-1BD16274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EC109-46C6-4820-9049-1C94FDA1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Unix components and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D28AE-EB1C-42FE-A25C-732B7A9A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F65F01-327F-41DB-8819-F55359BD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3BD91C-C76B-4093-9275-261D884C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015EF-4175-479F-8665-A839D48A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Features of Unix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D70CD8-33BE-46D6-9DE9-C6B5C6FB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BCDA8-A7E3-49D6-9EC1-CA969B4E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74DF29-6B7D-4DAD-8DCA-6D6B0429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4C85B-D054-4485-A8A8-B817604C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UNIX environment and structure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9E66C-D010-4E3D-BC72-06F44D8D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12B045-C5AA-40B6-98BB-2B88B27B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A1017A-B8D2-45BD-8D2C-BF8EF175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A73C88-1FB8-4041-B735-A5D0B646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POSIX and Single UNIX Specification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B4EBFD-DB7E-4025-B518-0E0C61C6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B4C12-1023-4C10-9F94-1631A535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462871484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B15606-FE7F-41EE-8027-19B3424B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8049B-CE1F-4221-93D1-3BEB32C3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BDB6E-2A6A-494D-9277-5CF77ADC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2574C4-3A39-4BD7-A2CD-B4F2115B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1A280-98FA-4A3D-94D1-D060783C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18"/>
                </a:solidFill>
              </a:defRPr>
            </a:pPr>
            <a:r>
              <a:rPr sz="2775" b="1">
                <a:solidFill>
                  <a:srgbClr val="0B1F18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8EFEE8-2A9F-49FA-88B5-9F9BE3AE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7B422-1DD3-4D2C-B0BB-CB1A35B7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0C4B2-BD27-4DF0-BA29-8DAFE0B2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271E5-B035-4C77-A18C-67AEA208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5FFA89-783C-47E2-A1AA-E982D3F7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3B67F-3875-4775-939B-456641E7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A872B3-121F-4E07-A4F4-CB8FC40C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CB51F5-0E02-42FA-8F0F-A5FB52F0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129074339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98F20-9FFB-4488-99C7-C8DF41B1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BECCE-2C44-4825-BCE6-C69D9CED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E8CE1-9F58-4EC9-B3FB-98318195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7CCEB-295B-4235-A81C-37FC2930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642B90-FF34-4563-985B-02560168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9931E-21CA-4730-9496-BAF3741F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6288C7-BF96-41CE-9423-BAC3E6E9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C0585-6E96-46A1-A6E2-30D9DE8D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A609DF-2540-4E25-80BF-93A6365F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674B7-01D0-4242-92A5-42C40D77E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66EEA-C486-4D5C-B904-99D3DBBE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FAC634-50B0-419B-81E6-78B819B2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BC12F-16EB-4F92-AB9D-AC13C9AB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38229-B526-47EA-A8DB-94F6EDDA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A9F6F-0C8A-462C-AB2E-8E2C5D72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1F18"/>
                </a:solidFill>
              </a:defRPr>
            </a:pPr>
            <a:r>
              <a:rPr sz="1800" b="0">
                <a:solidFill>
                  <a:srgbClr val="0B1F18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1520216733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18AACD-C663-463A-8C62-75454A65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ECADC-E754-40C7-AE96-3CE4802B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D1B03-79BE-4CD3-857F-30B7F299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CA31C-3EF4-4D6F-81BE-9DF741C3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BD9F1F-9D33-4853-A643-49016721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E4EE3-9BAB-4890-82AA-B0BF368C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9525">
            <a:solidFill>
              <a:srgbClr val="04785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05D55-31ED-4D3A-A603-FBF81D6C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6D6C39-DDD5-4CA5-8A04-F6653887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6B852-213B-4434-B4EF-924AA107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C2263-AD99-49F5-8D8D-D16B864C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13A62-775B-424C-A814-7C10FF7F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C2EF0-43AC-4898-ABAC-0270C02E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D2FF0-CEAC-4DF4-A574-E6B3AB58C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DDFDC-2F7F-4DB8-BFCB-A2E18F1B9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267235-0586-4F3A-8C37-4E65C0EA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1EC89E-813F-45CF-8654-021AA801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1D4BF-5D5E-446F-9485-84DE607B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87FF3B-602C-4E78-98B2-3BFE264E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087267-6099-4963-BFC0-4A057C02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B4973-6077-4672-AE00-911546F0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85FB7-3D16-459D-9F59-F8CD5A5F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391A1-81B0-4E21-9E83-540C52C21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0938BE-83BE-461A-AD01-3AEB7D8C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62584B-557E-4266-BF6A-7E91BFAF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0CA19-4959-42A1-9344-F8D2F333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B1F18"/>
                </a:solidFill>
              </a:defRPr>
            </a:pPr>
            <a:r>
              <a:rPr sz="1275" b="0">
                <a:solidFill>
                  <a:srgbClr val="0B1F18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1941283283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3F937-879E-4852-AE4C-0210DED8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D8F13-E7B3-4AAE-861E-61D3A0E6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879DD-03BE-4E30-946B-C57F3573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496D36-73EF-4127-B778-5298EC92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89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7580C-2855-41FE-AC04-4CC5186A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31ECE-29AB-4C64-9E11-7E25A259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25718-560C-4CB6-95FB-E859B153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Explain Unix components and architecture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92CB8C-5D0F-44F9-923F-91865C0B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C45BF-724E-4460-9903-663AE6FF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Compare two approaches from Unix Environment, Commands and Files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28742-ED35-43BF-8BFB-DBA38D11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D9344-6609-46C0-AE8C-A6D6B30D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Solve a small worked example involving UNIX environment and structure.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A18BB-076C-4D99-99D2-0B58E2889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3E5F2-4DC7-4FCC-BF17-86415BB6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List common mistakes and how to avoid them in Unix Environment, Commands and Files.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4FBB3-8421-466E-A278-AC2FF5A1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B0CF33-2037-4648-A1DD-A9E41033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624302359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7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5D91D-21C1-49A4-91E9-8866EA9E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75569"/>
                </a:solidFill>
              </a:defRPr>
            </a:pPr>
            <a:r>
              <a:rPr sz="975" b="1">
                <a:solidFill>
                  <a:srgbClr val="475569"/>
                </a:solidFill>
              </a:rPr>
              <a:t>BCS515C | Unix System Programming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121372-8BF0-4DAF-8ACC-11C0DDDB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569"/>
                </a:solidFill>
              </a:defRPr>
            </a:pPr>
            <a:r>
              <a:rPr sz="975" b="0">
                <a:solidFill>
                  <a:srgbClr val="475569"/>
                </a:solidFill>
              </a:rPr>
              <a:t>Module 1: Unix Environment, Commands and Files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F05D42-89B7-47AA-B1CA-78024562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B6F859-C44C-4507-BB2C-BD0217B3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75569"/>
                </a:solidFill>
              </a:defRPr>
            </a:pPr>
            <a:r>
              <a:rPr sz="900" b="0">
                <a:solidFill>
                  <a:srgbClr val="475569"/>
                </a:solidFill>
              </a:rPr>
              <a:t>90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1F70A-A39B-4E31-9384-93EA0946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B1F18"/>
                </a:solidFill>
              </a:defRPr>
            </a:pPr>
            <a:r>
              <a:rPr sz="2925" b="1">
                <a:solidFill>
                  <a:srgbClr val="0B1F18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DFDF3-0A92-47D4-AEE0-8DB03DCD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B1F18"/>
                </a:solidFill>
              </a:defRPr>
            </a:pPr>
            <a:r>
              <a:rPr sz="2025" b="0">
                <a:solidFill>
                  <a:srgbClr val="0B1F18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BEF9C-C4C7-41E8-98FE-77C5600B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42735-920E-4A0C-ADBC-AF4F5B3C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EC9D17-A1BE-4555-A3EE-1357CA6B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F2420-1F79-4EF3-A827-4330D9EA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E9DFB7-6948-43A3-BB2B-06D92152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478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F9B9A-018C-4430-A889-95E94CDC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B1F18"/>
                </a:solidFill>
              </a:defRPr>
            </a:pPr>
            <a:r>
              <a:rPr sz="1725" b="0">
                <a:solidFill>
                  <a:srgbClr val="0B1F18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847860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2026-08-24T06:04:53.8520000Z</dcterms:created>
  <dcterms:modified xsi:type="dcterms:W3CDTF">2026-08-24T06:04:53.8520000Z</dcterms:modified>
</coreProperties>
</file>