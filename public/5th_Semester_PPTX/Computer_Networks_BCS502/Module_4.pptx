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88a0b00ac40b6" /><Relationship Type="http://schemas.openxmlformats.org/officeDocument/2006/relationships/extended-properties" Target="/docProps/app.xml" Id="R4f9ba1ac9e5b4d48" /><Relationship Type="http://schemas.openxmlformats.org/officeDocument/2006/relationships/officeDocument" Target="/ppt/presentation.xml" Id="Rb425f14d9f9d4a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6496381b694a8c"/>
  </p:sldMasterIdLst>
  <p:notesMasterIdLst>
    <p:notesMasterId xmlns:r="http://schemas.openxmlformats.org/officeDocument/2006/relationships" r:id="R28235dfdb3194c6c"/>
  </p:notesMasterIdLst>
  <p:sldIdLst>
    <p:sldId xmlns:r="http://schemas.openxmlformats.org/officeDocument/2006/relationships" id="256" r:id="R2aefd45a820c4402"/>
    <p:sldId xmlns:r="http://schemas.openxmlformats.org/officeDocument/2006/relationships" id="257" r:id="R967dc6c137cb4544"/>
    <p:sldId xmlns:r="http://schemas.openxmlformats.org/officeDocument/2006/relationships" id="258" r:id="Rffc9e3543ae049e4"/>
    <p:sldId xmlns:r="http://schemas.openxmlformats.org/officeDocument/2006/relationships" id="259" r:id="Rc4e27e8c520e44fc"/>
    <p:sldId xmlns:r="http://schemas.openxmlformats.org/officeDocument/2006/relationships" id="260" r:id="Rde38512fd8fa4ec9"/>
    <p:sldId xmlns:r="http://schemas.openxmlformats.org/officeDocument/2006/relationships" id="261" r:id="R4b369f8be27e4627"/>
    <p:sldId xmlns:r="http://schemas.openxmlformats.org/officeDocument/2006/relationships" id="262" r:id="Rfe5591f2da22456a"/>
    <p:sldId xmlns:r="http://schemas.openxmlformats.org/officeDocument/2006/relationships" id="263" r:id="R57e16c7b1a5640ec"/>
    <p:sldId xmlns:r="http://schemas.openxmlformats.org/officeDocument/2006/relationships" id="264" r:id="R124b0846103c4e52"/>
    <p:sldId xmlns:r="http://schemas.openxmlformats.org/officeDocument/2006/relationships" id="265" r:id="R965b20d20c234cca"/>
    <p:sldId xmlns:r="http://schemas.openxmlformats.org/officeDocument/2006/relationships" id="266" r:id="Rf75668bd437a41fb"/>
    <p:sldId xmlns:r="http://schemas.openxmlformats.org/officeDocument/2006/relationships" id="267" r:id="R2a380af09c434b7c"/>
    <p:sldId xmlns:r="http://schemas.openxmlformats.org/officeDocument/2006/relationships" id="268" r:id="R666573079868438b"/>
    <p:sldId xmlns:r="http://schemas.openxmlformats.org/officeDocument/2006/relationships" id="269" r:id="R9d4bd89c18464d09"/>
    <p:sldId xmlns:r="http://schemas.openxmlformats.org/officeDocument/2006/relationships" id="270" r:id="Ra5e9c7a0f7b34e0d"/>
    <p:sldId xmlns:r="http://schemas.openxmlformats.org/officeDocument/2006/relationships" id="271" r:id="Rf5214d1abfdb4cf5"/>
    <p:sldId xmlns:r="http://schemas.openxmlformats.org/officeDocument/2006/relationships" id="272" r:id="R27e31f2007a7470b"/>
    <p:sldId xmlns:r="http://schemas.openxmlformats.org/officeDocument/2006/relationships" id="273" r:id="Rf08fc4db19b34f5a"/>
    <p:sldId xmlns:r="http://schemas.openxmlformats.org/officeDocument/2006/relationships" id="274" r:id="R0591d6e680314e23"/>
    <p:sldId xmlns:r="http://schemas.openxmlformats.org/officeDocument/2006/relationships" id="275" r:id="R1b83694c51d14d40"/>
    <p:sldId xmlns:r="http://schemas.openxmlformats.org/officeDocument/2006/relationships" id="276" r:id="R0a7a02c0c13c4177"/>
    <p:sldId xmlns:r="http://schemas.openxmlformats.org/officeDocument/2006/relationships" id="277" r:id="R29293dd80e87402a"/>
    <p:sldId xmlns:r="http://schemas.openxmlformats.org/officeDocument/2006/relationships" id="278" r:id="R382fd3d66e474469"/>
    <p:sldId xmlns:r="http://schemas.openxmlformats.org/officeDocument/2006/relationships" id="279" r:id="Re330e22cb93f4bb2"/>
    <p:sldId xmlns:r="http://schemas.openxmlformats.org/officeDocument/2006/relationships" id="280" r:id="Rd4e1b666195945bb"/>
    <p:sldId xmlns:r="http://schemas.openxmlformats.org/officeDocument/2006/relationships" id="281" r:id="R18d5744068b14b38"/>
    <p:sldId xmlns:r="http://schemas.openxmlformats.org/officeDocument/2006/relationships" id="282" r:id="R532553f4027c4ac1"/>
    <p:sldId xmlns:r="http://schemas.openxmlformats.org/officeDocument/2006/relationships" id="283" r:id="R76cc6af05f60494f"/>
    <p:sldId xmlns:r="http://schemas.openxmlformats.org/officeDocument/2006/relationships" id="284" r:id="R468acaa7435a4a91"/>
    <p:sldId xmlns:r="http://schemas.openxmlformats.org/officeDocument/2006/relationships" id="285" r:id="R57096bf4a84440f3"/>
    <p:sldId xmlns:r="http://schemas.openxmlformats.org/officeDocument/2006/relationships" id="286" r:id="Rc531b15692a94d3e"/>
    <p:sldId xmlns:r="http://schemas.openxmlformats.org/officeDocument/2006/relationships" id="287" r:id="Rb0f263ae20d149c6"/>
    <p:sldId xmlns:r="http://schemas.openxmlformats.org/officeDocument/2006/relationships" id="288" r:id="R07a5ed1123c7464e"/>
    <p:sldId xmlns:r="http://schemas.openxmlformats.org/officeDocument/2006/relationships" id="289" r:id="R03b2e095848e4f46"/>
    <p:sldId xmlns:r="http://schemas.openxmlformats.org/officeDocument/2006/relationships" id="290" r:id="Rffd81191fcf548be"/>
    <p:sldId xmlns:r="http://schemas.openxmlformats.org/officeDocument/2006/relationships" id="291" r:id="R0e416f71a9c349fd"/>
    <p:sldId xmlns:r="http://schemas.openxmlformats.org/officeDocument/2006/relationships" id="292" r:id="Rfe9ec43edbfe4260"/>
    <p:sldId xmlns:r="http://schemas.openxmlformats.org/officeDocument/2006/relationships" id="293" r:id="Rbacfc5967d6e4c70"/>
    <p:sldId xmlns:r="http://schemas.openxmlformats.org/officeDocument/2006/relationships" id="294" r:id="R778e559582e948e0"/>
    <p:sldId xmlns:r="http://schemas.openxmlformats.org/officeDocument/2006/relationships" id="295" r:id="R526f25d8e95a4ce3"/>
    <p:sldId xmlns:r="http://schemas.openxmlformats.org/officeDocument/2006/relationships" id="296" r:id="R4b3bf9039cc442ca"/>
    <p:sldId xmlns:r="http://schemas.openxmlformats.org/officeDocument/2006/relationships" id="297" r:id="R6c2abdabf9b1467b"/>
    <p:sldId xmlns:r="http://schemas.openxmlformats.org/officeDocument/2006/relationships" id="298" r:id="Rbb9e53dfc68c4b41"/>
    <p:sldId xmlns:r="http://schemas.openxmlformats.org/officeDocument/2006/relationships" id="299" r:id="Rc63da9eb3c124498"/>
    <p:sldId xmlns:r="http://schemas.openxmlformats.org/officeDocument/2006/relationships" id="300" r:id="Raa457711f6df49a4"/>
    <p:sldId xmlns:r="http://schemas.openxmlformats.org/officeDocument/2006/relationships" id="301" r:id="R1c1e565afdd242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d5177666a14a84" /><Relationship Type="http://schemas.openxmlformats.org/officeDocument/2006/relationships/slideMaster" Target="/ppt/slideMasters/slideMaster1.xml" Id="Raf6496381b694a8c" /><Relationship Type="http://schemas.openxmlformats.org/officeDocument/2006/relationships/notesMaster" Target="/ppt/notesMasters/notesMaster1.xml" Id="R28235dfdb3194c6c" /><Relationship Type="http://schemas.openxmlformats.org/officeDocument/2006/relationships/presProps" Target="/ppt/presProps.xml" Id="Re7221d4abfbc4433" /><Relationship Type="http://schemas.openxmlformats.org/officeDocument/2006/relationships/tableStyles" Target="/ppt/tableStyles.xml" Id="R0790870968454f9f" /><Relationship Type="http://schemas.openxmlformats.org/officeDocument/2006/relationships/slide" Target="/ppt/slides/slide1.xml" Id="R2aefd45a820c4402" /><Relationship Type="http://schemas.openxmlformats.org/officeDocument/2006/relationships/slide" Target="/ppt/slides/slide2.xml" Id="R967dc6c137cb4544" /><Relationship Type="http://schemas.openxmlformats.org/officeDocument/2006/relationships/slide" Target="/ppt/slides/slide3.xml" Id="Rffc9e3543ae049e4" /><Relationship Type="http://schemas.openxmlformats.org/officeDocument/2006/relationships/slide" Target="/ppt/slides/slide4.xml" Id="Rc4e27e8c520e44fc" /><Relationship Type="http://schemas.openxmlformats.org/officeDocument/2006/relationships/slide" Target="/ppt/slides/slide5.xml" Id="Rde38512fd8fa4ec9" /><Relationship Type="http://schemas.openxmlformats.org/officeDocument/2006/relationships/slide" Target="/ppt/slides/slide6.xml" Id="R4b369f8be27e4627" /><Relationship Type="http://schemas.openxmlformats.org/officeDocument/2006/relationships/slide" Target="/ppt/slides/slide7.xml" Id="Rfe5591f2da22456a" /><Relationship Type="http://schemas.openxmlformats.org/officeDocument/2006/relationships/slide" Target="/ppt/slides/slide8.xml" Id="R57e16c7b1a5640ec" /><Relationship Type="http://schemas.openxmlformats.org/officeDocument/2006/relationships/slide" Target="/ppt/slides/slide9.xml" Id="R124b0846103c4e52" /><Relationship Type="http://schemas.openxmlformats.org/officeDocument/2006/relationships/slide" Target="/ppt/slides/slide10.xml" Id="R965b20d20c234cca" /><Relationship Type="http://schemas.openxmlformats.org/officeDocument/2006/relationships/slide" Target="/ppt/slides/slide11.xml" Id="Rf75668bd437a41fb" /><Relationship Type="http://schemas.openxmlformats.org/officeDocument/2006/relationships/slide" Target="/ppt/slides/slide12.xml" Id="R2a380af09c434b7c" /><Relationship Type="http://schemas.openxmlformats.org/officeDocument/2006/relationships/slide" Target="/ppt/slides/slide13.xml" Id="R666573079868438b" /><Relationship Type="http://schemas.openxmlformats.org/officeDocument/2006/relationships/slide" Target="/ppt/slides/slide14.xml" Id="R9d4bd89c18464d09" /><Relationship Type="http://schemas.openxmlformats.org/officeDocument/2006/relationships/slide" Target="/ppt/slides/slide15.xml" Id="Ra5e9c7a0f7b34e0d" /><Relationship Type="http://schemas.openxmlformats.org/officeDocument/2006/relationships/slide" Target="/ppt/slides/slide16.xml" Id="Rf5214d1abfdb4cf5" /><Relationship Type="http://schemas.openxmlformats.org/officeDocument/2006/relationships/slide" Target="/ppt/slides/slide17.xml" Id="R27e31f2007a7470b" /><Relationship Type="http://schemas.openxmlformats.org/officeDocument/2006/relationships/slide" Target="/ppt/slides/slide18.xml" Id="Rf08fc4db19b34f5a" /><Relationship Type="http://schemas.openxmlformats.org/officeDocument/2006/relationships/slide" Target="/ppt/slides/slide19.xml" Id="R0591d6e680314e23" /><Relationship Type="http://schemas.openxmlformats.org/officeDocument/2006/relationships/slide" Target="/ppt/slides/slide20.xml" Id="R1b83694c51d14d40" /><Relationship Type="http://schemas.openxmlformats.org/officeDocument/2006/relationships/slide" Target="/ppt/slides/slide21.xml" Id="R0a7a02c0c13c4177" /><Relationship Type="http://schemas.openxmlformats.org/officeDocument/2006/relationships/slide" Target="/ppt/slides/slide22.xml" Id="R29293dd80e87402a" /><Relationship Type="http://schemas.openxmlformats.org/officeDocument/2006/relationships/slide" Target="/ppt/slides/slide23.xml" Id="R382fd3d66e474469" /><Relationship Type="http://schemas.openxmlformats.org/officeDocument/2006/relationships/slide" Target="/ppt/slides/slide24.xml" Id="Re330e22cb93f4bb2" /><Relationship Type="http://schemas.openxmlformats.org/officeDocument/2006/relationships/slide" Target="/ppt/slides/slide25.xml" Id="Rd4e1b666195945bb" /><Relationship Type="http://schemas.openxmlformats.org/officeDocument/2006/relationships/slide" Target="/ppt/slides/slide26.xml" Id="R18d5744068b14b38" /><Relationship Type="http://schemas.openxmlformats.org/officeDocument/2006/relationships/slide" Target="/ppt/slides/slide27.xml" Id="R532553f4027c4ac1" /><Relationship Type="http://schemas.openxmlformats.org/officeDocument/2006/relationships/slide" Target="/ppt/slides/slide28.xml" Id="R76cc6af05f60494f" /><Relationship Type="http://schemas.openxmlformats.org/officeDocument/2006/relationships/slide" Target="/ppt/slides/slide29.xml" Id="R468acaa7435a4a91" /><Relationship Type="http://schemas.openxmlformats.org/officeDocument/2006/relationships/slide" Target="/ppt/slides/slide30.xml" Id="R57096bf4a84440f3" /><Relationship Type="http://schemas.openxmlformats.org/officeDocument/2006/relationships/slide" Target="/ppt/slides/slide31.xml" Id="Rc531b15692a94d3e" /><Relationship Type="http://schemas.openxmlformats.org/officeDocument/2006/relationships/slide" Target="/ppt/slides/slide32.xml" Id="Rb0f263ae20d149c6" /><Relationship Type="http://schemas.openxmlformats.org/officeDocument/2006/relationships/slide" Target="/ppt/slides/slide33.xml" Id="R07a5ed1123c7464e" /><Relationship Type="http://schemas.openxmlformats.org/officeDocument/2006/relationships/slide" Target="/ppt/slides/slide34.xml" Id="R03b2e095848e4f46" /><Relationship Type="http://schemas.openxmlformats.org/officeDocument/2006/relationships/slide" Target="/ppt/slides/slide35.xml" Id="Rffd81191fcf548be" /><Relationship Type="http://schemas.openxmlformats.org/officeDocument/2006/relationships/slide" Target="/ppt/slides/slide36.xml" Id="R0e416f71a9c349fd" /><Relationship Type="http://schemas.openxmlformats.org/officeDocument/2006/relationships/slide" Target="/ppt/slides/slide37.xml" Id="Rfe9ec43edbfe4260" /><Relationship Type="http://schemas.openxmlformats.org/officeDocument/2006/relationships/slide" Target="/ppt/slides/slide38.xml" Id="Rbacfc5967d6e4c70" /><Relationship Type="http://schemas.openxmlformats.org/officeDocument/2006/relationships/slide" Target="/ppt/slides/slide39.xml" Id="R778e559582e948e0" /><Relationship Type="http://schemas.openxmlformats.org/officeDocument/2006/relationships/slide" Target="/ppt/slides/slide40.xml" Id="R526f25d8e95a4ce3" /><Relationship Type="http://schemas.openxmlformats.org/officeDocument/2006/relationships/slide" Target="/ppt/slides/slide41.xml" Id="R4b3bf9039cc442ca" /><Relationship Type="http://schemas.openxmlformats.org/officeDocument/2006/relationships/slide" Target="/ppt/slides/slide42.xml" Id="R6c2abdabf9b1467b" /><Relationship Type="http://schemas.openxmlformats.org/officeDocument/2006/relationships/slide" Target="/ppt/slides/slide43.xml" Id="Rbb9e53dfc68c4b41" /><Relationship Type="http://schemas.openxmlformats.org/officeDocument/2006/relationships/slide" Target="/ppt/slides/slide44.xml" Id="Rc63da9eb3c124498" /><Relationship Type="http://schemas.openxmlformats.org/officeDocument/2006/relationships/slide" Target="/ppt/slides/slide45.xml" Id="Raa457711f6df49a4" /><Relationship Type="http://schemas.openxmlformats.org/officeDocument/2006/relationships/slide" Target="/ppt/slides/slide46.xml" Id="R1c1e565afdd242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b9e62476f54c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17b054b53e48ad" /><Relationship Type="http://schemas.openxmlformats.org/officeDocument/2006/relationships/notesMaster" Target="/ppt/notesMasters/notesMaster1.xml" Id="R0114281add4f4a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60ff25d53e4ea2" /><Relationship Type="http://schemas.openxmlformats.org/officeDocument/2006/relationships/notesMaster" Target="/ppt/notesMasters/notesMaster1.xml" Id="R3ad52f30c5bf4e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9c63c81d784fe1" /><Relationship Type="http://schemas.openxmlformats.org/officeDocument/2006/relationships/notesMaster" Target="/ppt/notesMasters/notesMaster1.xml" Id="Ra4127ff83d5444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c0428e52d34b5f" /><Relationship Type="http://schemas.openxmlformats.org/officeDocument/2006/relationships/notesMaster" Target="/ppt/notesMasters/notesMaster1.xml" Id="R7f50a65242bc4d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76d922b1a1482f" /><Relationship Type="http://schemas.openxmlformats.org/officeDocument/2006/relationships/notesMaster" Target="/ppt/notesMasters/notesMaster1.xml" Id="R98ba874539f84b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fa683081404b1c" /><Relationship Type="http://schemas.openxmlformats.org/officeDocument/2006/relationships/notesMaster" Target="/ppt/notesMasters/notesMaster1.xml" Id="R64d14a53f9464e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5e641874ba452a" /><Relationship Type="http://schemas.openxmlformats.org/officeDocument/2006/relationships/notesMaster" Target="/ppt/notesMasters/notesMaster1.xml" Id="R13eca3f955fa42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0381b954124779" /><Relationship Type="http://schemas.openxmlformats.org/officeDocument/2006/relationships/notesMaster" Target="/ppt/notesMasters/notesMaster1.xml" Id="R538d176541744e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0cd6e84fdb4349" /><Relationship Type="http://schemas.openxmlformats.org/officeDocument/2006/relationships/notesMaster" Target="/ppt/notesMasters/notesMaster1.xml" Id="R8ce540a3aa6148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0e43c160ba4f85" /><Relationship Type="http://schemas.openxmlformats.org/officeDocument/2006/relationships/notesMaster" Target="/ppt/notesMasters/notesMaster1.xml" Id="R9f4042bcd453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9feb7e574e4fbe" /><Relationship Type="http://schemas.openxmlformats.org/officeDocument/2006/relationships/notesMaster" Target="/ppt/notesMasters/notesMaster1.xml" Id="R069f0de6e3854b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9e3c77cd3b433a" /><Relationship Type="http://schemas.openxmlformats.org/officeDocument/2006/relationships/notesMaster" Target="/ppt/notesMasters/notesMaster1.xml" Id="Ref3bd812a1b74b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e04fe5d4bd46ba" /><Relationship Type="http://schemas.openxmlformats.org/officeDocument/2006/relationships/notesMaster" Target="/ppt/notesMasters/notesMaster1.xml" Id="Rf4645e86053e49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69b5af72524f3b" /><Relationship Type="http://schemas.openxmlformats.org/officeDocument/2006/relationships/notesMaster" Target="/ppt/notesMasters/notesMaster1.xml" Id="R479364e3866f4b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9b73bcfcad4489" /><Relationship Type="http://schemas.openxmlformats.org/officeDocument/2006/relationships/notesMaster" Target="/ppt/notesMasters/notesMaster1.xml" Id="R84f3f79811be4b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8ae03378b74f19" /><Relationship Type="http://schemas.openxmlformats.org/officeDocument/2006/relationships/notesMaster" Target="/ppt/notesMasters/notesMaster1.xml" Id="R4871537e79d54b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dd0773ef474aff" /><Relationship Type="http://schemas.openxmlformats.org/officeDocument/2006/relationships/notesMaster" Target="/ppt/notesMasters/notesMaster1.xml" Id="R1ad3bd0af11047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c8c5a073874643" /><Relationship Type="http://schemas.openxmlformats.org/officeDocument/2006/relationships/notesMaster" Target="/ppt/notesMasters/notesMaster1.xml" Id="R9c4c5712d3e74f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24505d1af44e74" /><Relationship Type="http://schemas.openxmlformats.org/officeDocument/2006/relationships/notesMaster" Target="/ppt/notesMasters/notesMaster1.xml" Id="R23eaceda8a484e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c1f7d7424d47f8" /><Relationship Type="http://schemas.openxmlformats.org/officeDocument/2006/relationships/notesMaster" Target="/ppt/notesMasters/notesMaster1.xml" Id="R9ea0b14d529146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533e635c7fc437f" /><Relationship Type="http://schemas.openxmlformats.org/officeDocument/2006/relationships/notesMaster" Target="/ppt/notesMasters/notesMaster1.xml" Id="Rf6b636c18c0345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968c4bec954b5b" /><Relationship Type="http://schemas.openxmlformats.org/officeDocument/2006/relationships/notesMaster" Target="/ppt/notesMasters/notesMaster1.xml" Id="Rb6d536fffbd54fa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53866d3cbee4c76" /><Relationship Type="http://schemas.openxmlformats.org/officeDocument/2006/relationships/notesMaster" Target="/ppt/notesMasters/notesMaster1.xml" Id="R8a4d33e52ff042f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9d1f6f8f0a46c4" /><Relationship Type="http://schemas.openxmlformats.org/officeDocument/2006/relationships/notesMaster" Target="/ppt/notesMasters/notesMaster1.xml" Id="R2e8545961bd14bb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2ae63991a37424c" /><Relationship Type="http://schemas.openxmlformats.org/officeDocument/2006/relationships/notesMaster" Target="/ppt/notesMasters/notesMaster1.xml" Id="Ree428f667687474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72c9229ebe4975" /><Relationship Type="http://schemas.openxmlformats.org/officeDocument/2006/relationships/notesMaster" Target="/ppt/notesMasters/notesMaster1.xml" Id="R172659d6c18c48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f9f44e9273b452a" /><Relationship Type="http://schemas.openxmlformats.org/officeDocument/2006/relationships/notesMaster" Target="/ppt/notesMasters/notesMaster1.xml" Id="Rd4d530ce28c94ca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0269662186463d" /><Relationship Type="http://schemas.openxmlformats.org/officeDocument/2006/relationships/notesMaster" Target="/ppt/notesMasters/notesMaster1.xml" Id="R5c2188817eab48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860a1afdb3453f" /><Relationship Type="http://schemas.openxmlformats.org/officeDocument/2006/relationships/notesMaster" Target="/ppt/notesMasters/notesMaster1.xml" Id="Rc7a5c5d5fb45473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22966e8f17b49c6" /><Relationship Type="http://schemas.openxmlformats.org/officeDocument/2006/relationships/notesMaster" Target="/ppt/notesMasters/notesMaster1.xml" Id="Rced1d3a6165749d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8a4d02f7c8b4c72" /><Relationship Type="http://schemas.openxmlformats.org/officeDocument/2006/relationships/notesMaster" Target="/ppt/notesMasters/notesMaster1.xml" Id="R2fbd8453c68a4bc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b69288c715f4d18" /><Relationship Type="http://schemas.openxmlformats.org/officeDocument/2006/relationships/notesMaster" Target="/ppt/notesMasters/notesMaster1.xml" Id="Rb42cbbfb4c384de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a9332a85921425e" /><Relationship Type="http://schemas.openxmlformats.org/officeDocument/2006/relationships/notesMaster" Target="/ppt/notesMasters/notesMaster1.xml" Id="R5d2660a3f20e4ad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abed379f5b8425d" /><Relationship Type="http://schemas.openxmlformats.org/officeDocument/2006/relationships/notesMaster" Target="/ppt/notesMasters/notesMaster1.xml" Id="Rb816494fa40d448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1fb926671c64ea2" /><Relationship Type="http://schemas.openxmlformats.org/officeDocument/2006/relationships/notesMaster" Target="/ppt/notesMasters/notesMaster1.xml" Id="Rf60a874834774f7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5100e268a7a449c" /><Relationship Type="http://schemas.openxmlformats.org/officeDocument/2006/relationships/notesMaster" Target="/ppt/notesMasters/notesMaster1.xml" Id="R09aae08d527e460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b64c6ea3f374bba" /><Relationship Type="http://schemas.openxmlformats.org/officeDocument/2006/relationships/notesMaster" Target="/ppt/notesMasters/notesMaster1.xml" Id="Rec2d5710b58b445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be64e38dff949df" /><Relationship Type="http://schemas.openxmlformats.org/officeDocument/2006/relationships/notesMaster" Target="/ppt/notesMasters/notesMaster1.xml" Id="R8d6a45849c0240c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5c11a3abbe84931" /><Relationship Type="http://schemas.openxmlformats.org/officeDocument/2006/relationships/notesMaster" Target="/ppt/notesMasters/notesMaster1.xml" Id="Rea30e43d7311417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f183a9bd9c54f46" /><Relationship Type="http://schemas.openxmlformats.org/officeDocument/2006/relationships/notesMaster" Target="/ppt/notesMasters/notesMaster1.xml" Id="R8568c73776a1413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470f87075b34dda" /><Relationship Type="http://schemas.openxmlformats.org/officeDocument/2006/relationships/notesMaster" Target="/ppt/notesMasters/notesMaster1.xml" Id="R26a7e979143a48a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54ad4b41a9a4cbf" /><Relationship Type="http://schemas.openxmlformats.org/officeDocument/2006/relationships/notesMaster" Target="/ppt/notesMasters/notesMaster1.xml" Id="Re84cc41ef71c421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cade18ec7794bb6" /><Relationship Type="http://schemas.openxmlformats.org/officeDocument/2006/relationships/notesMaster" Target="/ppt/notesMasters/notesMaster1.xml" Id="Rb8c7307d1a2c4c2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a466a559d204a88" /><Relationship Type="http://schemas.openxmlformats.org/officeDocument/2006/relationships/notesMaster" Target="/ppt/notesMasters/notesMaster1.xml" Id="R99af2f700e47495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a9a111d876b4f81" /><Relationship Type="http://schemas.openxmlformats.org/officeDocument/2006/relationships/notesMaster" Target="/ppt/notesMasters/notesMaster1.xml" Id="R714fdc537ab443d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13f39207d714197" /><Relationship Type="http://schemas.openxmlformats.org/officeDocument/2006/relationships/notesMaster" Target="/ppt/notesMasters/notesMaster1.xml" Id="R80630d13587645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142ad037d40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955b8af07842a2" /><Relationship Type="http://schemas.openxmlformats.org/officeDocument/2006/relationships/slideLayout" Target="/ppt/slideLayouts/slideLayout1.xml" Id="R6d592ab8b3a744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592ab8b3a744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6105a0bb54a51" /><Relationship Type="http://schemas.openxmlformats.org/officeDocument/2006/relationships/notesSlide" Target="/ppt/notesSlides/notesSlide1.xml" Id="R66d3c2d1398c48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0bd9e2f704817" /><Relationship Type="http://schemas.openxmlformats.org/officeDocument/2006/relationships/notesSlide" Target="/ppt/notesSlides/notesSlide2.xml" Id="R74db4e39b61d44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818962c884958" /><Relationship Type="http://schemas.openxmlformats.org/officeDocument/2006/relationships/notesSlide" Target="/ppt/notesSlides/notesSlide3.xml" Id="Rd2887dfaf38140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2936af25b48a7" /><Relationship Type="http://schemas.openxmlformats.org/officeDocument/2006/relationships/notesSlide" Target="/ppt/notesSlides/notesSlide4.xml" Id="R258bdf04ccb849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2bf4b4a2f42f7" /><Relationship Type="http://schemas.openxmlformats.org/officeDocument/2006/relationships/notesSlide" Target="/ppt/notesSlides/notesSlide5.xml" Id="Rf2169494d9214e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d825d7dbc4476" /><Relationship Type="http://schemas.openxmlformats.org/officeDocument/2006/relationships/notesSlide" Target="/ppt/notesSlides/notesSlide6.xml" Id="Rd1f0195d106140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173be44644e0e" /><Relationship Type="http://schemas.openxmlformats.org/officeDocument/2006/relationships/notesSlide" Target="/ppt/notesSlides/notesSlide7.xml" Id="Rc24906c2dc4242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85b0646664fb5" /><Relationship Type="http://schemas.openxmlformats.org/officeDocument/2006/relationships/notesSlide" Target="/ppt/notesSlides/notesSlide8.xml" Id="Radbb5214838844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7dde7c2144456" /><Relationship Type="http://schemas.openxmlformats.org/officeDocument/2006/relationships/notesSlide" Target="/ppt/notesSlides/notesSlide9.xml" Id="R7468592f7c0e40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3c5e14a344e02" /><Relationship Type="http://schemas.openxmlformats.org/officeDocument/2006/relationships/notesSlide" Target="/ppt/notesSlides/notesSlide10.xml" Id="R7f0e01b3801a41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b5494040b49b5" /><Relationship Type="http://schemas.openxmlformats.org/officeDocument/2006/relationships/notesSlide" Target="/ppt/notesSlides/notesSlide11.xml" Id="R4298d7b6744142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1b00864104700" /><Relationship Type="http://schemas.openxmlformats.org/officeDocument/2006/relationships/notesSlide" Target="/ppt/notesSlides/notesSlide12.xml" Id="Re0063a8abb0f49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ea8842cce49e1" /><Relationship Type="http://schemas.openxmlformats.org/officeDocument/2006/relationships/notesSlide" Target="/ppt/notesSlides/notesSlide13.xml" Id="R475f4972c1ca42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55f92341f42d1" /><Relationship Type="http://schemas.openxmlformats.org/officeDocument/2006/relationships/notesSlide" Target="/ppt/notesSlides/notesSlide14.xml" Id="R7c28e9dfe0f74b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d4d4f29c1463a" /><Relationship Type="http://schemas.openxmlformats.org/officeDocument/2006/relationships/notesSlide" Target="/ppt/notesSlides/notesSlide15.xml" Id="Rc12b3fca59e44e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6b43e9a84664" /><Relationship Type="http://schemas.openxmlformats.org/officeDocument/2006/relationships/notesSlide" Target="/ppt/notesSlides/notesSlide16.xml" Id="R2ae00989907c44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427278c774a0a" /><Relationship Type="http://schemas.openxmlformats.org/officeDocument/2006/relationships/notesSlide" Target="/ppt/notesSlides/notesSlide17.xml" Id="R4a9ee28b13dd4d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dd3cb296b4b4a" /><Relationship Type="http://schemas.openxmlformats.org/officeDocument/2006/relationships/notesSlide" Target="/ppt/notesSlides/notesSlide18.xml" Id="R127533a7f61547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dc2e401a44468" /><Relationship Type="http://schemas.openxmlformats.org/officeDocument/2006/relationships/notesSlide" Target="/ppt/notesSlides/notesSlide19.xml" Id="Re8e3a38330cc45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826833067464e" /><Relationship Type="http://schemas.openxmlformats.org/officeDocument/2006/relationships/notesSlide" Target="/ppt/notesSlides/notesSlide20.xml" Id="Raa02d10003094e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7d3285f4f4302" /><Relationship Type="http://schemas.openxmlformats.org/officeDocument/2006/relationships/notesSlide" Target="/ppt/notesSlides/notesSlide21.xml" Id="Rb3b0fe6dafaf455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8a87c0534484f" /><Relationship Type="http://schemas.openxmlformats.org/officeDocument/2006/relationships/notesSlide" Target="/ppt/notesSlides/notesSlide22.xml" Id="Re063a7085d684b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c602349f14718" /><Relationship Type="http://schemas.openxmlformats.org/officeDocument/2006/relationships/notesSlide" Target="/ppt/notesSlides/notesSlide23.xml" Id="R7f3e40edacfd4b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2586f2eb346f3" /><Relationship Type="http://schemas.openxmlformats.org/officeDocument/2006/relationships/notesSlide" Target="/ppt/notesSlides/notesSlide24.xml" Id="R6bc1c061e51e4f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4ba25632a499c" /><Relationship Type="http://schemas.openxmlformats.org/officeDocument/2006/relationships/notesSlide" Target="/ppt/notesSlides/notesSlide25.xml" Id="R6cfa90859236450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7ef5cb7f2452e" /><Relationship Type="http://schemas.openxmlformats.org/officeDocument/2006/relationships/notesSlide" Target="/ppt/notesSlides/notesSlide26.xml" Id="R59c7691fd06e4d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559b949534040" /><Relationship Type="http://schemas.openxmlformats.org/officeDocument/2006/relationships/notesSlide" Target="/ppt/notesSlides/notesSlide27.xml" Id="Raff9ffdc325f49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856699b2440af" /><Relationship Type="http://schemas.openxmlformats.org/officeDocument/2006/relationships/notesSlide" Target="/ppt/notesSlides/notesSlide28.xml" Id="R68d9bbae5dc645b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31b59bcad4763" /><Relationship Type="http://schemas.openxmlformats.org/officeDocument/2006/relationships/notesSlide" Target="/ppt/notesSlides/notesSlide29.xml" Id="R214bec52a9dc499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19c595ba24c74" /><Relationship Type="http://schemas.openxmlformats.org/officeDocument/2006/relationships/notesSlide" Target="/ppt/notesSlides/notesSlide30.xml" Id="Rece7a784bab54d4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c7e4b999d4663" /><Relationship Type="http://schemas.openxmlformats.org/officeDocument/2006/relationships/notesSlide" Target="/ppt/notesSlides/notesSlide31.xml" Id="Rc1d5f2225bf342d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4ac4aac044256" /><Relationship Type="http://schemas.openxmlformats.org/officeDocument/2006/relationships/notesSlide" Target="/ppt/notesSlides/notesSlide32.xml" Id="Rce63262d17764eb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81404b62647c6" /><Relationship Type="http://schemas.openxmlformats.org/officeDocument/2006/relationships/notesSlide" Target="/ppt/notesSlides/notesSlide33.xml" Id="R9b9c3e2c19d44f3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2da6f4f9f4204" /><Relationship Type="http://schemas.openxmlformats.org/officeDocument/2006/relationships/notesSlide" Target="/ppt/notesSlides/notesSlide34.xml" Id="R9db753645bfe42a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a423944724d70" /><Relationship Type="http://schemas.openxmlformats.org/officeDocument/2006/relationships/notesSlide" Target="/ppt/notesSlides/notesSlide35.xml" Id="Rb9803ee43127470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5c0e50e2f4060" /><Relationship Type="http://schemas.openxmlformats.org/officeDocument/2006/relationships/notesSlide" Target="/ppt/notesSlides/notesSlide36.xml" Id="Re578e4b49f8f442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0476c7a6b4043" /><Relationship Type="http://schemas.openxmlformats.org/officeDocument/2006/relationships/notesSlide" Target="/ppt/notesSlides/notesSlide37.xml" Id="R32926619335740f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08d49b7054f00" /><Relationship Type="http://schemas.openxmlformats.org/officeDocument/2006/relationships/notesSlide" Target="/ppt/notesSlides/notesSlide38.xml" Id="Rbb9c967445404a3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a444dee514d2e" /><Relationship Type="http://schemas.openxmlformats.org/officeDocument/2006/relationships/notesSlide" Target="/ppt/notesSlides/notesSlide39.xml" Id="R51c6b9c5a3fc4d8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0aca3918c4bc9" /><Relationship Type="http://schemas.openxmlformats.org/officeDocument/2006/relationships/notesSlide" Target="/ppt/notesSlides/notesSlide40.xml" Id="Rbe74929fc61743e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dcf525a1e4b24" /><Relationship Type="http://schemas.openxmlformats.org/officeDocument/2006/relationships/notesSlide" Target="/ppt/notesSlides/notesSlide41.xml" Id="Rb6e54405b7324c8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30e138f854d5f" /><Relationship Type="http://schemas.openxmlformats.org/officeDocument/2006/relationships/notesSlide" Target="/ppt/notesSlides/notesSlide42.xml" Id="Rd6a06c2efde848d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0ed20e6a4059" /><Relationship Type="http://schemas.openxmlformats.org/officeDocument/2006/relationships/notesSlide" Target="/ppt/notesSlides/notesSlide43.xml" Id="R5ce381acb6004eb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7330fdc0744ec" /><Relationship Type="http://schemas.openxmlformats.org/officeDocument/2006/relationships/notesSlide" Target="/ppt/notesSlides/notesSlide44.xml" Id="R6abbb11f85b2400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553abee304f1c" /><Relationship Type="http://schemas.openxmlformats.org/officeDocument/2006/relationships/notesSlide" Target="/ppt/notesSlides/notesSlide45.xml" Id="R6b91d34f34b1485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b03dfd53f4f52" /><Relationship Type="http://schemas.openxmlformats.org/officeDocument/2006/relationships/notesSlide" Target="/ppt/notesSlides/notesSlide46.xml" Id="R856267e554d442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070EF-264C-4AAB-98CC-306401C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9D960-C891-46FE-B2D5-DF7505F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886DE-84B3-4325-BEC9-8292F771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F6451-6B75-4A64-BCDD-286DB58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5AC32-483D-4E11-B068-19DA3CE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Transport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5E1E8-DFF3-44AC-A2DA-D1E5D133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Computer Networks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5FBF3-B15A-40FB-8CD5-5B9238B8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61AF7-FAC8-452E-8B40-CE39A891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9551E-A6AE-4289-B077-7FA7A79E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D5DB5-930F-4A03-9973-3A58024D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A538D-EFD7-4BEF-AA83-6605A1DE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24D67-F06A-43DE-877E-8D9EB5E6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66704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C9E2A-4704-402B-8C6C-35D7DC2E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15B55-9C09-4CB3-8493-008072E6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F9BCD-7B56-444A-8528-55A0EDF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DA9F9-BFCC-46A1-89F4-C0C3AE95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68798-D45A-43A4-97E5-55C77409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75889-446F-40B8-AA3B-861C6D38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33A42-9CD0-487A-99CE-6F2BB09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E43E0-FBA9-407D-881C-FF93FAA8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A5FF2-3608-48D5-A1B3-2A36E7EB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5D9CF-8EC3-4F90-8FFE-FE47F11F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B9F86-A6D7-41DF-8439-4F10974E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A8767-D782-4840-96A8-A7918DAB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209D7-4DF8-4167-9E27-3F48A749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355854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BC60B-7EA0-49A7-B8AB-95B3B0D1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7A133-2594-4D80-B779-C4E57C85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91E67-4E16-402D-8928-A42820F1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6EF24-313C-4DD6-99B7-73FE7B4B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EDF89-5156-4087-9832-2FA3C576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714B7-39AC-48EC-A57F-66C2CFE5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679B8-3682-4B39-8B57-53B34B7B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Transport-layer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D18C6-027D-4C7A-9612-BD1C2E5E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8E363-05FC-4B9F-9403-E48DD5D3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Transport-layer protocols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1021C-DA51-45E1-ABB1-171DF94D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84374-8197-4211-8FD5-8B32C0DF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UDP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9A068-4A3A-44FA-9206-4050525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30819-583E-4380-9FFB-5C5F06FF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TCP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0421F-01AC-49B6-9BA5-1A7D5D62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50028-5ABD-428F-9697-7712FDE9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TCP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FB59A-3E08-435D-99B6-4243B3FB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F3B1A-3312-4037-97B2-C1DA71D2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TCP segments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599ED-4CB7-439E-BFB2-53E0F5E2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711F9-A73D-4719-98D2-C800D9B1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TCP connections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19B78-DC45-4C6E-B58C-D20C83C7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43140-4D44-4919-9B60-2DC19AD3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TCP flow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95CAF-8392-4E9F-94B8-6E00C1B4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AF42A-3F35-4070-88FC-AE82C6FD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TCP error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F3F91-5913-4B57-81B6-63C6CA16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+ 1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819380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4C4DD-B256-421C-92C8-267490AE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B3F74-D8EE-45F5-BA70-257F2AA0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E311F-81D3-464D-A43D-36CC22FB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425F2-B2FC-4C2D-9F8F-2053507E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B7748-FE26-4909-B8AE-DF03061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Transport-layer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7174C-586E-475C-86C5-EFB5034E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2A60E-6E68-483D-8178-CA6CA45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Transport-layer services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9AD8C-29CE-4246-939D-EEB87035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11655-BE59-4144-A60C-55DD39B8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535AA-0816-435A-B1E6-0F3362EF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A0E4C-5395-457B-9C67-7D792D68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5068A-4130-4F8F-A051-75A8E19B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A4C59-A841-48CC-9DD9-29F06FD6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BED8D-D6DA-44EC-BA94-4DF36DC4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FA777-06ED-4783-965F-93FD4C2D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D5116-BB09-4589-A125-547E7B75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7CB4B-671B-4A51-8AAB-453B1786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73414-A215-47A1-8859-0A05B53E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transport-layer services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44585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1AC79-1E41-488C-A395-024B8A07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61838-10D6-4885-8615-C72C5D9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FCCF3-792C-440F-9769-C7147A3C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501CB-7F2A-4F12-BF52-593BD684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D24C2-D37C-4A57-93EA-2E797DA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Transport-layer services: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A727D-ABA5-43C0-B29B-92D2183B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AE3AA-49DD-4E06-9A61-FB97B0F0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EED57-434A-42C0-9CF5-B4C280A7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B1FB9-E165-42C5-8D4D-E64CE23E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9943611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03060F-DF12-42FE-8111-F46C445E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89042-9E56-4A6C-AF69-C57EE6E0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FD7E9-15B0-409D-A36C-244F3974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6DC74-C6C3-4470-A191-3F7CFAA8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DDE9A-A3ED-4CD2-9A12-1CDC5457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Transport-layer services: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16FC1-8BE1-41B5-8911-D9AEE33A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2D3D8-1626-4265-9B3C-75717895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9FD00-76AA-45AC-AF26-8684B219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905F0-F92E-49A4-AAA0-FF410F11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255F4-DB33-405A-890F-4C1069F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6FA42-0077-4938-82A3-6834CA1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088FE-CE7F-467F-A673-74145B48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DFDA9-7CAA-416F-9568-691B36DF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B4A3B-0711-4588-9FC9-D98DC2A6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A8928-3E07-4AB9-A0B2-C7CFBE0A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95CDC-4528-4D93-8C36-00468AD1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328EB-DFA9-4406-A52A-D3B041A2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F3759-C62C-4549-8FC7-FFB6CD4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D0536-037B-4F8E-AED7-199A8A1D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35B06-0A0B-44D4-8A1F-1BE71ADD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4C18B-9B01-45F4-ADCD-3B06EF91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09FCE-FFAF-47E9-8F7D-A2EA11E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BD81B-A03B-42BE-AF15-69935F1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8D792-4606-4E93-9076-97859E2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D0327D-9AA5-4DFC-886D-E4F2D544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ACE84-9DE2-421C-AE74-B4254B4B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D62EA-59C9-4F64-B102-0D39F213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A440AB-CC84-416F-A8B4-BFDDFDD0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7C44C-CAA4-47A0-AA8A-29A1F806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ACA15-1DCC-4524-B851-76BF4DAB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8CFABE-1750-4D6A-934F-D37A8BA3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transport-layer services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78009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DBF38-07DA-463A-B361-9BC82A7D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E7631-9ECA-4316-98E8-DAA59681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BD814-2113-4825-92D7-99E322B7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771E6-2B61-4260-BE27-AA623423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98868-74DE-4A21-90DE-67AA9BE3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Transport-layer protocols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F241B-6740-4689-9699-8907A3AC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0615D-E032-4234-9C3A-8ACBF705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Transport-layer protocols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A94E1-39DD-492E-A0AA-240F7306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A044F-C87F-46AA-9B8B-E7DACE48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D68D6-0FF6-4FD0-BC62-F1E7D48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F08EE-C5DC-4470-AC32-94E67B1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594A3-912E-44BB-B96B-A533EAF7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4DE82-EDEA-4CDC-9F3E-EB8665AE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54C83-3A9E-435A-82A1-37F7EDA5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95FC7-F5C6-4FA5-A842-24E3BC52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04EE1-232A-41A7-B6C7-1F2F7917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09542-CDC6-4B1A-AA1C-CD935FD9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A6460-1E9E-4BD5-975D-CC4D158D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transport-layer protocols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73646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1A6CB-319C-46FF-B990-3E4B7DD7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69B1C-1E55-4476-AC6D-348D43DC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4A9D3-01CB-48BA-94F4-2695FD25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078E8-46D8-47E1-BBAA-A7082F51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4BE68-283C-49DE-81D2-B12C3ED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Transport-layer protocols: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5FF03-72AB-4B30-B912-B6344304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BA2A5-743A-452E-BD2C-A17308A5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4D62F-3C0C-46C5-A496-5A90C8AA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016CB-CA9A-408C-926C-C835958B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212012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C6234C-6CC2-4436-B1EE-16726127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F2086-E689-41F6-B1F7-47FD3AC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B06A9-18AD-4838-9943-7851F2D4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EB590-D13C-416F-9F5E-0ED8CC61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21037-D238-48C1-AFF1-F5571CAE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Transport-layer protocols: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8FC26-7F12-4D43-9C78-6929C993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A7432-21AC-4BEE-84EF-275A13B4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2CA05-704F-43FC-9A6B-1A879F7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B6D97-777D-49B2-ABB4-53A4D1AD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B856B-3B68-4B56-B7C7-EA4B8C08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431CF-36DB-43DF-9B4B-44B4B140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EB4A6-093E-4677-8158-8698D181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99978-6CC8-47A4-8F1F-37A101E5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20ED2-4904-4191-BEC5-985B8C8C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430A6-6073-47CF-8D66-75E1BB11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A364C-5050-40FA-9913-D68AA49C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5DE1E-5127-4F85-B39A-7A73F382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D5E3A-0129-4F5E-A1D4-EA86293E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69F36-6021-4285-9443-71FA4F96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E29F0-62E0-43A4-AD62-3C79556B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2ABCB-D247-4F9E-BA39-0885C9F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4554D-DFE4-4447-B069-F7DD0864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C64F8-73E9-462C-A913-71F9EF5A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9A1794-2D71-43AB-B2AC-006788E4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99E288-8911-407C-AD25-BABC9D16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5DF79-5223-480B-974E-80CCE6A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6F6A4C-72F8-4B9E-823B-DC00CF9C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6DF85E-7506-47F6-B986-6C99742A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DC07B9-6EAF-41E5-A065-40896097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E2B921-78DC-4BAD-88A3-2933FE67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80A559-1438-4FFF-8BA1-D227B25F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transport-layer protocols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14145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91238-6218-4224-985D-438DEC5B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A5910-3BA4-489C-9DAB-60F0F454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3F08B-0D1D-4F45-8005-4695196B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EEC9F-0D85-448D-A933-244F6F52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C3874-ECF5-4B93-8F63-D988B19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Transport-layer protocols: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C8DEB-F487-465A-BE85-C6EEA4FE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6A2EE-6B3D-4D06-B9F4-C150BC90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27C83-6363-4086-8511-5B0370D8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0B949-EA96-4E8E-BD2A-072D90A2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6380F-3730-4A38-911F-9CAD1828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AC843-1390-44A7-BC81-28E54BCA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Transport-layer protocols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31394-BC42-4446-91C4-BF5D3329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50108-C476-493D-BA1A-6CAC3046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8DFC1-E3E8-4373-B894-CC2EE271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A75E6-B227-4202-A67E-2CE0AE76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8B999-3DAD-48C6-A2F6-9C0F6D9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08E52-6849-4D12-9667-BB9F43E5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ECC2F-568E-41A2-A824-C74C44F6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B5C7B-7B6B-4A74-904E-C9DD2C4B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EF028-9704-42ED-8184-D1D65CCE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35F27-90A7-4807-8946-0EAEA1A9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17892681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D0236-F992-471D-9AAC-BB934D61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F69BC-8B3A-4674-B1DF-FA7EB11B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32151-AE80-4B64-A306-24CEF644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91987-F60B-498E-92E9-B6639CC6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3ACC6-76EB-4E6F-A9E9-FFF84E0E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UDP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84EF7-5667-444E-A3B3-4C88951F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A2790-B00D-4694-B44A-FDF47A99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UDP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0B11C-4601-4E53-A318-DE754555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61620-E290-48A5-89AD-30D7A36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AE4BA-16EC-46A4-AE25-823F6BE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DA240-C83B-4956-A687-52C53535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452AA-9D7C-45C3-9C7B-87BC0293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F9C27-664D-44D6-AA09-EF0690DD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A7544-1506-4F74-B1B9-1BC9DDF5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0EC2B-FEA9-45B4-820B-0B03E312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49BC8-7740-4DF9-928A-FD7C5D68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B404F-60D3-476D-92A9-EC833005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A4808-A7D0-4698-B741-66BD393F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udp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694569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2D721-CF9A-4ECA-9707-36229C9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89A45-ADB0-4B43-AE1D-BF2D4311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3974C-4404-4B9E-82B6-49636FA0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FDBCB-75A8-4FB3-B023-107344FB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2AA17-2E7C-4A88-91D3-AE24D353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UDP: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788F4-0DEF-4E1F-AB54-BD86793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5C70A-2FD0-465F-B204-E300F707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BF304-30B7-45FE-A26F-0887843E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624A0-B46C-47C2-A470-A0615994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0889418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53371-6156-4A5E-A70B-DB75E966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6553C-5072-49D6-B902-E489D345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7F5CC-F903-4285-8C0F-B2784BFA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16C1B-A5CC-4377-B9DB-C7A58B31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F5DB8-378F-48AD-94E3-B57A1D3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UDP: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24A2B-1C8E-4D8E-BC11-FF7B4579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9FFFA-A892-403E-91F7-DC0AFDA1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C6940-8FBE-45AD-85EF-758D2362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357FE-BE0A-4CD2-82FA-5DE04E23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FF217-62A0-4E54-9BEB-153E7D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61327-8E88-43D9-9299-9F1DA2FD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D340A-8C3A-4782-A9D5-662C0FC0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46B6C-9654-432E-83FB-67A3D09E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C23FA-4F40-4603-A912-2CB1C980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681D3-0939-4E24-A834-C2905B72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BDD8F-B85C-44E5-868F-81FD04C5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40BFD-B350-4063-916D-3CD21192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3AEF3-D3B1-47B5-AD8F-A8924050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3A00E-DBAD-4CE0-AFBD-CE240E7E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25706-16DC-456A-BFA6-9462A85B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01DE8-CFCA-4D7A-81F2-DFD4C8FD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FFC73-1FF7-47CB-A452-4CABD494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BC040-1CF4-4B13-862A-64F141DA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E2547-FD69-43C0-A274-ED88009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64D65-76BD-46AE-AFB0-03473F34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52D580-D699-4A26-B3C5-67DF98BE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68CE4B-936F-49B8-B850-4397F51C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2D4104-9329-4D0C-8A68-78B6E71A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E5A898-85CC-46DB-B786-F318643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62BEA-1A07-429C-AEF6-8BD6F28D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D3F75F-D73C-44CB-8897-FE832F88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udp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583618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B54DF-9B65-4653-B69A-42AA141C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67274-46C3-484F-A990-729CAA17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15B38-E13D-435E-9A52-D7831CDD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349FF-7FE2-42DE-9489-FA66563E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1CC50-E694-4833-A8CD-DA4BD86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A70A7-8DA6-4AA0-87A0-1DAF1257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31776-FEAF-455E-A14A-7BD7CFD0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TCP services is best taught as a reliable byte stream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E433B-8BDC-43A1-B4E8-45212531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CB8A9-E99A-4741-9B52-8BC0AF77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sequence numbers with ACKs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CDB42-3490-451A-B1A4-F72A2CA0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B317F-A1E8-4627-B6FB-054F6DD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flow window and congestion window.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0A1A5-4FBF-4BC4-B939-EF7F4F73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545C2-6A79-43F2-994E-0C200DE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FDDB4-D9F7-43D9-B11C-0E28D717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85F84-5A07-4889-B3DD-6B44C319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0AC55-2AD5-4589-A8AE-A8759C9C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congestion window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BB5AC-624E-48A7-ADD3-1F3EB7A6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AE07C-4B76-4A29-AA83-F1E35262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tcp services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426356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C702D-CF25-4B54-8E1C-7A19F951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49873-36CF-4A21-AFF3-7D9FF207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66297-3340-4DC0-9E35-A7176F10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204E6-0CCA-4AF9-A222-1BE1C4CF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04DCD-2876-4862-8280-D9E3C926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services: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3260C-A6EA-42A0-94B4-E87BBFF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A0AA7-DD80-423C-80DF-A199E5C1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A7409-7669-4143-B1B8-CDAD0772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662E5-7A9E-43EA-A4E3-C3B38408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5885170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43E9F2-9080-47D3-B291-7B4AB978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3C90B-9350-4C56-AAE8-894DF3E4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E8533-AD59-4CC8-822B-2F0A06B0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B0B04-A36A-41DA-8FC2-4FD2F3E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BC3EF-C4BF-4B8B-9E4B-8F3100B7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services: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962BD-98EA-4D31-88E9-5DEA2BCA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E73A0-6594-4B99-9170-677E7DFC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76C97-7399-4FBE-BB29-4BB54F7F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6738B-42C4-4824-9886-060F79D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BF574-974F-45A0-8DC8-66313DFC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C5E3E-6AC0-4E98-8DAD-C1210A2D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ABBEE-77F7-4137-9664-73303411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29840-18BE-44B8-8AAF-4B864EB1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819D7-166A-411B-9258-AC79F3C0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sequence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BDDF0-FD26-4731-B116-9B8EE945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3E4E1-C08B-4D8D-84CB-328A624E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14E7F-352C-4352-BE08-31E1ED8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7482E-453D-4040-9557-DA12817E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5B476-14AF-43D1-8034-6344806C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ACKs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E538E-D131-471D-B0DF-CD31F29A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1CC2E-0CC2-4399-B534-540820D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B31D8-B2EC-486C-8F63-969FFF6C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783F0-BD51-4BC5-8578-2B3E2936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A1E0D-1581-49C1-8758-10402907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flow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16B2C-16BF-4A3A-8020-BC3E4B90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A6105-54F0-449A-A0D3-40078809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B8C56-7144-41AA-B6AF-2DCEB2CB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AA27DE-DBF9-4B2C-90D9-1540EECE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F50256-C6AD-4438-A867-85C2B128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congestion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BF5595-4B63-45E2-A316-E2D283B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7F3B0E-603C-461A-AA23-72046580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tcp services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056823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D1697-FF91-4CF4-B46B-0F1C821C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F40D4-8238-415B-836A-338D9527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4086B-492E-4B2E-B614-E67619C3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C7B7A-CB13-4E9C-BF9E-9712DEB6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33D0F-2380-4F6E-A1B3-0A16932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AC802-F817-40FA-90F9-6D02DD78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FA278-0CF3-4D47-97EB-E02347C0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TCP features is best taught as a reliable byte stream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F4F67-D7C0-49EF-BEC5-03395B43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C1D84-EF0B-442C-A36A-144D1834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sequence numbers with ACKs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E2222-7EAC-4B38-8FC5-65A7D873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C990D-EC52-4115-B9F4-0233E275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flow window and congestion window.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2D963-205A-420A-BE93-A05090F2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3026E-6C5E-426A-A9D7-43AB5AA2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5366F-E2FF-4561-9B60-02811FDD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DD4F0-00DC-4286-A04C-665C7665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71FC0-74D6-4B56-8592-5BE4D7E5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congestion window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48061-341B-4714-A712-94CCC09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B7396-A306-40DE-AF58-5CE491D7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tcp features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59222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FD557-E03F-4424-8F81-AD7CAC6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6BF80-E333-4676-BA66-EAE1B5CC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87E1C-56DB-4F42-9CDB-6B99B631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2247B-0F3F-4F28-ACB7-BDE75977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2519A-8E39-4C80-BF98-2D5E90F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features: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01725-9EB3-4872-BB6C-EB95EF9F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1186E-9432-47FD-B9C3-4AA9581E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F8D19-1C4B-4C56-AC77-F0409EFA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9707F-3C2F-4158-9C0D-05A7D48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0292743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C62E29-65C2-4283-AAA2-8F9288F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6DFA2-7388-4845-9456-53A3061A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06AD1-852F-4660-9CDA-3ADA6908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DE47F-794A-4AF4-9195-558FA20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1A71-39D0-4B7A-B9E3-E19085D0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features: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4D86E-889A-4277-A256-E22F16FD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28991-CB48-4D4D-A615-640E5D6A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7C086-58D5-4A24-9735-EB4EC099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E1442-DED9-4AB8-AE83-556BEB5D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F8284-7FA2-4421-B847-D45BE9E0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E7BBC-7712-41A5-B79F-927578EB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2EDF6-3E4F-4390-9959-346196E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3010D-3953-480A-A00B-7B0313B0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4AA23-85AC-488C-9702-B864BE82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sequence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BE24B-8E2E-403F-A208-C562568D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6E277-E456-49DC-BC3B-CE84D22D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B70CE-2415-4096-9601-CA54EA8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56DD9-5B98-479A-9C93-66F8EEB7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B3FC0-6F46-4BE2-BB92-5DA5D95B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ACKs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CCE54-C399-4B85-94E3-4E2FDDF0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61282-FF65-4342-9E7D-5902252B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F535A-17FE-4CE2-A098-48558C11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06A495-F9FF-4564-8429-607A681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FEFCB-A7FB-4416-B46B-3EC133E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flow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DAC16-7FE7-4F3B-B3B4-452442DE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FA6E10-F130-4707-A057-CD6356DC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37C866-4650-478C-A2B3-163017EA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31BCB-7E78-47E0-82DA-9C220F04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4666D-F3E5-418E-A30B-209B8903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congestion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32766-1432-4D4F-9AFF-A3504490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15E6FC-43FE-482D-A769-11C6FD66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tcp features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64182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7BE6C-71F3-4970-BF0D-277FD660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7D5AC-064C-494D-9457-9C078793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920C-236B-4AC6-A475-43A53C0C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D981E-9BF2-4D90-955D-E640B93F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D260B-DE6D-47AF-A2E2-B1802CDD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features: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D1430-041E-4E30-9A3C-EAE1845F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6A1D7-1A1E-48F4-AEBA-F2EA868B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C226E-C109-4B02-8608-607D0DC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B90C-28E8-4E9E-9F1B-971765D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E00F5-6409-412A-8062-8B323893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47127-6023-44C4-B8FD-60C17967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TCP features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42268-ED9B-4F9E-BBD5-C5CA9A88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6FDD5-1F05-4B9B-825E-962B6C7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reliable byte stream -&gt; ACKs -&gt; congestion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428DC-2A4D-4133-820A-74215B2E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A4459-F440-40FB-A8E4-792BDEC8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50991-4CBE-4563-B881-613D1F33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667C3-B701-4BB1-8EC3-21AB33F0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7B5C9-65D6-40C1-BA2B-6F66C9C4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BBEC2-C769-4754-9370-4D311CFE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3B522-DCE9-4C55-9ABB-A8288CE4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A72E7-D031-43AC-8346-D15C2D99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reliable byte stream, sequence numbers, ACKs</a:t>
            </a:r>
          </a:p>
        </p:txBody>
      </p:sp>
    </p:spTree>
    <p:extLst>
      <p:ext uri="{BB962C8B-B14F-4D97-AF65-F5344CB8AC3E}">
        <p14:creationId xmlns:p14="http://schemas.microsoft.com/office/powerpoint/2010/main" val="2739376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0ACCC-58E0-4435-8487-F9F59CA7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B0C8A-51B5-4769-9969-93627D5E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E71DB-BBA7-485D-9DA4-7E03E0FB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D4D2C-EA17-45F1-BD6E-0783BA70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987FE-8580-4E4C-B42F-970EF5A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segments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11B06-61D3-4D71-8616-41332AF5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8936D-E11A-4A48-B2F8-AEE7D2EC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TCP segments is best taught as a reliable byte stream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56999-F797-48A7-ABB7-B8C1F41C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2C3AE-35AE-4083-ABEA-0959D186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sequence numbers with ACKs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FC8E7-68B8-4632-8C2B-8A0CC794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2F977-613F-474C-9DC5-113D5813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flow window and congestion window.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3DEB4-F0FC-43A5-9D0A-4F822409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4F67A-DD2F-4ECF-862B-F5238D3D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F3E07-4A91-4B75-AA74-E60E77FE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5CE11-DB42-4A95-8EA6-03E7480D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7C86E-00D1-4BDA-9449-0D23603E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congestion window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23009-9524-4E68-8A1C-22EA95D9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7E457-C05A-4BEA-815A-3E794DA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tcp segments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342199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9A159-2F07-4DB3-97C4-C8834743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BF839-2607-4E84-8B5E-7BF7CC47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21DCB-B701-465C-AF94-E301BEDC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3478D-F6EB-4AA1-987B-9B8BDD6A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D5B2D-B3C3-44EE-9411-2AB3545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segments: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0A7EE-0DA8-4A81-AF90-2BF51ACA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23C29-4359-491F-8602-3814000C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09678-23D6-4B8E-84EA-D6DF6355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E4068-ECBB-4CE9-8841-8FFA9AD2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9060642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A2EDFB-D4B9-4508-A719-CEC4C5B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EBE7E-8B8E-4D0E-853B-145384CD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DB084-01CE-417C-8DE5-13FA9811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58130-3091-4D8A-AF9B-1073BC59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667E1-0A61-40EF-B948-B28EE8F6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segments: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69BEA-EC54-459F-95DF-5AA31CDA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398B3-CD43-49F0-A188-6C48F288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12233-BE0C-4611-AC17-F0E8D86E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1E351-1F16-4E90-AD97-2982A1C6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78A22-BC2C-495F-9621-6C7459D7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5A15B-3EB8-421D-9056-EA8B2F0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90066-3768-4098-B499-2FA490E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BE062-FE27-422F-82FF-563F700C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4C564-71A2-4013-8AC7-BF065C65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sequence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2849B-8018-40C3-A5DA-4F238129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E0605-83EE-4C01-A897-3EE0643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5B96E-A40D-4D1D-A36D-CB9FAFB8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3CB12-857F-4C68-A634-A9506438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4E316-AB33-42B4-9171-0443B36F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ACKs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A43F5-2BD0-47DA-9C8C-21510377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A3AB9-40A2-4350-9341-AE816132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7F94F-802C-42F6-BCCD-F76EE390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828DD-50E3-4F99-9E45-4670C5D0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E05EC-CB18-4333-AFC2-77A0A01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flow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E820F-B2B8-43E4-8192-0846275A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00CD3-E7AF-4B2C-B0FF-93896C1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F41FC4-5BC4-4C89-A9FC-0172214F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5B05D-9433-486C-B896-F3A3FAEC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A0EBB-C0F6-4BA9-B529-832AF732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congestion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5B0A28-6AF7-4140-8A81-36F0A2E2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B6CFF-9867-4440-B450-DC2CE978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tcp segments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578633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8F0B5-8501-48E4-8BF6-853BFF7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3321A-59A1-45BA-9F71-675D0385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8A491-5BEE-4FC4-97E0-DB13C142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37692-4096-4EB1-8D2E-B0FC1F18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0AB8F-9654-46B0-8D99-219DF169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connections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725EB-71BF-4C37-B80B-9ADCD824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D014B-9372-4BAC-9A8E-0B092C03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TCP connections is best taught as a reliable byte stream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565E2-9CD9-4BA2-B26F-21A3CC18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06C4E-7C84-4883-A463-A3874913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sequence numbers with ACKs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ACF15-E58D-469D-979A-CBAFF5CD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80A2C-9C66-4E68-AE0F-0B104017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flow window and congestion window.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D06B5-4D8B-459C-B079-A6A7F12D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6A6C0-8D10-4C24-8F6B-C25D4B52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0D901-0EF4-4F64-8C60-2964F477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938CC-F079-46C8-9690-525431EC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03D82-8588-4952-B768-FC456093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congestion window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CAFB9-5930-4861-B2AF-59CDD097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67915-E5B8-44BA-8CCD-663129F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tcp connections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616269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DBAFE-352D-4855-AA91-6363BBEF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81DDC-6A22-400B-A8D0-4ABB2949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8D010-0C4E-4CA1-B1E3-F105985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B028E-36E2-4651-8C40-DC20D6EB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81D88-E37D-48A2-B501-5C9B90B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connections: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35547-73E5-46CF-8D8D-EFB5C3C1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F6A39-2F1A-4313-A17B-7641508A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5E4E8-B5AB-48D9-A113-11B41050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B0C10-3C6E-4D16-BCC9-6EB5AFE9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5721345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0DEC8D-DA0D-4540-BA9C-D7C8D49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CC842-BEE5-40B6-AC56-47827B8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5688F-95DF-4FE3-9615-65DB4F21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80270-774B-447F-BB41-EADC5C14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DCB13-FC56-4407-9939-8309C89E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connections: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A0706-8357-4D48-B202-D9B7FC39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5EF40-2D5C-429F-8D84-392DE6D0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D1EAA-8B82-4E29-80C7-20D43545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E0D91-F8EB-486B-95D6-47C1DC4A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D10CD-2DCB-4CEE-82A5-2370A8C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CEEA7-A852-4A5A-AF8F-562B5454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F9416-0E6E-4322-B703-FFA0B9D0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F963D-20F7-4DCF-85EA-6ABFFFE4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1D679-C89D-48FB-9E42-8868DFB7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sequence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AF22B-7275-4B59-8F0B-4A839085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6AB65-75CF-45C6-A507-0392E855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AB625-3C83-4BC8-97CC-46F8408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D6A14-1952-4371-A433-71A148EA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0F63D-1E69-4F0F-A2BF-379D1DD2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ACKs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BD3CB-86B1-4CDD-83A5-8485099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18051-693A-43AD-B5EE-3404ECB7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84DD9-B95C-4E2C-B823-F6F94329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C0805-C777-452C-953B-E1F3B84D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15221-AEDF-48F3-8D6F-115EE33A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flow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C5042-CB8A-41F5-AA06-DE287D1E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451616-AE5B-4501-BE30-38E8E4CA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6C9C87-FD5D-4E72-B3F2-2DCA8C54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E6F7F-BACB-48DF-9183-406D1E2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DD5FC5-4AE9-4926-AB69-39F8F3C8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congestion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110323-E14E-4A6C-91AC-3E63D2E1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997D71-7733-4B69-A376-4A194A40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tcp connections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13493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8DE99-39E4-4A6A-AC90-90C63FBE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7FA1A-C803-48B7-A27E-EBAC3EC1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E7EB0-642F-4946-974D-3D0A798F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F7F72-45DD-40D2-A0E9-68915F41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12B64-ACB3-49DE-87E5-17122B5F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flow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36DE3-3220-4ABF-B877-8D6B760B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E5197-3365-4322-9477-23278586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TCP flow control is best taught as a reliable byte stream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A057A-9759-490A-ADE0-9A4078EE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5AF0D-36D9-4F79-9B45-086C0049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sequence numbers with ACKs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577BD-2ADD-4CB1-B36D-1FF1198E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851D0-94B7-46A6-9C06-27957550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flow window and congestion window.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F51CA-9C05-45EE-A5C6-414EC865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367E3-AAFD-45E8-B746-76D7D69A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8FB9B-FAAF-4657-A0A0-3F6627CA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D0CA0-4680-497B-A9EB-A959C8C1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75BB2-6E8F-40EB-A423-C899F1E4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congestion window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41156-84D6-4966-AA1A-8E20DE19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F8500-9DA4-4061-8C21-FA886A07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tcp flow control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740511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5B5BD-AB32-4130-AB91-67837479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6DB2E-923D-4848-9A36-3A126AE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506B5-5AEE-44A7-9879-EFD7CB06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C2212-EFC3-4D8C-8DA0-34F829C5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61013-5C07-4F2E-B799-8420AEFF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flow control: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345E7-0B9F-4AEA-A902-2E9FE32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7349F-C2DE-4C22-9EA7-79FBDE7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651DD-3A82-4A5F-85D6-D4C09308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CD090-9EED-484F-A4F9-125881CF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179263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F0C95-D547-4B9F-8A72-03C42207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0662A-BADB-49BF-A7DD-31587520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38BC8-CBA9-4D7B-AE5F-30558B40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9A8A4-2E52-445F-AF8E-6656A0E8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F23A5-F627-4086-A2EC-7F2A3D5A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flow control: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A201F-B7CD-4E19-B7AD-B7CF8602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0B692-CC9E-4974-969F-1B8D5E3D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E90CE-8DF7-4549-9C8A-E69659B0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395F5-B8B9-4E86-A309-AEF1BF1A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DC50E-59A8-4032-846E-06993C8D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892D7-F3C2-4F6D-A12B-CDDCB6A2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838DF-D376-472E-BAFB-0DD01BA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FA558-4BE5-4DDE-95D0-7C7CA535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F6DAA-3CA9-48A5-8AD2-7A8404E2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sequence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99661-9D53-4357-B36A-D4F4A7BC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2D781-79BD-4EAA-A465-583C3BF9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D044E-3E37-4390-8D2C-7AA35DB0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45956-E70D-4259-BA4E-0772E334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4F2D5-9395-4CD6-8328-3CC7D561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ACKs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1DE63-BC88-4684-9795-B7516CB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6E303-8176-4F52-8A71-DCF6F8F1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24DF6-AE8D-476D-ADFD-6D1A05F3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23AEE-5A47-4AD1-B72B-29EA67A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664DD-AD66-43B0-B614-17E16963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flow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0E8A01-350F-492A-B64E-6B14B4D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D1A74-9964-4287-AD2A-E54D8229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B97FF-1A8E-4957-A305-1810AC01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065E9-51A1-4836-9C4E-4FB197BC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008860-870F-41EE-82F8-3FE705DC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congestion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EA9E39-5DE5-457F-B830-7F002844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326D40-BF42-420C-AD91-845E568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tcp flow control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197797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03D17-9C7C-4F59-AC8F-D80872EB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C6B29-6CFD-459C-8BE3-C9204645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94322-D69C-4070-BAC1-2459EC96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91499-2723-4825-B879-F28A4CBF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6E44E-A8BF-4BD2-98A2-26914AE3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flow control: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60A1B-A52C-4161-9DEF-7306C297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AED63-0F9D-4A8A-A2A9-5714E19A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079FB-3559-4C70-A5DF-025FF4A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BCA5D-BC44-46E1-8742-7CE69FE1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A4529-64DF-4894-A380-5306A516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BFC5E-3244-4941-B502-873BE05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TCP flow control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102C1-8585-4F5A-AD62-6E2BE677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0126F-6333-4A1A-B1ED-E0B4CB0A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reliable byte stream -&gt; ACKs -&gt; congestion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8EF9B-E713-4CFF-94B5-A5353765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1F826-0A38-48D7-B0B7-804F43C3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91627-61A3-44B3-A03C-85C1A315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07E27-E477-406F-AD7C-6F0AB94E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D1FF6-0812-4102-94D7-2A15C0F9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5FB63-2F41-409E-B3D6-E7766F71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B78C8-FD72-47F1-B4A8-3590644E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BE437-DF01-4A9F-9C6C-B6642F1D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reliable byte stream, sequence numbers, ACKs</a:t>
            </a:r>
          </a:p>
        </p:txBody>
      </p:sp>
    </p:spTree>
    <p:extLst>
      <p:ext uri="{BB962C8B-B14F-4D97-AF65-F5344CB8AC3E}">
        <p14:creationId xmlns:p14="http://schemas.microsoft.com/office/powerpoint/2010/main" val="1114260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19AEC-43AD-4ED8-A92F-0EDC6E9E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7460C-3C2C-430A-8682-886CA7B1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34E2C-3509-4146-9806-AA12060E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9589A-159F-4E94-93F4-8CF34EB4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5FBCA-B83A-4B45-9D75-0313D432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error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A8C7B-C8E6-4720-AC4E-7DC17F71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668D8-A93E-47B2-9C07-64A329A1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TCP error control is best taught as a reliable byte stream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F31E7-E9E4-4F48-9DA8-66A5B47F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27F28-7D80-4B3F-A089-B04504EE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sequence numbers with ACKs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61DC6-45B5-4B4D-B179-09551C3F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26643-D885-47E3-A97D-D261F8A9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flow window and congestion window.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20B1F-1CC0-486C-AC58-79B8D595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DCC03-F26C-4962-B8BA-95634A0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1160E-C158-4C13-A462-B3ECEAF8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7745A-886E-40B0-B2A2-C6F50071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3BB1E-E416-4FA5-B65E-CDB98E27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congestion window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9A252-63F0-4656-9C1C-2A4DD982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ED471-FCB1-44BC-A6EF-304B5B34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tcp error control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729918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524B6-F116-4315-85F3-585F90A7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F2605-832D-43E9-86E8-779BAC68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9F535-7702-418A-85A4-DE2F5E8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0C65B-C804-4CCB-A4CE-2A3CBB18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94C23-734B-4031-B7B8-E6BE81F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error control: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7A7BC-9486-489D-9CC9-2DB14980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18147-DD4C-44D8-9570-71BE5F30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EB677-0915-4B03-9375-2E94D870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2F1B5-E24D-4FF0-8413-893D0EE0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48916815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EFC48A-2ED0-423A-BFEA-AF318F57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DA2F5-EA47-4D82-A5E1-846A999A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EF2F8-B8EF-48DA-A9E5-0929583F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966B7-9641-430B-9F0D-FC8C28B8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E38C4-9354-43F4-B8A0-3072F7A5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error control: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A1967-82FF-418D-8321-287752B9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87F07-F5A9-449C-B500-A6FE5686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031FF-B67A-44BF-A85F-192C9106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06994-BEDB-466D-99F7-02BBF5FF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25743-51BE-494B-8BE0-AAAF4526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9A969-C87F-44F8-9941-0F003723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8D277-C8F2-4FD6-A783-13A5D32F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51887-2F9E-460B-9412-52A020A4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6ABED-E921-4694-87F6-1FDD6912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sequence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A6827-A17C-4745-B62A-DC3DD9F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2BA24-0EC7-4D69-8F22-AF3AE008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B84F1-4307-4018-8649-D65BFC39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BBC55-345F-47F8-A512-DED2DA7B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37597-93E7-4629-B99A-E82D0DCF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ACKs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D2599-E3B8-474E-8133-6BBAB9F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ADE48-791B-4F1B-A10D-05B6DC78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4BFFF4-ABB9-4C8D-B85B-4BC8B22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03C69-8277-477C-973D-93535641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6EAC4-EFEF-4599-BA1F-ECCA27D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flow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237781-C363-43DB-B333-DC2626C4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3A3A7-1A2F-4AE8-B51F-32810A8A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DBC974-45D6-4F92-B539-FF939559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94244-03F2-482F-BE9B-25D925FB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6D0844-0327-4053-BE65-C4569002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congestion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65E9B3-E560-4B8A-89AB-67BDC1EE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BA15E2-BD2A-4358-9769-E13C75C3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tcp error control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90803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AB2E5-27E5-4228-A174-984E24C4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08339-0433-4C0B-AC27-842E1408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10208-FA97-403E-AE3E-1D14CC1F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80840-579D-4C59-A961-7398FD3D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6007C-F5C3-413E-BB25-CAE34A3F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congestion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38795-67B2-4A56-83D1-40D63998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06345-85E4-4578-8A47-32DFF95F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TCP congestion control is best taught as a reliable byte stream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F6E61-6B4C-4927-8171-B7E73104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451B4-FEAC-46FA-85B2-202E4A37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sequence numbers with ACKs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CBA14-0E38-4494-B16D-F886671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271CD-161F-4836-A0F6-384BDD1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flow window and congestion window.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EFE58-702A-4D7A-9748-0722B997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26A0D-2743-43B0-BF46-9D02B2CB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470E9-CC62-49CF-AA82-4561F6D0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DB43B-76DB-4769-BC73-6D551000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60195-C649-4B9B-8502-AC3D7138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congestion window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CAB9B-AF9C-448D-9AC4-1599B326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D0CF2-B7F4-4367-9593-34FACC43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tcp congestion control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7532597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D1BF5-492C-4F4F-9001-6D309BE4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C6E13-9608-4863-BD2A-29DDB96F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21413-B7D6-481B-9B47-050B925C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1C313-FE8B-4F55-AE9F-F1B1171A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E707B-E45B-48CE-B343-2124F8A5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congestion control: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C5086-8C2D-46CD-A2A9-5854F500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47EC3-175C-4516-AB33-04F1612D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44D70-2E55-4E0F-9201-A48CA85E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2C3D5-3FD4-4EA1-B5A6-1202EF93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6362438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8F722C-E929-4FA0-BFC3-4EA2F1F4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56A7E-E356-4FBA-BB8D-BF33F4E8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1E523-9F35-4842-8A76-67BE294A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4EA69-5D96-4ADC-94B2-718ADB02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9F292-D3A1-45E8-869D-AE936A8E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congestion control: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933F8-19F8-4B79-B96D-DCB4B580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F28AA-FD28-4104-AE85-224552E4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4BBC7-26F7-43B5-9315-9237289C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993CB-184F-4F82-B12D-520DB24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C9919-2F18-4E5F-A3D6-8311F55B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50029-2DEF-4B99-942D-990A71E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4CB3A-ADE1-4EAA-9870-58AA138A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EC227-511F-43BE-8C50-6AEB7E6D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0C0D6-C806-4532-B14D-33A4728D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sequence numbers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CFC79-E2A7-42E7-85D0-6EF187B4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E350C-A837-4D06-8D2E-8364C48A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741FE-66FF-4FF2-AEB8-0ACEE7DC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99CC5-CA63-4E59-9257-272804D4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sequence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C465D-767F-4263-8C23-4917E645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ACKs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399A7-C546-4217-9ABB-EDC89B3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716D7-74E5-4C55-BB1E-B4501735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5CDE6-63A0-4127-967E-57FF26A7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D20BF-1EEB-4701-8173-DD271617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9FA2D-6A28-4065-871D-73F95921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flow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B8E7D6-8FE5-4892-92EC-F6DC0A9D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DED02-FBD6-4F9E-8345-6B824606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0A6AF-BA39-4947-88FE-12FB3A42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D239A-1EA5-4F53-A5CD-6356A206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flow window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3DA2C-CCF2-483D-BC2D-288E640F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congestion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D18C7-328D-4349-91F4-77D08FF0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B64CC-DDF3-49EE-85E1-5D7DC48F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tcp congestion control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996614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92D65D-AA23-483B-A02E-84DB3CCE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C434D-67FF-4C8F-A8E4-08626CD6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50884-41B5-4C56-9ACD-C4D7EA76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D0670-3990-4770-8858-5B44ADB4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2B6C9-E87D-41D1-9D5D-ABD1D7A0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Transport-layer services vs Transport-layer protocols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223B6-20C1-4E33-9749-FA80FC80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26782-2345-432A-B10E-DBFC97C3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46610-BB32-4743-B028-59A66ABD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Transport-layer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D3A49-C83C-478F-9A18-25EFCB8E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Transport-layer protocols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79FEC-2D93-490D-85ED-45B8FCEC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65080-05E4-4BBC-BE31-B35B045E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CE6B5-4C9D-470A-A292-87F9DE54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67951-B078-4FDF-A857-D6915B82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FC556-111C-4EFB-8D79-F0DD565C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09915-E64C-4A34-B546-A8ED547A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0C952-18DC-4BFC-95BC-0870A0B0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0D7C6-EF82-4D02-8777-A10BF00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40D78-E60C-4C3A-8F9D-397D50FD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C896E-48EA-476B-BD66-D787C63D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31FD2-F272-4349-A798-4C1F80A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A6BB1-54E6-4105-9AEA-319FC947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B80758-5596-495B-88F5-EED23395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0827B-C1D1-4465-AB47-5256FB76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3BC86-951F-4DD1-B81C-3E46CC67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8FFE8E-0851-41E1-B5CD-318BF5AB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5458563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4ADAD-E70C-4240-AC2C-3FAE15B7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DB79B-9534-46D9-AAF0-F73D277B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18969-8772-438A-84E2-449DA525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6CF0D-86C3-442F-AC32-9B99772C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EB4C4-2A6A-4F10-996D-EE962228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services vs TCP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46A83-B0E4-43E2-83B0-9F41F607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363EF-E9CE-4B2F-A736-8FFA0546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F615F-2C30-471B-B700-2560C566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TCP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A901C-D0DD-4D61-8447-031F6C6B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TCP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0F8BB-ADC5-48F9-B0EE-77187F07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55B79-A942-4D7C-ADB3-9753EC6B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1D5A0-9BF6-4DDE-8580-DAC3B3C4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87563-E486-45D4-8090-4239B634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86815-BF20-4917-91A3-C60F046E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19A2A-2012-4238-BFE3-D2C2F0F6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7A806-9ED1-44D5-878D-242FEB9C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F3AD8-5625-49CA-A5C5-4D020066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5AB41-5203-4C49-8B0D-F2DEEF8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D21AB-541E-480E-BD3C-87C88396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BA7EF-36A9-4D7A-B07A-6638ED47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C3CEE-0AF3-47D0-970A-664A2E22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DA639-84F3-4CD2-B381-42CC417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33E7D-C96C-47E7-A213-652EC3F2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5801B-AD2E-47FC-8A96-3CCB3541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5618C-E4A1-416A-92B7-921D12DA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608780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42BD5-386C-41AF-8BD3-B78B5BE5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EDAA2-E08E-4699-B1F6-8150A3E2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ED32E-91A3-41AF-A228-7B3D460E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9DDEC-B68F-4CAD-89A2-5D3D7464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F0F24-3ED1-4468-8B42-3100D058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TCP connections vs TCP flow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C71AE-6299-4093-8BC5-9EB63590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6D312-58CD-4DDF-BE4A-D678DF7B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7FA70-077E-4579-898E-E49076C7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TCP connections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7124D-570B-46B5-A8E0-77DAA60D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TCP flow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BF631-4921-413F-A091-DAA24837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AD60D-3BB4-422C-B3BC-3A17E28C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96697-C6D7-4C68-BDF2-8427641C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D9322-45F7-4B94-8300-E73A2EA6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reliable byte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B30DE-92E5-48DF-AA09-A1A599CC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B278C-D954-4915-B20B-4E678F4D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3A33A-02BD-4EC3-98AB-CC6A5486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8028D-99E7-41A4-B0CC-42F3E552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AF00C-729B-4F25-8523-42C84C7F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39809-CA6F-4E13-BF6C-6A32FB38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235BE-18E5-48C6-B299-041698AE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A333D-3B10-4EC0-BF71-507EDA46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6B125-9C34-4078-8457-244CCCCF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11805-3035-4553-9B9F-78AFCD9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1FE8-AB8E-4139-99C9-003194A5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57FF6-7A4B-4B60-B37B-D33C3B9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795441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9F7DA3-FCFD-470F-A7F3-2C9CDC3E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76060-EC18-47B6-9775-CA5D6B38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480AE-8A44-4444-AB1B-ADAACF1A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10C5C-2926-43F3-B7E7-792694BC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96D00-901B-4FE9-8D38-BFF0E1B9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99265-1175-402D-977C-CDA199CD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EFFD5-DBBA-42C3-AA9F-3523D5B8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73A3A-7026-44EB-8526-C0535C19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2498D-19BC-4E10-AFEC-B9D418BC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BB497-7B7C-4A52-BB31-A637A395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908B6-8D20-4EFA-BCB3-F9A45B47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02D1D-B8E8-46D1-898C-2D903846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Transport-layer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80237-9197-4BBC-B61A-8ACC088C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E6FDF-0D46-4621-8B27-A689A4E6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Transport-layer protocols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673BC-F21B-41CD-A4B7-DC5071D9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68B41-C2DA-44E8-849F-3631D8BC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UDP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B38BD-006D-4D80-B27C-D6283D62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C5438-2F92-4ABD-BBA4-3C2A100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TCP 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BAEF5-CA83-4959-A7A6-860610B7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E8BCD-1933-4B4D-BBD7-B497D633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TCP features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CA3CD-3E17-49ED-AE69-B1E57E8F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D45C2-8ACA-4CED-ACBE-870A816D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TCP segments</a:t>
            </a:r>
          </a:p>
        </p:txBody>
      </p:sp>
    </p:spTree>
    <p:extLst>
      <p:ext uri="{BB962C8B-B14F-4D97-AF65-F5344CB8AC3E}">
        <p14:creationId xmlns:p14="http://schemas.microsoft.com/office/powerpoint/2010/main" val="55353389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ED066-1612-46AD-8E11-2BB7B87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14AB8-D9F8-470A-8DD8-EA6A298B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979B0-1679-4248-8044-B04D6E8A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41DAB-120B-4030-91F5-34CC2AA3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1135C-6137-4F7D-8A9C-37730FC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B558B-7A19-4941-B767-EE674239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D93F4-8F5C-4A7E-AD40-A3A1BFCF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F41F9-4D23-4B15-B0FB-62B02E62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2AC82-98A6-464B-BCE9-9CF8AB2C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02B9F-7E6A-4537-BF15-F065333C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55656-EC09-4E62-9D65-E1135CF9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Transport-layer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2381E-8083-4A37-86C6-F1D5CB18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583AD-DE7B-4333-989B-B6F04446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DD768-6470-4817-9F17-A0F2E7C8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FA219-E3BD-4C77-86CC-2964FF1B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Transport-layer protocols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A26D7-3E1E-4E04-A6E9-BACA7A12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C71FD-865D-48E7-806A-C2843A02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42043-7731-4FCB-9298-9A393AD2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E09A7-373B-418C-B0AC-4E2EE43C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UDP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77E9F-CDFC-42A8-AB8B-12F7183A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94878-7EC4-43FD-B888-6C9B5ACC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B77D0A-B1F7-4248-8A8A-EB09D2C8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5FFDD-B1FF-48E8-9455-3B82E066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TCP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10988-953D-433B-A68A-E957ED6A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E24A0-09D7-44E0-BB8E-609D6BD5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02743963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2FE65-B979-4451-B9AF-C68B87AC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CCE11-B03E-4D51-8F69-ED13892B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BF00C-76E8-4DB5-83D0-825D7580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BBD55-B46B-4794-9813-1CA6D4D7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51239-B19B-4A16-9D91-ABDFA0B0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1396C-8256-41BA-BF9A-F45E034E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2028B-8F4E-4111-AA41-ADFAAB71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46C5C-CD44-419C-8358-E9951AF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61267-2880-4203-A471-08F79BCF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AA58C-30F1-4CBA-822A-719C56CF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484FF-25BA-4FB8-AA20-55FC9303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83A97-A41E-4293-9EBF-2DF258AB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4F395-31FF-4FF3-A719-20645267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1039109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7F529-E3AC-4780-8761-9D05355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D52E7-B6CC-413C-BB1B-F940CD7B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B0100-BA39-4B4A-A960-BB474CDA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10C9D-C628-4B1A-B4FC-6CB6595F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E9ABB-0EC7-4A7A-B05F-14E9406D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8786B-A3AD-4039-AAE1-AFF64C18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76978-D580-46DE-B9A2-EA44B994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AA89F-FECA-4225-8FFA-1ADD8CBF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DE771-B8AA-4344-9DC1-5194A89F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FFC94-D769-401B-9D60-E6DC2812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BDE77-8FE6-449A-818E-2569259C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E3D3B-DF4E-4D95-8468-9E896A61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4526E-0A13-43DE-9D04-3D1EDCF6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7FD83-1BBC-4CE7-851C-39ED50E3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8091E-DF2C-4E07-AE11-5E7609EF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204021926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E63068-5E84-48EF-9C04-0B1084E2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5CE16-C7E8-477D-815E-C0E936F8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D1D8D-E1A3-4860-8575-1D4C0B8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5533D-1DCC-40C9-9CD8-B60AF0C8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89BB7-100F-45AE-A81C-AFB42B7F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3326A-00BD-4515-BDA6-67EAB122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059FC-27FE-4D50-AEA1-6307D866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39CF1-7C00-4941-A09C-02527FCD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FF2E7-BA6C-449F-88EC-33BC7E5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1FF46-7529-4D2F-97F3-448CCB4A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21463-978D-4AC7-BB27-14E2A1D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ABA39-D3E3-4964-A20C-6056CA21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C1A03-8FED-4657-BD8F-59973466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7569B-2F12-4423-95C7-7B2F8DE0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F9183-4B60-4852-A21A-07D10970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A61B5-FE51-406A-B70C-45ACAD3E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EC5CC-17DB-46D1-8A25-D4C6A088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68E7D-9617-4C95-9539-1961688A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30BBA-9560-4DA0-B4D0-FA4C2716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4E11B-E9D8-48A2-8C15-C94E31AA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DB812-920A-4458-9AAA-FA7F27E6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595B0-EEC7-4DB8-B591-CFF9E586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31B85-377D-498A-9FBF-CE9ADF68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5F6FC-042D-40A9-B4D0-D7C7A737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71164-DB21-4742-9FF0-A5FCC274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48668423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9E9A4-8504-405D-96E7-8B4AEF9B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82260-FF64-4279-8299-3E61CE71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CECC7-DDC6-4850-B24E-24BFDC41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40BDF-CB2A-49AD-A051-9B376FA5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41F42-3F2B-45DE-B3FF-C6DBEC7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0B149-D29C-419E-8926-07848EAE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95E1B-6782-4968-BB18-59D84A51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Explain Transport-layer services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28796-1382-4EC1-85BA-5B3B89A2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DA19B-28E5-40C9-A013-BBEFE227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Compare two approaches from Transport Layer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29AF6-4CF6-478F-8F38-450FF154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5D4DF-DB74-48D3-80F3-56252ED9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Solve a small worked example involving UDP.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F080F-6439-4131-831C-D82A630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553EB-E6D2-45F4-A9EA-6916E99D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List common mistakes and how to avoid them in Transport Layer.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B6AB9-70BF-4774-BB5A-2D4C40C2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72D1C-4595-4F93-A9F5-75BD7558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23952328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2226B-149C-4455-877E-90FAAC38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46F2C-55D2-4E76-A681-BF7CDD73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Transport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D2396-17A6-4099-BA29-459A656E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F4B0F-02B5-4C24-9ACD-680C4C51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8C925-83AB-4168-9CA2-305FB54E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F124C-187C-4977-944D-ACEB14C7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</a:defRPr>
            </a:pPr>
            <a:r>
              <a:rPr sz="2025" b="0">
                <a:solidFill>
                  <a:srgbClr val="0F172A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63ED8-7B70-4874-BCD4-F37435D5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BC58E-2BC5-44F2-8E3E-64DC95F9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307BD-AAE9-4B9C-8EED-B3ED3936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66263-D9C5-4969-991D-83490777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233F2-5BCF-43A4-80AE-0840CDBC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BD72C-66DC-482F-B0E0-2292DC3F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539585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2026-08-24T06:04:29.6720000Z</dcterms:created>
  <dcterms:modified xsi:type="dcterms:W3CDTF">2026-08-24T06:04:29.6720000Z</dcterms:modified>
</coreProperties>
</file>