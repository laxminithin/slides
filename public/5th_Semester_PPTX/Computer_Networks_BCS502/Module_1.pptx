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9973c33569451d" /><Relationship Type="http://schemas.openxmlformats.org/officeDocument/2006/relationships/extended-properties" Target="/docProps/app.xml" Id="Re53d228edd894cb4" /><Relationship Type="http://schemas.openxmlformats.org/officeDocument/2006/relationships/officeDocument" Target="/ppt/presentation.xml" Id="R5f4d694cc317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b837bd9644c0a"/>
  </p:sldMasterIdLst>
  <p:notesMasterIdLst>
    <p:notesMasterId xmlns:r="http://schemas.openxmlformats.org/officeDocument/2006/relationships" r:id="R575486badfd74adc"/>
  </p:notesMasterIdLst>
  <p:sldIdLst>
    <p:sldId xmlns:r="http://schemas.openxmlformats.org/officeDocument/2006/relationships" id="256" r:id="R65d0fa169ff8464e"/>
    <p:sldId xmlns:r="http://schemas.openxmlformats.org/officeDocument/2006/relationships" id="257" r:id="R830ff21fde084dcd"/>
    <p:sldId xmlns:r="http://schemas.openxmlformats.org/officeDocument/2006/relationships" id="258" r:id="Rdfbf9df42a7649b8"/>
    <p:sldId xmlns:r="http://schemas.openxmlformats.org/officeDocument/2006/relationships" id="259" r:id="R959a6cf8bab94ee5"/>
    <p:sldId xmlns:r="http://schemas.openxmlformats.org/officeDocument/2006/relationships" id="260" r:id="R1df95bb8cf994bec"/>
    <p:sldId xmlns:r="http://schemas.openxmlformats.org/officeDocument/2006/relationships" id="261" r:id="R6e7e560ce0dd43f6"/>
    <p:sldId xmlns:r="http://schemas.openxmlformats.org/officeDocument/2006/relationships" id="262" r:id="Rfe00b0e518734ce1"/>
    <p:sldId xmlns:r="http://schemas.openxmlformats.org/officeDocument/2006/relationships" id="263" r:id="R05a5861096844c7f"/>
    <p:sldId xmlns:r="http://schemas.openxmlformats.org/officeDocument/2006/relationships" id="264" r:id="R867ab56f2d36429b"/>
    <p:sldId xmlns:r="http://schemas.openxmlformats.org/officeDocument/2006/relationships" id="265" r:id="R1e9dd15e34c44c73"/>
    <p:sldId xmlns:r="http://schemas.openxmlformats.org/officeDocument/2006/relationships" id="266" r:id="Rb79c0c26e7d5490d"/>
    <p:sldId xmlns:r="http://schemas.openxmlformats.org/officeDocument/2006/relationships" id="267" r:id="R6f3fa9d002b94b62"/>
    <p:sldId xmlns:r="http://schemas.openxmlformats.org/officeDocument/2006/relationships" id="268" r:id="Rc5c793c12677490e"/>
    <p:sldId xmlns:r="http://schemas.openxmlformats.org/officeDocument/2006/relationships" id="269" r:id="R9a5be1d8ce3046c4"/>
    <p:sldId xmlns:r="http://schemas.openxmlformats.org/officeDocument/2006/relationships" id="270" r:id="R1fad626d0dc6441c"/>
    <p:sldId xmlns:r="http://schemas.openxmlformats.org/officeDocument/2006/relationships" id="271" r:id="R9c25936008704948"/>
    <p:sldId xmlns:r="http://schemas.openxmlformats.org/officeDocument/2006/relationships" id="272" r:id="R40fac5991b804e83"/>
    <p:sldId xmlns:r="http://schemas.openxmlformats.org/officeDocument/2006/relationships" id="273" r:id="Rb165914e458e4965"/>
    <p:sldId xmlns:r="http://schemas.openxmlformats.org/officeDocument/2006/relationships" id="274" r:id="R1fe4213fa8d84ce8"/>
    <p:sldId xmlns:r="http://schemas.openxmlformats.org/officeDocument/2006/relationships" id="275" r:id="Rd8c13d5fbed54363"/>
    <p:sldId xmlns:r="http://schemas.openxmlformats.org/officeDocument/2006/relationships" id="276" r:id="R2c66b6d8d4a14f13"/>
    <p:sldId xmlns:r="http://schemas.openxmlformats.org/officeDocument/2006/relationships" id="277" r:id="Re67c522436034ef1"/>
    <p:sldId xmlns:r="http://schemas.openxmlformats.org/officeDocument/2006/relationships" id="278" r:id="R9710dadc138f4e51"/>
    <p:sldId xmlns:r="http://schemas.openxmlformats.org/officeDocument/2006/relationships" id="279" r:id="Rb6541b2155e24cdb"/>
    <p:sldId xmlns:r="http://schemas.openxmlformats.org/officeDocument/2006/relationships" id="280" r:id="Rbf6a6d9dc26e4f01"/>
    <p:sldId xmlns:r="http://schemas.openxmlformats.org/officeDocument/2006/relationships" id="281" r:id="R0547d77ed5514622"/>
    <p:sldId xmlns:r="http://schemas.openxmlformats.org/officeDocument/2006/relationships" id="282" r:id="R4d941fc56dd547f7"/>
    <p:sldId xmlns:r="http://schemas.openxmlformats.org/officeDocument/2006/relationships" id="283" r:id="R9b986b75732a4c04"/>
    <p:sldId xmlns:r="http://schemas.openxmlformats.org/officeDocument/2006/relationships" id="284" r:id="R2843a5adabe84293"/>
    <p:sldId xmlns:r="http://schemas.openxmlformats.org/officeDocument/2006/relationships" id="285" r:id="Rf2fa33a8d465493c"/>
    <p:sldId xmlns:r="http://schemas.openxmlformats.org/officeDocument/2006/relationships" id="286" r:id="R1b0668076343458b"/>
    <p:sldId xmlns:r="http://schemas.openxmlformats.org/officeDocument/2006/relationships" id="287" r:id="Rb5c87a3300a84cde"/>
    <p:sldId xmlns:r="http://schemas.openxmlformats.org/officeDocument/2006/relationships" id="288" r:id="R0279b3d3df9e4fdb"/>
    <p:sldId xmlns:r="http://schemas.openxmlformats.org/officeDocument/2006/relationships" id="289" r:id="R4aa34d141fd4457d"/>
    <p:sldId xmlns:r="http://schemas.openxmlformats.org/officeDocument/2006/relationships" id="290" r:id="Rcb23baaea8174164"/>
    <p:sldId xmlns:r="http://schemas.openxmlformats.org/officeDocument/2006/relationships" id="291" r:id="Rd1f501806f91464a"/>
    <p:sldId xmlns:r="http://schemas.openxmlformats.org/officeDocument/2006/relationships" id="292" r:id="Rd2c873c97d4d4257"/>
    <p:sldId xmlns:r="http://schemas.openxmlformats.org/officeDocument/2006/relationships" id="293" r:id="R632cc76599a546ee"/>
    <p:sldId xmlns:r="http://schemas.openxmlformats.org/officeDocument/2006/relationships" id="294" r:id="R7464b7dadc444be1"/>
    <p:sldId xmlns:r="http://schemas.openxmlformats.org/officeDocument/2006/relationships" id="295" r:id="R77cb1018d63b4f49"/>
    <p:sldId xmlns:r="http://schemas.openxmlformats.org/officeDocument/2006/relationships" id="296" r:id="R6ec8bee714944390"/>
    <p:sldId xmlns:r="http://schemas.openxmlformats.org/officeDocument/2006/relationships" id="297" r:id="R1519cc4bfd6a44c7"/>
    <p:sldId xmlns:r="http://schemas.openxmlformats.org/officeDocument/2006/relationships" id="298" r:id="Rc793fa70b5424688"/>
    <p:sldId xmlns:r="http://schemas.openxmlformats.org/officeDocument/2006/relationships" id="299" r:id="Re8b4270b996b4c2d"/>
    <p:sldId xmlns:r="http://schemas.openxmlformats.org/officeDocument/2006/relationships" id="300" r:id="R8726bb1387ea44fb"/>
    <p:sldId xmlns:r="http://schemas.openxmlformats.org/officeDocument/2006/relationships" id="301" r:id="R9fa0026d293a47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aafc2ff3f14c92" /><Relationship Type="http://schemas.openxmlformats.org/officeDocument/2006/relationships/slideMaster" Target="/ppt/slideMasters/slideMaster1.xml" Id="R770b837bd9644c0a" /><Relationship Type="http://schemas.openxmlformats.org/officeDocument/2006/relationships/notesMaster" Target="/ppt/notesMasters/notesMaster1.xml" Id="R575486badfd74adc" /><Relationship Type="http://schemas.openxmlformats.org/officeDocument/2006/relationships/presProps" Target="/ppt/presProps.xml" Id="R709be4ab712249a8" /><Relationship Type="http://schemas.openxmlformats.org/officeDocument/2006/relationships/tableStyles" Target="/ppt/tableStyles.xml" Id="R4e13c500fe80411e" /><Relationship Type="http://schemas.openxmlformats.org/officeDocument/2006/relationships/slide" Target="/ppt/slides/slide1.xml" Id="R65d0fa169ff8464e" /><Relationship Type="http://schemas.openxmlformats.org/officeDocument/2006/relationships/slide" Target="/ppt/slides/slide2.xml" Id="R830ff21fde084dcd" /><Relationship Type="http://schemas.openxmlformats.org/officeDocument/2006/relationships/slide" Target="/ppt/slides/slide3.xml" Id="Rdfbf9df42a7649b8" /><Relationship Type="http://schemas.openxmlformats.org/officeDocument/2006/relationships/slide" Target="/ppt/slides/slide4.xml" Id="R959a6cf8bab94ee5" /><Relationship Type="http://schemas.openxmlformats.org/officeDocument/2006/relationships/slide" Target="/ppt/slides/slide5.xml" Id="R1df95bb8cf994bec" /><Relationship Type="http://schemas.openxmlformats.org/officeDocument/2006/relationships/slide" Target="/ppt/slides/slide6.xml" Id="R6e7e560ce0dd43f6" /><Relationship Type="http://schemas.openxmlformats.org/officeDocument/2006/relationships/slide" Target="/ppt/slides/slide7.xml" Id="Rfe00b0e518734ce1" /><Relationship Type="http://schemas.openxmlformats.org/officeDocument/2006/relationships/slide" Target="/ppt/slides/slide8.xml" Id="R05a5861096844c7f" /><Relationship Type="http://schemas.openxmlformats.org/officeDocument/2006/relationships/slide" Target="/ppt/slides/slide9.xml" Id="R867ab56f2d36429b" /><Relationship Type="http://schemas.openxmlformats.org/officeDocument/2006/relationships/slide" Target="/ppt/slides/slide10.xml" Id="R1e9dd15e34c44c73" /><Relationship Type="http://schemas.openxmlformats.org/officeDocument/2006/relationships/slide" Target="/ppt/slides/slide11.xml" Id="Rb79c0c26e7d5490d" /><Relationship Type="http://schemas.openxmlformats.org/officeDocument/2006/relationships/slide" Target="/ppt/slides/slide12.xml" Id="R6f3fa9d002b94b62" /><Relationship Type="http://schemas.openxmlformats.org/officeDocument/2006/relationships/slide" Target="/ppt/slides/slide13.xml" Id="Rc5c793c12677490e" /><Relationship Type="http://schemas.openxmlformats.org/officeDocument/2006/relationships/slide" Target="/ppt/slides/slide14.xml" Id="R9a5be1d8ce3046c4" /><Relationship Type="http://schemas.openxmlformats.org/officeDocument/2006/relationships/slide" Target="/ppt/slides/slide15.xml" Id="R1fad626d0dc6441c" /><Relationship Type="http://schemas.openxmlformats.org/officeDocument/2006/relationships/slide" Target="/ppt/slides/slide16.xml" Id="R9c25936008704948" /><Relationship Type="http://schemas.openxmlformats.org/officeDocument/2006/relationships/slide" Target="/ppt/slides/slide17.xml" Id="R40fac5991b804e83" /><Relationship Type="http://schemas.openxmlformats.org/officeDocument/2006/relationships/slide" Target="/ppt/slides/slide18.xml" Id="Rb165914e458e4965" /><Relationship Type="http://schemas.openxmlformats.org/officeDocument/2006/relationships/slide" Target="/ppt/slides/slide19.xml" Id="R1fe4213fa8d84ce8" /><Relationship Type="http://schemas.openxmlformats.org/officeDocument/2006/relationships/slide" Target="/ppt/slides/slide20.xml" Id="Rd8c13d5fbed54363" /><Relationship Type="http://schemas.openxmlformats.org/officeDocument/2006/relationships/slide" Target="/ppt/slides/slide21.xml" Id="R2c66b6d8d4a14f13" /><Relationship Type="http://schemas.openxmlformats.org/officeDocument/2006/relationships/slide" Target="/ppt/slides/slide22.xml" Id="Re67c522436034ef1" /><Relationship Type="http://schemas.openxmlformats.org/officeDocument/2006/relationships/slide" Target="/ppt/slides/slide23.xml" Id="R9710dadc138f4e51" /><Relationship Type="http://schemas.openxmlformats.org/officeDocument/2006/relationships/slide" Target="/ppt/slides/slide24.xml" Id="Rb6541b2155e24cdb" /><Relationship Type="http://schemas.openxmlformats.org/officeDocument/2006/relationships/slide" Target="/ppt/slides/slide25.xml" Id="Rbf6a6d9dc26e4f01" /><Relationship Type="http://schemas.openxmlformats.org/officeDocument/2006/relationships/slide" Target="/ppt/slides/slide26.xml" Id="R0547d77ed5514622" /><Relationship Type="http://schemas.openxmlformats.org/officeDocument/2006/relationships/slide" Target="/ppt/slides/slide27.xml" Id="R4d941fc56dd547f7" /><Relationship Type="http://schemas.openxmlformats.org/officeDocument/2006/relationships/slide" Target="/ppt/slides/slide28.xml" Id="R9b986b75732a4c04" /><Relationship Type="http://schemas.openxmlformats.org/officeDocument/2006/relationships/slide" Target="/ppt/slides/slide29.xml" Id="R2843a5adabe84293" /><Relationship Type="http://schemas.openxmlformats.org/officeDocument/2006/relationships/slide" Target="/ppt/slides/slide30.xml" Id="Rf2fa33a8d465493c" /><Relationship Type="http://schemas.openxmlformats.org/officeDocument/2006/relationships/slide" Target="/ppt/slides/slide31.xml" Id="R1b0668076343458b" /><Relationship Type="http://schemas.openxmlformats.org/officeDocument/2006/relationships/slide" Target="/ppt/slides/slide32.xml" Id="Rb5c87a3300a84cde" /><Relationship Type="http://schemas.openxmlformats.org/officeDocument/2006/relationships/slide" Target="/ppt/slides/slide33.xml" Id="R0279b3d3df9e4fdb" /><Relationship Type="http://schemas.openxmlformats.org/officeDocument/2006/relationships/slide" Target="/ppt/slides/slide34.xml" Id="R4aa34d141fd4457d" /><Relationship Type="http://schemas.openxmlformats.org/officeDocument/2006/relationships/slide" Target="/ppt/slides/slide35.xml" Id="Rcb23baaea8174164" /><Relationship Type="http://schemas.openxmlformats.org/officeDocument/2006/relationships/slide" Target="/ppt/slides/slide36.xml" Id="Rd1f501806f91464a" /><Relationship Type="http://schemas.openxmlformats.org/officeDocument/2006/relationships/slide" Target="/ppt/slides/slide37.xml" Id="Rd2c873c97d4d4257" /><Relationship Type="http://schemas.openxmlformats.org/officeDocument/2006/relationships/slide" Target="/ppt/slides/slide38.xml" Id="R632cc76599a546ee" /><Relationship Type="http://schemas.openxmlformats.org/officeDocument/2006/relationships/slide" Target="/ppt/slides/slide39.xml" Id="R7464b7dadc444be1" /><Relationship Type="http://schemas.openxmlformats.org/officeDocument/2006/relationships/slide" Target="/ppt/slides/slide40.xml" Id="R77cb1018d63b4f49" /><Relationship Type="http://schemas.openxmlformats.org/officeDocument/2006/relationships/slide" Target="/ppt/slides/slide41.xml" Id="R6ec8bee714944390" /><Relationship Type="http://schemas.openxmlformats.org/officeDocument/2006/relationships/slide" Target="/ppt/slides/slide42.xml" Id="R1519cc4bfd6a44c7" /><Relationship Type="http://schemas.openxmlformats.org/officeDocument/2006/relationships/slide" Target="/ppt/slides/slide43.xml" Id="Rc793fa70b5424688" /><Relationship Type="http://schemas.openxmlformats.org/officeDocument/2006/relationships/slide" Target="/ppt/slides/slide44.xml" Id="Re8b4270b996b4c2d" /><Relationship Type="http://schemas.openxmlformats.org/officeDocument/2006/relationships/slide" Target="/ppt/slides/slide45.xml" Id="R8726bb1387ea44fb" /><Relationship Type="http://schemas.openxmlformats.org/officeDocument/2006/relationships/slide" Target="/ppt/slides/slide46.xml" Id="R9fa0026d293a47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b9e1f3d23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b89107b51438c" /><Relationship Type="http://schemas.openxmlformats.org/officeDocument/2006/relationships/notesMaster" Target="/ppt/notesMasters/notesMaster1.xml" Id="R6213f2def0e041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1f3b2b918c43d6" /><Relationship Type="http://schemas.openxmlformats.org/officeDocument/2006/relationships/notesMaster" Target="/ppt/notesMasters/notesMaster1.xml" Id="R6e415f3aafe54a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913243be584eae" /><Relationship Type="http://schemas.openxmlformats.org/officeDocument/2006/relationships/notesMaster" Target="/ppt/notesMasters/notesMaster1.xml" Id="Ref1edd609c99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f2f4f3901f477a" /><Relationship Type="http://schemas.openxmlformats.org/officeDocument/2006/relationships/notesMaster" Target="/ppt/notesMasters/notesMaster1.xml" Id="R89d23396b0e94c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d14ccbbb6443e7" /><Relationship Type="http://schemas.openxmlformats.org/officeDocument/2006/relationships/notesMaster" Target="/ppt/notesMasters/notesMaster1.xml" Id="R31998e17056640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9d16ddebe440a" /><Relationship Type="http://schemas.openxmlformats.org/officeDocument/2006/relationships/notesMaster" Target="/ppt/notesMasters/notesMaster1.xml" Id="R36b0b8c7f93b46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b2eccf9084a52" /><Relationship Type="http://schemas.openxmlformats.org/officeDocument/2006/relationships/notesMaster" Target="/ppt/notesMasters/notesMaster1.xml" Id="Rd280cf6065ba44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5793496c78430a" /><Relationship Type="http://schemas.openxmlformats.org/officeDocument/2006/relationships/notesMaster" Target="/ppt/notesMasters/notesMaster1.xml" Id="R13b5617c263847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3e59e35dc54b85" /><Relationship Type="http://schemas.openxmlformats.org/officeDocument/2006/relationships/notesMaster" Target="/ppt/notesMasters/notesMaster1.xml" Id="R8b0fe7b8693e49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2ca372c4a64f0c" /><Relationship Type="http://schemas.openxmlformats.org/officeDocument/2006/relationships/notesMaster" Target="/ppt/notesMasters/notesMaster1.xml" Id="R4d9aae170d7242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3c99a6db214231" /><Relationship Type="http://schemas.openxmlformats.org/officeDocument/2006/relationships/notesMaster" Target="/ppt/notesMasters/notesMaster1.xml" Id="R147c7a562b9a46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184046d156449c" /><Relationship Type="http://schemas.openxmlformats.org/officeDocument/2006/relationships/notesMaster" Target="/ppt/notesMasters/notesMaster1.xml" Id="Rdf42af8f362e42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a2b8380d274276" /><Relationship Type="http://schemas.openxmlformats.org/officeDocument/2006/relationships/notesMaster" Target="/ppt/notesMasters/notesMaster1.xml" Id="Rbfb94a11ee2e4d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35066bc2f44c9b" /><Relationship Type="http://schemas.openxmlformats.org/officeDocument/2006/relationships/notesMaster" Target="/ppt/notesMasters/notesMaster1.xml" Id="R8c43db90863f44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5d6a86280c4588" /><Relationship Type="http://schemas.openxmlformats.org/officeDocument/2006/relationships/notesMaster" Target="/ppt/notesMasters/notesMaster1.xml" Id="R9c79ab4e41b74d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89164b7deb4e7d" /><Relationship Type="http://schemas.openxmlformats.org/officeDocument/2006/relationships/notesMaster" Target="/ppt/notesMasters/notesMaster1.xml" Id="Ra4fe35fbb84b4c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a5c7ebe30843a8" /><Relationship Type="http://schemas.openxmlformats.org/officeDocument/2006/relationships/notesMaster" Target="/ppt/notesMasters/notesMaster1.xml" Id="R80ff8e00233a45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6b2b6f387f437b" /><Relationship Type="http://schemas.openxmlformats.org/officeDocument/2006/relationships/notesMaster" Target="/ppt/notesMasters/notesMaster1.xml" Id="R07e479280e0d4e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a7359b97224269" /><Relationship Type="http://schemas.openxmlformats.org/officeDocument/2006/relationships/notesMaster" Target="/ppt/notesMasters/notesMaster1.xml" Id="R796115114be648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7edd416deb4759" /><Relationship Type="http://schemas.openxmlformats.org/officeDocument/2006/relationships/notesMaster" Target="/ppt/notesMasters/notesMaster1.xml" Id="Rc5e884c2c8c347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3524fc1e224c2c" /><Relationship Type="http://schemas.openxmlformats.org/officeDocument/2006/relationships/notesMaster" Target="/ppt/notesMasters/notesMaster1.xml" Id="R25999559b11340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e501a71aeb0434f" /><Relationship Type="http://schemas.openxmlformats.org/officeDocument/2006/relationships/notesMaster" Target="/ppt/notesMasters/notesMaster1.xml" Id="R31d317937a7f43f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3f38f3536447ab" /><Relationship Type="http://schemas.openxmlformats.org/officeDocument/2006/relationships/notesMaster" Target="/ppt/notesMasters/notesMaster1.xml" Id="R55f3153a39564d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30ae8a74704c97" /><Relationship Type="http://schemas.openxmlformats.org/officeDocument/2006/relationships/notesMaster" Target="/ppt/notesMasters/notesMaster1.xml" Id="R10289d34fb3d44a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4f3ee3dc0df4ec2" /><Relationship Type="http://schemas.openxmlformats.org/officeDocument/2006/relationships/notesMaster" Target="/ppt/notesMasters/notesMaster1.xml" Id="Re982bba2a08d42b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f1a4f67fc24dd8" /><Relationship Type="http://schemas.openxmlformats.org/officeDocument/2006/relationships/notesMaster" Target="/ppt/notesMasters/notesMaster1.xml" Id="Rf615a5383b05464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025df06ba541ad" /><Relationship Type="http://schemas.openxmlformats.org/officeDocument/2006/relationships/notesMaster" Target="/ppt/notesMasters/notesMaster1.xml" Id="Rf1d7a38939c44f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e20387bebe4b98" /><Relationship Type="http://schemas.openxmlformats.org/officeDocument/2006/relationships/notesMaster" Target="/ppt/notesMasters/notesMaster1.xml" Id="R5aeff6cebf7842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0a0dda54db408c" /><Relationship Type="http://schemas.openxmlformats.org/officeDocument/2006/relationships/notesMaster" Target="/ppt/notesMasters/notesMaster1.xml" Id="R6646fc7560b348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e3fb60abf144574" /><Relationship Type="http://schemas.openxmlformats.org/officeDocument/2006/relationships/notesMaster" Target="/ppt/notesMasters/notesMaster1.xml" Id="R821c1e4be1e54e9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f53eb12a1b40c8" /><Relationship Type="http://schemas.openxmlformats.org/officeDocument/2006/relationships/notesMaster" Target="/ppt/notesMasters/notesMaster1.xml" Id="R6725588ad6cd446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1011e3ae2c5450d" /><Relationship Type="http://schemas.openxmlformats.org/officeDocument/2006/relationships/notesMaster" Target="/ppt/notesMasters/notesMaster1.xml" Id="Rb78f0a344f9f4ca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401ae3189da4446" /><Relationship Type="http://schemas.openxmlformats.org/officeDocument/2006/relationships/notesMaster" Target="/ppt/notesMasters/notesMaster1.xml" Id="R41d1fa131306400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67da41f1e294a34" /><Relationship Type="http://schemas.openxmlformats.org/officeDocument/2006/relationships/notesMaster" Target="/ppt/notesMasters/notesMaster1.xml" Id="R9e4a805a02f841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6a4c7046d774947" /><Relationship Type="http://schemas.openxmlformats.org/officeDocument/2006/relationships/notesMaster" Target="/ppt/notesMasters/notesMaster1.xml" Id="R60df6fb357614a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6c7dd68029d4bbf" /><Relationship Type="http://schemas.openxmlformats.org/officeDocument/2006/relationships/notesMaster" Target="/ppt/notesMasters/notesMaster1.xml" Id="R2ff95ce05bf5422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4fe534cfc0f4893" /><Relationship Type="http://schemas.openxmlformats.org/officeDocument/2006/relationships/notesMaster" Target="/ppt/notesMasters/notesMaster1.xml" Id="R9ae25c47fa804af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c8c403ccdf24673" /><Relationship Type="http://schemas.openxmlformats.org/officeDocument/2006/relationships/notesMaster" Target="/ppt/notesMasters/notesMaster1.xml" Id="R9ac1bb56a31b415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db69b61ee14e57" /><Relationship Type="http://schemas.openxmlformats.org/officeDocument/2006/relationships/notesMaster" Target="/ppt/notesMasters/notesMaster1.xml" Id="R607436adcb6f4c3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b5e9ad87d8e4d6f" /><Relationship Type="http://schemas.openxmlformats.org/officeDocument/2006/relationships/notesMaster" Target="/ppt/notesMasters/notesMaster1.xml" Id="R3538edcfa958451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7ffccebf43045cf" /><Relationship Type="http://schemas.openxmlformats.org/officeDocument/2006/relationships/notesMaster" Target="/ppt/notesMasters/notesMaster1.xml" Id="R98b265a76bbe436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303f7357b314597" /><Relationship Type="http://schemas.openxmlformats.org/officeDocument/2006/relationships/notesMaster" Target="/ppt/notesMasters/notesMaster1.xml" Id="R9e867bf8dac84d9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36767a5c7d84606" /><Relationship Type="http://schemas.openxmlformats.org/officeDocument/2006/relationships/notesMaster" Target="/ppt/notesMasters/notesMaster1.xml" Id="Rdead12ade0e8422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7ab4e9ca89f4c71" /><Relationship Type="http://schemas.openxmlformats.org/officeDocument/2006/relationships/notesMaster" Target="/ppt/notesMasters/notesMaster1.xml" Id="Rd8ea4d6739e24ac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bbe87c1737a4c10" /><Relationship Type="http://schemas.openxmlformats.org/officeDocument/2006/relationships/notesMaster" Target="/ppt/notesMasters/notesMaster1.xml" Id="R3ad0f72466aa4f9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ca3941dd9d14ef9" /><Relationship Type="http://schemas.openxmlformats.org/officeDocument/2006/relationships/notesMaster" Target="/ppt/notesMasters/notesMaster1.xml" Id="R543bc8ae99a843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653be39df40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e77ebe9f714b51" /><Relationship Type="http://schemas.openxmlformats.org/officeDocument/2006/relationships/slideLayout" Target="/ppt/slideLayouts/slideLayout1.xml" Id="Rccc8d153f026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c8d153f026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6d1372c9243c8" /><Relationship Type="http://schemas.openxmlformats.org/officeDocument/2006/relationships/notesSlide" Target="/ppt/notesSlides/notesSlide1.xml" Id="R59d1919898b6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16f98d114aeb" /><Relationship Type="http://schemas.openxmlformats.org/officeDocument/2006/relationships/notesSlide" Target="/ppt/notesSlides/notesSlide2.xml" Id="Rabb154c17fda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17f85cb374e6e" /><Relationship Type="http://schemas.openxmlformats.org/officeDocument/2006/relationships/notesSlide" Target="/ppt/notesSlides/notesSlide3.xml" Id="Rfce8fca1a7e1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6285822c34c5f" /><Relationship Type="http://schemas.openxmlformats.org/officeDocument/2006/relationships/notesSlide" Target="/ppt/notesSlides/notesSlide4.xml" Id="Rdc40bd3a4a924c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5367985fb452a" /><Relationship Type="http://schemas.openxmlformats.org/officeDocument/2006/relationships/notesSlide" Target="/ppt/notesSlides/notesSlide5.xml" Id="Rab2405ad686a4d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59b15d87444ea" /><Relationship Type="http://schemas.openxmlformats.org/officeDocument/2006/relationships/notesSlide" Target="/ppt/notesSlides/notesSlide6.xml" Id="Ra6ba27aa27e143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c8bc559834f1c" /><Relationship Type="http://schemas.openxmlformats.org/officeDocument/2006/relationships/notesSlide" Target="/ppt/notesSlides/notesSlide7.xml" Id="R60d96428c3834c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7e0d0bcc642bb" /><Relationship Type="http://schemas.openxmlformats.org/officeDocument/2006/relationships/notesSlide" Target="/ppt/notesSlides/notesSlide8.xml" Id="R91e193c4764741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4cebd580240f4" /><Relationship Type="http://schemas.openxmlformats.org/officeDocument/2006/relationships/notesSlide" Target="/ppt/notesSlides/notesSlide9.xml" Id="R0c143608152840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453b3711e48b9" /><Relationship Type="http://schemas.openxmlformats.org/officeDocument/2006/relationships/notesSlide" Target="/ppt/notesSlides/notesSlide10.xml" Id="R30797b1d5fd145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bb2c549aa4c31" /><Relationship Type="http://schemas.openxmlformats.org/officeDocument/2006/relationships/notesSlide" Target="/ppt/notesSlides/notesSlide11.xml" Id="R73e71ba62dee42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caf0d49404aa7" /><Relationship Type="http://schemas.openxmlformats.org/officeDocument/2006/relationships/notesSlide" Target="/ppt/notesSlides/notesSlide12.xml" Id="Ra79f27a6d0ad44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e6261e4c74d10" /><Relationship Type="http://schemas.openxmlformats.org/officeDocument/2006/relationships/notesSlide" Target="/ppt/notesSlides/notesSlide13.xml" Id="Rd089389ba9ae42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71f000fe042fd" /><Relationship Type="http://schemas.openxmlformats.org/officeDocument/2006/relationships/notesSlide" Target="/ppt/notesSlides/notesSlide14.xml" Id="R2a177516af6a49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46791feb463e" /><Relationship Type="http://schemas.openxmlformats.org/officeDocument/2006/relationships/notesSlide" Target="/ppt/notesSlides/notesSlide15.xml" Id="R2c54bdc3574743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a6724c05d44e7" /><Relationship Type="http://schemas.openxmlformats.org/officeDocument/2006/relationships/notesSlide" Target="/ppt/notesSlides/notesSlide16.xml" Id="R7257626cea164f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b20909ddd47c2" /><Relationship Type="http://schemas.openxmlformats.org/officeDocument/2006/relationships/notesSlide" Target="/ppt/notesSlides/notesSlide17.xml" Id="R49fa82e05bf840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1519438634377" /><Relationship Type="http://schemas.openxmlformats.org/officeDocument/2006/relationships/notesSlide" Target="/ppt/notesSlides/notesSlide18.xml" Id="R407bac49ee8644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fd7b9e89d474a" /><Relationship Type="http://schemas.openxmlformats.org/officeDocument/2006/relationships/notesSlide" Target="/ppt/notesSlides/notesSlide19.xml" Id="Rc372f0fd5ea84a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70cf9d460462a" /><Relationship Type="http://schemas.openxmlformats.org/officeDocument/2006/relationships/notesSlide" Target="/ppt/notesSlides/notesSlide20.xml" Id="R91605a000c1945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5db1cd49c4214" /><Relationship Type="http://schemas.openxmlformats.org/officeDocument/2006/relationships/notesSlide" Target="/ppt/notesSlides/notesSlide21.xml" Id="R37f156ab69f14d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9a1d34e6c4bad" /><Relationship Type="http://schemas.openxmlformats.org/officeDocument/2006/relationships/notesSlide" Target="/ppt/notesSlides/notesSlide22.xml" Id="R3a7653d7ad5843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23dcdb6bb4502" /><Relationship Type="http://schemas.openxmlformats.org/officeDocument/2006/relationships/notesSlide" Target="/ppt/notesSlides/notesSlide23.xml" Id="R71fdd537145542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7b230b8b14442" /><Relationship Type="http://schemas.openxmlformats.org/officeDocument/2006/relationships/notesSlide" Target="/ppt/notesSlides/notesSlide24.xml" Id="Ra311d63744bd4e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b273e22b34730" /><Relationship Type="http://schemas.openxmlformats.org/officeDocument/2006/relationships/notesSlide" Target="/ppt/notesSlides/notesSlide25.xml" Id="R352f6beae1be484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b988533664f17" /><Relationship Type="http://schemas.openxmlformats.org/officeDocument/2006/relationships/notesSlide" Target="/ppt/notesSlides/notesSlide26.xml" Id="R98e296244dad46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62e6a20314028" /><Relationship Type="http://schemas.openxmlformats.org/officeDocument/2006/relationships/notesSlide" Target="/ppt/notesSlides/notesSlide27.xml" Id="R6fe0bfb4e8cb416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938ec35074535" /><Relationship Type="http://schemas.openxmlformats.org/officeDocument/2006/relationships/notesSlide" Target="/ppt/notesSlides/notesSlide28.xml" Id="Rf4062a3625ca4d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5c52bcdbe4397" /><Relationship Type="http://schemas.openxmlformats.org/officeDocument/2006/relationships/notesSlide" Target="/ppt/notesSlides/notesSlide29.xml" Id="Rcfbbbffa24da4f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fdd2299634aba" /><Relationship Type="http://schemas.openxmlformats.org/officeDocument/2006/relationships/notesSlide" Target="/ppt/notesSlides/notesSlide30.xml" Id="R8f9e3ed46b0947f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52bbf35144972" /><Relationship Type="http://schemas.openxmlformats.org/officeDocument/2006/relationships/notesSlide" Target="/ppt/notesSlides/notesSlide31.xml" Id="R2536f3abff52495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cb5bc15e84073" /><Relationship Type="http://schemas.openxmlformats.org/officeDocument/2006/relationships/notesSlide" Target="/ppt/notesSlides/notesSlide32.xml" Id="R686a590e3f324d7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d522d52ee47a1" /><Relationship Type="http://schemas.openxmlformats.org/officeDocument/2006/relationships/notesSlide" Target="/ppt/notesSlides/notesSlide33.xml" Id="R8160c4686fca449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bbe8c8e2643d3" /><Relationship Type="http://schemas.openxmlformats.org/officeDocument/2006/relationships/notesSlide" Target="/ppt/notesSlides/notesSlide34.xml" Id="R647cc98064c4496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ec02be7f44b32" /><Relationship Type="http://schemas.openxmlformats.org/officeDocument/2006/relationships/notesSlide" Target="/ppt/notesSlides/notesSlide35.xml" Id="R623ce32ca2e146a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2355d5c7a4366" /><Relationship Type="http://schemas.openxmlformats.org/officeDocument/2006/relationships/notesSlide" Target="/ppt/notesSlides/notesSlide36.xml" Id="R96c9ab5cc329417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bebc7a64744e6" /><Relationship Type="http://schemas.openxmlformats.org/officeDocument/2006/relationships/notesSlide" Target="/ppt/notesSlides/notesSlide37.xml" Id="R996c1fcea790481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0363e3104ffe" /><Relationship Type="http://schemas.openxmlformats.org/officeDocument/2006/relationships/notesSlide" Target="/ppt/notesSlides/notesSlide38.xml" Id="Rec49f22441184ea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c561ae1c463b" /><Relationship Type="http://schemas.openxmlformats.org/officeDocument/2006/relationships/notesSlide" Target="/ppt/notesSlides/notesSlide39.xml" Id="R2c2acd1d95be4bc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e6581fddf48be" /><Relationship Type="http://schemas.openxmlformats.org/officeDocument/2006/relationships/notesSlide" Target="/ppt/notesSlides/notesSlide40.xml" Id="Rcee756e05c15449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d0e8d3054f24" /><Relationship Type="http://schemas.openxmlformats.org/officeDocument/2006/relationships/notesSlide" Target="/ppt/notesSlides/notesSlide41.xml" Id="Re0a0102541b4462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47df19b5c454f" /><Relationship Type="http://schemas.openxmlformats.org/officeDocument/2006/relationships/notesSlide" Target="/ppt/notesSlides/notesSlide42.xml" Id="Rd368d9737f7e412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d5d7d18df4e1c" /><Relationship Type="http://schemas.openxmlformats.org/officeDocument/2006/relationships/notesSlide" Target="/ppt/notesSlides/notesSlide43.xml" Id="R32e352ac165e45c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9cdd3755343c7" /><Relationship Type="http://schemas.openxmlformats.org/officeDocument/2006/relationships/notesSlide" Target="/ppt/notesSlides/notesSlide44.xml" Id="R09db340f20b748f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ba6cc72e0472d" /><Relationship Type="http://schemas.openxmlformats.org/officeDocument/2006/relationships/notesSlide" Target="/ppt/notesSlides/notesSlide45.xml" Id="Rc8addadd07b2422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dcb9008514597" /><Relationship Type="http://schemas.openxmlformats.org/officeDocument/2006/relationships/notesSlide" Target="/ppt/notesSlides/notesSlide46.xml" Id="R805e4715b2e94b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0ED08-7C5C-4C02-8F54-892DD55B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61B8D-3959-41B6-9C6D-22A43871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A339E-8A66-43B6-BDCE-E1A49E7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DCAA0-6D76-419E-90D1-85B732FE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1FB1D-2542-48EC-AD04-ACDE7AC4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Network Foundations and Switching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D8CBD-62ED-417A-BE96-D809B76E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Computer Networks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D97C5-A76E-4EEC-8F26-73F4C084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0C0AF-8C63-4ED1-80C5-F4C64C3B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8D867-AB7A-4C26-93CD-06CCFF04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F85B1-0C4E-4FFE-A828-74C112DC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148B4-A73E-412C-AAA8-7DF4FBEC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D285A-B746-4099-BCD2-33244B12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74599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C455A-1A88-4AA2-9C9C-87421F62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C3B66-7E04-4307-A70B-2A56BD35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6104C-5A9C-4C5D-B81D-DA8562F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11691-7CD6-4A38-9BE9-5128A39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71E75-5EBE-4899-B10F-03EE1E7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19EB4-4142-432E-B442-24F9EEED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E5B8D-339B-4E4D-9DF6-AAAB495B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D13BB-4A1B-4CCF-BFDB-7B1A209E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17F94-660E-421F-8B11-6643531B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23A8D-8800-4697-A11C-9F55F3FF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FA3DE-BDFB-408C-B776-46A265F3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36FC1-7C40-4F98-8C02-7C54F286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6C679-64D8-439C-A8E3-CCC97755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314128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CADC23-F2C1-44BB-9E79-EE1F3446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10CFF-1CB6-4F64-A5FD-60DA748A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96A43-5150-401E-8454-BCF467D2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00230-448F-490E-A6F9-5A74CBC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2186E-1969-49B5-B151-5B1ABD6C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622F5-3BB1-43FC-BD6F-8D122AB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1FAAC-5800-4972-8228-0E1442FE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Data communications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2AE76-CE00-41AB-9D76-0C1F476B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19AC5-1F1D-4B1E-849A-2267C3B5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Networks and network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54022-7E0B-4FEB-865B-E15F1668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7E1FB-893E-4C89-9581-5E82289E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Protocol layering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6CDCB-34C9-4771-A84F-33D75E8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F9E36-513A-4C0F-BB54-8F1FFED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TCP/IP protocol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916A0-0859-4E6B-B41F-A87FE101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DB294-180E-420D-B032-8A7304C1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OSI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B1C23-9486-40EC-8FA9-595BB487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6030A-0642-47B8-9172-BFD3262D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Transmission 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BB6EB-4179-4B26-B7ED-A5A6CEA7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D3DD9-B1FC-4D3E-B927-704C4D78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Guided media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F0528-5D5E-4EE0-9394-D3BFD150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13147-297E-48B2-87D1-AB1977D2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Unguided wireless media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6EC0D-DD89-46B2-9316-909FBA5D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5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4E518-2FD8-4287-BC7C-0BEF259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91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Packet switching and types</a:t>
            </a:r>
          </a:p>
        </p:txBody>
      </p:sp>
    </p:spTree>
    <p:extLst>
      <p:ext uri="{BB962C8B-B14F-4D97-AF65-F5344CB8AC3E}">
        <p14:creationId xmlns:p14="http://schemas.microsoft.com/office/powerpoint/2010/main" val="1271594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59013-3096-4990-BCF0-8F3A805B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37325-03B0-4447-B382-25938522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277FB-B729-4639-BC44-6A79FF4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E4670-726B-4FE2-ACA9-08537AEE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FB6C1-A415-4ECC-AC8D-177E86A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Data 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1C37C-DB6E-400E-8686-D0E3AEA0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34DCB-CC06-406E-99B3-43DD0AA7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Data communications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FFAB5-10A0-43D9-83B1-97618A9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48A3A-8F2C-48DC-93E3-13375723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EC621-1614-45D8-8288-18B13D1B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009E8-50AC-48EF-B4FA-16796EDA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180C8-1ECD-4BFC-8D7E-1DF7E31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94820-B494-4853-9177-202B09E2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C6B49-5706-41E2-BA1F-8A909E1E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6130D-3DEF-4F00-ADC3-8C8872B3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C1C61-4FEA-404A-9BB4-C640FE07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AE435-0CB2-426F-A1FD-90F92F74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84836-0C63-4AF7-9535-1C384263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data communications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34919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245EC-72F0-4089-8755-92FE7C59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03E94-8901-44CE-8B8C-1B5CF40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A2C0F-DD12-4C51-958C-341F9525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A2E9F-0BD6-4B66-8FA9-618660E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DD73F-2175-4B1B-AA3C-08FF9E5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Data communications: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782D0-9F61-4F0E-ABC5-298629C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6039B-BC9A-489C-8469-6D82D31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6FFAF-5954-445C-B2E8-3081D17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84BB5-5201-4FD9-9750-FEABBF7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24946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82817A-74E8-4D20-A666-7B3F40FF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F1767-3308-45A2-A822-9C7631DB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EB371-1D87-48E5-B1BC-CC6FA56E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E2044-85F2-4566-9FE6-E225A4A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7FEC1-AD00-4E9F-80F6-CE5FF65C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Data communications: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73616-05CE-49ED-8571-CF7EB2FE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E3232-56EE-4850-AD94-9C9EC05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7BB3F-848D-44F6-9E50-FA35A1A9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8ECC5-95AD-4FEE-A01B-3E6642D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329E7-6708-46DD-869C-737F2BE6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D8283-005A-4B0E-9340-323687F0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52D1-96B3-4667-A559-C449365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9D9E9-20F4-44DD-A6D5-AF86DEC7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6E212-07E4-4083-8842-86DC651A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B68B1-F940-433A-9C42-83F897E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6B1BC-025F-43E9-BEC8-CA70324E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08650-3729-45BE-9AA2-3EAF08B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D87BC-0D7A-4889-B9A2-E8EB656A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2E8C7-26FD-4E19-AEB7-7BCF2D9B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C674B-C742-4052-86BF-240C373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65498-493F-4C60-8A2C-C89BA05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F8BF6-B985-44A1-BD18-EED98D6B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947E2-9E69-40F6-94C9-206494D2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14EBA-FD95-48E0-BFDF-D63E8890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031BE-29DE-4FF2-AD71-43A7C30B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071A7-6ABF-48D8-97D2-AA246460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38E7D-9AFD-423C-BCF4-2F09AE9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1A1C1-3D07-4E7E-8007-F3969512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8989A-643F-4CBC-B590-28E7193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45FCB-26D6-4E31-B47F-17F1A368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D2A7E8-EABB-4B46-B0B0-BFBEBD90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data communications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71034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9A093-5D3C-403E-88B3-81727EEB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328A3-F6BF-4208-AF26-63F961A6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2A1A1-2A66-44BC-85A2-B841F678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88EF8-F3CB-42EC-86BD-119C6C8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D0869-14D3-452D-B67B-D98CA1A0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Networks and network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9B468-30AA-4A3F-8360-EFE5BF9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4BB2A-4716-4F6B-A3C4-663509C2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Networks and network types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DA6DF-4875-4E67-AFFA-153DB18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CB3A3-8BEC-49E1-8B50-78C4E1F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DDA03-CC41-4D0A-9720-D87F9C66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5CDFE-A70E-4F1D-BDB3-E5FA309D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49413-1333-4858-BDC1-BA909F22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60D42-9498-4EB2-9B06-A7AC7A2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412F5-03C1-48C3-A97C-D0F5251C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7365F-1D6B-4B62-921C-A841B0B8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0ACE9-C2D8-4CE8-8148-7EB39098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3F024-440E-489E-813B-3F6758B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1ADB0-8A71-4805-AADE-B038303C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networks and network types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9924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5E409-CC91-4B84-856B-5275EA32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09211-2140-4E8A-8C80-C5061910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98486-4AD7-4A1F-95C6-6F394DBE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BFEA9-107E-49E6-A9FD-51A0043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FC1D4-952B-4E38-A0C3-6786F3B1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Networks and network types: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EAC2E-6CAE-466B-8C2B-49892613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81233-0D6A-4C42-B43F-0878B7D8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98E6F-1A6F-4BF2-89A6-669659D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0DC57-BE26-4C3A-9D09-762BBD2B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969051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77FF3-4384-4525-9DD5-34A3E209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327AB-1C24-497E-8DFE-CDB901E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ED01D-0E4F-48F1-9A7E-BE08812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0CF61-2EE2-4A02-B5FA-AFFAEA09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CA3FE-E7F1-41CE-BE89-D6097AED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Networks and network types: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73353-D388-4989-B2D3-65451124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F2469-E48A-49B5-B4CB-FDCF2756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D7EED-11CA-44D2-B44D-962E7DD2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EA04A-68AC-433E-B8D5-5ABF3B37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5F3DE-B219-4D0E-B2CA-E339DFDC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13C7D-AF11-4C9F-93CB-0AAC059A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DCF67-3E16-42C1-A078-63AB84E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F3943-01AB-47D6-AE61-DC164AD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142F7-87AF-4A62-9F06-8683B78B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0DED3-44E4-41AA-80B7-60906C25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D57C6-E234-4949-9363-4789EC2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B4BFF-2B18-456A-977D-07F7145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059FB-44D2-4DC5-AF9F-503EA335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9F265-9F7D-4D30-BEF7-976AD5B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D6FA1-0F30-441F-8A60-7829C8E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2871D-2F29-4F0E-BFA4-1FE44E6F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96115-82F3-4697-ACB4-53B0C1C2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1DDB0-1427-46FB-93CB-F2B1D4BF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DC426-F625-47F5-9F2C-7F1B9195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B9972-71FF-406E-8A3B-5718DD13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3A774-BA13-44FB-A7B9-7E45763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CA379-85DD-4352-9AF8-6E15DE0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B42A1-A627-4DBA-BFA5-786FC80C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C57F8-E390-4257-A53F-D6C2F61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CB504-6F4F-48BF-B3E4-0E8CDA36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4B1B32-FCD4-4E5A-A9BF-995BD553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networks and network types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66817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57F64-0B11-47ED-A4B4-849C1FC5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24984-32A7-45EE-B280-3A4CC368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B9A53-91CF-433B-9A86-895B81F8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293F8-59D3-4B66-9138-CD7E80F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DC26A-305E-4121-9B0B-5A4CF443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Networks and network types: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734CD-A8C7-4D49-AD67-F589C96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CF7BD-74B1-4BD1-B11A-CF14B5C5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4B84F-2905-4E80-9B17-B9C0737F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8B836-CDB6-4EDE-9A9B-236822A8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25950-FFBB-4B83-B960-9059455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7BD7B-DB30-47A4-81B1-803289BE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Networks and network types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39AE5-2238-4164-815A-230A84B2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51AD5-99EA-4968-9C5E-784D15C4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6FDCD-9DEF-4747-B38F-4391FBA4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10F11-299D-43EF-85E9-FAAE0F6B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E63E5-63AB-494C-9D0F-BD2BEBE5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35A67-B691-4456-990C-426BCA8A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0ABE4-DD8E-4132-8DA8-35AFAB4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C89EA-3533-4121-991D-D9EB75E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E3B75-4A5C-4DF0-941F-C2610815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B7A51-268D-4CEE-99E5-0B3AE0D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835007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4A37A-80D1-4686-A1D5-239154F1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70221-A1FF-4684-906F-C95D7172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1C063-F725-409B-B844-EE635A9F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95965-7787-45FF-92AF-2D1FDCA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5C801-E9BB-4604-AA9B-53BB015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Protocol layering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647C9-D78A-4D67-B3EB-501F1CBF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E30EC-C8C7-433B-8D29-898D7E6B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Protocol layering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5E3B4-C977-424F-A8C8-2D52BE39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18CFD-E6DC-45F6-BE7B-7110CCA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9F068-7CE0-4C63-8265-9A881E5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3C6F6-3E35-4D33-A64F-457FBD26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27D23-2994-429D-9E62-1707E075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D5674-3EB7-45EC-AFA2-B04838D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6AC3E-CC75-469D-8AC4-4E1A2C74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7A213-64CB-4889-90D7-2D81464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0AF10-4CE1-4678-A5EE-76A507D8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0FE0F-E301-4B50-AA5E-D5982FE7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80FFA-8910-4A80-8CC1-8F69CC47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protocol layering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65254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50B79-5B77-4839-A4D2-F88F2D3B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16E1C-CFAF-4177-AA61-478CDA9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D24F8-A54A-45EC-ACAF-07072226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C5AB8-72C9-453D-9047-9ECB7C27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EC8DD-8972-436E-85A6-10BEDF26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Protocol layering: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4E6FE-B183-46EA-8D65-D3A5E773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DE5FB-B4E0-45E2-BF80-75FB26C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4F4C0-ABB1-4037-B508-31FD56A3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7332D-D41F-41E1-9797-5C97919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0139699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45F36-1DDC-4593-A93E-08DD1CE2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2E7EF-147F-46D5-BA95-5C271835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1C72B-25C0-4986-BFFB-710243F3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7489-4F40-4246-857B-F224538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CBF5E-B0C0-46E0-B027-7C2BB1F8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Protocol layering: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D7ED5-4C0F-4AA7-975B-1360628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9FDA9-CC36-4002-9555-CEADE00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FFF27-C26E-4E6D-BC6B-A020F4FC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00A8-49A0-45BA-BE2A-73008D4E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C1621-96AD-44CA-B1C2-C9454F75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EE196-4FB4-42BF-83A7-7654A960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E1BCD-3CCB-494C-8A61-43DDBF7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9329E-4553-42D0-9BD2-60FB087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D9701-02BA-47F7-8BE7-543793BB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00643-F87A-4EB9-8E05-2A71D1F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81BAE-6F1F-465D-A165-371C6A64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0A2C2-0284-4B22-B3B7-6B459F62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9662D-9162-4DFB-BA0D-A46520C7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F4CCF-9757-41E2-97CE-53978A4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E48BA-EC27-4F94-B297-29D1943F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CBAEC-61F8-4E5E-A07C-0E67B5D3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94C7E-D0FC-4A25-AA94-72BE1CFE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90D7D-2D73-43EC-9DA5-8D8AB990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73F72-395A-4D3E-A84E-C3A8C23E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3024B-D5D3-4929-AF09-E611C260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03C05-6428-4158-B91E-6C7A9FD5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42CE7-94D9-4C19-9FD5-D041E48F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48E49-6319-41CF-863D-3671141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5E6A4-36B7-4468-9583-EA8B74B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7CF41-09C1-4E8F-B07F-EC55957F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C5E82-2942-497F-B5E6-14E410BC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protocol layering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96373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3E3CF-47FE-4DDA-945F-17D1856D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70223-8F73-4FDF-B707-540EC359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3B73E-71BB-4F55-A085-9C36A75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8A7FD-60D2-4B66-A554-CFE3B4E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6A63F-1C57-4104-AD8B-E295978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TCP/IP protocol suite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6BC78-334B-4B4F-91A3-15A9A52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0D7BD-D6B6-4F6A-99E3-B8D440E6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TCP/IP protocol suite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62C26-DD9E-4435-A509-EEAF2D6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09614-7661-447C-A27A-C07EC440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D1933-52AE-40D2-B811-F6C0646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FC6C1-5088-487B-B1AD-26FCF667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F9BF4-17CE-4445-8798-631E9BA3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078F8-F95F-409B-AAD6-62479797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C8C1F-448C-478A-87A8-2602A64A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212A5-E654-4843-A848-1AFDBDF3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07E23-E725-4D3F-A7EB-D45F7D16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5C2B5-2443-4B54-9515-E1460276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FD6E1-92BB-4E91-B0BA-8127D2D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tcp/ip protocol suite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654282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67A95-349A-4889-9E9A-2DCE7EE7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7B8F8-0E67-4E54-8AF1-80357DC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27E0D-8F22-4D1E-A8E3-B7D2BC6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32C0B-2822-4521-888B-D60025FB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42F8F-2CA4-42F8-9A1E-C496D64D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TCP/IP protocol suite: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95AE4-44F4-4362-A920-24477DCE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F7147-5392-49C1-856E-05F1A51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50D02-78DB-4221-93A2-505A32A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56768-6137-4EBC-ABA2-01CE42CD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649208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FA5738-1CA0-4A1E-BA90-2792AA8A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E2609-2E77-4442-A3EA-E328DF95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06A74-A21B-491B-A299-7A529B9A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77C4F-B6F8-45D0-9791-A24D876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FB7C3-C2CD-4CEF-9F5F-0425C0F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TCP/IP protocol suite: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C9A76-5CC8-4092-B4C6-65AE37E0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9833E-C3BC-4574-9FB7-ED0C8C08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1E1AD-DC7B-4E2B-8AA0-B02C72BC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00D45-7441-4218-9B64-FDEB370E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222B2-3F85-4878-BCBD-4A092BC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B1D45-921D-47EA-B181-AB9C2B60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BF1D0-0F68-4ECC-A9AF-9662A05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8B353-2E16-40BF-816D-678DC199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B6B60-0864-4960-BE54-58590F88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0CE41-353A-4498-B8D1-BF7D7B9B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20939-B219-4070-9EAD-F71607C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71E02-9DE3-469A-AAF5-43CC8A3D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DF4FF-4FE7-4A97-97FE-E59A7A6F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81E6E-D45B-45A6-83D4-DF63C956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06A62-60AB-463D-88CE-08B9F8C4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583AD-20EE-4C08-A9C3-53C7296E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BB6F4-FA29-40DB-990E-B80E0111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F34F4-4117-44D4-B75C-C03E3E03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61656-23A9-4B43-A679-FDC9B8B9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C11E4-B77B-471B-B3BF-26894487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D3E42-AD50-417D-B681-67DBB4A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87579-7DC2-4CE6-9125-7399CD86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CBF5D-6A82-475D-AA6D-A1D5D90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D2DBA-80F8-4966-9796-BB858516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F08D0-AF6C-4D30-9C57-27F0DC8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E3CABF-48B4-458E-A5AD-458BFB34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tcp/ip protocol suite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594906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4125B-C39B-4824-84FB-A8625B33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9C299-65CF-4D74-9D1C-F77CB0A2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9E66-1410-440E-B4AF-A28A5032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E63A8-86D0-49FC-A9B2-7FAB5A36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A4418-5589-4B20-84F7-D2CF0960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OSI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FE66B-4D8E-44AB-8ECA-5B240828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A7F74-D5F3-4AD4-9575-62EDC9E2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OSI model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ABF81-EC7C-4971-8D3E-8A4D806C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B40E4-1262-452D-9297-1F73AADE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B2877-CC5A-42E0-95F0-8FE4365D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472EB-FB0A-4B95-85ED-34F58AAE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03283-D194-4C2F-9B3D-F789265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915E2-938B-47FC-B170-D2CA2865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4720F-28CA-4C1D-AB10-2E503027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0C988-9EC0-42FB-B95B-49B226C2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20FEA-5798-4328-A1E6-26A0F491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E16F3-755C-4E50-BA06-268F7535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EECAC-B5DF-487F-91E3-8363EE73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osi model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71916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9BE8A-756E-4278-8DA4-954D52D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28380-B24A-44CD-9353-2C4709BE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AC0C4-4058-4087-A5E7-F62FFE3B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0D49A-A9FD-4581-8FE8-4E942DC3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5F6F6-D78D-4A60-B026-1A3943E7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OSI model: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89229-91BE-429B-95A6-8F7A312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739EF-3C3E-44A5-B08F-26AA5845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B6CB9-18B5-442A-9D5B-A1876E2B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3B5B1-9A23-4452-B1FD-F83100BA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959979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1F7C4-F4D4-4721-B1CA-64FF588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CCDC9-E5B0-4366-A68B-C74F69A6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F3693-5671-440E-AE19-3EB52C9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0DC70-E7B7-44F4-8898-060373FE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638A5-35E5-443A-B138-C18E303F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OSI model: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2F8EE-E2A2-42EC-870D-5BC7929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5AD90-E003-43D8-8941-5F157A0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20B52-BC5D-495E-B5CB-61E29C6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6F1E4-3D23-4357-A774-1EB9679C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86549-7E6E-413D-AFA5-EC6FD13F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67BCF-9AA3-421E-9711-B2C8AB0B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4D97A-FB5D-4F1A-AE77-DE66C91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78612-4FA3-41E7-9250-ABC7778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6EDF3-715E-408D-9154-AEE8945D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31280-B8D1-4775-AA85-50745E2C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D4503-11E1-4EFD-A456-546C2E42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B2A2E-0CF1-485C-8359-E1AED2BA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DA5AA-B5B7-4663-8A74-8E98FD09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F03B3-8FED-433C-8935-97FEBAF5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DFA6E-92CC-41ED-A6E9-1FCFA36B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4D0E1-DC53-49AB-94B2-5095665C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4CECC-07F4-44AE-805F-F4386906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EE8FC-8B83-46F2-BD44-5F27A1E5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56988-87B5-4CCD-A436-2609813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C5E80-33F9-4603-BC6A-52ED9976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E7583-338F-4654-8CC8-1C4A814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CE0A4-5F16-4B13-94EA-6E135CA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62C97-DB35-4B5E-BC84-9C380C35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89B6D-B382-4ED2-A927-86E94395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BD265D-EDAC-42D0-BAC0-18A4FC9C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A6359-9078-4DBA-92C7-5B6667AE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osi model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052099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78E2D-BDF4-4EA3-8690-36C9C342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BBB5F-2AD8-4ECA-8A09-E10E820C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B1EF4-068C-4532-8DFF-A17E491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2C527-C825-48AF-ADDC-021A1301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09C3C-15B2-423B-ADF7-07B84A2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OSI model: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B17F6-C819-4D4B-B923-6ED0A883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0E733-649E-40DE-A21C-020AD1DE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76347-A559-4DE6-BF5E-DAA15945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DCDCA-8F3D-443A-9414-D4B2A499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7DE32-D927-40D5-B4F6-9AB21FEB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1E180-35A7-4C3C-BF65-6A06DE64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OSI model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1CB15-1F9C-46CE-8C1E-E40787FC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A2A34-882E-4A64-80AF-7D87C09D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77A63-03D5-4B1C-8977-A64DD7B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966DB-9AEB-411B-B34B-C361C9F3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E0B9E-0887-4CBC-BE29-BB65E39D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4C437-F2B7-4F6F-87EF-C043D96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24C38-8F06-4B53-BB67-6DD1995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DCFBC-9B9E-47F3-BE18-2D03820A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A6BDE-3FF4-42B1-A5C4-77CF1FE0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8793B-97E0-43B9-AB24-1E270BC2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3652790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9D706-34B7-41B7-A436-242F0E7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0F782-129C-466A-A7F7-91C81BC0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E98D7-E1D9-4314-952C-4C80295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6727-E23D-4AC5-B8AF-6183AD11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1B6AF-7DAF-454C-AFFA-124443B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Transmission media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FE076-F145-416F-886B-5D549AE5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09118-7D2A-4CDB-AD7D-BFBC10B7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Transmission media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2E1BD-2A6E-4A6B-95FD-A71B23DB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9C6F3-FAEA-4C43-A241-03EBFE1E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6BF5E-FAC3-44BF-A223-A560EDA8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2CDBF-1C49-4B57-B7C7-F88D6A41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89EF1-FD2A-4D11-81C1-18D15831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48EA6-FED9-4683-8215-8387DF99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277C7-DA1F-4563-B049-D6463FE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E1750-5C12-45C3-BA22-8AA4DDC4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44A90-3E99-43B1-9DDB-90153EA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4D52B-CBE8-49B1-BC3E-2081AC55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B97C3B-5EF4-4BD3-AF1D-8F4D05D8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transmission media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854262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18E5F-5B08-403E-811F-6A9B5A67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E9D2-CC80-4242-966A-CDD2FA0F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46E61-C3F1-4233-9B8A-7223D60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CB458-F348-4214-ADC4-28497C52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4A13A-647B-4E0D-8F24-3AED6CDE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Transmission media: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23287-A764-4D17-83AB-523DC056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2B2F5-537C-45C1-9A93-F53D43AB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25BF7-5708-4247-9275-46F29CD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F2C41-C7D0-48BF-B1AE-C37D9EF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660358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8E474-A658-4ECF-8FCE-53928FB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AA6B4-3435-44F4-9416-039FAC8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2EC05-9CCF-4D9E-ABDD-0DCE5D39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E6240-A8F9-40FD-9CDF-2F551EE5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FF26D-AA2A-4FFE-A792-CBF067F4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Transmission media: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FD9A1-6D3B-4147-942B-5CF39F95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1099-67F3-49EE-BF48-C05EF9E5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E5301-6333-413F-9D15-F3B40F2B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0EF63-3D31-45DE-9E3A-718BE2C1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3F030-4F38-4814-96A6-BEEBF08B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3D936-219E-40C5-8841-D068DC8E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964EE-15A7-4554-B156-DC1B71E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FD3FB-07CC-441C-89C2-F9050A3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0BCAD-5DB4-4E84-8340-57F09897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C89CC-4FE2-4627-91F3-8B42C5D5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F7DEF-F8D0-4E59-BB4C-0CDD6678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73E84-B9EB-4637-8ABD-B2C20ED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C5600-7A14-4CB1-9462-AD0CBA40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A65D2-4276-4A55-AA2D-671589B3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7BC1F-E32B-4177-916E-BC4E7F0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A1464-DAC5-4033-A838-8A3DAAC4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F688F-A051-4A51-98BB-56AB7923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FED8A-6453-478F-B354-D0FBBC6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F6410-4060-4252-B91C-D8BCFA4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1711B-A555-41B0-833E-9B6260F1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0CD78-8E24-4FA0-97A3-E2B7480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3F1E2-D715-44F4-8822-29414CD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00FAF-4F22-4C3C-9086-66C8C3A6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582206-08BC-4941-90D8-081336F6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3F2796-6872-474C-8BD0-45A8921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A74E42-FE20-4D42-B872-2B387E0E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transmission media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924512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17C7C-BC91-48B0-B3F5-FB11FE34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38B89-362E-4DC8-9FB0-ED3A2C98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6FB4C-D7BE-454C-AE63-3DC7735E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B58C1-ED46-430D-A35D-877C7ADE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B2536-4AFD-43B2-A4EF-CE7AFBE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Guided media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7CDD5-DA56-4BD1-BF89-7B9A499A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2D1BB-ACCE-4925-88C4-331AC140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Guided media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8626C-1A49-4DAB-8649-F8C9438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5D742-362A-47E0-B394-14B0375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C1B06-203E-4230-A004-13C12797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89B10-1FE9-4A8D-A1AB-9A6E371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91CFC-0158-4CC2-9345-AA40B67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2F2A2-909C-4214-8610-88781B1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923CB-A469-410E-B0AE-2FFF019D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5EADA-3700-4E96-8BD4-325B7705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4F972-2898-44A8-84FA-E5AF840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AECB7-D03C-40A4-B944-9CDF8DDF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F4444-C0D9-4158-A844-14B10651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guided media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446472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9161E-244F-4D9F-A7A6-37A979C5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D67BA-D29F-4FEF-A75D-84AB4FB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973A4-D6BC-46A0-8284-E83338E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0352C-A8D0-4D08-8B30-22601254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72C1B-B2D6-4EA7-9ECA-529A34C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Guided media: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7D666-409B-428C-A4A8-715F8EBF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135BA-2298-4C35-AF55-8F5B68D1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78815-2274-44FB-A014-ED0DCE2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C3D8B-B795-4265-9FDD-222110AB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3989369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506AC-9512-46BD-AB74-F8E0E74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A1B71-0A2A-4B54-BE10-2B0CD693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55CFC-11D6-46F3-A5D8-25F6D3F5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03E92-C273-45A4-A2FB-8C818CC4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13504-2EF9-4EBC-8AD7-8E12C7F0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Guided media: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41DEC-4CF3-4987-9A04-A7F43658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E28CA-6C0B-4BE7-A557-3556B70F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AD1E7-7955-44C6-880B-8BE491D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F6CAC-3B91-425C-9571-19AEB0B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E43C6-215D-41F4-ADBC-6B252B71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3C4FB-471E-45A8-A792-882AB818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CA710-C368-44EE-AB66-7FAD5FFC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61BDA-F151-4C48-8C45-986AC776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35346-5863-4C82-8C63-022B62B0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6311D-DD5D-4BFC-96D6-4BE8D30B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2EEE7-1C56-48CD-97FE-138F71C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1B507-2C37-44A3-BCCC-BF529878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A63E3-0C6C-471F-82C4-873DF5C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07D0C-64E6-4257-A738-B584881B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54661-3015-4463-A85D-7BB513EE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BB4F4-B276-4096-89F3-D5E03A3B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0DF1B-ACFC-4709-8F18-D7B4EA72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69EA0-EB15-4FDD-9AE3-863F35DF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1DE5D-FA13-44F5-B9ED-8B81E28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DBB7A-81EC-4BE8-BFAD-F0AE9FA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24C44-B525-49BB-B5EC-67292BE5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2FF5E-0C20-465D-9BBD-92C353C6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0B5A9E-340A-4897-AE1E-A3EC5469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DF1791-C96C-4255-B8ED-E95052D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76EED-6320-43E4-B31A-AE2B783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9B39E-FA2C-4954-A5AC-9FB498BA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guided media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086105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B168B-242F-4AC5-9774-78A790F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5492D-69C3-4600-B401-B2C4230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E8833-FD7D-471C-899F-3DE3CD26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0732A-BBFC-4559-9F64-BCED1FB6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FB9BD-892A-4346-920F-FCF39BD5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Unguided wireless media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D9B0F-0433-492E-8D0F-9796A3AF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E4D89-7E30-47A5-A9C4-BADB619E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Unguided wireless media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66B5A-C4E8-4FFF-B5A0-9D1FA3A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5F697-C0D5-458E-A69A-FFEB3F2D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3338C-3518-4936-BC8B-CCD2FD1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298A1-C624-4EFA-BAEB-945BDEB5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11351-E5A1-4D1C-B380-36C2C7F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2DC74-C6BA-4944-80C8-AD1622DF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8AFC8-305B-4AC2-8D2B-13F0D4CA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E5844-AA67-482F-B555-53F4FDCD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F066D-19BC-4824-93AB-CE7D3BF1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7A1DA-3204-4C75-AD61-47F86632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8F0E4-82FA-455B-B3F5-19D7C549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unguided wireless media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698961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BFA8B-F771-4977-BD6D-0763F96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2A8A2-6C00-4CDC-8B23-9A394E97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B61C7-9C46-44BF-8707-A5FEB32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2338D-7A42-4FA7-9C2A-16459124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EA4B-8380-4986-857E-FEB08685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Unguided wireless media: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AAC6C-7126-45DC-AC4B-4F238CC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47280-FB9C-4DCA-B67E-57C074AD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A38F6-2FF2-45D0-B029-FE5EE535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72CFD-16AC-4966-960B-8A4CF711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7605244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9275C9-A885-477F-A579-59F2B989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C6E16-F44E-4647-8EA7-4DB0062E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CE585-CB49-4DBF-AE5A-A3F5557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9A786-F1A0-4FA5-B448-94C1D97F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408CB-9B98-4367-A82F-DEB87123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Unguided wireless media: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A8AD8-AF73-42BE-95C1-886468D2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5DAC4-2A52-4A68-A211-A9DF8D08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C7DFB-95B3-4390-9C67-F36E52D1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4D1D5-AD13-4078-BEB1-3AD57612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FD48B-0FDB-4EAC-90BD-A07FACD7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9BBD3-6BFD-4D85-A8BA-74C5C868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24883-DB7D-4F41-A1E3-1F22946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C4611-F243-4354-832F-E45495D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18BC9-8908-4548-A9DD-C9D808B7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C195C-E693-4797-8A59-EA4945E4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C8E63-7D28-4260-A318-CBCBCCA3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F85B2-99C5-4D7E-B3F4-C8A8B2BE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3B136-BDFF-4718-9272-0BEA2772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9190B-D1F9-459E-9E62-90FFBB70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46C3E-A1A5-44D3-9387-5FDBD4B7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1F534-6AD5-438B-8C5E-D7B3504C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4AA59-118C-4EE7-9B7B-88F52A0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0AD83-E4E0-4814-8F64-C128318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0F914-B65D-4277-BBFF-91B4EBE6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F6F1A-99A2-4D16-B340-3E09BAED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2EEEF-9A7D-4217-B30D-126CE258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52943-DB16-42F9-9F7F-5D042C1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F18FB-4569-453A-B532-10339878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FD2A3-D5D6-40C6-A221-0462761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2DF6F-12FE-4A44-AB04-CEA3636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095DB-3ACE-4950-8ED7-66BFC4D0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unguided wireless media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083274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E3EE4-2BE1-4D38-85A4-590654A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6FF1C-A072-48D9-80F4-1A9CF4E9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1D9B7-260A-48FE-B86C-D9407BE0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ADD31-186C-4147-B4F8-198BBD2D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FD39B-ECEC-477E-B129-D714FEBA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Unguided wireless media: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83E90-015C-4934-A529-A10B97C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4890C-F2B6-412A-B142-8A4B85C8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3D1E0-7B27-45AA-ABBF-32A4F71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34B7E-277C-4AA1-9168-058E6347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8BE95-DCFD-4F75-8B4E-2DB2F6FA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D392E-9DB5-44B4-A61C-C671F98D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Unguided wireless media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E321C-1FBF-4CB0-BD4B-AA09A372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C07CE-CA47-4906-8A85-67B260D1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A3BD6-B4B1-474C-AEE3-91329A00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9CA94-38B3-49A0-BFCC-BCC7D59D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1BFE7-7803-432D-B52E-CBF0119B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65F9E-9993-4A07-A7BA-C5D2A03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CDDCF-BD2E-43CA-819E-12CEAD46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EC63E-D648-4977-8113-CB3E25F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969CF-1E31-44A4-9F91-43C00E34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F5398-F364-4040-A307-4AB1926E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20992385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59AC5-7A99-49F5-A779-8BC65CA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D48EB-087A-4660-8D2E-C4D7E0B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4F2F5-1E77-4C5E-AEEE-C5CC5125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0EAC7-F2B6-4AA2-8F31-7C340AEC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D44A2-B391-4E4B-844C-45612177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Packet switching and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DF35C-57E5-4F17-959F-D2A97D32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019C5-CFC3-4EC1-89E3-6A9E496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Packet switching and types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AE389-2497-475E-AFC6-DF542DB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FDACC-7E5B-4867-9367-09EDDC7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7BCD4-EF47-4144-AA99-FE8649D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5B817-2752-4C45-953C-B8641A0F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8AD3-8018-4B93-9823-0BA1E4D3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5F4CD-40D3-4E81-B12C-3DB9FC4B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2F5C8-805B-4ECB-9693-23672DF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E3A3F-A4C2-4AF1-8FBB-3EBB06F1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C7539-DD3F-4B31-A6C4-876AAAB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2E3EA-07EB-4C38-9423-15D5EE68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A9783-8612-4533-8160-FDFA2DC3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packet switching and types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757230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12D48-6065-49E6-B1BD-46367C22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9E850-FBB7-4BA2-8E61-E2AE43E6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B839C-6B45-43E9-8034-648C888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CA850-A2E2-4C42-AC6D-A124181B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C9859-D7E9-4BB1-9537-EADCF8A7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Packet switching and types: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9A853-8724-4C6C-9EF8-FCCA899D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8B5D6-EEA2-4CC9-AAAC-61FF0202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8438-21A5-4582-9F07-9677AD5D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35E41-F321-4F4F-95A7-C33B3F1B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061532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B759D9-3132-498E-A3F5-12F19FE1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608D7-597F-4CB8-AA4C-97C0EEB1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E9C77-09DF-4752-B3FB-941AFAAF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5A61D-F3E6-4F86-B4D4-90A42CCB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D9179-3AB7-4F1D-88A0-EBB7BFE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Packet switching and types: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19405-E3EF-4091-BBFB-AD4226A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15528-5648-415C-876D-F77043C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5A9A8-40C6-4354-9A9A-E1DD9BB2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1D5C6-5440-42FC-B9B2-41A79BE4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C59B6-9A8E-4851-95A5-E05C8F9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436F8-3888-41C2-9913-A2571220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02D8A-0811-45D2-BF9C-2232A029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4B743-5A86-48FE-9F54-D72A01F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A8451-43F6-4185-87DA-9A259BD3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6AA4C-688D-4964-B821-DCAA49A6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61CAC-8D06-459E-A262-924AAD7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C80A4-25E0-46D4-ABDA-6B51E5DC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5B245-DD19-4872-AC90-AE02770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2DCB8-ECFA-48E5-8807-2EF5ED9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246D6-F0D6-46AB-90CB-1C88C1D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9E0D5-CF2B-474C-8E7F-C9722B0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1C018-30DA-4211-9A7F-6FB36B5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01A6B-3429-4A56-B5CE-7FE31F4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4BF58-9588-442D-806A-A16E1353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7FC16-5DA7-461B-8165-C4BF733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DF355-07A0-4DB6-B746-14644F4B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655BC-ADD6-4F72-ABEE-5A42271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80CDD-FDB6-4F4D-84A2-FB50F50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5478D-C0FC-4DE6-9302-0CE51C34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B573DB-4329-4B3D-B979-C80F5C9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C82AAD-CF59-49CD-910A-9DD443D1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packet switching and types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834122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C0B37-9E2F-490E-A134-CEDD429B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9A984-CC2D-4463-A836-5EB6B354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90A5C-8375-4F00-98DB-8C87E36A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7077F-864B-42C2-9076-2CD1934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6B75C-4195-49B7-9CE7-B3C7290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Data communications vs Networks and network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F964D-9921-4C8D-B204-0CA07F78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9A3B0-D39B-4EFD-ACEB-44F63E00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0BAE8-BF77-4424-A1B0-9FFF880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 communications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9F04C-7314-45A8-82C6-048981A4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Networks and network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E3E00-36BD-4FA1-962E-596DB43F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A3F4C-A8A8-4B48-BA0E-FD7C83E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3BD16-B9DB-4702-9089-C117C652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51D4E-0C7F-4853-BF07-DC557C5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BF4A8-F70F-4A78-9406-043269EE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3CC54-AE11-4ED4-B8D0-1797AC9A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DEB26-9D87-4082-8B2C-DB0FB17F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0CED6-E2E6-4702-88FE-F7949CEC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316CE-3637-4DD0-9619-0CF1BABD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9D448-C8F2-4974-B12C-B47A57A8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3A0FF-445F-4DE0-8698-AAA14C24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10B26-24CE-4E35-83E1-D1F434A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B4C88-BBCD-4C30-AFDA-037A0D3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383FB-A2D5-4339-BCD8-5D9035B5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30BCC-8191-45DF-96FF-BC99E0B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FBD1DC-366A-47BD-BC20-CCEE032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619821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7782E-CA6C-4FC7-8E7D-11006174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D6B16-38E9-478F-A5E0-17F1FC7A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C3C45-B935-44B3-8C96-3DEA2970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21341-EE9E-412D-99E8-A10B126D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E4CD0-6F2F-4D5D-A01F-F98E2894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TCP/IP protocol suite vs OSI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6BBF5-52B1-4705-A324-21A0B98E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78513-E4DF-4E87-832A-AEC831F4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A0710-C175-4E4E-89C7-639C5674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TCP/IP protocol suite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E3FF1-5071-4E34-BF8B-1AD2CD6F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OSI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61F6B-6820-4A98-AF59-3741071D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8C173-5188-4CD3-96E6-6DCF457F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F075C-47D8-49B8-803B-0D09E105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47DE5-0852-4C16-A8B6-CB3F1100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0D3BD-EE09-4272-BE9F-7BE5DB58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EB619-638C-4C01-9095-D2086106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4E45F-2683-4BF6-8A37-8414D17B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9CD2B-B92D-4758-9E29-F41E8AE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0C2DB-65BF-44C1-AFAD-20973D3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7E679-E84E-45B5-BE10-CF34DC4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1B562-4BDF-4304-82DD-7CD27ED9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499DF-672A-4B31-B0D8-E331B36D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C08EA-3711-4BEF-B950-0ACB2E10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CE341-0EA0-42B7-B76A-67660BF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0E4F2-00B3-46F7-A20F-785463EA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0064B-FE9A-4F7F-BA48-B0395EB5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999795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5C136-F31F-48B3-8519-EF168211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86D1C-8515-404B-A5D8-5C2D799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8086F-BB81-4547-91F1-91AEFB1F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BA178-6382-4369-891E-6E98FF8D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1120D-E7F3-4813-A418-41C5200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Guided media vs Unguided wireless media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DE22B-9384-40A1-A494-5C4BE7D9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4730-8BDF-4662-95BB-02829701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E06FA-B926-4D08-97BD-CED66EF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Guided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C2119-480E-4C93-A2E5-7F3A765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Unguided wireless media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08D54-DC65-4B93-A8C7-14FD3B8E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DD118-E299-4418-9C04-1320EBD5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5FC2F-4E77-492D-BA5C-6EBCFD14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131BD-8E0C-4CF7-814C-66A9445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E34C0-A516-4EFB-AFA0-B472C006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03A96-AA7E-4C66-8070-CAF78D9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3BCDD-852B-4331-B65E-8A072D0A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DE496-4577-40FB-A2BF-8F0CFFD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64F25-564B-4DBD-89EA-1C579AEC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D34B1-3A71-4AAB-9751-DE8467CB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0D26F-6DD6-4CDE-B7BF-E29C61D3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D9649-E480-47FB-9E58-5360500A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FDD7F-0A6C-4A6D-84A2-4F385020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9D4F5-C2AE-431E-950F-12168F0A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6857D-E0A5-4DAF-84EB-D10D23FD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4700F-6070-4986-B823-2F7A032F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139766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471EF-AE15-48A5-B642-C5BDD037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E88EA-AE6B-4AD1-B0EB-601D14DF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C9DE-12A7-4AA1-83CC-A316EB48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CE054-9C16-4053-A5C3-C2AA970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C58BC-E529-4524-8115-33F3B438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62654-70D2-46F6-BED4-B3A57933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D3FD6-418B-4CD1-A383-8F3DA26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68AED-995E-4836-B2EB-EF11B6DB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FB396-12A1-4E77-8E87-4BFD93A3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E916A-8236-499C-BBF1-03D4CA01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8222D-7260-4CF1-BB2D-CC9CC9CB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3F8E3-6DA5-4BAE-894B-83FBE327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Data communications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F7FF5-6D9A-4A98-AE33-8FFEDB47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5207D-30A6-4E95-83AF-3E59049F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Networks and network types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84114-3674-4330-B67F-BDBB01A6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0C9F2-A6C3-48BE-8F20-D4B33781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Protocol layering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34FF3-D45A-42DA-8659-57F0F68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94A5B-6D37-4E7B-A57E-19DC0FE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TCP/IP protocol suite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9AC0B-1D6E-418C-B0DD-F39E6EF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141A7-DCEB-4868-A188-C73933C1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OSI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F1C22-C8F4-4280-9264-EF1E0DFF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70DDF-0281-42CC-85A0-7E3D291B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Transmission media</a:t>
            </a:r>
          </a:p>
        </p:txBody>
      </p:sp>
    </p:spTree>
    <p:extLst>
      <p:ext uri="{BB962C8B-B14F-4D97-AF65-F5344CB8AC3E}">
        <p14:creationId xmlns:p14="http://schemas.microsoft.com/office/powerpoint/2010/main" val="1164189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3F337-9324-4118-B5CF-24E18CD3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82B0B-CDA4-4F5A-B59C-F6355423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10F3A-0A11-4089-8710-A931A96E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791F2-3112-43F8-9ECA-012831E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63DB6-44BC-43A3-AEDF-A8A79DAA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38D2B-5768-41A0-8A24-AB6996F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B5A00-1364-40A5-B0CD-BAA5F6F5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975EA-22E1-4589-AA8C-10E7482C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87DC3-0484-4ADE-94BE-E7047492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824BD-DAC0-4472-8599-FBC6CE99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73CD1-2C0E-4EA2-84B6-4515C00F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Data communications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D3766-7F73-4898-B484-CC5CAE5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8F6DB-B633-4282-875D-FAF7C8DB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95026-C815-470D-89A4-B832E0F7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A9457-6861-44ED-AD68-CCF3BD7F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Networks and network 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468AD-9588-4EF6-84B4-19706608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5B927-1F3D-48B4-B748-AD27DEB4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18419-EA73-4014-9EF3-C2D8F44B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54894-3A0D-4AB0-BEEF-77FE83AE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layering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5A622-3D08-4A0F-B9D4-90ED6901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88EAC-487D-4EF4-AD58-A078DAE3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7A075-553C-408C-9851-AD50EF5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2AF5C-26BE-471A-94BD-C129236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TCP/IP protocol suite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B611D-7BDA-4FBA-928C-28C6C394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912ED-0D89-47AE-B370-2D7E73A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20849122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88C3B-1228-4AA0-96EC-AB1EE12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54AE4-C123-4DD1-AD87-AE52C0F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86F62-9F8C-4F8A-A473-06911CE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8DF3D-0FC3-4195-B815-AC04C07E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9BD86-5439-46B8-82C2-21F06B70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AD815-C6DD-4920-A270-902173D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1A52F-7FC4-4756-95C1-DC48F8A3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4E549-F57B-4760-9D07-2206BC4E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2FE1A-541F-44A3-94A7-07118F8B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9F0C-8FFF-4997-BA40-25F7E082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95FED-5245-4C0D-BB59-67B9E87E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90854-1A87-4037-9CBA-1027BDD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7F7D9-ADC9-4476-97B1-160B01CA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1332762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06827-2496-4AF2-B106-F5EDDDC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92AFB-DB87-41B7-88DD-C870673E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5A4AF-F1A6-44F3-8801-66A4B42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EFE82-C405-43C8-876A-5268247A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8B270-13DF-46BD-81A6-3030ADBA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A7A76-497B-4216-A202-35D18CD2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41471-6FFD-4C85-B5F6-82ED7DC5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392A0-4D30-4167-AC33-10A7B5DA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F14A8-986F-4B20-979D-7AD4416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BAD16-4F00-42DF-830F-C5A31CB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8E8A4-6A4A-42BF-951C-3036929E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44D92-63D8-40ED-9E86-25644116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1C3A6-A2F8-42C5-A824-2E2D6D86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98BD1-A48D-4E12-9B52-46FD17A8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417EE-0AC6-4EDA-B37D-E26E6D57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213147609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BDDAD-F6F6-4977-92A7-D24F18F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AAB8C-AFEC-4292-963A-87A30313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3B1B0-670C-4EEB-A507-E5013E08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D6DC5-69D3-4BD8-8C93-6C565F3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CBF5F-7677-4069-A88B-8CDC2834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84072-5922-4D47-8598-652206C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21D4C-359B-4DE3-9B5E-F3BC8D7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676A0-136D-4CE8-8E85-F9B27797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D380E-515E-4EEB-BB74-9C592634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917C5-A116-42CC-8A52-B91C199D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1FF54-0E33-42E3-95D1-EC0BA4FB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AF595-1358-49A8-A6EA-827BC64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B3624-DBDA-4597-8EDF-E5C6FF3C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A89F9-E8D3-482B-87B1-6AC8203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BC078-7587-446B-919E-B5B9C82E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60BE5-9705-4609-A8BE-CC398B4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CAA3A-E5E4-4E83-8ABD-66BF6636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ADB35-0E90-4B62-8B69-E95C7195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5F1E7-6B58-400F-BB29-509A49E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EF7F2-326E-4729-9EC0-F4270B6C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762A0-9D85-48DF-B8DF-F94D6E63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A7E7F-CC96-42AE-901D-8A86DAF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5FF2A-2607-484A-A2F7-C26859B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ACAD31-44AA-48B8-BDCD-7444B443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5955A7-E5A6-4FD8-943D-A686EC3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57834015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12384-E800-4541-B10E-9B09D29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1486A-191E-4490-AB33-DB6A2200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CC96B-00FB-4451-9720-BCFAF038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8F10A-BAE9-4004-A26C-4D747E63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25631-4C4E-4CA9-8B7B-E05B00D4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BDACB-04A3-41E1-BBBD-497D1E27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6E830-8AC5-4B7A-BEB0-FC5A26B2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Explain Data communications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85E33-42DB-41EB-85AC-24BCC941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D590B-44A2-4DE4-83EB-5B4BBCEA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Compare two approaches from Network Foundations and Switching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6E08E-34E0-4F21-AF92-814632AB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8A3EB-F5AE-4A61-B7A9-692B0F41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Solve a small worked example involving Protocol layering.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E9B15-238A-46A8-8800-98343FB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E79F9-5CE1-4496-9EB4-A25967C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List common mistakes and how to avoid them in Network Foundations and Switching.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18031-9D43-47A2-A9F2-44412EB6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C3D4D-06C8-4AB7-86A2-9214B17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17218257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D6834-EC63-442B-AC94-04F85B5A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7E4F6-7CD8-422F-B69F-1F18923F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24C31-1B02-4833-82C8-7F658AF1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15DA3-250A-4CB0-8279-11CD42D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09128-16C9-4F44-A629-8F6A3361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Data communications vs Networks and network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2E2A7-7DAE-4F33-97BA-2EC46A9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96C11-BA7F-4631-A00E-F67DF5B1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8DFC1-1527-4F92-A9CD-DB330BEB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 communications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AD765-DF0F-40F8-A82F-E55E709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Networks and network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3B8D9-F7A1-4769-99A2-C31F1B6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EA814-9ADB-41CB-8660-A7AF1631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848AD-FF38-4ED7-A06C-8B68DFFE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C6CCE-C2BA-4F42-92DC-D4D92EC3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8DCDF-B1ED-4C37-8A5D-3FD5B627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8C3AD-6755-42D9-A917-B1149323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4732F-1378-4433-A206-80AF8A3C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96FE1-4333-4FCA-9CA7-41D0E60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3DEB8-0C85-47EC-9676-403663DF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85650-F086-4932-88D5-3E7A533C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C8015-3385-4782-BB11-17842017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EEF2B-2217-409E-A891-A52DD79D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8667A-313B-4867-BFFC-F038419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A99AE-F864-42E3-8250-9491C105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5605A-D439-4E63-AC9C-90E0688C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2AB37-575F-482F-8860-98735B5C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2007322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5C67A-88CC-4711-9E18-C92FCF7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CDB30-597D-4043-9C6D-62B0948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C8CA0-08F0-4C2A-AB90-B75AE107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EBB29-30CB-4A9E-BC95-5D7DFD75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97193-CAFC-46C1-AE6A-710AFAD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Networks and network types: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74439-F9A5-4290-9E9A-A8F057B0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09747-BC7C-4469-8B14-E6C9E77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91E0A-B9A9-4423-9449-93B9C33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F7E20-D4BA-40AF-92EF-4471CDBF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A23B-12B8-4C13-9F03-F65E46A1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9CCC8-CB94-4D77-A744-AF5B695A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7368E-B405-461D-A2D0-F78BF591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1FC2D-CF4A-41AD-9D39-77DB168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5B6F9-5051-4F7F-9E22-30191AC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08D3E-E3B8-49D6-A3E9-00C1AEE9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E00BC-7FDF-4845-B672-A28E8C29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CAAB8-1311-4EB2-9CAB-B5FD02B8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1E152-376C-453D-B95A-749D6E28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AA6ED-F79C-46DF-81F2-5BEA7C1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B0FB5-970E-44E1-B3CB-13185245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148B0-DBA0-4E24-885C-AB4C2A51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E34D6-316A-48F1-9F17-0A5B26A7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CCF81-16FB-4355-96DA-0C05E37B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78C91-EB60-44FA-845B-51A5ED57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EAF95-9977-47D0-B1DC-E2A54EF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FF93B-F90B-40AA-A37C-7326C6A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EA171-D78D-4921-B59C-6258F8A5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3CB726-EEB0-451C-90AB-364B3DA2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D43AE9-C2E5-4C7D-B04F-AAE30758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0C322-B786-4C10-A1E4-708E009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F628D-0506-4422-BE38-2F60BA5E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networks and network types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444592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08715-BF75-4479-BB6A-A09ADC3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28049-CAB9-48FD-86CE-057B3B9E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BAD39-6171-4C89-B880-82483A7F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6F12F-86AB-458F-B82F-DF59A859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E727F-F4ED-456E-ACE5-125C05B9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Protocol layering: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B102A-29EF-4FC1-8E4C-BCC01B78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D5562-DC8F-4FD0-9DEB-2C19BD52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8E259-8EF5-417C-B8F4-057E91BC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0B46-4AB9-4F9B-85BB-8C234612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3636C-7577-4307-9461-1058B063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FCD6D-AF5D-40B6-B1F1-3E875CA4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Protocol layering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FF8D1-A066-47F1-8D86-ADEC8DB9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3DF63-8791-4415-97CA-BDCCD5A3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D9DAD-A6DA-4799-BAA1-A22AEEBF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5CF16-C359-49E3-A75B-84C347BF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FF06D-6638-4841-92AC-A6F5B98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3CDC5-FC7B-4DB7-9B29-5252460F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B52B9-BFB0-4B2D-8FD6-37AD974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46D1D-61BB-46EA-9C0C-8B103848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8378C-E98D-4A69-9872-BEFC27ED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E76C6-8547-46D9-9D30-E3AC4ADC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4920615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6119D-40B2-48E7-B373-DA028708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33B4-9479-4C9E-851C-48E524AB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Network Foundations and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4B007-5093-4C04-A22D-B323229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D392-282F-4CE7-BC6A-AA609C5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881CA-0750-4075-91EF-D5244E8D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CE6B8-1EDF-407D-80D3-32C6DA4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</a:defRPr>
            </a:pPr>
            <a:r>
              <a:rPr sz="2025" b="0">
                <a:solidFill>
                  <a:srgbClr val="0F172A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4DA9F-B163-472E-B1E3-82C3F323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9D2FF-F537-4BC2-9FC8-03AE134C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68B70-1463-4485-B882-8C8616C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FCF6E-484C-455E-85AB-61DC428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426CD-D8CA-4B8D-A635-6E59E3AD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F0F27-FC9B-4300-BD1C-685C96B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9100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2026-08-24T06:04:23.9030000Z</dcterms:created>
  <dcterms:modified xsi:type="dcterms:W3CDTF">2026-08-24T06:04:23.9030000Z</dcterms:modified>
</coreProperties>
</file>