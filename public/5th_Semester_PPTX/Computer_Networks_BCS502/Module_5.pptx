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7e79080e740b3" /><Relationship Type="http://schemas.openxmlformats.org/officeDocument/2006/relationships/extended-properties" Target="/docProps/app.xml" Id="R1beea44be76144c5" /><Relationship Type="http://schemas.openxmlformats.org/officeDocument/2006/relationships/officeDocument" Target="/ppt/presentation.xml" Id="R1522095b01e2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75a9555997472f"/>
  </p:sldMasterIdLst>
  <p:notesMasterIdLst>
    <p:notesMasterId xmlns:r="http://schemas.openxmlformats.org/officeDocument/2006/relationships" r:id="Rb6f31707f3214db5"/>
  </p:notesMasterIdLst>
  <p:sldIdLst>
    <p:sldId xmlns:r="http://schemas.openxmlformats.org/officeDocument/2006/relationships" id="256" r:id="Rdda81af18ff4413c"/>
    <p:sldId xmlns:r="http://schemas.openxmlformats.org/officeDocument/2006/relationships" id="257" r:id="Rb51165ecf3114ad5"/>
    <p:sldId xmlns:r="http://schemas.openxmlformats.org/officeDocument/2006/relationships" id="258" r:id="R1f0bfc040e404066"/>
    <p:sldId xmlns:r="http://schemas.openxmlformats.org/officeDocument/2006/relationships" id="259" r:id="Rc6f89e9bc46444c0"/>
    <p:sldId xmlns:r="http://schemas.openxmlformats.org/officeDocument/2006/relationships" id="260" r:id="R1f33925274544b67"/>
    <p:sldId xmlns:r="http://schemas.openxmlformats.org/officeDocument/2006/relationships" id="261" r:id="R7b758ab0f2fb412b"/>
    <p:sldId xmlns:r="http://schemas.openxmlformats.org/officeDocument/2006/relationships" id="262" r:id="R412b341fd6d04983"/>
    <p:sldId xmlns:r="http://schemas.openxmlformats.org/officeDocument/2006/relationships" id="263" r:id="R212aef65ac3c4414"/>
    <p:sldId xmlns:r="http://schemas.openxmlformats.org/officeDocument/2006/relationships" id="264" r:id="R71a5333bd0044c83"/>
    <p:sldId xmlns:r="http://schemas.openxmlformats.org/officeDocument/2006/relationships" id="265" r:id="R99e98fd85c36420e"/>
    <p:sldId xmlns:r="http://schemas.openxmlformats.org/officeDocument/2006/relationships" id="266" r:id="R226df863b45b4b5a"/>
    <p:sldId xmlns:r="http://schemas.openxmlformats.org/officeDocument/2006/relationships" id="267" r:id="R95f6138a4a4b4614"/>
    <p:sldId xmlns:r="http://schemas.openxmlformats.org/officeDocument/2006/relationships" id="268" r:id="R0c78973e5a1b471c"/>
    <p:sldId xmlns:r="http://schemas.openxmlformats.org/officeDocument/2006/relationships" id="269" r:id="R0e74cfc1bfbc461a"/>
    <p:sldId xmlns:r="http://schemas.openxmlformats.org/officeDocument/2006/relationships" id="270" r:id="R99e4482612054417"/>
    <p:sldId xmlns:r="http://schemas.openxmlformats.org/officeDocument/2006/relationships" id="271" r:id="R32057f24417b45ea"/>
    <p:sldId xmlns:r="http://schemas.openxmlformats.org/officeDocument/2006/relationships" id="272" r:id="Rc37d9493a2224742"/>
    <p:sldId xmlns:r="http://schemas.openxmlformats.org/officeDocument/2006/relationships" id="273" r:id="Rff2e25daa2f64065"/>
    <p:sldId xmlns:r="http://schemas.openxmlformats.org/officeDocument/2006/relationships" id="274" r:id="Rfeb4dce3885d4972"/>
    <p:sldId xmlns:r="http://schemas.openxmlformats.org/officeDocument/2006/relationships" id="275" r:id="Rd1c6ee645a174690"/>
    <p:sldId xmlns:r="http://schemas.openxmlformats.org/officeDocument/2006/relationships" id="276" r:id="R113a1b04be954553"/>
    <p:sldId xmlns:r="http://schemas.openxmlformats.org/officeDocument/2006/relationships" id="277" r:id="R8cb873fd60e44427"/>
    <p:sldId xmlns:r="http://schemas.openxmlformats.org/officeDocument/2006/relationships" id="278" r:id="Rf3d72a21d69c40b3"/>
    <p:sldId xmlns:r="http://schemas.openxmlformats.org/officeDocument/2006/relationships" id="279" r:id="R7bc33c25a6f04677"/>
    <p:sldId xmlns:r="http://schemas.openxmlformats.org/officeDocument/2006/relationships" id="280" r:id="Ra765b935f8f04198"/>
    <p:sldId xmlns:r="http://schemas.openxmlformats.org/officeDocument/2006/relationships" id="281" r:id="R303764be25aa4cae"/>
    <p:sldId xmlns:r="http://schemas.openxmlformats.org/officeDocument/2006/relationships" id="282" r:id="R4d6a5a894e774291"/>
    <p:sldId xmlns:r="http://schemas.openxmlformats.org/officeDocument/2006/relationships" id="283" r:id="R7da2cbc00bcd4eca"/>
    <p:sldId xmlns:r="http://schemas.openxmlformats.org/officeDocument/2006/relationships" id="284" r:id="R2e71de375db2416d"/>
    <p:sldId xmlns:r="http://schemas.openxmlformats.org/officeDocument/2006/relationships" id="285" r:id="R336ed16868ed4587"/>
    <p:sldId xmlns:r="http://schemas.openxmlformats.org/officeDocument/2006/relationships" id="286" r:id="R404883ab17894457"/>
    <p:sldId xmlns:r="http://schemas.openxmlformats.org/officeDocument/2006/relationships" id="287" r:id="R322c6eb5996641f3"/>
    <p:sldId xmlns:r="http://schemas.openxmlformats.org/officeDocument/2006/relationships" id="288" r:id="R438109f63b0b4757"/>
    <p:sldId xmlns:r="http://schemas.openxmlformats.org/officeDocument/2006/relationships" id="289" r:id="Re2c860aeeb074d9f"/>
    <p:sldId xmlns:r="http://schemas.openxmlformats.org/officeDocument/2006/relationships" id="290" r:id="R19f31b12f00c486f"/>
    <p:sldId xmlns:r="http://schemas.openxmlformats.org/officeDocument/2006/relationships" id="291" r:id="Rf9f64b851d544580"/>
    <p:sldId xmlns:r="http://schemas.openxmlformats.org/officeDocument/2006/relationships" id="292" r:id="Rcf3f8edebd1c43af"/>
    <p:sldId xmlns:r="http://schemas.openxmlformats.org/officeDocument/2006/relationships" id="293" r:id="Rf1223e57bae74b7f"/>
    <p:sldId xmlns:r="http://schemas.openxmlformats.org/officeDocument/2006/relationships" id="294" r:id="R5258a8f0d83147eb"/>
    <p:sldId xmlns:r="http://schemas.openxmlformats.org/officeDocument/2006/relationships" id="295" r:id="R155cc244f3124d8d"/>
    <p:sldId xmlns:r="http://schemas.openxmlformats.org/officeDocument/2006/relationships" id="296" r:id="Rf05e4e082ef6494a"/>
    <p:sldId xmlns:r="http://schemas.openxmlformats.org/officeDocument/2006/relationships" id="297" r:id="Rfee2b16f9f254c34"/>
    <p:sldId xmlns:r="http://schemas.openxmlformats.org/officeDocument/2006/relationships" id="298" r:id="R0e511acbb92c48cd"/>
    <p:sldId xmlns:r="http://schemas.openxmlformats.org/officeDocument/2006/relationships" id="299" r:id="R46c7a1917a8a4f8f"/>
    <p:sldId xmlns:r="http://schemas.openxmlformats.org/officeDocument/2006/relationships" id="300" r:id="Rbac9f476b8a54ec8"/>
    <p:sldId xmlns:r="http://schemas.openxmlformats.org/officeDocument/2006/relationships" id="301" r:id="Rd3df6e01013e49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227fc7093d4c69" /><Relationship Type="http://schemas.openxmlformats.org/officeDocument/2006/relationships/slideMaster" Target="/ppt/slideMasters/slideMaster1.xml" Id="R3375a9555997472f" /><Relationship Type="http://schemas.openxmlformats.org/officeDocument/2006/relationships/notesMaster" Target="/ppt/notesMasters/notesMaster1.xml" Id="Rb6f31707f3214db5" /><Relationship Type="http://schemas.openxmlformats.org/officeDocument/2006/relationships/presProps" Target="/ppt/presProps.xml" Id="Ra055b79d0abe4376" /><Relationship Type="http://schemas.openxmlformats.org/officeDocument/2006/relationships/tableStyles" Target="/ppt/tableStyles.xml" Id="Rd1af3e092d254bf1" /><Relationship Type="http://schemas.openxmlformats.org/officeDocument/2006/relationships/slide" Target="/ppt/slides/slide1.xml" Id="Rdda81af18ff4413c" /><Relationship Type="http://schemas.openxmlformats.org/officeDocument/2006/relationships/slide" Target="/ppt/slides/slide2.xml" Id="Rb51165ecf3114ad5" /><Relationship Type="http://schemas.openxmlformats.org/officeDocument/2006/relationships/slide" Target="/ppt/slides/slide3.xml" Id="R1f0bfc040e404066" /><Relationship Type="http://schemas.openxmlformats.org/officeDocument/2006/relationships/slide" Target="/ppt/slides/slide4.xml" Id="Rc6f89e9bc46444c0" /><Relationship Type="http://schemas.openxmlformats.org/officeDocument/2006/relationships/slide" Target="/ppt/slides/slide5.xml" Id="R1f33925274544b67" /><Relationship Type="http://schemas.openxmlformats.org/officeDocument/2006/relationships/slide" Target="/ppt/slides/slide6.xml" Id="R7b758ab0f2fb412b" /><Relationship Type="http://schemas.openxmlformats.org/officeDocument/2006/relationships/slide" Target="/ppt/slides/slide7.xml" Id="R412b341fd6d04983" /><Relationship Type="http://schemas.openxmlformats.org/officeDocument/2006/relationships/slide" Target="/ppt/slides/slide8.xml" Id="R212aef65ac3c4414" /><Relationship Type="http://schemas.openxmlformats.org/officeDocument/2006/relationships/slide" Target="/ppt/slides/slide9.xml" Id="R71a5333bd0044c83" /><Relationship Type="http://schemas.openxmlformats.org/officeDocument/2006/relationships/slide" Target="/ppt/slides/slide10.xml" Id="R99e98fd85c36420e" /><Relationship Type="http://schemas.openxmlformats.org/officeDocument/2006/relationships/slide" Target="/ppt/slides/slide11.xml" Id="R226df863b45b4b5a" /><Relationship Type="http://schemas.openxmlformats.org/officeDocument/2006/relationships/slide" Target="/ppt/slides/slide12.xml" Id="R95f6138a4a4b4614" /><Relationship Type="http://schemas.openxmlformats.org/officeDocument/2006/relationships/slide" Target="/ppt/slides/slide13.xml" Id="R0c78973e5a1b471c" /><Relationship Type="http://schemas.openxmlformats.org/officeDocument/2006/relationships/slide" Target="/ppt/slides/slide14.xml" Id="R0e74cfc1bfbc461a" /><Relationship Type="http://schemas.openxmlformats.org/officeDocument/2006/relationships/slide" Target="/ppt/slides/slide15.xml" Id="R99e4482612054417" /><Relationship Type="http://schemas.openxmlformats.org/officeDocument/2006/relationships/slide" Target="/ppt/slides/slide16.xml" Id="R32057f24417b45ea" /><Relationship Type="http://schemas.openxmlformats.org/officeDocument/2006/relationships/slide" Target="/ppt/slides/slide17.xml" Id="Rc37d9493a2224742" /><Relationship Type="http://schemas.openxmlformats.org/officeDocument/2006/relationships/slide" Target="/ppt/slides/slide18.xml" Id="Rff2e25daa2f64065" /><Relationship Type="http://schemas.openxmlformats.org/officeDocument/2006/relationships/slide" Target="/ppt/slides/slide19.xml" Id="Rfeb4dce3885d4972" /><Relationship Type="http://schemas.openxmlformats.org/officeDocument/2006/relationships/slide" Target="/ppt/slides/slide20.xml" Id="Rd1c6ee645a174690" /><Relationship Type="http://schemas.openxmlformats.org/officeDocument/2006/relationships/slide" Target="/ppt/slides/slide21.xml" Id="R113a1b04be954553" /><Relationship Type="http://schemas.openxmlformats.org/officeDocument/2006/relationships/slide" Target="/ppt/slides/slide22.xml" Id="R8cb873fd60e44427" /><Relationship Type="http://schemas.openxmlformats.org/officeDocument/2006/relationships/slide" Target="/ppt/slides/slide23.xml" Id="Rf3d72a21d69c40b3" /><Relationship Type="http://schemas.openxmlformats.org/officeDocument/2006/relationships/slide" Target="/ppt/slides/slide24.xml" Id="R7bc33c25a6f04677" /><Relationship Type="http://schemas.openxmlformats.org/officeDocument/2006/relationships/slide" Target="/ppt/slides/slide25.xml" Id="Ra765b935f8f04198" /><Relationship Type="http://schemas.openxmlformats.org/officeDocument/2006/relationships/slide" Target="/ppt/slides/slide26.xml" Id="R303764be25aa4cae" /><Relationship Type="http://schemas.openxmlformats.org/officeDocument/2006/relationships/slide" Target="/ppt/slides/slide27.xml" Id="R4d6a5a894e774291" /><Relationship Type="http://schemas.openxmlformats.org/officeDocument/2006/relationships/slide" Target="/ppt/slides/slide28.xml" Id="R7da2cbc00bcd4eca" /><Relationship Type="http://schemas.openxmlformats.org/officeDocument/2006/relationships/slide" Target="/ppt/slides/slide29.xml" Id="R2e71de375db2416d" /><Relationship Type="http://schemas.openxmlformats.org/officeDocument/2006/relationships/slide" Target="/ppt/slides/slide30.xml" Id="R336ed16868ed4587" /><Relationship Type="http://schemas.openxmlformats.org/officeDocument/2006/relationships/slide" Target="/ppt/slides/slide31.xml" Id="R404883ab17894457" /><Relationship Type="http://schemas.openxmlformats.org/officeDocument/2006/relationships/slide" Target="/ppt/slides/slide32.xml" Id="R322c6eb5996641f3" /><Relationship Type="http://schemas.openxmlformats.org/officeDocument/2006/relationships/slide" Target="/ppt/slides/slide33.xml" Id="R438109f63b0b4757" /><Relationship Type="http://schemas.openxmlformats.org/officeDocument/2006/relationships/slide" Target="/ppt/slides/slide34.xml" Id="Re2c860aeeb074d9f" /><Relationship Type="http://schemas.openxmlformats.org/officeDocument/2006/relationships/slide" Target="/ppt/slides/slide35.xml" Id="R19f31b12f00c486f" /><Relationship Type="http://schemas.openxmlformats.org/officeDocument/2006/relationships/slide" Target="/ppt/slides/slide36.xml" Id="Rf9f64b851d544580" /><Relationship Type="http://schemas.openxmlformats.org/officeDocument/2006/relationships/slide" Target="/ppt/slides/slide37.xml" Id="Rcf3f8edebd1c43af" /><Relationship Type="http://schemas.openxmlformats.org/officeDocument/2006/relationships/slide" Target="/ppt/slides/slide38.xml" Id="Rf1223e57bae74b7f" /><Relationship Type="http://schemas.openxmlformats.org/officeDocument/2006/relationships/slide" Target="/ppt/slides/slide39.xml" Id="R5258a8f0d83147eb" /><Relationship Type="http://schemas.openxmlformats.org/officeDocument/2006/relationships/slide" Target="/ppt/slides/slide40.xml" Id="R155cc244f3124d8d" /><Relationship Type="http://schemas.openxmlformats.org/officeDocument/2006/relationships/slide" Target="/ppt/slides/slide41.xml" Id="Rf05e4e082ef6494a" /><Relationship Type="http://schemas.openxmlformats.org/officeDocument/2006/relationships/slide" Target="/ppt/slides/slide42.xml" Id="Rfee2b16f9f254c34" /><Relationship Type="http://schemas.openxmlformats.org/officeDocument/2006/relationships/slide" Target="/ppt/slides/slide43.xml" Id="R0e511acbb92c48cd" /><Relationship Type="http://schemas.openxmlformats.org/officeDocument/2006/relationships/slide" Target="/ppt/slides/slide44.xml" Id="R46c7a1917a8a4f8f" /><Relationship Type="http://schemas.openxmlformats.org/officeDocument/2006/relationships/slide" Target="/ppt/slides/slide45.xml" Id="Rbac9f476b8a54ec8" /><Relationship Type="http://schemas.openxmlformats.org/officeDocument/2006/relationships/slide" Target="/ppt/slides/slide46.xml" Id="Rd3df6e01013e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82705fc8cf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d741bd0fe94a08" /><Relationship Type="http://schemas.openxmlformats.org/officeDocument/2006/relationships/notesMaster" Target="/ppt/notesMasters/notesMaster1.xml" Id="Rb7cb97cc6c9b44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b87bdc19f44cd5" /><Relationship Type="http://schemas.openxmlformats.org/officeDocument/2006/relationships/notesMaster" Target="/ppt/notesMasters/notesMaster1.xml" Id="R8608582a41d547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2e958513443a5" /><Relationship Type="http://schemas.openxmlformats.org/officeDocument/2006/relationships/notesMaster" Target="/ppt/notesMasters/notesMaster1.xml" Id="Rf69dafeb786e4c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dac57367f4e4a" /><Relationship Type="http://schemas.openxmlformats.org/officeDocument/2006/relationships/notesMaster" Target="/ppt/notesMasters/notesMaster1.xml" Id="Re2ced620fdfe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8d8fcb95aa4b29" /><Relationship Type="http://schemas.openxmlformats.org/officeDocument/2006/relationships/notesMaster" Target="/ppt/notesMasters/notesMaster1.xml" Id="Rc3ece16f3c4a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4466129954138" /><Relationship Type="http://schemas.openxmlformats.org/officeDocument/2006/relationships/notesMaster" Target="/ppt/notesMasters/notesMaster1.xml" Id="R8a6e8a676c5543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0ab20f946a462c" /><Relationship Type="http://schemas.openxmlformats.org/officeDocument/2006/relationships/notesMaster" Target="/ppt/notesMasters/notesMaster1.xml" Id="R5bf71f1276ab4c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e46251415a48b2" /><Relationship Type="http://schemas.openxmlformats.org/officeDocument/2006/relationships/notesMaster" Target="/ppt/notesMasters/notesMaster1.xml" Id="Rb014dfc9befd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73aa35c4a4dd2" /><Relationship Type="http://schemas.openxmlformats.org/officeDocument/2006/relationships/notesMaster" Target="/ppt/notesMasters/notesMaster1.xml" Id="Rb3ff5ce5e2944a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de57bf15394be1" /><Relationship Type="http://schemas.openxmlformats.org/officeDocument/2006/relationships/notesMaster" Target="/ppt/notesMasters/notesMaster1.xml" Id="R48f4a0c7a18f47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120cad38d24a6a" /><Relationship Type="http://schemas.openxmlformats.org/officeDocument/2006/relationships/notesMaster" Target="/ppt/notesMasters/notesMaster1.xml" Id="R3c2fd63a44d944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823b3bc7ac4f21" /><Relationship Type="http://schemas.openxmlformats.org/officeDocument/2006/relationships/notesMaster" Target="/ppt/notesMasters/notesMaster1.xml" Id="Rca9c870bda9d4f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c2767a97424547" /><Relationship Type="http://schemas.openxmlformats.org/officeDocument/2006/relationships/notesMaster" Target="/ppt/notesMasters/notesMaster1.xml" Id="R732da9bde15745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e6fd7d16604c65" /><Relationship Type="http://schemas.openxmlformats.org/officeDocument/2006/relationships/notesMaster" Target="/ppt/notesMasters/notesMaster1.xml" Id="Re8603c55af4346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f53b761b40439a" /><Relationship Type="http://schemas.openxmlformats.org/officeDocument/2006/relationships/notesMaster" Target="/ppt/notesMasters/notesMaster1.xml" Id="Rd0fc8f5751a142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a152cbeb884bfb" /><Relationship Type="http://schemas.openxmlformats.org/officeDocument/2006/relationships/notesMaster" Target="/ppt/notesMasters/notesMaster1.xml" Id="Rc393c19de60440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09e261eaf644c9" /><Relationship Type="http://schemas.openxmlformats.org/officeDocument/2006/relationships/notesMaster" Target="/ppt/notesMasters/notesMaster1.xml" Id="R735f0aa1b4bf4a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762fee7d094d94" /><Relationship Type="http://schemas.openxmlformats.org/officeDocument/2006/relationships/notesMaster" Target="/ppt/notesMasters/notesMaster1.xml" Id="Rb657f353200646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d6bc547af04d9b" /><Relationship Type="http://schemas.openxmlformats.org/officeDocument/2006/relationships/notesMaster" Target="/ppt/notesMasters/notesMaster1.xml" Id="R9e2061b7d16f40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ae4d9c3e974fab" /><Relationship Type="http://schemas.openxmlformats.org/officeDocument/2006/relationships/notesMaster" Target="/ppt/notesMasters/notesMaster1.xml" Id="Rc91a09d325224a5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68729e9e414ae8" /><Relationship Type="http://schemas.openxmlformats.org/officeDocument/2006/relationships/notesMaster" Target="/ppt/notesMasters/notesMaster1.xml" Id="Rd8a4f18c4c7a41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366b83fcdb4a35" /><Relationship Type="http://schemas.openxmlformats.org/officeDocument/2006/relationships/notesMaster" Target="/ppt/notesMasters/notesMaster1.xml" Id="Rf93e384e4e5148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233d30d73934965" /><Relationship Type="http://schemas.openxmlformats.org/officeDocument/2006/relationships/notesMaster" Target="/ppt/notesMasters/notesMaster1.xml" Id="R34de47dd21004d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5c885f5e1648af" /><Relationship Type="http://schemas.openxmlformats.org/officeDocument/2006/relationships/notesMaster" Target="/ppt/notesMasters/notesMaster1.xml" Id="Rcb4d636ee03a4c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16077b50c54392" /><Relationship Type="http://schemas.openxmlformats.org/officeDocument/2006/relationships/notesMaster" Target="/ppt/notesMasters/notesMaster1.xml" Id="Re20ee74179604d6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a8c80329e04b2d" /><Relationship Type="http://schemas.openxmlformats.org/officeDocument/2006/relationships/notesMaster" Target="/ppt/notesMasters/notesMaster1.xml" Id="Re6d207d8d17f4a2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2ce7d3530d4ed7" /><Relationship Type="http://schemas.openxmlformats.org/officeDocument/2006/relationships/notesMaster" Target="/ppt/notesMasters/notesMaster1.xml" Id="R265946c2a09945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2709103c7c448a" /><Relationship Type="http://schemas.openxmlformats.org/officeDocument/2006/relationships/notesMaster" Target="/ppt/notesMasters/notesMaster1.xml" Id="R4c9a3b1ca5db4f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597794de594fc7" /><Relationship Type="http://schemas.openxmlformats.org/officeDocument/2006/relationships/notesMaster" Target="/ppt/notesMasters/notesMaster1.xml" Id="Re31d7cc5c65646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2ae1a8c29ee4047" /><Relationship Type="http://schemas.openxmlformats.org/officeDocument/2006/relationships/notesMaster" Target="/ppt/notesMasters/notesMaster1.xml" Id="Rc6ea41bc64c14af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e79b1f3189b408a" /><Relationship Type="http://schemas.openxmlformats.org/officeDocument/2006/relationships/notesMaster" Target="/ppt/notesMasters/notesMaster1.xml" Id="R3dd94fa1b42e4c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8f139bae20e496b" /><Relationship Type="http://schemas.openxmlformats.org/officeDocument/2006/relationships/notesMaster" Target="/ppt/notesMasters/notesMaster1.xml" Id="Rad825594a0ee44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02f0cbc724f42ab" /><Relationship Type="http://schemas.openxmlformats.org/officeDocument/2006/relationships/notesMaster" Target="/ppt/notesMasters/notesMaster1.xml" Id="R4bfbd34b8ff444d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bd329656fd4391" /><Relationship Type="http://schemas.openxmlformats.org/officeDocument/2006/relationships/notesMaster" Target="/ppt/notesMasters/notesMaster1.xml" Id="R96e435e4720f4ab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844f09767441b9" /><Relationship Type="http://schemas.openxmlformats.org/officeDocument/2006/relationships/notesMaster" Target="/ppt/notesMasters/notesMaster1.xml" Id="R104f090e48c146f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2ae88f7214b4d3d" /><Relationship Type="http://schemas.openxmlformats.org/officeDocument/2006/relationships/notesMaster" Target="/ppt/notesMasters/notesMaster1.xml" Id="R430912e3c59840e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9d5d5dd8a74ea3" /><Relationship Type="http://schemas.openxmlformats.org/officeDocument/2006/relationships/notesMaster" Target="/ppt/notesMasters/notesMaster1.xml" Id="R24a2d665de8f44d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a6bebb37cef4354" /><Relationship Type="http://schemas.openxmlformats.org/officeDocument/2006/relationships/notesMaster" Target="/ppt/notesMasters/notesMaster1.xml" Id="Red81a0a09b0d46e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5e4cb57924549ea" /><Relationship Type="http://schemas.openxmlformats.org/officeDocument/2006/relationships/notesMaster" Target="/ppt/notesMasters/notesMaster1.xml" Id="R5105c6aa921f44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f0a003d06942f2" /><Relationship Type="http://schemas.openxmlformats.org/officeDocument/2006/relationships/notesMaster" Target="/ppt/notesMasters/notesMaster1.xml" Id="R6abfa55085b7494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9d3d112e7fb4864" /><Relationship Type="http://schemas.openxmlformats.org/officeDocument/2006/relationships/notesMaster" Target="/ppt/notesMasters/notesMaster1.xml" Id="Rf32cbff783ee4c0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9f7ae7315314751" /><Relationship Type="http://schemas.openxmlformats.org/officeDocument/2006/relationships/notesMaster" Target="/ppt/notesMasters/notesMaster1.xml" Id="R1405bd621da3405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6f29441fce84832" /><Relationship Type="http://schemas.openxmlformats.org/officeDocument/2006/relationships/notesMaster" Target="/ppt/notesMasters/notesMaster1.xml" Id="R4616cabe2a8a4e2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d3f5ca195494de7" /><Relationship Type="http://schemas.openxmlformats.org/officeDocument/2006/relationships/notesMaster" Target="/ppt/notesMasters/notesMaster1.xml" Id="R49d731dfa6004cc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7dce02764814e21" /><Relationship Type="http://schemas.openxmlformats.org/officeDocument/2006/relationships/notesMaster" Target="/ppt/notesMasters/notesMaster1.xml" Id="R682c43a8110e442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9f8a652f7304293" /><Relationship Type="http://schemas.openxmlformats.org/officeDocument/2006/relationships/notesMaster" Target="/ppt/notesMasters/notesMaster1.xml" Id="Rb0e863a974ac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ba41fb5d246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a5322e12204a53" /><Relationship Type="http://schemas.openxmlformats.org/officeDocument/2006/relationships/slideLayout" Target="/ppt/slideLayouts/slideLayout1.xml" Id="Rb57026bddb1948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026bddb1948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0952ee8584305" /><Relationship Type="http://schemas.openxmlformats.org/officeDocument/2006/relationships/notesSlide" Target="/ppt/notesSlides/notesSlide1.xml" Id="Rc37b5c2184d944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3ebf07dbe4cf0" /><Relationship Type="http://schemas.openxmlformats.org/officeDocument/2006/relationships/notesSlide" Target="/ppt/notesSlides/notesSlide2.xml" Id="R28e24c501f1040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fe8de7c884c0c" /><Relationship Type="http://schemas.openxmlformats.org/officeDocument/2006/relationships/notesSlide" Target="/ppt/notesSlides/notesSlide3.xml" Id="R7d3be8d4277240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3ab79555242e1" /><Relationship Type="http://schemas.openxmlformats.org/officeDocument/2006/relationships/notesSlide" Target="/ppt/notesSlides/notesSlide4.xml" Id="Rb828c80813dc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b29f203e44387" /><Relationship Type="http://schemas.openxmlformats.org/officeDocument/2006/relationships/notesSlide" Target="/ppt/notesSlides/notesSlide5.xml" Id="Rd842d33be32b46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70226df04eb2" /><Relationship Type="http://schemas.openxmlformats.org/officeDocument/2006/relationships/notesSlide" Target="/ppt/notesSlides/notesSlide6.xml" Id="R24931c33722e41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86d752b2f46e2" /><Relationship Type="http://schemas.openxmlformats.org/officeDocument/2006/relationships/notesSlide" Target="/ppt/notesSlides/notesSlide7.xml" Id="Ra8522422b6ef4e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13838d25149d3" /><Relationship Type="http://schemas.openxmlformats.org/officeDocument/2006/relationships/notesSlide" Target="/ppt/notesSlides/notesSlide8.xml" Id="Rc5a3a9557f5e44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5ac45dad14861" /><Relationship Type="http://schemas.openxmlformats.org/officeDocument/2006/relationships/notesSlide" Target="/ppt/notesSlides/notesSlide9.xml" Id="R1455d40e2b8a4e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9aa4dffb140fe" /><Relationship Type="http://schemas.openxmlformats.org/officeDocument/2006/relationships/notesSlide" Target="/ppt/notesSlides/notesSlide10.xml" Id="R70bcedb569d64d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13bd162bd414a" /><Relationship Type="http://schemas.openxmlformats.org/officeDocument/2006/relationships/notesSlide" Target="/ppt/notesSlides/notesSlide11.xml" Id="R6b7670fc0a5f47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fdda7e3ee498e" /><Relationship Type="http://schemas.openxmlformats.org/officeDocument/2006/relationships/notesSlide" Target="/ppt/notesSlides/notesSlide12.xml" Id="Raf313c5771e24e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39b6d85a24a56" /><Relationship Type="http://schemas.openxmlformats.org/officeDocument/2006/relationships/notesSlide" Target="/ppt/notesSlides/notesSlide13.xml" Id="Rbccb7dd396b34c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f2576f78448a" /><Relationship Type="http://schemas.openxmlformats.org/officeDocument/2006/relationships/notesSlide" Target="/ppt/notesSlides/notesSlide14.xml" Id="R6175f5b409cb42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5da8c4434f31" /><Relationship Type="http://schemas.openxmlformats.org/officeDocument/2006/relationships/notesSlide" Target="/ppt/notesSlides/notesSlide15.xml" Id="R7d679bd91cad43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0a097ff7b4793" /><Relationship Type="http://schemas.openxmlformats.org/officeDocument/2006/relationships/notesSlide" Target="/ppt/notesSlides/notesSlide16.xml" Id="R5ed3c322dc024d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07996d5574a1c" /><Relationship Type="http://schemas.openxmlformats.org/officeDocument/2006/relationships/notesSlide" Target="/ppt/notesSlides/notesSlide17.xml" Id="Rd1ac08fceb8341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348db019b48be" /><Relationship Type="http://schemas.openxmlformats.org/officeDocument/2006/relationships/notesSlide" Target="/ppt/notesSlides/notesSlide18.xml" Id="R58a0f0cb7ed248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4e3fad782426d" /><Relationship Type="http://schemas.openxmlformats.org/officeDocument/2006/relationships/notesSlide" Target="/ppt/notesSlides/notesSlide19.xml" Id="R6770b0ecef414fe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19290026e4c54" /><Relationship Type="http://schemas.openxmlformats.org/officeDocument/2006/relationships/notesSlide" Target="/ppt/notesSlides/notesSlide20.xml" Id="R1c8880b3957d4f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0ab04919745d3" /><Relationship Type="http://schemas.openxmlformats.org/officeDocument/2006/relationships/notesSlide" Target="/ppt/notesSlides/notesSlide21.xml" Id="Raf72278597534f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1042afeb3458b" /><Relationship Type="http://schemas.openxmlformats.org/officeDocument/2006/relationships/notesSlide" Target="/ppt/notesSlides/notesSlide22.xml" Id="Re4a5abd11c8f40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3a5e1b0874a42" /><Relationship Type="http://schemas.openxmlformats.org/officeDocument/2006/relationships/notesSlide" Target="/ppt/notesSlides/notesSlide23.xml" Id="R0dbddb04101945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19b89c8904434" /><Relationship Type="http://schemas.openxmlformats.org/officeDocument/2006/relationships/notesSlide" Target="/ppt/notesSlides/notesSlide24.xml" Id="Rbf60c5b91a2f4b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1d86afb694ffd" /><Relationship Type="http://schemas.openxmlformats.org/officeDocument/2006/relationships/notesSlide" Target="/ppt/notesSlides/notesSlide25.xml" Id="R6660737f14d64c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1866abfd24d1e" /><Relationship Type="http://schemas.openxmlformats.org/officeDocument/2006/relationships/notesSlide" Target="/ppt/notesSlides/notesSlide26.xml" Id="R3776febdc7b949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c7304b0de4e61" /><Relationship Type="http://schemas.openxmlformats.org/officeDocument/2006/relationships/notesSlide" Target="/ppt/notesSlides/notesSlide27.xml" Id="R0b8bbc3923ca41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22e3f403f4431" /><Relationship Type="http://schemas.openxmlformats.org/officeDocument/2006/relationships/notesSlide" Target="/ppt/notesSlides/notesSlide28.xml" Id="Rb0167b4302f244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ae89735b74d5e" /><Relationship Type="http://schemas.openxmlformats.org/officeDocument/2006/relationships/notesSlide" Target="/ppt/notesSlides/notesSlide29.xml" Id="Ref5685bde70d484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0bae5c16e4172" /><Relationship Type="http://schemas.openxmlformats.org/officeDocument/2006/relationships/notesSlide" Target="/ppt/notesSlides/notesSlide30.xml" Id="R80229076f7e3447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dc126b6474648" /><Relationship Type="http://schemas.openxmlformats.org/officeDocument/2006/relationships/notesSlide" Target="/ppt/notesSlides/notesSlide31.xml" Id="Ra652aa06871b4b6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bebb1a40a41ad" /><Relationship Type="http://schemas.openxmlformats.org/officeDocument/2006/relationships/notesSlide" Target="/ppt/notesSlides/notesSlide32.xml" Id="R0e3d19814d6c402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6517222f47bf" /><Relationship Type="http://schemas.openxmlformats.org/officeDocument/2006/relationships/notesSlide" Target="/ppt/notesSlides/notesSlide33.xml" Id="R5665c6eac765412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0984b1f964a9b" /><Relationship Type="http://schemas.openxmlformats.org/officeDocument/2006/relationships/notesSlide" Target="/ppt/notesSlides/notesSlide34.xml" Id="R9c78a4cb747f4f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098d3213d4f0a" /><Relationship Type="http://schemas.openxmlformats.org/officeDocument/2006/relationships/notesSlide" Target="/ppt/notesSlides/notesSlide35.xml" Id="R8f1953fb91854e9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9fc5b60ff46fd" /><Relationship Type="http://schemas.openxmlformats.org/officeDocument/2006/relationships/notesSlide" Target="/ppt/notesSlides/notesSlide36.xml" Id="Re3848582ad824a7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1fe28d02c4f48" /><Relationship Type="http://schemas.openxmlformats.org/officeDocument/2006/relationships/notesSlide" Target="/ppt/notesSlides/notesSlide37.xml" Id="R244cfd71fc97405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59091f2534630" /><Relationship Type="http://schemas.openxmlformats.org/officeDocument/2006/relationships/notesSlide" Target="/ppt/notesSlides/notesSlide38.xml" Id="Rdd8c16a9d556414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ed520d4584562" /><Relationship Type="http://schemas.openxmlformats.org/officeDocument/2006/relationships/notesSlide" Target="/ppt/notesSlides/notesSlide39.xml" Id="R20a4ac8acc1e46e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d859e5514d97" /><Relationship Type="http://schemas.openxmlformats.org/officeDocument/2006/relationships/notesSlide" Target="/ppt/notesSlides/notesSlide40.xml" Id="R2f20483e79a44b5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ca816e5b34e2e" /><Relationship Type="http://schemas.openxmlformats.org/officeDocument/2006/relationships/notesSlide" Target="/ppt/notesSlides/notesSlide41.xml" Id="Rd284829f2934452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c87ee74c84400" /><Relationship Type="http://schemas.openxmlformats.org/officeDocument/2006/relationships/notesSlide" Target="/ppt/notesSlides/notesSlide42.xml" Id="R7604b3da13b34ad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91b02e2d64c45" /><Relationship Type="http://schemas.openxmlformats.org/officeDocument/2006/relationships/notesSlide" Target="/ppt/notesSlides/notesSlide43.xml" Id="Refba84a8d10848a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63e4dc9b046e1" /><Relationship Type="http://schemas.openxmlformats.org/officeDocument/2006/relationships/notesSlide" Target="/ppt/notesSlides/notesSlide44.xml" Id="R66a490763be6466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2c4e280724822" /><Relationship Type="http://schemas.openxmlformats.org/officeDocument/2006/relationships/notesSlide" Target="/ppt/notesSlides/notesSlide45.xml" Id="R48a09ec06f81442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779dc27dd4dd2" /><Relationship Type="http://schemas.openxmlformats.org/officeDocument/2006/relationships/notesSlide" Target="/ppt/notesSlides/notesSlide46.xml" Id="R68db42a504804a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EB12B-5035-4024-8EEE-4D7DB183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7FB61-29CF-4A6C-98F6-F850AA5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70A86-0093-4078-BB5B-30539EA5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10B90-5EA4-46EB-8F81-56FAD90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4D6E9-A8F6-4908-9686-8C5168CB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Application Layer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246FA-3CFE-4964-84AD-F3820179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Computer Networks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2B5F6-C7AE-4652-B827-35777F33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B2077-4621-467C-90B4-C69E76DD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F5D41-1B0E-409D-9D84-B2C1469E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9268A-F98A-4797-9354-064940B5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ACF27-AD03-4811-802E-7DF0592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4FD81-0467-4394-92F6-A7A87620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88167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F8A33-4453-465B-A18F-04E066DF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2D7B7-E9F9-427B-AACB-07F7726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CB1DE-1CD3-46BC-B3DC-05D6DCC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15F24-B7D3-485E-B060-BB0BE21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17751-2B79-422B-952D-EB75C447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A4284-D958-4E3A-BCC8-844FE87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3DD39-55E1-4949-915E-E21E8888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0C57-8310-48D0-89DE-D9D5F6F5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B2323-01D0-4DD7-A313-8886BE6E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27178-1792-4C3E-B92C-63AC177D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8E2C4-279E-441E-B115-9A842530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8B9A1-3AB9-4B57-B4D1-A486B934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F45E4-EC45-400B-9328-B3E35762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111419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5BBCA-598E-4C50-8E95-D832FB09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FFC0D-D089-4560-A7DC-82296369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4E33-87BC-4BFC-A27C-18CEC80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383B7-83E3-4F09-92FB-2AA63376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64F58-16AE-449B-811C-23DB9A2B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80C1A-12D1-4E7B-A883-5DBAFBFB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8E383-2132-4ED4-80CF-830C0650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Application layer 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095CC-CE79-4BDF-AF7F-7DE29B23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2EDAD-7ACB-4364-BCBE-FECBB35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Client-server programming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38B21-18B4-4D61-8DBB-6ACFD07B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EF44E-6415-4FBE-9C98-2526EC54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World Wide Web and 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4CE88-2649-47FF-A0AC-C046D532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821DD-4486-41AA-BBCA-41A854BE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3062B-965A-4BE6-895C-94D34F3B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5F1A6-EAF2-4B9D-8257-C2FE34FD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Electronic 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ABF1F-CC70-4896-A572-66C2FFA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E8ABA-731D-4EE9-95C7-7A1C6E3E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Domain Name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4839A-84CC-48C8-8DB5-8845786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97F42-3749-4CE2-A024-E41AE2F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TELNET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1AA34-8E58-4777-8C25-94411F09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E56ED-4769-4AB9-A073-C4D27864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Secure Shell</a:t>
            </a:r>
          </a:p>
        </p:txBody>
      </p:sp>
    </p:spTree>
    <p:extLst>
      <p:ext uri="{BB962C8B-B14F-4D97-AF65-F5344CB8AC3E}">
        <p14:creationId xmlns:p14="http://schemas.microsoft.com/office/powerpoint/2010/main" val="975021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F813E-690F-406A-81E3-9CA327A7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AA154-F1DC-4250-911E-0802AC2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966A2-BAE8-437F-B953-AA9F565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EB06F-21C7-4F56-8BBD-729AA442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F9F52-DC09-4F54-A5DE-84DF394F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Application layer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D2887-2D5D-4A8A-BBC2-E380AB72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06E2B-B0DB-4D45-B3CC-EBF4283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Application layer introduction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2A75B-964F-4963-A30D-57CC547D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35B5A-9179-4ECE-B9AE-CB31DE9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E4C93-9F66-48CD-9A41-8C62E744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0E5F9-7E5C-4D6F-A556-D68AD52A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384D-847E-418B-BE8F-C403EE3D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51AC5-2BBC-4011-ACDA-879C637C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7EA36-B06A-4C01-B32F-A602D2D1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D3E1C-BD85-4FCC-9344-9578E17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52A56-B787-4E21-9063-0A228E62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EC67A-3955-499B-A157-26D906A7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E1CEF-6F81-4EEA-B7FA-11615A48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application layer introduction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86989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C62D5-0BF1-48BC-A552-7412B1F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24B15-438B-42E5-85CF-630EF6BC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B415-9596-4A17-9D0E-D699D195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F40F6-1E08-456E-A729-66822280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E3C39-C979-4563-BD6F-71D6FC4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Application layer introduction: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F041D-F3C0-45E5-982E-CA67823C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9F1F9-3120-4731-B3ED-AB06645B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7CBC4-4520-4290-9172-AC7F2008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ACF8F-9A2C-4164-A403-23D4F2B8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92524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361647-3BBB-40A2-B54F-02D285EC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A3977-CA21-41EA-B742-47D92B27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2FECB-B0FD-4727-871E-7F2AEE90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DBBCF-F156-4386-AB8F-5FFA497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469C9-D1E5-4B4D-B8B1-40A470E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Application layer introduction: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10347-73F8-4745-9EC8-BFCB619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6F003-C384-4605-A3BD-60B4E1C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019E2-8F2A-4480-BAA8-CCD91B0E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D1AAA-0B28-43EC-9540-D5E8585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0645F-A7B2-4381-920D-2BB9002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B8BFC-6826-4586-9892-604422C6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C58D2-E0EE-4301-82A0-6765F9CF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B0271-2403-4CE3-B61D-31C5021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AC657-D48E-47CE-A2DC-6C0D9C42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72AEC-3767-453E-AAAA-D3CE100F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2078B-EB98-4EC5-A161-B72B958C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41FB6-94DB-4ED8-995E-65E09CBE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54BE0-76D6-4093-980F-46194F63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22A61-F448-4B99-BBCF-BD66815A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199FB-C990-4223-85EB-85B03C8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21C67-5A8B-4D39-955F-4057991F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B384C-C743-4EF7-941E-AF0E4DD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7A8DD-24E5-4D2C-8338-7C5A5378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5CA2F-BCFE-40D0-9A58-02B828B1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D4522-BC09-4CD2-BA27-583EC76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A9FB1-18CC-4352-BE33-61786B02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06B77-3568-46B7-A986-49E65EC5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349DF-46F5-4B03-A7FE-582A99D1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F991A-8DFE-4655-836F-0B59FC96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1B8EC-A618-42BE-899A-A67568F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CD5FC-370F-4CA4-96AC-DD80AA9B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application layer introduction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95859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9A958-53F2-4E7C-B94D-055EB1A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412F-6E8D-4AA5-AA03-C5BAB1E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A576F-72CF-4A5D-8375-3E6B3E7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2BA7E-B041-4115-8D44-47BEF9E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1F341-9FF2-452F-8023-C8A75526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Client-server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0A8F9-4268-446B-AD7F-2B044711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FE899-5A6B-4677-A1D2-BE8F3023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Client-server programming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B1257-70ED-4912-9D93-7143E313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2C7AA-871D-4710-96DD-EBE0D612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76546-993E-4E96-A5F6-1B8D27B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BC3D7-F342-452B-82F5-B9A3C62D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49505-5A9D-4C33-9AB9-64795D5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C479E-05D3-4E0A-B8E1-4FEC3850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54CA9-BD30-4994-9771-79CBC282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C6350-3280-45A5-86C6-2649C55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52123-B510-40DC-BB85-09C8106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B15C9-5CC9-44F0-8583-5A29FAF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00D24-CF2B-49B7-ADDF-C4E914EA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client-server programming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72904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DF7CB-AFB0-412E-B111-0FDE474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08CA7-6995-4333-88AC-082A728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042FC-FD4E-4451-AE0C-11AB8E03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E860C-22A3-4EEB-B46A-F1ACC2E7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4C713-D0F7-4A6D-B95A-F8E4676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Client-server programming: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9ED9A-4E85-48A5-8449-3038C69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076A-94D9-4AF9-AD0A-75872F99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0153F-8001-4A41-968A-4965247C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0E0CC-E81F-4D74-8F0B-9ED0937F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165851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1A5FF-1710-4357-A252-24FD72B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6AF36-B5CB-4941-B366-B9ED7D09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68376-1828-4510-9D59-31C5F128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46A12-C596-4C99-ADD4-78A389A2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A65C3-1882-47CE-BD57-BE568A94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Client-server programming: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918FD-3134-4751-9CC2-4F12329F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37BAC-371F-4636-A5C4-8004C527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0D0E0-EECF-4F67-B9B3-40AA53F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D6753-FC8C-4177-B79C-DBADB1A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DD622-6529-41D0-ADE6-37417F4D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1270F-882F-4DC2-A2B9-8FFD1FDE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024D4-6D18-4D19-9839-C7487A3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C27BB-0CF8-4068-B790-13BBF13D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457C5-CEDD-4EB1-BAEF-91AAA4B7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A15D7-ADFE-438F-8EA3-EC71BF4F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EC6A7-60BE-4226-A224-DE4B604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C5C4D-73F8-4449-B03F-637848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47C06-AC9E-4989-A5B7-54CD983E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5A1B5-222C-432D-AA7F-7B1D5B41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CB44D-2D4E-4F77-A7E9-5DBAC64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156D5-A88D-441C-A081-E0102365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715F5-385D-43D1-A9BE-D6736F25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EA855-10FC-478F-A0A9-B5EE53B0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82DFD-0CA0-4609-8671-C12BF6B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6FE99-15F6-4DD6-B559-C2900D7E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1C2C7-4E03-4157-8510-DE607C4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ECE45-8E5B-45BE-9060-5D71C9B8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33BAA-51A6-4B5A-9367-E06F23CF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8E2CF-738E-4072-A295-CBEE44E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0E5F6-5907-43AC-B193-4F0CF8D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0DDD19-871B-4DDA-8D6C-A872DF4B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client-server programming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707422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B7772-EB1A-462E-9654-9F667EE0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644D1-BC6D-4D74-9860-02538738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E621C-9AA9-454F-A9CA-C859130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F9B5B-E26E-4A4D-A50E-0E6092A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B62C7-98F6-47C8-864E-17630B3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Client-server programming: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BB77B-2F1C-4EAC-9EB6-981228D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5C1DE-5199-40EF-9BED-F668B534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545F8-95CF-431A-84E0-C7CD928D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F4CCB-FC9A-4121-AC3D-3893DF95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ADCF1-78C5-46B6-AF4D-B386200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6FF3-B00B-4EDB-B3FE-734EDCC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Client-server programming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CCEC0-7C6A-4C8B-BDA4-E284F82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DD9F1-92E3-4558-BDC7-866AACC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97E48-1D11-4895-8813-238093C5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7B3CE-B538-4D4A-BE8B-F5825D7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56E60-82EA-43B5-936D-3E7C3B0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66B7F-CADE-4A48-80DF-E81BD37D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2DE64-67E6-4373-97E1-78362231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BA03D-3675-4CD2-AE3B-3412D659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E99BD-2DD2-4CDC-B2E9-B5E4783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0C106-6DFD-42E2-8721-F13D1878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570270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9FB84-96E5-4C9B-BC58-9404EEA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B80D3-F072-4E6E-93C5-153F16C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53673-ED5E-4303-9C4C-7883298E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5DEE7-AC11-4E7E-9597-5E1E9DD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C8D6-AAF6-4AC9-85E4-CDD9B3FE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World Wide Web and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3631B-F791-4D6F-8DD3-462DFAA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176B0-CD0B-431C-85EC-2EBAA48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World Wide Web and HTTP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09A0A-219B-41AF-A79D-B6DF387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104A4-E8EC-44EE-B2E9-5FD0289B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2E430-486B-4773-B2BD-31F8986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9C233-1B18-4A89-AF5D-8C1BD479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D2A8E-DB7B-47E9-BF9C-F6593631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D721D-C3A8-4B80-A253-E18B6517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8BBB9-3BA3-4978-9D1B-8ACB0B12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AE8A4-38E6-47F8-93DC-D6ECC051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C617F-160C-4EBF-B048-28E0532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3DB33-FE5F-4BDD-9BDF-EDE0F54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5EBB1-527D-46A9-B4A9-EA14120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world wide web and http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987938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72EEF-BBB2-46E8-9FBE-339AB37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C4A2C-A63C-40EB-8A47-8576422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DDE38-E36A-46EA-A816-3A545CDF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404E6-F3AE-426C-9883-F5465D12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42186-694C-4EF0-9D40-68A9BBD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World Wide Web and HTTP: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EBEDA-8494-4283-9504-62162447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321CE-7C1C-4CF1-AC1B-F1EDFAA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A5A1C-8484-4B4B-A738-049EA38A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66DC3-03C7-4096-805F-DBAE99CF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849172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70D0F-A4A9-4295-B586-58C3CEF6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7E601-5BDE-4C98-8601-790C34A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1FC4B-CB76-413E-8AFE-06D1DDE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B777-69F0-4BC8-A403-6E407AD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2542A-C847-4750-9A56-82837C3F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World Wide Web and HTTP: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B551F-39BE-442E-A8A0-E2850C73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72727-901F-46C2-B976-BA70AC3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32615-E3F4-4EEA-91FE-34AA3144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AC60F-262F-45E7-B21B-051686C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ACBEB-7C61-4A0F-A3F4-49AD5769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49A65-880A-4174-A33D-5621D9B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A747E-E474-4384-961A-CC9E3FB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69732-9A18-4061-ACB3-29C43C46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DE847-06D4-4ACD-98CB-6785B4AE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51957-5B49-45A9-8A7A-731BFAC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0A0E0-9077-40BA-ACFB-9F6B3708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2A549-F346-4993-8208-4DC093A9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D3B4D-B2AC-48D4-B747-A8FAC34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A0432-9516-4E5C-8D38-063BAD1C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FBCD1-683E-4885-A231-07C73C5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1AE26-090E-49F9-A15C-163BDDB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1D796-6E59-470A-96DA-55EDEC8C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CA432-79CA-4BEC-984D-2EF1A06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F6CC1-4DA4-48EE-8605-9645C134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F14E2-348C-45F2-8BB5-AD5058DA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0A7F7-0047-4459-8DE7-F76E97C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3178C-0CBF-4BDC-854B-41E1C07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D85CDD-0D78-49C9-8768-3B934F8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0FD85-EFB6-4CA2-A393-3CAA71E6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390F89-2CB6-4624-83A4-D501352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A72C75-40A2-4C47-9FEA-D8B9E40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world wide web and http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728388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CBC19-0291-440C-81C7-4B25442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B3928-4785-4101-8FFE-88A2E38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253E1-327C-47C6-BCA7-F86D82F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43A2C-F165-4940-97F6-AF1D8FEE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69AC3-42BD-4917-8CD1-DB473934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BC095-BB57-4B92-8AD4-2A5F21F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2CCF3-3F28-447A-B041-261E071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FTP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04B51-F288-4A2C-B6E6-E30BCDB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E166D-162F-485D-A6A6-1FE64421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67074-3DA2-457D-8040-512D864D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19D57-623F-46D0-B605-0B6844A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7F04C-9DC5-46C1-A7D3-5E71442F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A9B40-5455-4F41-984D-BBA8AE53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2699C-767B-4DCE-950A-90E9258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52CED-D832-4D46-8633-CA710BB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4766D-4B45-4624-AE7C-A398B3C7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13475-311D-4D3D-97E6-E8417EA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BBC06-4672-441B-A2D2-9D1632B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ftp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305965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9595D-F084-4116-94FB-FCCDDED2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B4781-9417-4044-A2A4-80F94D82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2A4E3-2B5B-429E-A2C7-DD23F3A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946E-3A72-43EB-A9EC-ED36687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E289C-AB39-425A-B7E5-B6AEB5B3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FTP: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40F8B-3F19-48E3-B071-8A6310B7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13740-27CA-447F-8B13-1CBCB7C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FDA3-BB93-41BF-8AE2-BF5955B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CC3C0-2468-47DC-AAE1-9EF33E3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83673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ECEBED-C5FE-4A83-9D54-22A9BF1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58856-C808-4124-B2D1-6FAE1A82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012AC-4495-4C01-90F4-98A42648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CC477-7ADB-4989-A7BB-96C6B4A4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0940A-86D7-441F-B738-5AC1EA7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FTP: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8454F-5B13-4ED4-9711-C4C0056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FD5E6-4C70-4396-A349-E2620A8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0D9D9-A0C8-46AC-86D0-9FFBC91B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28A80-926D-44B6-9017-9E7FE72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7D672-9CD7-47C3-B710-AADC1F21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857D1-DC96-41A9-B627-70A596C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1E243-4EED-42B5-BA2A-C3755374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04091-E43D-4B13-9915-FC1CB14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E6D18-977C-4CF7-93E8-34F908E3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57C6C-5CD6-491C-90D9-994A311A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7113B-87BB-4E78-9F23-B1FAE945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0248B-E7B0-4870-A0DC-E3CA7D9C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62ACE-510E-4B5E-8610-0A1483BC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3E3AB-5FE0-42BD-92FE-369D366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AEC37-8968-4EBA-AA69-EA230BC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255D7-CBF4-4F9A-920A-D1298E51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1A2EA-3605-4A82-B683-6278F65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940CB-5837-40A3-9D0F-1BB63A9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A40EC-7001-4151-95C7-E4596F1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8DE3B-31B8-4AA2-9930-D5BAE78D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15FCE-4688-435E-8D8B-167147E2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2A84C-86D7-4151-90A0-EAA33E2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8156C-EC50-46B4-9DCE-4604FC1C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8E5AB-8D81-47C6-9013-9E925BC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7F112-19FF-4AEB-96FE-CCEA790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514B1-5FEB-4F74-9715-073311C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ftp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443600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84A74-C3A6-4675-B705-EEEC2ED4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4F899-92F9-43D9-8F0D-962D7479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BFD97-A4A5-4241-BFBC-1A428491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06815-FB1C-42A0-A24A-E4696E64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5617-CB4A-4DD5-94E5-3000BDE2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Electronic 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306BB-F7D3-4C37-86F2-064F6316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A5816-84D4-42AC-9871-73634C0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Electronic mail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06CA-AFC5-41ED-9AE6-3F84C24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CEBF7-3619-40E1-8666-4695C981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BCD47-F154-4DC7-86B8-A9FE128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496B9-8C4E-4D14-9145-144CCFA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B3DA1-E87A-473C-9DE9-1861201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B7788-B31C-461B-80B0-CDF6F11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5C736-03E4-4979-AD3A-4C8BE10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8E372-B5EA-4750-B41F-851D3677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C857F-01FA-4865-9DB4-350381AB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8B33D-F8C0-4CD3-982D-7B81914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5E9EB-122F-44FE-9B43-340268E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electronic mail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841965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2E18C-4AA0-4A57-A466-DC95FDE3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0EA6B-DC38-43C9-B9AA-E17B877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1B195-9949-405B-8B1D-A4DE3D6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E9A46-99BD-4AEF-ADA8-0B42C8B5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3D6A9-A8E2-450A-94BA-A239392A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Electronic mail: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477F8-1DB4-4547-B3C7-B89A2BAF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A6472-26B2-44FF-B63D-6B284CCF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D32B5-BBC4-480D-8F94-9B33F2BF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F0060-7407-448E-9B00-03F5CCF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458933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1CDD5-D4CA-4FA5-99B9-D4B5A00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98CE-681F-4A4D-BBC5-FDD669C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18429-4CDC-4EDF-9F3E-4865917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E24BC-4AF0-44ED-A768-C380CDE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E9552-6776-46C3-B7A4-961AF9C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Electronic mail: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0F613-BDE5-46F8-9B03-BB246F49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9319B-55A0-46D6-9AFF-A3F74AC5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5FEB2-30A3-466F-B98B-700BDA9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18301-0E6F-4DC9-85AA-0A266FFE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99AB8-E35C-4989-9703-52A4B6E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DE239-239E-4A19-B31E-DB119949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C28C6-1094-437D-BF1D-0CCEE2FE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CB756-5E7C-469D-BCDF-CEAC5D6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BBF7F-0738-473C-95B1-164DAF7B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4E1D5-71A8-4536-8CE0-5DCDA23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201FB-E798-4C3C-BF06-9D3E852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038C0-7C28-49E7-8593-595F5C9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8E360-8F9B-4B32-B5BA-138E59C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75097-0DEF-40E9-ACEC-911EBAE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6E659-DC62-46B1-8F79-8D16066A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0341F-135B-4BFD-8891-0802CA4A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6F8B4-ACB5-41D1-AD64-BAEFF16E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83C9D-71CB-4A15-8EE0-E16CA7B3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24308-8ACD-4791-97F1-6206E908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492D8-8BEA-4DE8-957E-5D39EF1C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6BB40-16A7-4057-9C8F-191B3B51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A04D9-1F07-4D41-B2CD-93A8BD16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21BE2-2061-4E85-8A10-6855C71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AC6C6-1875-41A0-ACC3-C9A60E7E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4A530-F2C0-4722-9DC0-1FFFF89A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DFD41F-1FB0-4A52-831A-68084A9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electronic mail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8455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4CF1F-C3AC-46C0-867E-26869C77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AED5B-F2D1-4E7D-9F93-675BEAC2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59957-2FF8-4CA8-83A7-8B909332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99701-E120-481F-8E09-EE9B79BB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F3E10-0D1A-4CC2-8151-2E4DE0A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Electronic mail: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A4A2D-19F1-4D79-95F8-FF209CA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58758-57DA-4215-8277-EC348D4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5F61C-EC71-4739-A696-76A0D46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3816D-082D-4757-B29E-E7C4CA3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631FD-84E5-4E2C-8E96-41C3DF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EADDE-2438-4A5B-B7CB-097E6445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Electronic mail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8DCA4-0301-4353-9ACA-85771CF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3FAC8-9CBE-4174-95A1-1392B35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3B6B9-8A2B-4541-A2C9-0954BE5B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54D29-9F5B-46ED-BC49-4446FE6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49BBE-CC1F-4CF0-9B61-50593744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97B64-9506-4EE0-B1E3-0DE6B8CD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9F637-A54C-437E-A929-E8F1D21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49059-D82B-48C6-AD7B-74D7C124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219CC-0450-4C35-B7C1-9275561D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95CB9-784F-47FC-B0A1-A78387DD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5468397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102E0-EBCF-441B-B5C5-622643F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1556C-9F34-41E6-9EF2-BCDCA25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E5705-04BB-4324-9336-98EF7E2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A7795-9F3E-4D53-A990-4101F9CC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8C7C7-79B2-4513-A0A5-3359297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Domain Name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A0995-E215-43A9-846B-8721CA7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758E1-1227-4964-887A-0090484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Domain Name System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0A663-6C2F-4E9B-B021-078DE7C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4E75D-C01D-4349-8A9C-04B515B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B72B0-6782-4432-AB2F-C5C75AE1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F4B7E-3697-47DB-93A9-16DD08A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5EC33-74A7-4893-85A6-6097E6A4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52DD1-CE96-448B-BC6C-F3E7AFA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43BC6-4B65-493C-ADA1-2AD141A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12746-B6FF-449C-B877-B4EA4CCB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07680-728F-4B91-B345-E9749F3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6B6C6-48CD-4B56-9CBD-A1A0A74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2D295-D250-4CCB-AAB4-6985A456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domain name system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545544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11EB3-C221-4EFF-A05C-8C07160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300CA-966D-4E95-A6CA-894BCF7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23B0A-169F-4D6E-A933-111CCC56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40520-2E89-4412-9117-828D8AC8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CFED8-9EC9-42CE-B1E0-6356A48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Domain Name System: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E176F-5D68-4CCA-AD20-51B6633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4D289-3698-4A3A-90A9-719F711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2BB32-B61C-4131-8D4F-EABC373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C8941-155B-4D42-9715-74322BE4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153915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EB6B4E-B18E-4DA8-B407-32E4A8FE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42CCB-FDBE-4785-8A06-AF8817E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D0A19-3BCE-439E-9FA2-B0A5BCF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69698-E654-453D-8BA8-6AAAFC1A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2E04D-BA2C-4FBE-A4D9-C067A86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Domain Name System: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33BA-EB50-4D3C-8570-42AD78B8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11242-2327-413F-8A07-5343EC1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73B4E-542B-4BD3-905E-1A1E6F22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0C630-DBAF-49E4-9E61-3D73685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3E522-B3A8-4A10-A50B-40A3D20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084A5-06DF-4BE7-999F-D6CBB1D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20099-6AD6-4262-B8DA-9B2BDD90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53A60-917C-42A3-80EE-88572861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2628C-854F-49C9-B35D-4A5C75D1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B4DE0-405A-442A-9C30-F1BF0AB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4EF6E-4DCF-4191-BEE6-0F5A8D3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1EBFE-24E8-4DFD-92E2-655F652A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71C0A-BE7E-447B-A20D-D6DC5C6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057D7-8198-4C7F-B456-5777F8F5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38B77-7213-4917-AC4B-05F93BE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29898-C91C-4925-A70D-9A63B54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76A7D-A570-40AA-B46D-DB51B6C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7C257-EE57-4208-B65F-D97C368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A7C5A-A9E9-48BC-83E9-5A34D28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9068B-3A1D-4D3F-BC98-EA1E3A54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4E22A-BBC3-499E-B3DF-5405508C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714CE-F17C-4D00-8F04-85279E4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55A95-CB90-4FD0-A10E-8F2D870F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56DEA-08C2-4A59-BB83-4365260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ED386-51A4-43F3-A19E-6275A3A4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980C2-FA88-4C5C-975F-7B8B685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domain name system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030044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2DE28-ADE7-44C8-B9B4-66EC2DE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660F9-3312-436F-98D3-F3F4FE4B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8FE80-51D1-4240-8439-FB61115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ADA1C-3BD9-424D-AE4B-002A9038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5B50D-05ED-46AE-8F87-763C737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TELNET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1FDED-8CAA-4C8A-9CE1-E3A9720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B26E0-D874-4D27-8852-69617F8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TELNET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5E36C-FA48-413A-AA45-51D11A5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FE3E5-CA67-48B2-918F-2B8A25BC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6D1A1-1446-42F3-B5FB-BA8A2D6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7BB27-0030-4244-BF2A-EB79BF6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73C45-F87B-42BC-AAF6-E164830F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FA918-58C6-48CE-91D6-370AE8F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67957-B3A2-433F-B3DB-C4C26782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56B5F-824F-401A-80BD-DA8D310C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4205E-6B81-4600-8F19-96B68D41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559AA-4EF6-40C8-AA6A-B497F72D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DCF49-B6FA-4AE8-BA06-C499578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telnet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35407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A061E-8975-48F0-8C9D-30C09EB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0472E-D7C7-44D5-B9C8-7BD5B49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42ADB-B97A-4B2C-A23C-80E7332A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E9FE6-BA20-4A47-BA38-EF5973A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22B71-ABB7-436E-BDDA-B1A2064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TELNET: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20507-F8FB-4764-A4CF-24AA2D8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CDC54-C45B-4D74-85E4-B980E100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AC61C-85FD-48A4-A1E3-F58AA7F3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5DDC7-C5F4-424F-818D-2FFABAB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1447006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B6CC4-9B4D-4C15-B907-FFC2156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23912-ED54-49E1-96E3-A2DE997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02B9D-942E-440E-8C2D-7DF8965B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63525-FBA5-42CC-9F05-F9FD4CD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69C62-3A28-45AC-80A7-29C055CA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TELNET: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1F529-21E2-452C-BDE8-5E314B8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25E04-7C50-457E-A8D2-8FF11C2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4D260-643C-4B6C-AB18-E9E88D7A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13B6D-ECCB-4BE5-9604-6AF01AC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7D2F8-D45B-4AA4-9E9A-3A35F3B7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CB5BA-85ED-4F6C-A702-3EE31D6A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27E06-1F89-424E-A6E1-2391581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2A1E2-1D91-4B79-8C8C-EA89846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37E5E-2CC2-4A20-91CF-934A7262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FC4E3-ED59-4272-96F6-6504CF35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DB8B4-458C-4E19-AB42-968D23A4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80BF9-C5E8-4D51-90BE-0F2434D2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5E897-7B9C-4927-B042-970B762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9592D-CA5A-4A56-A075-8AAF4F7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34BFB-007A-459F-84BD-C5ECA9F0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5B63B-6555-4EF4-B231-8B37816D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6B979-06F6-4397-9B7F-907C5F70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CF50F-B9D6-4653-94D4-DEFAB73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AFF03-FABF-473A-ACAD-80D0A1A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4DFCA-CD7D-4BFB-BCDA-D786D46D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838C3-092A-44E3-9782-4920B9CE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E4928-4868-489F-BEB7-D5BEE6F0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816B4-D4C5-4ADE-8C36-AB2B6747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6337C-6889-4510-9401-01CC73DA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294B2-0BCB-4E65-A791-F826311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D2EB1D-EBA6-48AC-BA8E-DD52640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telnet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242411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FFE8B-B491-4A24-B478-A699EEF6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5436-3740-4762-9339-1174B7B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FBB32-E295-45C6-9EF1-D2240CE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12B4C-CB82-4D97-9108-ADC8DA7A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75839-8918-4E6C-9067-60163C1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Secure 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5ED11-225C-44E0-9DFE-5748B51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A406-98AF-489A-AE34-A0641150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Secure Shell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4DEFE-9535-4A77-85AB-5B601F25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4D6CE-402F-4495-9D65-D7F9036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CA38A-0D09-42C3-8147-0A3AB50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7EC08-D8CF-4BFA-8EBA-9EB3FAC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49584-6156-4138-BB54-BE1BDD9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091FD-C58B-4439-8D6E-5BB4283B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E0360-169D-4D42-A5EB-D807DC0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9C2B7-2724-4693-B692-187DF2F3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C9B59-9D32-4689-8DA4-A44B008C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510189-68DB-4F0C-8DB8-CC00567F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EDEBB-5C52-4BBE-BB27-97BC202C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secure shell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161854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990A6-EB7A-4CD4-B796-D12B3D2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02AEB-4A15-477D-A624-118658E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A9425-B49C-4003-BB86-7022F289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8C80F-0B60-4CE9-AC2F-9DF78FB1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AE315-EE9A-4C46-AE51-254AC6D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Secure Shell: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F2206-3481-478D-974E-43B6742F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A51FF-E143-463A-B239-839DF57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E2A0E-69B0-4B84-A04D-4579334B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89CDB-C559-43B6-93C0-39BD966B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40108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D8D30-41E3-4BC6-A109-B463BDB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CBBC9-C895-4CB1-A45A-9E2FB4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C9AFE-C0F3-481A-BCFC-1398238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BB3DE-1C39-4EBD-BEF3-E884EB6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9F2EE-76A6-442D-8E10-50B997CC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Secure Shell: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0465C-BBB3-43A2-A715-7233730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19489-A982-4495-ADD4-90D25310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4224B-6C58-4199-AF19-8AB2C2D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86168-8A28-4067-BA69-EB43975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95704-DA6E-41FE-B34F-9DB3A3A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EF31A-BB1B-4CCB-B4C7-B6A52D94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55814-C87E-42FF-A6EA-2C829E5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75C64-6E1F-4FD6-856B-A476E265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A999C-5884-42D4-A5CA-9A20AD14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A8CA2-A414-43BE-82DC-0BF54048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B700F-0E34-42F4-B7F4-168CB756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3F4A2-3DA3-4C2F-BBE5-BF2D134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66AA7-84FC-468C-8509-FB67C6D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3AA05-A7E2-4492-AA37-63C1DCD6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E9EBB-B44A-488F-964D-486D94D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E0C9D-9E70-4207-958B-EFC1ECF8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CB56E-1D7D-4A38-A12A-AC52F84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C9B00-F18F-4302-BC3E-29D05448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1491C-86E9-473C-8963-0DAF5868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7E0A1-D1E2-4AEC-83BD-B263269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1D8C9-7FF7-4352-9078-648C717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569D4-D317-4EB0-979D-31D6473C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0C91F-0ED6-41FB-9A79-733DC6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B4037-AD40-4D74-BBF6-1E832CA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ECA64-D79D-4D92-AC0D-0ADD1BD9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39429-A0B3-4B16-A61F-0B2F4B0C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secure shell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894825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A152-FEF5-40F3-AD5D-0975B6E7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BD6AB-011B-4B56-86BC-EF40F773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985B4-B859-440A-BE59-71D6A97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66B6-9FA9-47CB-A94D-E1605CBF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E7763-D752-4D71-95BE-A0C6D64B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Secure Shell: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68C99-F267-4C3E-BA9E-EED9770A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38650-976F-49E5-A710-440B5904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ED13A-FBDC-4633-B551-EB9418F0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68EBF-512C-4499-A650-3CBE8F74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690D3-EE94-4831-89B6-677FA014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610C7-68A0-406F-8B58-2890678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Secure Shell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9D82C-9784-4684-8E06-0645856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C1709-6F8C-479C-8EED-32594CFA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6B52E-BC60-4625-B354-7B5BF83C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DF962-5C41-40E0-9359-56DB070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3F360-3B6A-42C4-BCAA-41679DB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F6DA3-3739-4869-A4E4-DC20978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ECE8D-DD80-4838-BF1C-BF1B5A5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E3924-5801-4712-ADEF-A5CB383A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6E0F6-1E82-4865-9C49-2F77E30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0C1AA-4B08-4735-B6E6-0B10ECA7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8997889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ABA9D-2F66-4E6A-B73A-F6A1C90C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C2A02-5250-4688-9993-3373EC5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5B30A-2C7F-461E-9A0C-37AE4D9D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C1990-D492-4AB6-B9C5-F89F99EB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4528D-6FF3-476B-8C30-4CB8FBDF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Application layer introduction vs Client-server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6C6E1-C28C-46BC-8E10-C276743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55760-7CDF-429A-8AB9-E821B43C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5599C-4ED9-469E-93D0-4A14BB1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Application layer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1D71D-CDF8-41DA-9BA8-D31458BD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Client-server programming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888CA-50B2-4495-A83A-D345CF1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89237-5FFB-4C38-B91E-1B7296C8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E6462-C39D-4FD6-A9D1-5ADA75E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7D5C7-CD77-4E5A-AA59-CD826470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DF8A7-341A-4AC9-A1F0-95A91B8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69D4D-392D-43D1-A5C3-88835C48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9628B-BC43-44D5-8222-72B6149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B3B6A-154B-449B-97A0-784A9DA2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A40B7-15A7-4941-98EA-7D1FD83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311BA-1D80-47C7-AC3B-9FA32622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8949E-0D12-4031-BC00-A2D50BC0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BA033-90DF-47A4-878C-72B7C28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A7841-DC79-4532-A76B-869D8E27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AD11A-B91C-42E7-88E2-6524DB6E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486FA-5766-486D-9445-A3D00796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D6E2B-D508-4A5B-BE8D-40AB819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060230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C28CA-6C95-46CC-BC25-BEB458D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9FBE6-57C0-4B78-8B42-41DFCDD8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15969-9A6F-4755-8A5E-6DEFAB3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926B4-9285-4954-B55C-D4866E5B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D5C2E-E0BD-419C-BED9-995C3C03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FTP vs Electronic 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BF5A3-C746-47EF-90C2-88545A87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A5901-0DA5-4FF2-A6F9-4C2CCE9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D7740-201B-45B2-9BA4-9AEDD60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42B74-15C9-4A22-A8A3-942A80F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Electronic 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0B6BF-1BEA-493E-9371-FD02C12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A9E2B-2FC9-44D6-8211-6C662FF8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C4822-C085-499B-B50E-B0313B5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601E3-D380-4011-932F-58D33A4E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85FEC-F32C-4A24-8C4B-A68500B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F29FF-4906-4A3D-9ED1-903C58A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C824C-B66E-478E-AC8F-344CC4C6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8B3E2-302C-4D6E-B26E-572360B0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DB19C-6833-4589-8D3F-6190A4F1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4A725-EEEC-40F0-A8D6-6F518D20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3F570-FA6B-40AF-96E2-2592D22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43CB4-4F05-4AD6-B61F-F0A996F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2DBDA-07D4-4316-AC36-B2323FF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5198B-EE57-4F3C-8152-C8344F15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7593D-BEF6-4809-83CA-FF46EE79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F5219-33E7-436B-B11D-579AD0AE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375620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D4637-B985-4F31-98A7-58F7EA67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C0E7E-3B61-479D-9EB9-B950296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4186-BB12-4132-BB93-199C66D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F0279-43E4-44DB-B064-80916A3A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6FCB7-15E0-4746-8BBF-9C498B36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TELNET vs Secure 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19C17-0A0B-4FA9-B22D-88AC5E32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F18D0-AF03-4D8D-BDCB-0B34971D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BB07-4CC2-42AE-8367-956D64B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TELNET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38F84-B396-4A18-9E18-0F84C751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Secure Shell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03834-92C7-483B-A28E-B08291AE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AFFEE-DD1B-486A-8687-93E6815A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30175-8DF8-4EAA-B977-A6AC95DC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7C231-6978-4C85-BC35-BD7A73E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D3FB7-0069-4E3A-BED4-A1987B61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3F589-1127-4C5D-A16F-E1557BB8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91F33-F0E9-45EC-94FB-7B73CC4A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209DB-C64B-4D73-8D7B-FB4170BD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EDE12-145E-4E4E-80E9-CF12B565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AA0FD-9D57-499D-9BCB-AEB3B1E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B00D4-AF60-4607-B895-F9CD42F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1B737-5279-44BC-A4D6-450ADCB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2C922-AC24-4C90-9CC4-2E99313C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4B9E1-B7DD-4859-ACE9-5BBA3232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432D6-541F-4043-A913-797AC4CB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6E6F0-DBF9-4E84-B9C7-1847A62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041275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F6CEF-60BB-412B-B3B3-34340E1A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B9C5D-003A-4E7C-A888-E1394907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2F8F0-1724-406F-BD8B-1A29F0F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3F92E-089E-41B4-9107-532DE3D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0A62B-7FC8-4A3E-8F1A-33BE593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8A5DF-83E7-424C-86BE-A19DD3F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06EE2-013F-4260-9C56-AC4667F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4AD74-0D5F-46B4-9C05-C84E86D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244D6-EB17-4088-84D4-CE3D426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FC30F-52BA-4C5D-A9ED-4D1588A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5A1F6-39BF-4E4E-A1A7-DB472E1C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BE690-8BA4-41A3-B237-4ACE02D5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Application layer introduction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31FC1-70EB-4701-A9A3-89CE413C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C46C6-87E0-491E-841D-25F3E7C1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Client-server programming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C255B-51E1-4F39-85D2-6A13A05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ED1CB-889F-408F-9608-7F3A7B2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World Wide Web and HTTP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CF72E-D1D4-4F24-AE77-E0AAEC34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4083A-F098-43D6-9735-C27BEF70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FTP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44C36-B10E-4A12-8E5C-1971D2A6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51538-D2C2-405B-BD70-6EC7C93B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Electronic mail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7B03D-5F03-4E1C-8B33-D6688018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95C00-D2EC-4AE0-9A65-441C03B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Domain Name System</a:t>
            </a:r>
          </a:p>
        </p:txBody>
      </p:sp>
    </p:spTree>
    <p:extLst>
      <p:ext uri="{BB962C8B-B14F-4D97-AF65-F5344CB8AC3E}">
        <p14:creationId xmlns:p14="http://schemas.microsoft.com/office/powerpoint/2010/main" val="8574554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94464-5F0C-4DC2-BB62-EFA3E62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CBFC9-6FB1-46BC-9925-ED9E9E10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63B2D-7FFB-45DB-AA62-89796D0D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8EA3E-E756-4603-A445-06473D1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D8A8B-F4DA-4B54-B1D2-1C220B15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3EFC1-EF47-4E0F-96B4-B659AE5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AD5F8-5E75-4746-A614-376C1482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27678-902E-4438-A227-F110DD0F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F3C86-C0FE-4B11-8E80-9B765422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44848-1032-4A4E-AE55-56EF0662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EACB9-6C8E-4539-A6C7-7C7BA9B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Application layer introduction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90E72-E41E-4EB7-A7CA-74409BE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C24DA-CD37-427C-9E62-025BF18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2BC2F-01CD-4D2D-ADD1-51F094C6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F3E95-7F1A-4F5D-B1D8-7108CBC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Client-server programming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5E050-A4CD-4AF1-9950-2BD2438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DF95A-D13D-4002-B855-67B68A5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B6E76-E1D5-4BD3-A311-8DC2836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9899C-F55B-4221-B997-7A0A14FA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World Wide Web and HTTP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3636F-7691-4009-BD7F-2F11C839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270AB-85E9-4AE3-8437-09C42975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34826-E899-4046-8EF4-10B5E43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DD10A-112E-4A20-9F9B-FBBE6A3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5DA48-8680-4572-9D87-5E4F8E63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8E129-0480-472A-BC23-40A31C8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92339039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0A0AE-ED7D-462C-93D5-846F3FB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C4CFD-57F6-475B-B805-5DF60761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F0EE-69DE-49B0-8402-8DA9E55C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166C4-80C2-4395-BDFB-EDBA011D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6A207-5DC4-4F22-A87C-FBB306AA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06008-F7D6-4968-804D-DCBEC28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B7EC8-2AC8-4178-87E0-00C235A4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EB8EF-83E4-4DAC-9991-1BF2E789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A88C3-8BFB-404A-8524-C19A370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A454C-E7C3-4229-95C5-F041EFC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DECF0-C19B-4BFB-861D-782344D7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94D71-CA1D-4547-8CAA-38BC05E7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AF2DC-E81E-4CD2-9496-9FB3D5E7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8227487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71286-264D-4CEB-A425-366890ED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C8F3-7144-4E99-AE6C-8ACDC1B7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F7EC7-1885-4A9F-AF24-D6D3384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DEE1F-3176-4529-B17B-BBAFA69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4EFFA-C77A-49C7-A212-D9D866A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AA175-D682-4D3B-8551-E9407B5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5D05E-09E5-4949-82A4-102F145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07533-C37E-411C-8950-D684891A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20D1E-C864-47DA-9F99-99699E49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0B2FF-D8FC-47C6-8348-5C4DC0F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E4FA6-F23A-4820-9706-DDD9497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DE70F-CAAB-4FD7-B77A-0E428B2F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6EF9E-BDB0-4311-AF94-252C84B3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422DA-6835-4A74-B9D3-43DBE4B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11890-7CE5-4775-8FC2-21AE3B9C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3839844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6C1EA-267A-4785-A73E-170F04F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CC5BA-EF85-4E21-8039-9F37214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C43D4-7CC2-49AD-B7AB-DE4DBC3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16B88-0245-4268-AA3F-DE4EC8A3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BFF0D-D10F-4B3E-9BA8-76057880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B6E31-C873-4489-A9AB-EB6C69BA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9B81D-CF99-4FB5-B8A4-0A68E686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AFC28-D602-4F17-A8FF-A03B6322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94E07-86F3-4109-AEFF-7BBF17DF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FBBCC-6CD4-4C91-A956-3CBE580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269DD-E8C2-44F2-9E1F-1E3DC2DE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A5E8C-3676-4DB4-899C-B6961509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6D2B7-D1F0-4DD1-B59E-CEEF138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CA6C0-1F9D-40F1-B9D2-03682ABE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51482-07A9-473D-A569-0D0720E9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AE884-5773-4843-AB74-761FB7D9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742AD-44AF-48A7-9C69-94CF4F67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A23E3-1B0E-47E2-A011-9EF8812D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88EC4-ACED-4640-A14F-7601178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2DE9F-F393-48B5-A960-66AFD141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7C67D-EFEE-41CF-992C-A2413B94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ADCE4-9404-42B0-BCE4-53477DE5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044EA-5BF3-482E-8ED0-E5E2A4C5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765EC-A094-43B3-AAB2-0FE1860A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6D33E-53F9-4477-A6AD-D578D0CA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22778033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06589-4752-4657-8CD7-FCD7F115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B2C2-F171-4316-A4E3-33190D49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A60FF-D3E1-4C0B-9411-2F1DC845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E96F2-BD74-4C52-9C91-6A4DA93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6D0AD-CC86-4C8E-8A7A-8BFDC68C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DC234-2678-4873-85AC-07940E5A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7806-0111-403A-B320-17CD55DA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Explain Application layer introduction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8E2D4-C09E-48C8-A6DE-51BE0FDA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42BE5-0AB4-44AF-8831-7E2B7FC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Compare two approaches from Application Layer Protocols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A5024-87B3-4861-A870-FE6B9B7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96E71-6C4B-424E-82F8-16EF09F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Solve a small worked example involving World Wide Web and HTTP.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3A716-AE73-48BF-92A5-A7F5366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1806F-94C4-43C2-86EC-91A1DC35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List common mistakes and how to avoid them in Application Layer Protocols.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ECA0D-4CCE-43D9-BEB4-9BC8E9E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53E41-38C4-44B1-9B3F-0688643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2117940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4EBB5-34FE-4A96-8B07-E884A315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F81F4-2CAE-46A8-8108-6BE48F0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C272D-456F-4D02-9A99-E557AAA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FB95D-8224-4C88-B3FA-A1558CD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70C51-018D-473C-8BB5-718C79E7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Application layer introduction vs Client-server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1B0A8-1C35-418F-B270-570A6FD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320EB-7843-4DA2-AF62-9AB3E30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81E83-CCAE-4C17-AE21-4D5A50EA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Application layer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66DD8-9CE7-4815-9254-999A5CCC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Client-server programming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7B782-12D6-4785-8DCE-6873E2D5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DACFD-02A1-4A20-848A-9D6BF07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83FCC-84A3-46DB-94AA-9EE75AFC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DFAD4-BFD5-4702-8A60-A35C437F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BA962-3CB9-4514-AC06-19EB72F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29E9C-FA07-404A-B468-74E00D3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9897F-A1A4-4E24-8235-5B5C3497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90317-2F38-4D3F-84AE-E4BF899B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1633B-93EA-4E47-BE20-D9170AF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C4E6B-C225-4163-AD8C-F178AE33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A5A5E-52D1-40D4-824A-5F3FC84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C6A8D-33DF-455B-B754-38BAB992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CF508-9D0E-434D-AC2B-4CC560BB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B32A6-2B0C-43DF-89C2-1A81B56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57CF8-BA07-4EE7-B4C0-540F1490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3D4CD-0860-452C-896B-9C991EC0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593196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989041-1129-49D5-A657-BBD05E72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E94E0-489A-4145-8574-FBB5C315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0FABF-5A81-445A-81C0-3FF83F8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AEF8E-3225-476A-9DFD-D440FD2C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A630A-AC65-42EB-B0C0-EC5A68B8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Client-server programming: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EE711-4E35-4228-AD00-30E17DB6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A4DC4-8AF3-4C5F-A88B-1B48CED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9F20A-728A-4472-808E-B699A5D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51CE0-200C-48EF-88C9-205A22E1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C0FDF-2DF8-4539-AFCA-86F87EB6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079F3-C5BC-430F-AACA-2C38671E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2703F-1939-4F71-9CEE-B2E38F4A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F2321-6720-4EF9-8E11-BE02F4F4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2F0B0-C8D4-426D-BF2B-2C52CC3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D6197-0EB5-4DB0-BCB8-56BE3A7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73286-A58F-4EDE-B104-2C4F67C5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C951D-4D09-4845-A152-29D15DD3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05CAE-AFC6-40C2-B03F-023A7EF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3B031-F0D2-45AA-81D1-EE9C16CF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03F84-3425-46B6-B055-88E18A0F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B9063-1ACB-4A9E-BE30-E07AE4F5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CDC10-BF30-41FB-8CB0-7B04E29F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B9435-5E94-4F42-805B-4BF3849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D61A5-1C3B-40E3-8A2C-E10B267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51FAF-75FF-442B-A481-5D73B783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118C9-8638-4901-A591-3842E69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C1CE8-DE22-4ACD-B9E9-057491D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0AFE6-77AD-49D1-BF91-07FC236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33E4C-5C51-4F39-8C52-273E0D1E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90DB9-539D-476A-8082-B310C084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B3D93-B6EA-487D-AF4B-F07DFB4D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client-server programming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577430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A93A8-1D68-499A-9A8A-20F3D9C0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A0B62-13DE-4119-A71F-5AB39ED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3A41F-A26E-4AE6-B607-183870BF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DF222-68E5-441D-854A-4D91C327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F0AC1-6288-428A-A79C-D303B98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World Wide Web and HTTP: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665E4-FFD9-409E-BA70-8B0C842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C355B-70F2-4AED-8E7D-6173FD13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A422B-B743-4FEC-9B85-00DB7789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BABC5-4E36-4FDD-94EF-BC05A98F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81F4-46AB-4D66-B4B3-BF595D7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CE6A-B891-4B9F-AF8F-A55F34DE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World Wide Web and HTTP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5E0CF-4F60-44FA-9E4C-67709187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8BCFF-8264-4B73-8AF5-23253ACF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AF3D2-94A7-40E1-BA0E-C05F4CA0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EF03F-5F3D-44BC-BA87-200A718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67AA3-DFE4-4F00-96E4-54092B63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DE2B4-BC0C-4474-9F50-FB18917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20B98-F9B7-4419-B1A0-ABAB8879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2A798-CFB1-471B-A3CB-A107895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D3554-91DA-451B-846E-00879C2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0F143-0F8E-4627-9ACB-26631BBC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40083496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6A89C-8479-4D7C-A31C-E60A357F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5B4D4-6C20-4BE7-94CC-42EA93C7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70D97-0726-45FD-92F6-935B63B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B1171-48D1-4420-A728-BA7C292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A45AD-8034-4C38-ACA2-A779C890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FTP: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4C8F1-B157-4A76-85A9-C7CBE1C5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48778-F002-4AEE-AD42-E005C04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C3CC9-4478-4BB5-B181-10D5B5EC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6358B-84B4-45A7-B935-F34C020F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966773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0A490-2016-419F-809E-E3A389EC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C652C-4A80-43C3-9B0E-6AE318EA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81C4A-67D9-47EF-A3AC-E4D31CE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00DC-DCAC-4775-AC23-7166C0B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EED41-ECCF-45A2-8C0D-78059BAE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Electronic mail vs Domain Name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E51BF-0E52-47C4-8CA6-3BABF933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75799-B3E2-4C3C-99E3-FCCCFCD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E94F6-7E55-408E-8A87-C5C451F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Electronic 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5B188-536E-46AA-8334-4DE7AE27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Domain Name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2A76D-1095-4736-BC09-68C42D2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997F4-BEE2-4293-B9B9-C1CAAC8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E3F30-00B3-4E25-BA2E-6B52971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C4460-2729-499F-B553-CB5996C1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EBE58-2219-4C7E-88F5-FE84F60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862A7-4E15-417C-B6E1-A9DA58C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FA638-4B8B-4EAA-9F37-2A6B85C7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363BD-E906-4819-B423-F987B0C0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760DF-CA64-44DD-A375-673FE6CA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0CD8C-6CCA-44B3-BE7D-9F30873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671A4-A974-48B6-B6DC-0AAC5B8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68882-7E52-42F5-B0BE-A2322EF2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0FE30-6D8B-4A7F-9A4E-90032C9B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7AE9B-30FD-4116-8BA0-06EA776E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179DA-AF00-4725-B257-98399C41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F0AF4-9F46-4DA7-9D78-5112F5C8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0835770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E0984-3817-4400-AF91-07DD4079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3FEDE-61CC-4F64-BD51-13809DA9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BDB3A-234E-4C42-A198-DF9AC54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50174-0644-416D-A3A5-78E6CEB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1A474-AA73-40A3-B602-AC781074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Domain Name System: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F86C1-B522-4C39-BEF5-1A17038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BBC71-FE23-47E9-94ED-ED38C55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BD478-FC6D-4BE5-ABC5-39F0676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88A00-0F32-4286-9CBF-AE43BB0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CB255-5E8F-48B1-B4DA-A88CA49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0CAA8-856A-468C-A618-CF19D1C1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0CCF4-69A8-4089-B2A2-07809A8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51B7A-BD35-497B-BD7A-64571B9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BB52A-6CA6-404D-A6AB-9F72B98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3FBD7-3EEB-489D-B251-7ED0EA6F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20183-03CE-47DC-9F1C-74F4BA10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34490-567C-4927-8637-97932EF4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10031-760F-43F0-8267-D1C6225D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AF6F3-00F8-4B68-BEC6-9099C216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351D5-E5FA-4FBE-8ED8-555E947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434F3-4BFF-42D4-BFD1-CB3A6DA5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70D3A-DDAD-4B78-A113-B4CF677D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5066F-5D9E-4F25-B62B-22C0C93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DBB8E-329F-4BD6-A9F7-3BA2A200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C6141-D416-49F0-BDC5-CE099F5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9E5C2-90C5-431B-9887-39E7F6FD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C6D08-62A7-4A55-B1D5-8F77FE5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D70112-5878-40C2-8E13-8C74231B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39AC57-BB18-4A41-AE0B-EC9B91CC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71691-8943-48BE-8847-24742B24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3E452-8A21-48C5-8797-73A84F60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domain name system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5566586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5F98C-95DB-4F80-8412-C1600ED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1360B-61CB-4FFD-AD8B-B0A7649B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Application Layer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701B6-1E9B-41C5-B510-960BA64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3A10C-307F-40C2-9231-FF5432D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4B10F-C7D2-4C8F-B124-E68D297B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B95FC-0E29-499A-9E94-2F3D0867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</a:defRPr>
            </a:pPr>
            <a:r>
              <a:rPr sz="2025" b="0">
                <a:solidFill>
                  <a:srgbClr val="0F172A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AC7B5-ABC7-4574-8C7F-E624D31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A106D-9AA3-4AB8-A697-09B60D7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058AB-A4C4-4E5F-BF0C-945BE31C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5609-10BE-4559-8806-E723F16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254D6-78DD-4B14-8F77-6D0F4AC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588EA-EAEE-482D-ADED-94B2F25E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210569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2026-08-24T06:04:31.5070000Z</dcterms:created>
  <dcterms:modified xsi:type="dcterms:W3CDTF">2026-08-24T06:04:31.5070000Z</dcterms:modified>
</coreProperties>
</file>