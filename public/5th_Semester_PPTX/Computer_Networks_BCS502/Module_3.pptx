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94ea1ab824da8" /><Relationship Type="http://schemas.openxmlformats.org/officeDocument/2006/relationships/extended-properties" Target="/docProps/app.xml" Id="R74b1aa5507b64623" /><Relationship Type="http://schemas.openxmlformats.org/officeDocument/2006/relationships/officeDocument" Target="/ppt/presentation.xml" Id="R5d314735363f49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bea9f8fc24f99"/>
  </p:sldMasterIdLst>
  <p:notesMasterIdLst>
    <p:notesMasterId xmlns:r="http://schemas.openxmlformats.org/officeDocument/2006/relationships" r:id="R55d35b64ef4448db"/>
  </p:notesMasterIdLst>
  <p:sldIdLst>
    <p:sldId xmlns:r="http://schemas.openxmlformats.org/officeDocument/2006/relationships" id="256" r:id="Recdc4bf3bb854141"/>
    <p:sldId xmlns:r="http://schemas.openxmlformats.org/officeDocument/2006/relationships" id="257" r:id="R118cad1906064005"/>
    <p:sldId xmlns:r="http://schemas.openxmlformats.org/officeDocument/2006/relationships" id="258" r:id="Rfa67c97eee864107"/>
    <p:sldId xmlns:r="http://schemas.openxmlformats.org/officeDocument/2006/relationships" id="259" r:id="R651d2a6021b24fb8"/>
    <p:sldId xmlns:r="http://schemas.openxmlformats.org/officeDocument/2006/relationships" id="260" r:id="Rfe3772e04e644542"/>
    <p:sldId xmlns:r="http://schemas.openxmlformats.org/officeDocument/2006/relationships" id="261" r:id="Rdde14b42dc234190"/>
    <p:sldId xmlns:r="http://schemas.openxmlformats.org/officeDocument/2006/relationships" id="262" r:id="R5f281ccc28244816"/>
    <p:sldId xmlns:r="http://schemas.openxmlformats.org/officeDocument/2006/relationships" id="263" r:id="R6f2c7849f80443c7"/>
    <p:sldId xmlns:r="http://schemas.openxmlformats.org/officeDocument/2006/relationships" id="264" r:id="R3b81dee978b74b01"/>
    <p:sldId xmlns:r="http://schemas.openxmlformats.org/officeDocument/2006/relationships" id="265" r:id="R2bc02a36b6fb4205"/>
    <p:sldId xmlns:r="http://schemas.openxmlformats.org/officeDocument/2006/relationships" id="266" r:id="Redd3d5669c8842d7"/>
    <p:sldId xmlns:r="http://schemas.openxmlformats.org/officeDocument/2006/relationships" id="267" r:id="Ra04f6daa5adc4dd3"/>
    <p:sldId xmlns:r="http://schemas.openxmlformats.org/officeDocument/2006/relationships" id="268" r:id="R94003cb7150e4b1a"/>
    <p:sldId xmlns:r="http://schemas.openxmlformats.org/officeDocument/2006/relationships" id="269" r:id="R2a3bf6383a0a40a2"/>
    <p:sldId xmlns:r="http://schemas.openxmlformats.org/officeDocument/2006/relationships" id="270" r:id="R061e6417bdce46ee"/>
    <p:sldId xmlns:r="http://schemas.openxmlformats.org/officeDocument/2006/relationships" id="271" r:id="Ra19b3d9614c14664"/>
    <p:sldId xmlns:r="http://schemas.openxmlformats.org/officeDocument/2006/relationships" id="272" r:id="R37e3731899294ec8"/>
    <p:sldId xmlns:r="http://schemas.openxmlformats.org/officeDocument/2006/relationships" id="273" r:id="R67effa25826c4001"/>
    <p:sldId xmlns:r="http://schemas.openxmlformats.org/officeDocument/2006/relationships" id="274" r:id="R54ea5a4d64a04fde"/>
    <p:sldId xmlns:r="http://schemas.openxmlformats.org/officeDocument/2006/relationships" id="275" r:id="R2c94f9349a3b4020"/>
    <p:sldId xmlns:r="http://schemas.openxmlformats.org/officeDocument/2006/relationships" id="276" r:id="Rf6731899f17044d8"/>
    <p:sldId xmlns:r="http://schemas.openxmlformats.org/officeDocument/2006/relationships" id="277" r:id="R81b8f1c2a57c439d"/>
    <p:sldId xmlns:r="http://schemas.openxmlformats.org/officeDocument/2006/relationships" id="278" r:id="R67ac4feebe2d4ee4"/>
    <p:sldId xmlns:r="http://schemas.openxmlformats.org/officeDocument/2006/relationships" id="279" r:id="Rac83556461b64939"/>
    <p:sldId xmlns:r="http://schemas.openxmlformats.org/officeDocument/2006/relationships" id="280" r:id="R07f73925a5ce450f"/>
    <p:sldId xmlns:r="http://schemas.openxmlformats.org/officeDocument/2006/relationships" id="281" r:id="Rbdc89e4264284907"/>
    <p:sldId xmlns:r="http://schemas.openxmlformats.org/officeDocument/2006/relationships" id="282" r:id="Ra82ab4c09733480a"/>
    <p:sldId xmlns:r="http://schemas.openxmlformats.org/officeDocument/2006/relationships" id="283" r:id="R860b17b2224f4e25"/>
    <p:sldId xmlns:r="http://schemas.openxmlformats.org/officeDocument/2006/relationships" id="284" r:id="Rdd5c29e21ad749d1"/>
    <p:sldId xmlns:r="http://schemas.openxmlformats.org/officeDocument/2006/relationships" id="285" r:id="R1d40d2c9d82b46e6"/>
    <p:sldId xmlns:r="http://schemas.openxmlformats.org/officeDocument/2006/relationships" id="286" r:id="Rb6775aced7f142eb"/>
    <p:sldId xmlns:r="http://schemas.openxmlformats.org/officeDocument/2006/relationships" id="287" r:id="R691b7f95337f4b02"/>
    <p:sldId xmlns:r="http://schemas.openxmlformats.org/officeDocument/2006/relationships" id="288" r:id="R4b1ede90b67b4cee"/>
    <p:sldId xmlns:r="http://schemas.openxmlformats.org/officeDocument/2006/relationships" id="289" r:id="R20fc2db5ce5f4a7b"/>
    <p:sldId xmlns:r="http://schemas.openxmlformats.org/officeDocument/2006/relationships" id="290" r:id="R8b6b0ad510d34be1"/>
    <p:sldId xmlns:r="http://schemas.openxmlformats.org/officeDocument/2006/relationships" id="291" r:id="Re48a21f7c1b74b5d"/>
    <p:sldId xmlns:r="http://schemas.openxmlformats.org/officeDocument/2006/relationships" id="292" r:id="Rf36c28ee3533470b"/>
    <p:sldId xmlns:r="http://schemas.openxmlformats.org/officeDocument/2006/relationships" id="293" r:id="Rbb185ac48046444f"/>
    <p:sldId xmlns:r="http://schemas.openxmlformats.org/officeDocument/2006/relationships" id="294" r:id="R85e3cfa862a146ed"/>
    <p:sldId xmlns:r="http://schemas.openxmlformats.org/officeDocument/2006/relationships" id="295" r:id="R7fe8cc99a3654059"/>
    <p:sldId xmlns:r="http://schemas.openxmlformats.org/officeDocument/2006/relationships" id="296" r:id="R888fe0eb1ab64351"/>
    <p:sldId xmlns:r="http://schemas.openxmlformats.org/officeDocument/2006/relationships" id="297" r:id="R21528c1c29694492"/>
    <p:sldId xmlns:r="http://schemas.openxmlformats.org/officeDocument/2006/relationships" id="298" r:id="R44981be2aa824375"/>
    <p:sldId xmlns:r="http://schemas.openxmlformats.org/officeDocument/2006/relationships" id="299" r:id="R6e60346ab5f549c0"/>
    <p:sldId xmlns:r="http://schemas.openxmlformats.org/officeDocument/2006/relationships" id="300" r:id="R4e5cc546236342b6"/>
    <p:sldId xmlns:r="http://schemas.openxmlformats.org/officeDocument/2006/relationships" id="301" r:id="Rac88b631ea024717"/>
    <p:sldId xmlns:r="http://schemas.openxmlformats.org/officeDocument/2006/relationships" id="302" r:id="R39305a42a21b49fa"/>
    <p:sldId xmlns:r="http://schemas.openxmlformats.org/officeDocument/2006/relationships" id="303" r:id="R4e37133713d64b1e"/>
    <p:sldId xmlns:r="http://schemas.openxmlformats.org/officeDocument/2006/relationships" id="304" r:id="R9403c058b5b94935"/>
    <p:sldId xmlns:r="http://schemas.openxmlformats.org/officeDocument/2006/relationships" id="305" r:id="R65f476fe0be04410"/>
    <p:sldId xmlns:r="http://schemas.openxmlformats.org/officeDocument/2006/relationships" id="306" r:id="R33a95dbeea284d6d"/>
    <p:sldId xmlns:r="http://schemas.openxmlformats.org/officeDocument/2006/relationships" id="307" r:id="R165a583340b64563"/>
    <p:sldId xmlns:r="http://schemas.openxmlformats.org/officeDocument/2006/relationships" id="308" r:id="R68e6f21f068346ce"/>
    <p:sldId xmlns:r="http://schemas.openxmlformats.org/officeDocument/2006/relationships" id="309" r:id="R0f803881a94b4d19"/>
    <p:sldId xmlns:r="http://schemas.openxmlformats.org/officeDocument/2006/relationships" id="310" r:id="R0dc9f0ddb09b4aae"/>
    <p:sldId xmlns:r="http://schemas.openxmlformats.org/officeDocument/2006/relationships" id="311" r:id="R245c1416c22445f8"/>
    <p:sldId xmlns:r="http://schemas.openxmlformats.org/officeDocument/2006/relationships" id="312" r:id="Ra9fde7e3e82446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6f6221177b4101" /><Relationship Type="http://schemas.openxmlformats.org/officeDocument/2006/relationships/slideMaster" Target="/ppt/slideMasters/slideMaster1.xml" Id="Rf98bea9f8fc24f99" /><Relationship Type="http://schemas.openxmlformats.org/officeDocument/2006/relationships/notesMaster" Target="/ppt/notesMasters/notesMaster1.xml" Id="R55d35b64ef4448db" /><Relationship Type="http://schemas.openxmlformats.org/officeDocument/2006/relationships/presProps" Target="/ppt/presProps.xml" Id="R11fe4523fc58422c" /><Relationship Type="http://schemas.openxmlformats.org/officeDocument/2006/relationships/tableStyles" Target="/ppt/tableStyles.xml" Id="R8b74d9f0ada94a28" /><Relationship Type="http://schemas.openxmlformats.org/officeDocument/2006/relationships/slide" Target="/ppt/slides/slide1.xml" Id="Recdc4bf3bb854141" /><Relationship Type="http://schemas.openxmlformats.org/officeDocument/2006/relationships/slide" Target="/ppt/slides/slide2.xml" Id="R118cad1906064005" /><Relationship Type="http://schemas.openxmlformats.org/officeDocument/2006/relationships/slide" Target="/ppt/slides/slide3.xml" Id="Rfa67c97eee864107" /><Relationship Type="http://schemas.openxmlformats.org/officeDocument/2006/relationships/slide" Target="/ppt/slides/slide4.xml" Id="R651d2a6021b24fb8" /><Relationship Type="http://schemas.openxmlformats.org/officeDocument/2006/relationships/slide" Target="/ppt/slides/slide5.xml" Id="Rfe3772e04e644542" /><Relationship Type="http://schemas.openxmlformats.org/officeDocument/2006/relationships/slide" Target="/ppt/slides/slide6.xml" Id="Rdde14b42dc234190" /><Relationship Type="http://schemas.openxmlformats.org/officeDocument/2006/relationships/slide" Target="/ppt/slides/slide7.xml" Id="R5f281ccc28244816" /><Relationship Type="http://schemas.openxmlformats.org/officeDocument/2006/relationships/slide" Target="/ppt/slides/slide8.xml" Id="R6f2c7849f80443c7" /><Relationship Type="http://schemas.openxmlformats.org/officeDocument/2006/relationships/slide" Target="/ppt/slides/slide9.xml" Id="R3b81dee978b74b01" /><Relationship Type="http://schemas.openxmlformats.org/officeDocument/2006/relationships/slide" Target="/ppt/slides/slide10.xml" Id="R2bc02a36b6fb4205" /><Relationship Type="http://schemas.openxmlformats.org/officeDocument/2006/relationships/slide" Target="/ppt/slides/slide11.xml" Id="Redd3d5669c8842d7" /><Relationship Type="http://schemas.openxmlformats.org/officeDocument/2006/relationships/slide" Target="/ppt/slides/slide12.xml" Id="Ra04f6daa5adc4dd3" /><Relationship Type="http://schemas.openxmlformats.org/officeDocument/2006/relationships/slide" Target="/ppt/slides/slide13.xml" Id="R94003cb7150e4b1a" /><Relationship Type="http://schemas.openxmlformats.org/officeDocument/2006/relationships/slide" Target="/ppt/slides/slide14.xml" Id="R2a3bf6383a0a40a2" /><Relationship Type="http://schemas.openxmlformats.org/officeDocument/2006/relationships/slide" Target="/ppt/slides/slide15.xml" Id="R061e6417bdce46ee" /><Relationship Type="http://schemas.openxmlformats.org/officeDocument/2006/relationships/slide" Target="/ppt/slides/slide16.xml" Id="Ra19b3d9614c14664" /><Relationship Type="http://schemas.openxmlformats.org/officeDocument/2006/relationships/slide" Target="/ppt/slides/slide17.xml" Id="R37e3731899294ec8" /><Relationship Type="http://schemas.openxmlformats.org/officeDocument/2006/relationships/slide" Target="/ppt/slides/slide18.xml" Id="R67effa25826c4001" /><Relationship Type="http://schemas.openxmlformats.org/officeDocument/2006/relationships/slide" Target="/ppt/slides/slide19.xml" Id="R54ea5a4d64a04fde" /><Relationship Type="http://schemas.openxmlformats.org/officeDocument/2006/relationships/slide" Target="/ppt/slides/slide20.xml" Id="R2c94f9349a3b4020" /><Relationship Type="http://schemas.openxmlformats.org/officeDocument/2006/relationships/slide" Target="/ppt/slides/slide21.xml" Id="Rf6731899f17044d8" /><Relationship Type="http://schemas.openxmlformats.org/officeDocument/2006/relationships/slide" Target="/ppt/slides/slide22.xml" Id="R81b8f1c2a57c439d" /><Relationship Type="http://schemas.openxmlformats.org/officeDocument/2006/relationships/slide" Target="/ppt/slides/slide23.xml" Id="R67ac4feebe2d4ee4" /><Relationship Type="http://schemas.openxmlformats.org/officeDocument/2006/relationships/slide" Target="/ppt/slides/slide24.xml" Id="Rac83556461b64939" /><Relationship Type="http://schemas.openxmlformats.org/officeDocument/2006/relationships/slide" Target="/ppt/slides/slide25.xml" Id="R07f73925a5ce450f" /><Relationship Type="http://schemas.openxmlformats.org/officeDocument/2006/relationships/slide" Target="/ppt/slides/slide26.xml" Id="Rbdc89e4264284907" /><Relationship Type="http://schemas.openxmlformats.org/officeDocument/2006/relationships/slide" Target="/ppt/slides/slide27.xml" Id="Ra82ab4c09733480a" /><Relationship Type="http://schemas.openxmlformats.org/officeDocument/2006/relationships/slide" Target="/ppt/slides/slide28.xml" Id="R860b17b2224f4e25" /><Relationship Type="http://schemas.openxmlformats.org/officeDocument/2006/relationships/slide" Target="/ppt/slides/slide29.xml" Id="Rdd5c29e21ad749d1" /><Relationship Type="http://schemas.openxmlformats.org/officeDocument/2006/relationships/slide" Target="/ppt/slides/slide30.xml" Id="R1d40d2c9d82b46e6" /><Relationship Type="http://schemas.openxmlformats.org/officeDocument/2006/relationships/slide" Target="/ppt/slides/slide31.xml" Id="Rb6775aced7f142eb" /><Relationship Type="http://schemas.openxmlformats.org/officeDocument/2006/relationships/slide" Target="/ppt/slides/slide32.xml" Id="R691b7f95337f4b02" /><Relationship Type="http://schemas.openxmlformats.org/officeDocument/2006/relationships/slide" Target="/ppt/slides/slide33.xml" Id="R4b1ede90b67b4cee" /><Relationship Type="http://schemas.openxmlformats.org/officeDocument/2006/relationships/slide" Target="/ppt/slides/slide34.xml" Id="R20fc2db5ce5f4a7b" /><Relationship Type="http://schemas.openxmlformats.org/officeDocument/2006/relationships/slide" Target="/ppt/slides/slide35.xml" Id="R8b6b0ad510d34be1" /><Relationship Type="http://schemas.openxmlformats.org/officeDocument/2006/relationships/slide" Target="/ppt/slides/slide36.xml" Id="Re48a21f7c1b74b5d" /><Relationship Type="http://schemas.openxmlformats.org/officeDocument/2006/relationships/slide" Target="/ppt/slides/slide37.xml" Id="Rf36c28ee3533470b" /><Relationship Type="http://schemas.openxmlformats.org/officeDocument/2006/relationships/slide" Target="/ppt/slides/slide38.xml" Id="Rbb185ac48046444f" /><Relationship Type="http://schemas.openxmlformats.org/officeDocument/2006/relationships/slide" Target="/ppt/slides/slide39.xml" Id="R85e3cfa862a146ed" /><Relationship Type="http://schemas.openxmlformats.org/officeDocument/2006/relationships/slide" Target="/ppt/slides/slide40.xml" Id="R7fe8cc99a3654059" /><Relationship Type="http://schemas.openxmlformats.org/officeDocument/2006/relationships/slide" Target="/ppt/slides/slide41.xml" Id="R888fe0eb1ab64351" /><Relationship Type="http://schemas.openxmlformats.org/officeDocument/2006/relationships/slide" Target="/ppt/slides/slide42.xml" Id="R21528c1c29694492" /><Relationship Type="http://schemas.openxmlformats.org/officeDocument/2006/relationships/slide" Target="/ppt/slides/slide43.xml" Id="R44981be2aa824375" /><Relationship Type="http://schemas.openxmlformats.org/officeDocument/2006/relationships/slide" Target="/ppt/slides/slide44.xml" Id="R6e60346ab5f549c0" /><Relationship Type="http://schemas.openxmlformats.org/officeDocument/2006/relationships/slide" Target="/ppt/slides/slide45.xml" Id="R4e5cc546236342b6" /><Relationship Type="http://schemas.openxmlformats.org/officeDocument/2006/relationships/slide" Target="/ppt/slides/slide46.xml" Id="Rac88b631ea024717" /><Relationship Type="http://schemas.openxmlformats.org/officeDocument/2006/relationships/slide" Target="/ppt/slides/slide47.xml" Id="R39305a42a21b49fa" /><Relationship Type="http://schemas.openxmlformats.org/officeDocument/2006/relationships/slide" Target="/ppt/slides/slide48.xml" Id="R4e37133713d64b1e" /><Relationship Type="http://schemas.openxmlformats.org/officeDocument/2006/relationships/slide" Target="/ppt/slides/slide49.xml" Id="R9403c058b5b94935" /><Relationship Type="http://schemas.openxmlformats.org/officeDocument/2006/relationships/slide" Target="/ppt/slides/slide50.xml" Id="R65f476fe0be04410" /><Relationship Type="http://schemas.openxmlformats.org/officeDocument/2006/relationships/slide" Target="/ppt/slides/slide51.xml" Id="R33a95dbeea284d6d" /><Relationship Type="http://schemas.openxmlformats.org/officeDocument/2006/relationships/slide" Target="/ppt/slides/slide52.xml" Id="R165a583340b64563" /><Relationship Type="http://schemas.openxmlformats.org/officeDocument/2006/relationships/slide" Target="/ppt/slides/slide53.xml" Id="R68e6f21f068346ce" /><Relationship Type="http://schemas.openxmlformats.org/officeDocument/2006/relationships/slide" Target="/ppt/slides/slide54.xml" Id="R0f803881a94b4d19" /><Relationship Type="http://schemas.openxmlformats.org/officeDocument/2006/relationships/slide" Target="/ppt/slides/slide55.xml" Id="R0dc9f0ddb09b4aae" /><Relationship Type="http://schemas.openxmlformats.org/officeDocument/2006/relationships/slide" Target="/ppt/slides/slide56.xml" Id="R245c1416c22445f8" /><Relationship Type="http://schemas.openxmlformats.org/officeDocument/2006/relationships/slide" Target="/ppt/slides/slide57.xml" Id="Ra9fde7e3e82446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25acef356745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538ed9097a453e" /><Relationship Type="http://schemas.openxmlformats.org/officeDocument/2006/relationships/notesMaster" Target="/ppt/notesMasters/notesMaster1.xml" Id="R1d430ea4bc9844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b3a2d8f6c24d07" /><Relationship Type="http://schemas.openxmlformats.org/officeDocument/2006/relationships/notesMaster" Target="/ppt/notesMasters/notesMaster1.xml" Id="R0640941b6ba248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bc0a4954342e6" /><Relationship Type="http://schemas.openxmlformats.org/officeDocument/2006/relationships/notesMaster" Target="/ppt/notesMasters/notesMaster1.xml" Id="R0d4f7b13841049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fd49ff8bb74ddc" /><Relationship Type="http://schemas.openxmlformats.org/officeDocument/2006/relationships/notesMaster" Target="/ppt/notesMasters/notesMaster1.xml" Id="R5f5795f2016c4f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d79102b044a06" /><Relationship Type="http://schemas.openxmlformats.org/officeDocument/2006/relationships/notesMaster" Target="/ppt/notesMasters/notesMaster1.xml" Id="R0bd1beb2ec334c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0a8825470b4bd9" /><Relationship Type="http://schemas.openxmlformats.org/officeDocument/2006/relationships/notesMaster" Target="/ppt/notesMasters/notesMaster1.xml" Id="R0adb14f7794c40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eb3a6b753843b6" /><Relationship Type="http://schemas.openxmlformats.org/officeDocument/2006/relationships/notesMaster" Target="/ppt/notesMasters/notesMaster1.xml" Id="R02bc90ce72a340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96061ba1794b28" /><Relationship Type="http://schemas.openxmlformats.org/officeDocument/2006/relationships/notesMaster" Target="/ppt/notesMasters/notesMaster1.xml" Id="R244c192c577e43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e373f313f144fb" /><Relationship Type="http://schemas.openxmlformats.org/officeDocument/2006/relationships/notesMaster" Target="/ppt/notesMasters/notesMaster1.xml" Id="Rf3445db381ae47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acf41858cf4112" /><Relationship Type="http://schemas.openxmlformats.org/officeDocument/2006/relationships/notesMaster" Target="/ppt/notesMasters/notesMaster1.xml" Id="Rababe3a09471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91b083ec2d43f1" /><Relationship Type="http://schemas.openxmlformats.org/officeDocument/2006/relationships/notesMaster" Target="/ppt/notesMasters/notesMaster1.xml" Id="Rbc806f9b7e3841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8fc320fc294ce4" /><Relationship Type="http://schemas.openxmlformats.org/officeDocument/2006/relationships/notesMaster" Target="/ppt/notesMasters/notesMaster1.xml" Id="R332beeb51c49418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24cd1d75db4627" /><Relationship Type="http://schemas.openxmlformats.org/officeDocument/2006/relationships/notesMaster" Target="/ppt/notesMasters/notesMaster1.xml" Id="R55b443472f2348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9cd3683a89487f" /><Relationship Type="http://schemas.openxmlformats.org/officeDocument/2006/relationships/notesMaster" Target="/ppt/notesMasters/notesMaster1.xml" Id="R1b449a2a851f4a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f32cd835c743ac" /><Relationship Type="http://schemas.openxmlformats.org/officeDocument/2006/relationships/notesMaster" Target="/ppt/notesMasters/notesMaster1.xml" Id="R73f2921cbd4d4d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1c04329ef1f4c20" /><Relationship Type="http://schemas.openxmlformats.org/officeDocument/2006/relationships/notesMaster" Target="/ppt/notesMasters/notesMaster1.xml" Id="R735c4228156d4c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fd1db0e1dc47ca" /><Relationship Type="http://schemas.openxmlformats.org/officeDocument/2006/relationships/notesMaster" Target="/ppt/notesMasters/notesMaster1.xml" Id="Ra74d9664fa1c4f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1fc4b4736f4dd1" /><Relationship Type="http://schemas.openxmlformats.org/officeDocument/2006/relationships/notesMaster" Target="/ppt/notesMasters/notesMaster1.xml" Id="R71e86ef9afd14d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a06a87b3944efe" /><Relationship Type="http://schemas.openxmlformats.org/officeDocument/2006/relationships/notesMaster" Target="/ppt/notesMasters/notesMaster1.xml" Id="R384c1f06da2541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625c7d3372643bd" /><Relationship Type="http://schemas.openxmlformats.org/officeDocument/2006/relationships/notesMaster" Target="/ppt/notesMasters/notesMaster1.xml" Id="Rfce74322715d41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8ac66ee4414594" /><Relationship Type="http://schemas.openxmlformats.org/officeDocument/2006/relationships/notesMaster" Target="/ppt/notesMasters/notesMaster1.xml" Id="R0ddf4659adb5471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6513f2867f745c6" /><Relationship Type="http://schemas.openxmlformats.org/officeDocument/2006/relationships/notesMaster" Target="/ppt/notesMasters/notesMaster1.xml" Id="R51d85500a1a74d2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3a1d67715e4e6d" /><Relationship Type="http://schemas.openxmlformats.org/officeDocument/2006/relationships/notesMaster" Target="/ppt/notesMasters/notesMaster1.xml" Id="R72e5c3073bbd4c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5884cbf7e14b80" /><Relationship Type="http://schemas.openxmlformats.org/officeDocument/2006/relationships/notesMaster" Target="/ppt/notesMasters/notesMaster1.xml" Id="R4166319a2f36466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c1e0c98b0be4858" /><Relationship Type="http://schemas.openxmlformats.org/officeDocument/2006/relationships/notesMaster" Target="/ppt/notesMasters/notesMaster1.xml" Id="R838ad27d91a74f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d7b620e6a744db9" /><Relationship Type="http://schemas.openxmlformats.org/officeDocument/2006/relationships/notesMaster" Target="/ppt/notesMasters/notesMaster1.xml" Id="R6d974853471249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f5019e7c3b5421c" /><Relationship Type="http://schemas.openxmlformats.org/officeDocument/2006/relationships/notesMaster" Target="/ppt/notesMasters/notesMaster1.xml" Id="R8d1e145661d347e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3a143f6b0a94cb6" /><Relationship Type="http://schemas.openxmlformats.org/officeDocument/2006/relationships/notesMaster" Target="/ppt/notesMasters/notesMaster1.xml" Id="R285eb2d186864aa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8d67961b45b4b11" /><Relationship Type="http://schemas.openxmlformats.org/officeDocument/2006/relationships/notesMaster" Target="/ppt/notesMasters/notesMaster1.xml" Id="Rcfafe7feb14d4d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0b4cf1cdffb4a2e" /><Relationship Type="http://schemas.openxmlformats.org/officeDocument/2006/relationships/notesMaster" Target="/ppt/notesMasters/notesMaster1.xml" Id="Rfa9874a2dece450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bd46e5960534a4b" /><Relationship Type="http://schemas.openxmlformats.org/officeDocument/2006/relationships/notesMaster" Target="/ppt/notesMasters/notesMaster1.xml" Id="R98b553b5a99c44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ad3aae9b8fe4a34" /><Relationship Type="http://schemas.openxmlformats.org/officeDocument/2006/relationships/notesMaster" Target="/ppt/notesMasters/notesMaster1.xml" Id="R0dd60ad2d18a43c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99a10cd16c2475a" /><Relationship Type="http://schemas.openxmlformats.org/officeDocument/2006/relationships/notesMaster" Target="/ppt/notesMasters/notesMaster1.xml" Id="R8b030ce953d6484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964bac9c02448b" /><Relationship Type="http://schemas.openxmlformats.org/officeDocument/2006/relationships/notesMaster" Target="/ppt/notesMasters/notesMaster1.xml" Id="Rf24f99bc652e4b1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a0edea59a3434a" /><Relationship Type="http://schemas.openxmlformats.org/officeDocument/2006/relationships/notesMaster" Target="/ppt/notesMasters/notesMaster1.xml" Id="R036e970248f7460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36e4bf64be4f5b" /><Relationship Type="http://schemas.openxmlformats.org/officeDocument/2006/relationships/notesMaster" Target="/ppt/notesMasters/notesMaster1.xml" Id="R1c54ba7784ec49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b972f8c13214e74" /><Relationship Type="http://schemas.openxmlformats.org/officeDocument/2006/relationships/notesMaster" Target="/ppt/notesMasters/notesMaster1.xml" Id="Redbae7a37e7f423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b89dc6c00454229" /><Relationship Type="http://schemas.openxmlformats.org/officeDocument/2006/relationships/notesMaster" Target="/ppt/notesMasters/notesMaster1.xml" Id="Rc75a2c9965284eb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9038438da5427c" /><Relationship Type="http://schemas.openxmlformats.org/officeDocument/2006/relationships/notesMaster" Target="/ppt/notesMasters/notesMaster1.xml" Id="R4fa5647c802643f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6f56031628d4d31" /><Relationship Type="http://schemas.openxmlformats.org/officeDocument/2006/relationships/notesMaster" Target="/ppt/notesMasters/notesMaster1.xml" Id="R549a8bf59108404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9ba2dec08244a6f" /><Relationship Type="http://schemas.openxmlformats.org/officeDocument/2006/relationships/notesMaster" Target="/ppt/notesMasters/notesMaster1.xml" Id="R2212e49d6f8f4bb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b115662bc824cd6" /><Relationship Type="http://schemas.openxmlformats.org/officeDocument/2006/relationships/notesMaster" Target="/ppt/notesMasters/notesMaster1.xml" Id="Rf419960954b94e7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6d2a1919d9a4d81" /><Relationship Type="http://schemas.openxmlformats.org/officeDocument/2006/relationships/notesMaster" Target="/ppt/notesMasters/notesMaster1.xml" Id="R6bf805a1d86b404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f3c5e61b1374abd" /><Relationship Type="http://schemas.openxmlformats.org/officeDocument/2006/relationships/notesMaster" Target="/ppt/notesMasters/notesMaster1.xml" Id="R25025277755e41b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cd834e8380b498f" /><Relationship Type="http://schemas.openxmlformats.org/officeDocument/2006/relationships/notesMaster" Target="/ppt/notesMasters/notesMaster1.xml" Id="R6da96d7feecd4186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7eb2033abf14067" /><Relationship Type="http://schemas.openxmlformats.org/officeDocument/2006/relationships/notesMaster" Target="/ppt/notesMasters/notesMaster1.xml" Id="Reffc54a5251f473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873fe59066045b0" /><Relationship Type="http://schemas.openxmlformats.org/officeDocument/2006/relationships/notesMaster" Target="/ppt/notesMasters/notesMaster1.xml" Id="R06a44cfd63d3448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d9a9cc648494a1b" /><Relationship Type="http://schemas.openxmlformats.org/officeDocument/2006/relationships/notesMaster" Target="/ppt/notesMasters/notesMaster1.xml" Id="Raaa6a6ad2124481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9921cdff486436d" /><Relationship Type="http://schemas.openxmlformats.org/officeDocument/2006/relationships/notesMaster" Target="/ppt/notesMasters/notesMaster1.xml" Id="R82b653af87b24a5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2ed4fcae2d149c6" /><Relationship Type="http://schemas.openxmlformats.org/officeDocument/2006/relationships/notesMaster" Target="/ppt/notesMasters/notesMaster1.xml" Id="Rc734ec4d87f2434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c2bd04e664043b2" /><Relationship Type="http://schemas.openxmlformats.org/officeDocument/2006/relationships/notesMaster" Target="/ppt/notesMasters/notesMaster1.xml" Id="R731015963e744f7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3e49166f380432e" /><Relationship Type="http://schemas.openxmlformats.org/officeDocument/2006/relationships/notesMaster" Target="/ppt/notesMasters/notesMaster1.xml" Id="R054b10ca70ad45c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c39400da3f64999" /><Relationship Type="http://schemas.openxmlformats.org/officeDocument/2006/relationships/notesMaster" Target="/ppt/notesMasters/notesMaster1.xml" Id="Re373dac74abc4f6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29df46f9b5e84a1f" /><Relationship Type="http://schemas.openxmlformats.org/officeDocument/2006/relationships/notesMaster" Target="/ppt/notesMasters/notesMaster1.xml" Id="R520a37156832450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5d1b119e38f4aaf" /><Relationship Type="http://schemas.openxmlformats.org/officeDocument/2006/relationships/notesMaster" Target="/ppt/notesMasters/notesMaster1.xml" Id="Rf32a0a26b4c94a3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c752b3b490642a5" /><Relationship Type="http://schemas.openxmlformats.org/officeDocument/2006/relationships/notesMaster" Target="/ppt/notesMasters/notesMaster1.xml" Id="R8a911c30b7a44e8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8b8aa61794b436a" /><Relationship Type="http://schemas.openxmlformats.org/officeDocument/2006/relationships/notesMaster" Target="/ppt/notesMasters/notesMaster1.xml" Id="R1b93cf3eda8549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Behrouz A. Forouzan, Data Communications and Networking, 5th ed., chapters listed in syllabus.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e7591bc9e44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26eb35d9f34db5" /><Relationship Type="http://schemas.openxmlformats.org/officeDocument/2006/relationships/slideLayout" Target="/ppt/slideLayouts/slideLayout1.xml" Id="R4e40c4e8d95e40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40c4e8d95e40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f7d1ac3564262" /><Relationship Type="http://schemas.openxmlformats.org/officeDocument/2006/relationships/notesSlide" Target="/ppt/notesSlides/notesSlide1.xml" Id="R8850560b0c4947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45e017bef4315" /><Relationship Type="http://schemas.openxmlformats.org/officeDocument/2006/relationships/notesSlide" Target="/ppt/notesSlides/notesSlide2.xml" Id="Rc43f6e479e334a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37837bc884953" /><Relationship Type="http://schemas.openxmlformats.org/officeDocument/2006/relationships/notesSlide" Target="/ppt/notesSlides/notesSlide3.xml" Id="R22f114e0b1034b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bdc40f9a4445d" /><Relationship Type="http://schemas.openxmlformats.org/officeDocument/2006/relationships/notesSlide" Target="/ppt/notesSlides/notesSlide4.xml" Id="Rdabbc36193bf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016451a19462b" /><Relationship Type="http://schemas.openxmlformats.org/officeDocument/2006/relationships/notesSlide" Target="/ppt/notesSlides/notesSlide5.xml" Id="Ra541eb54aa8947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3787032c9433f" /><Relationship Type="http://schemas.openxmlformats.org/officeDocument/2006/relationships/notesSlide" Target="/ppt/notesSlides/notesSlide6.xml" Id="Ra5b11c28e350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54dba72c54b37" /><Relationship Type="http://schemas.openxmlformats.org/officeDocument/2006/relationships/notesSlide" Target="/ppt/notesSlides/notesSlide7.xml" Id="Ra93aac5cd1c4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06d6b02ed4817" /><Relationship Type="http://schemas.openxmlformats.org/officeDocument/2006/relationships/notesSlide" Target="/ppt/notesSlides/notesSlide8.xml" Id="R23d965d70b4743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05756c3304166" /><Relationship Type="http://schemas.openxmlformats.org/officeDocument/2006/relationships/notesSlide" Target="/ppt/notesSlides/notesSlide9.xml" Id="R440445d03d6d47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3f9cf39e54881" /><Relationship Type="http://schemas.openxmlformats.org/officeDocument/2006/relationships/notesSlide" Target="/ppt/notesSlides/notesSlide10.xml" Id="R0accbce6cdfb48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1f08eb38f4340" /><Relationship Type="http://schemas.openxmlformats.org/officeDocument/2006/relationships/notesSlide" Target="/ppt/notesSlides/notesSlide11.xml" Id="Re5d91f7ed60844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e375d3211433c" /><Relationship Type="http://schemas.openxmlformats.org/officeDocument/2006/relationships/notesSlide" Target="/ppt/notesSlides/notesSlide12.xml" Id="R9474a5d1ffe44e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4bbe1c363487c" /><Relationship Type="http://schemas.openxmlformats.org/officeDocument/2006/relationships/notesSlide" Target="/ppt/notesSlides/notesSlide13.xml" Id="Rf9f9d37373114f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5897c973c4e7b" /><Relationship Type="http://schemas.openxmlformats.org/officeDocument/2006/relationships/notesSlide" Target="/ppt/notesSlides/notesSlide14.xml" Id="R487b58f51aea4f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f8d311b184b8b" /><Relationship Type="http://schemas.openxmlformats.org/officeDocument/2006/relationships/notesSlide" Target="/ppt/notesSlides/notesSlide15.xml" Id="Rd5f02cad0b6e4e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5c8ec15034609" /><Relationship Type="http://schemas.openxmlformats.org/officeDocument/2006/relationships/notesSlide" Target="/ppt/notesSlides/notesSlide16.xml" Id="Ra8ff90c2d8ac44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6192d1df74acc" /><Relationship Type="http://schemas.openxmlformats.org/officeDocument/2006/relationships/notesSlide" Target="/ppt/notesSlides/notesSlide17.xml" Id="R6f3d7065ac1d41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184b2dc5448ce" /><Relationship Type="http://schemas.openxmlformats.org/officeDocument/2006/relationships/notesSlide" Target="/ppt/notesSlides/notesSlide18.xml" Id="Ra0b38bba44fa4b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b8f672bb4efe" /><Relationship Type="http://schemas.openxmlformats.org/officeDocument/2006/relationships/notesSlide" Target="/ppt/notesSlides/notesSlide19.xml" Id="R666a37d848c740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ad42818084ed3" /><Relationship Type="http://schemas.openxmlformats.org/officeDocument/2006/relationships/notesSlide" Target="/ppt/notesSlides/notesSlide20.xml" Id="R50aae838e7524ba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3a8ddd8694cab" /><Relationship Type="http://schemas.openxmlformats.org/officeDocument/2006/relationships/notesSlide" Target="/ppt/notesSlides/notesSlide21.xml" Id="Rd313dd16b57049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39720ee9f4e8c" /><Relationship Type="http://schemas.openxmlformats.org/officeDocument/2006/relationships/notesSlide" Target="/ppt/notesSlides/notesSlide22.xml" Id="Rcb0b45e6dd9f44b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09449eb1a410c" /><Relationship Type="http://schemas.openxmlformats.org/officeDocument/2006/relationships/notesSlide" Target="/ppt/notesSlides/notesSlide23.xml" Id="Rcae30ca862f2448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fbaab02424273" /><Relationship Type="http://schemas.openxmlformats.org/officeDocument/2006/relationships/notesSlide" Target="/ppt/notesSlides/notesSlide24.xml" Id="Rc40399227d3548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b5e6ee73d4ec8" /><Relationship Type="http://schemas.openxmlformats.org/officeDocument/2006/relationships/notesSlide" Target="/ppt/notesSlides/notesSlide25.xml" Id="R62d2af40306c44d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1983ad1a84509" /><Relationship Type="http://schemas.openxmlformats.org/officeDocument/2006/relationships/notesSlide" Target="/ppt/notesSlides/notesSlide26.xml" Id="Rf9a26dd229484c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2c0238e674c11" /><Relationship Type="http://schemas.openxmlformats.org/officeDocument/2006/relationships/notesSlide" Target="/ppt/notesSlides/notesSlide27.xml" Id="R0a02d337d5db485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c8c98f1eb4bb3" /><Relationship Type="http://schemas.openxmlformats.org/officeDocument/2006/relationships/notesSlide" Target="/ppt/notesSlides/notesSlide28.xml" Id="Reacbec00a80c41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a28f2d28e4d26" /><Relationship Type="http://schemas.openxmlformats.org/officeDocument/2006/relationships/notesSlide" Target="/ppt/notesSlides/notesSlide29.xml" Id="Rd7f044d6a74b498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5a0bb17624cb5" /><Relationship Type="http://schemas.openxmlformats.org/officeDocument/2006/relationships/notesSlide" Target="/ppt/notesSlides/notesSlide30.xml" Id="R9a4d3dab6fd44a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ae83f3c2a47e1" /><Relationship Type="http://schemas.openxmlformats.org/officeDocument/2006/relationships/notesSlide" Target="/ppt/notesSlides/notesSlide31.xml" Id="Rdd1fb81e771a4cf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53ad00c3141e1" /><Relationship Type="http://schemas.openxmlformats.org/officeDocument/2006/relationships/notesSlide" Target="/ppt/notesSlides/notesSlide32.xml" Id="Re61af2379021449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d522594374c47" /><Relationship Type="http://schemas.openxmlformats.org/officeDocument/2006/relationships/notesSlide" Target="/ppt/notesSlides/notesSlide33.xml" Id="R0f3ab86fcb5340a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fca4021594879" /><Relationship Type="http://schemas.openxmlformats.org/officeDocument/2006/relationships/notesSlide" Target="/ppt/notesSlides/notesSlide34.xml" Id="R9228cfeb71584f5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8231c716d4471" /><Relationship Type="http://schemas.openxmlformats.org/officeDocument/2006/relationships/notesSlide" Target="/ppt/notesSlides/notesSlide35.xml" Id="R252759648c2845e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b233b837043c1" /><Relationship Type="http://schemas.openxmlformats.org/officeDocument/2006/relationships/notesSlide" Target="/ppt/notesSlides/notesSlide36.xml" Id="Rf8997346b966476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886848abb42f9" /><Relationship Type="http://schemas.openxmlformats.org/officeDocument/2006/relationships/notesSlide" Target="/ppt/notesSlides/notesSlide37.xml" Id="R67b8a13e997a4b1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9075c28e94272" /><Relationship Type="http://schemas.openxmlformats.org/officeDocument/2006/relationships/notesSlide" Target="/ppt/notesSlides/notesSlide38.xml" Id="R821f36c8ef484e6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a49bbf2b245af" /><Relationship Type="http://schemas.openxmlformats.org/officeDocument/2006/relationships/notesSlide" Target="/ppt/notesSlides/notesSlide39.xml" Id="Rf0a1bc9a02f045b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e3600c4e54b13" /><Relationship Type="http://schemas.openxmlformats.org/officeDocument/2006/relationships/notesSlide" Target="/ppt/notesSlides/notesSlide40.xml" Id="Rbfc83476aa25404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1b3f24fe048e9" /><Relationship Type="http://schemas.openxmlformats.org/officeDocument/2006/relationships/notesSlide" Target="/ppt/notesSlides/notesSlide41.xml" Id="R310871273e284d1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e584ce2cd45ba" /><Relationship Type="http://schemas.openxmlformats.org/officeDocument/2006/relationships/notesSlide" Target="/ppt/notesSlides/notesSlide42.xml" Id="Rfccfb3cf6e6d42c1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7a9092bb34872" /><Relationship Type="http://schemas.openxmlformats.org/officeDocument/2006/relationships/notesSlide" Target="/ppt/notesSlides/notesSlide43.xml" Id="Rcefc0d6a5da9457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09f63f5d94846" /><Relationship Type="http://schemas.openxmlformats.org/officeDocument/2006/relationships/notesSlide" Target="/ppt/notesSlides/notesSlide44.xml" Id="R9ef3c4e7134441b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82a2060d741fd" /><Relationship Type="http://schemas.openxmlformats.org/officeDocument/2006/relationships/notesSlide" Target="/ppt/notesSlides/notesSlide45.xml" Id="Rce81ee1e86414ec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dcc889552490b" /><Relationship Type="http://schemas.openxmlformats.org/officeDocument/2006/relationships/notesSlide" Target="/ppt/notesSlides/notesSlide46.xml" Id="R0e503e8d1fd1414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67263b9cf474b" /><Relationship Type="http://schemas.openxmlformats.org/officeDocument/2006/relationships/notesSlide" Target="/ppt/notesSlides/notesSlide47.xml" Id="Re6ee435fedbe485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956bf3e844c34" /><Relationship Type="http://schemas.openxmlformats.org/officeDocument/2006/relationships/notesSlide" Target="/ppt/notesSlides/notesSlide48.xml" Id="R3682e131fff746e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668ebf3ea4a00" /><Relationship Type="http://schemas.openxmlformats.org/officeDocument/2006/relationships/notesSlide" Target="/ppt/notesSlides/notesSlide49.xml" Id="Ra90ff4e70eef4ed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6adf0893b4b2e" /><Relationship Type="http://schemas.openxmlformats.org/officeDocument/2006/relationships/notesSlide" Target="/ppt/notesSlides/notesSlide50.xml" Id="R8376e32317784e9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d6d047a704d12" /><Relationship Type="http://schemas.openxmlformats.org/officeDocument/2006/relationships/notesSlide" Target="/ppt/notesSlides/notesSlide51.xml" Id="R8eb6c6c981b947e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2d374a2164785" /><Relationship Type="http://schemas.openxmlformats.org/officeDocument/2006/relationships/notesSlide" Target="/ppt/notesSlides/notesSlide52.xml" Id="Rfeccb8c00a7349a7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74b7f34043ff" /><Relationship Type="http://schemas.openxmlformats.org/officeDocument/2006/relationships/notesSlide" Target="/ppt/notesSlides/notesSlide53.xml" Id="R831230ff1a0b4dae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e956a1eac4965" /><Relationship Type="http://schemas.openxmlformats.org/officeDocument/2006/relationships/notesSlide" Target="/ppt/notesSlides/notesSlide54.xml" Id="R97912e39350e452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98c48a7e74aa8" /><Relationship Type="http://schemas.openxmlformats.org/officeDocument/2006/relationships/notesSlide" Target="/ppt/notesSlides/notesSlide55.xml" Id="R631099c976ec4d3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1d793fdd7402b" /><Relationship Type="http://schemas.openxmlformats.org/officeDocument/2006/relationships/notesSlide" Target="/ppt/notesSlides/notesSlide56.xml" Id="R276d81086fb747c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67025633e4e55" /><Relationship Type="http://schemas.openxmlformats.org/officeDocument/2006/relationships/notesSlide" Target="/ppt/notesSlides/notesSlide57.xml" Id="R7de9b88f1e9a48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5190A-3D4A-478C-9CBF-72AD024E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323B-B1CF-41BC-8BC9-7FF213C7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8021C-ECB3-4C84-B718-5F60C8B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626E-3CDE-4174-9742-D870A886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C6BB4-59DA-4F0B-A8E0-E176405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Network Layer and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05D2E-9E5E-4513-BB5C-4465966ED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Computer Networks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7515A-33C3-4CAC-A814-5BA110AE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84AEC-A348-48A0-8579-887AC41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F1F34-B1A4-4E3B-AD21-58F9966E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A2710-A803-4353-92B3-C68354D7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C9C2B-6DFA-473C-B315-B0996FD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6C8D4-7D95-4DD3-8E06-84F79887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77308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9AA56-E3C5-4CEC-A4A3-3045A1B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4E1B4-31D0-4AB1-AF8F-0B3BD510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08060-FF83-4636-B75B-177421F2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386DE-8814-4D3C-A3DA-BA1A48DD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02139-BCC8-438C-8D0A-07ED4BE6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E7991-6B45-4147-AEE3-35898B9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9D439-1E64-4C1E-A7C5-1057CEE2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EED25-C93E-4A9F-A93A-30CFFDE9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A933B-53AF-4044-9F04-E22FA2D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51E83-F230-4C5F-8801-5F46F1C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69435-D1EA-4B45-A8E1-2F049D11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52BE3-7D4F-44BF-9A8C-FE145B6F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39B8D-CB3F-4B6E-A6E1-7FA9E431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20626823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ECF81-D2FB-475C-B615-8BB98C53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86E35-8838-42DE-829A-4E4A4D0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53CD0-050B-40D4-A26B-18134DE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3FCE9-48E9-4E42-BD01-9C651D0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C2B49-EFC3-49A0-A372-5B5A1162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C5E81-C362-432F-9E16-C4D5C683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4F275-9703-4B84-B01C-F49BD886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Network layer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E8B17-C866-488E-BBBB-764A7548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3B84-2730-48DE-A74B-CFCC9D6A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Packet switching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18FFF-276C-48A0-88B5-6DD7BAC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4A768-F594-4B44-A203-3485E347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IPv4 address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978E2-06D6-449E-A71D-8B6C5DD4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36ACD-8766-4F07-B70D-AACF0D8B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IPv4 datagram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DBF5C-3227-4D8B-88FD-1752D684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57BBB-34D7-4F84-82B1-6913230E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IPv6 datagram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CD15F-2239-4BC9-BE67-2735F877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3463D-963E-4CEC-AB4B-C6E96E40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Routing algorithms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FEFD9-F723-4CE4-8461-25EF0C18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B7892-3F7B-4361-AD6B-CF55D8C2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Distance vector routing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66715-A50C-497D-99F1-9DE06F44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155F0-CA24-4DA7-8332-1730F5A2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Link state routing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A58B1C-EBB0-45BA-8A45-2020161C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792BA-C5C1-458B-AB06-41ED10EA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Path vector routing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C95BA4-9D59-48B8-9C33-7A8E70E8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+ 4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1560786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00F5C-9936-4785-9E36-DE6802C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6D750-C02B-4E44-90FB-797E08C5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CD391-1EE4-41A1-9B1B-C8C6D97D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F5999-80E6-4080-A1F9-C44746D4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33D95-1768-41C3-90C7-56BDC308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 layer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69E94-DAE4-4823-A00D-419443C5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1D301-2510-4B71-AAF3-88565DA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Network layer services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9C011-1080-4EC5-85AF-FFF6D141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4A570-438F-4AEB-AF07-8F98EF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49213-1084-4A72-BFD5-26D2C57F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CF32A-9079-4ADD-8A4B-1025885C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79EF9-0506-4CB0-9C8D-77A1FD4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21090-77DC-4B09-9178-2AE2137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7C180-447F-4841-AA44-2F119F80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77916-9886-4A29-931A-3C101B60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BD200-D66D-43C7-9836-37FFDCD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3DF2A-78DB-4B4E-AED8-E15B039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BF246-18A4-480C-982A-4FE57D4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network layer services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80924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6B4C0-93B8-4390-AB2F-E07BD7A4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3D2D1-83C1-4A9F-9655-B7EC18DD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0135-9917-4F00-84D4-170E1D5C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49465-EC8D-40B1-96E5-F5D953B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4EE63-A64D-44B1-B0D7-10142135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 layer services: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1CDE6-FBB9-4F8E-A141-D83839E7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20477-7F3A-47D3-BA95-4600AE2D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9EA17-EFD6-461A-A4D1-E41682EE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95FCD-60DE-4A70-9B05-2DDFADA1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407272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4925F7-B853-4EC9-A4E2-FE01E36E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C1DBC-712B-4519-936E-38A8FA5D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7E25C-5C6C-499A-945B-0D63FD8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57DB9-D5CC-4419-B53D-41E564AE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29746-7E09-45E4-B2DB-3B0FEDA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 layer services: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BEF80-876A-4C1E-A707-361CE2FF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26907-C302-4688-9C1E-43B564E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AA81A9-30AA-4472-8A19-C0C7BBCD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7317-82DD-465A-AACC-2662E7EB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E0EEF-1E4A-4A84-BAD7-66D96D64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5C7FB0-FAC3-4966-9351-ABB067CE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66120-6825-4AB7-A526-70A423BA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1EFF1-42C1-46CF-A173-3B4C92C3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087CE-3495-41A0-A1A9-367713B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F4B0E-276F-4A9B-B7AE-720CCA13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157E6-8478-4FEE-95B2-E6FB37E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6DDE8-8C7A-45B0-86B3-7C5A0BBD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C1F0C-C073-482A-9A5C-91D9F00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B30C6-88F6-485C-8A2C-E1D2236E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EEFD6-9ECF-4DA8-8F3C-83E0707A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628A3F-5F04-428A-839B-A9062197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147F3-CCC5-4AD8-A359-25102207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CFF5E8-0EEA-4FDA-A3D0-3CFA7F73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D79DF0-8DEC-47EF-BA70-0E2D99BB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0A8072-94F3-4B58-936F-20A24443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A28FEC-1AD7-4E36-8274-78FEB002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F321D-835C-42B7-BC5F-FD29A241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F17FC-ACF7-4447-81C2-02E0C510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E32325-06B7-44EC-AB76-532574B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E2FA83-F371-4606-9D60-DC359373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73BFF-A20C-41F9-91B4-1C74C49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network layer services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6487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597F6-EFD6-4D79-B45B-C1614539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F7928-A7B1-4CFB-8A4E-1F86BB83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485CA-CDAC-429B-B870-47AE4FC1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C6E5C-B2DF-4694-8142-0F069A0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330F3-47FD-4907-9401-FCF78500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80193-6DAB-4914-AD13-01EA5E38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C5F79-1F70-424F-AF2F-659417AB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Packet switching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0A8E3-C872-4897-9507-C9654ECF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55150-28AC-4534-A956-704BDD0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0A3F5-D0BE-4B32-A75D-D82DB0B4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92C5C0-96C1-4288-905B-89FED976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20743-BBC1-4614-B9D0-F5C3E044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712D-B030-464C-AC4A-7DAB5F54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F8739-9074-40B5-A854-4E71653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EA9AD-15DC-440B-BE1E-01F46A0C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F90B5-8E49-4E3A-89F6-DA1A2341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85EA4-A007-444B-BA89-B576BEBA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9E489-D340-4587-8D9B-09EC2D36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packet switching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925968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706C0-5B76-4094-B496-B746213D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5220D-4DA5-462B-8262-AAD6869F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47C0B-ED43-4A98-98BC-8C75C31D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3E845-C626-4B25-8B8C-BCB84F0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0F544-833F-4769-A769-E060A99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AA0F-6A69-48DF-8402-19E2404E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08811-04F4-4FCA-A3DB-A3328E7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AC799-F37C-44F5-91AC-886D401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D5DEB-83AB-4D14-8BBF-F10EA4A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784955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ADEEF3-1317-4E85-B503-35F69708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5C84EA-9392-48FE-B6BA-A518AB24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2170E-CAC8-4124-8736-0808632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D5E5-D88E-401D-9378-3C5C8022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9E05B-4889-439C-8BB9-983E6D8D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1F8F-C13A-49F5-9AA1-FE975FE3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6449A-CF4D-4EE0-A4EB-4A985859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D7D9B-FA3B-4C03-BC1A-5BF1788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B2E0D-A609-43F0-B50F-D3BF4A1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9CE00-C0D6-4977-8638-D429FCF4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1F5ED-4D13-42AE-BD05-97EBEFFF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B98F4-8149-4E77-BCF0-676431E6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F1FFA-4275-481F-A463-F292460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FC203-E28E-4EB8-92CB-4E2C8EAD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78669-B084-4F15-BF42-EF0887BF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AC80A-C4FB-459E-B14F-C7806C5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D115D-DCE7-4FD0-8E52-65FA14C6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190A97-E4D9-4946-98BE-930AE57B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150D5-4593-4921-8306-424C88FD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9C2FE-26BF-4C04-85EC-6E00752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95480-6DC9-445B-ADF1-41631218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65D5D-7C31-4539-96AF-EB643E8D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95E3E-F264-45BB-BAB6-EE23F25E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DBD8B-B091-4A64-9AF4-BF88E5CC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43BF14-602C-4682-9D77-D1B2297D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B170E7-A240-47E6-910F-CE207169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88CA7-B63B-444D-B966-784C6810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67A7A2-B1D9-49E6-A892-FADD2B57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22990-154F-41C2-BB1C-039D6918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E9880F-E9CE-494F-8AA5-D684613B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0C4E38-4496-4D63-81A9-BD8B627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packet switching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613974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B6438-B71E-4F7D-A06E-E3925A54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12467-167B-4B99-915C-14E0FF74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BEC8F-0702-43C9-A126-565B72BE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2ED88-5E75-4172-A709-4B98E5A1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2FD23-C9D0-4131-A046-237BBED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Packet switching: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D7BD3-9EB6-4F73-81B1-CDA3EDA3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06A14-64E7-49A3-A215-0F82DF3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B4E27-D3BD-4350-A600-F64BD214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B01A3-D4D3-46AD-8D00-8E82F313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F0E80-91EA-4ABA-91E5-2A00743F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DCEF9-333F-4A02-9303-B9D1E35B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Packet switching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FF51F-5B35-411E-BA64-32FA439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22F34-81B1-4B66-B2C1-7E901FB0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10E71-01B9-44EC-852E-A187096D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9166C-C84C-42D4-BBCF-7C07E6F5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F3F16-9505-42BD-AD0B-68220063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4D3DF-07B9-48EF-9E85-098DC42A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EA7C5-A787-41BC-BA08-2D219753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0A3EC9-0422-45C2-878A-298538C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CD8D33-56A4-4B61-B303-0ED88824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416F9-B666-4B45-86EB-A84A55C8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034896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F243BB-44D7-4157-A2D3-08200D22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66972-AD5C-4FCC-9375-6678B94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63A8B-838C-40EF-A8F8-270D674D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C9FF0-D0FB-435A-850B-77A6A078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7AA67-663E-481E-A7AE-189B99E3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address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4E220-2462-4D2B-92B4-726F342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03C2B-CE4F-42BD-985F-B0E49693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IPv4 address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C3A86-40DB-42D2-BB24-5A60324B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61BD0-7155-490B-B07A-BC320FBD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767B8-E308-4F2C-81C6-A63DFE1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90722-510E-4D51-A7ED-9E827AE9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51A03B-A246-473B-B30E-32081404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A0AB5-0F1A-4AF4-A13B-CBC145E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20467-9859-409C-92F0-6F3B004D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6A547-5BDF-409A-8380-10E1932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6AA41-1F32-4A3A-9B8F-DAF3556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0A9CB-0BD3-4199-BF39-E2B723DE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588360-4BD4-4D1F-925A-408F387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ipv4 address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22092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4FCF4-70D9-4D95-BD9C-1124EEF4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A6675-4A7E-48C5-9788-FB45063B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F1778-7C39-4532-89B9-D47021A4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406ED-6082-48C9-99FB-217D0D0A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F3B78-9E3A-4398-AC78-005199DE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address: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D6C17-2F1B-4171-8CE3-C966DA91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0BDCD-254C-4A42-ADED-2C84FD4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A22E8-6321-47D8-ADE8-50BED33F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6F028-C287-4FBD-BB0B-6EA87053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3166253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6A887A-E26F-464E-93E6-F27A00DD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8BD2E-F2A7-4058-A2A8-DE7FB3D2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46FB3-A1E8-4BCD-87F4-BDB2F4AE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78246-1363-4F59-AEB0-97B26ED7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653B-0E38-4F0F-9FEE-BF28B20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address: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5E3BB-33D1-4185-9AA4-DD20BA80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5ECA3-BDE0-471A-BA8D-3838A4A4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2083A-5A62-44B4-A8DA-D6EA28D1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E05E9-C502-4CBE-987E-B69589A2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5CD6A-DDC7-42F2-9CA5-82F75021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69A58-53A9-483C-9D30-C1298BE4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D4811-864A-4367-8385-C8B1AE4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68A9D-0BA5-4C39-9AAD-949C71F2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9F520-F761-4B64-AD50-11EC8B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305E0-D79A-4F95-A4B2-AA72CD2A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E9454-97B7-4D44-90CA-234F9B1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759AF-78D6-4724-8EC3-AB31E07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886C9-821E-4225-B9A0-BA9DA5B7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B0484-245D-4D3C-BA05-32AFEBB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0B2CD-5ACC-45F4-BC85-981007B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5ECB9-178E-42DF-90E2-8F1CD5F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CB494-B06A-4021-A2DB-09833584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3BA03D-E954-4AC4-A1AF-D029F2C1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FC5C7-CF80-47E1-9682-42E757B6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C6845-3D07-4743-8D1F-AADB1598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81EA4-BB93-4D4C-A748-00DF121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BF4BC-05CF-491D-9815-19BCABC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BC711-AA86-4D5B-809C-2B80B5F9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FCB1EE-B1B8-44F3-8BE7-B4A5C7A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CA80E-D054-4E95-B25C-F3C1A958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540F4-C7A1-48A6-B86D-EF4A800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ipv4 address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362068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590EA-5161-4334-9A29-EC1F7C94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57E63-5693-4A07-9869-4A3CD7C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B0A6E-64EC-4DD9-8917-49AEEEE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E3DA7-637A-412E-9305-32FE03D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8840A-CACB-4CE1-AD98-524BC98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datagram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867D3-B76C-4D7C-9F32-B07AE50F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D0F5E-8EEF-44FA-B876-93FAF64A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IPv4 datagram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4D440-7EE0-4539-9791-82E60D6C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086F5-88C9-4508-A755-C6383F35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4FEC8B-2D98-4CF9-B85D-1010E70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7024C-39F1-481E-A7B6-3022F0B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4E6FE-EAA0-4DAD-943A-AA5DDCE4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0FED9-0FE9-401C-ABD5-2CD6CE52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89879-9487-4F12-A167-5C8139B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19412-7C99-4EA5-8A65-9673766A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F1BC2-3E5B-4759-B422-AE429A77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B015C-07DE-4AFB-A563-14791362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D8F1B-7DBF-4891-AF86-B84C0733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ipv4 datagram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26360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628D6-4F7D-400F-9F34-BD357553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EA0C8-6B53-4401-BE1E-8B034ACB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BCDFD-B305-4101-BAC1-B576C7E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D7893-A376-4064-8ADF-D6C2723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FD652-6D50-45C2-9ADB-BC778638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datagram: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EDAFA-FBD4-4B5A-90D1-8E71DC2B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91012-B1B1-4223-8680-4171FDC9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58000-0DC2-47F6-944A-3786BB0B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A0DD2-70EB-4026-9DE5-59306B1A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21087247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611557-5755-4568-8791-9158D472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A0C9B-FD7E-41CC-BCD4-AE94684A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3F23C-9DB9-49F6-A5DE-08C6AB98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ADDB0-4ED1-4737-914F-E021F5A0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80C9F-536D-4AF1-8B5F-64C27749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datagram: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0A535-D275-4155-B922-B8ED393F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D88F0-3B02-4200-BD35-A710321A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3F3E7-F214-4F44-B687-6962D95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CD23-F8E9-403D-8129-23B5D231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E0ACB-DAF9-4216-ABA1-5A5B95E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0CA15-BE63-47BD-B8DD-922AFE83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44147-0497-4C6A-A7F9-DDBDA0C0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8E883-71D3-4330-823F-23DEB5D4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B5AD7-1989-4032-92CC-63FE9660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802F4-9658-4E60-8509-C77827F5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3A387-331B-4093-870C-91AC3F8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05088-94F2-444C-91AD-3619958B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5FCE6-A429-4881-8DB2-D930413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8CA17-1AB6-4AC3-9C62-D98CFF46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7CD41-A829-47D6-8ED1-62392A7D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136C2-FEB1-4673-8C5F-E902B038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1EDA0-0127-42E8-84B1-70391FB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E4CA6-DB20-4D18-82C1-D9ACB685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A856D-E398-431F-9D73-F56B4AF5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5AA6E-D635-4187-93AF-5AD9104B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7310A3-14F3-4E65-BA20-93830E7B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D82772-EA53-47ED-840A-B612D03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C03EA-2A10-46F1-87F8-45549B9E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11E54-9124-4310-A89C-11E5E8D5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CAC39-CB20-4255-84A4-EB1BD35A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E96211-193C-423A-91F0-8DD5E33B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ipv4 datagram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1094493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2361A-E216-4941-B698-12ED21B2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7BA3F-EA6C-42A7-AB54-3CC7854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91863-2B06-4A3C-990A-D54107C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14020-2120-4348-8041-FE78A11C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F144E-D03F-4624-BC50-37A51CF5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IPv6 datagram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D8E88-9B04-4869-A396-D0D5405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F21AE-2397-4E48-B068-61AC6410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IPv6 datagram is best taught as a sender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872A2-A433-4BF9-A8C0-2D9522BA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C1E1E-6DC2-4329-A367-95C6CB67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protocol rule with network path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C947D-3135-42D8-9A18-773AE356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F5E8D-F2BB-4EAB-AA67-2EC627F9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receiver and observable result.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7BD04-43B2-40FD-A503-A293A56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2D892-7D6D-4808-9167-A2C6AAB8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E37A9-9F91-4975-AD2A-D0270C6C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8040D-6761-4AFC-A732-7E505C13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51214-44CD-4E3E-AA92-0BA3EF9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observable result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68CC7-88B5-4948-8476-A76E876B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E0A2AE-10E0-450F-B1F7-8E6996F6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ipv6 datagram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088790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C9F1E-A936-41AB-B3D3-F8E78409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E283F-6759-410D-81F5-7F62E1FD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3455-5EA5-40DE-BE39-1088B23F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EBF3E-C410-4846-87D6-6C808F94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B55E6-44C9-4F79-82D9-1271CE03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IPv6 datagram: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02377-F579-49A9-94DA-92ABCD6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A7DE7-EB12-4309-82E4-6E2FBE8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9428B-8EA0-434D-9BDF-E8140C62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7128C0-A7D9-4FC9-B733-11272E2B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218220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005CB0-94C8-4837-A2CB-26A9784E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1A00C-ADC3-42FD-9EAF-D194EFEF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9B7B0-0723-42BC-80E6-035F2C60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6E7A-2F24-4FDB-AE46-33B680C3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176AAC-B45C-4C76-B854-F2AAC10E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IPv6 datagram: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CD0EC-1329-4F0E-A626-93F7FB7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26277-F450-43C5-B9EE-E0881EB6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7502F-FCD2-4139-93F4-EB188B7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C16B6-E6C4-471E-B72D-C45B500B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32FA0-95F5-48B6-960F-67498442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CA339-8396-4078-9311-B31018D5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310A2-B044-496E-BB00-174FB329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2E3E3-FDE4-469F-93AE-5E6D1F5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4B8C1-45AB-41E7-AFF5-225DA5EB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protocol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610A8A-8AFB-44EB-B865-5C75C2D6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3B653E-64F3-485A-B9C5-2671DBC7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71857-FDE2-4FA8-986E-CA0E306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89585-8DC4-4A97-8AB5-AED2BE55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protocol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1BFE5F-C6AC-44D6-A944-EF66F3B3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network path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B11AB-8F4A-420F-BFA6-9A863DF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514F7-51F5-4B98-8552-B3A59E92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568AE1-98EC-4A99-A722-55208F6B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8A4C9B-8E41-46F3-BC02-7C184DB9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C9423-503F-456F-B8FD-7EDBBCC8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receiver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1C1B8F-4170-4FEC-80AA-ABFB7D63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AE636-FE15-4663-9681-BD43D1D9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A6192C-7789-4675-9F10-D1B64BDA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123FB-397A-44A1-A7FE-1A6F4703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receiver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47876-2E2D-4823-83EE-05312D74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observable 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B282F9-9FF7-43EC-B49F-73774C9E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6CCE84-F30D-4585-86E0-F580162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ipv6 datagram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760195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13CE9-7AE0-483F-A9F2-55E9A0BD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0C472-A71E-4A4B-8501-E2E15D10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E3E3C-756D-4E93-AD48-48DC5728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507CD-B85A-48BA-AB25-28CEE0D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DF10E-3EB9-4EB4-A268-6834018D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IPv6 datagram: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27798A-1A2D-4B11-9ED6-E77FF52B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282774-20D8-40BF-84DD-808367D4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82028-C460-459D-B2DF-5A39032A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90531-62E6-4DEE-9C6E-0D873718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CE0AC-1023-427C-A580-CA452765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8D78C-EE32-40FF-8839-91DB68D3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IPv6 datagram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F1C7FA-8F9E-4C6A-A236-278F889C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D606-E7DB-4380-B981-2ECB2067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sender -&gt; network path -&gt; observable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E72A6-90BD-4116-84FE-590E76CD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FFEFA-A8C9-4773-A083-6C0A2498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55EB5-0577-4600-A699-EB613622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F21DF-97C8-4453-A68F-DBADE8FC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E61F8-9D57-4903-9A7C-6C2E59F9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F36982-3FE8-4BDC-AB27-5B43D72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A9A21-D1C7-435D-BE87-BC2FFAB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E9F9A-454E-41CB-B190-85ABFD2B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sender, protocol rule, network path</a:t>
            </a:r>
          </a:p>
        </p:txBody>
      </p:sp>
    </p:spTree>
    <p:extLst>
      <p:ext uri="{BB962C8B-B14F-4D97-AF65-F5344CB8AC3E}">
        <p14:creationId xmlns:p14="http://schemas.microsoft.com/office/powerpoint/2010/main" val="10033799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FA5592-9F39-4587-B48C-33B64DB1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0216B-24A3-4443-9CE9-AEA53DB4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16CC3-B1AD-4A9D-9F50-2BADADEA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14EB-7E4D-4C79-B844-C47C6ECE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283AB-423A-433C-81AA-426EA5AF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Routing algorithms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78A0B-AF0B-4CF1-936A-5A162B0F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E6A6DC-A640-4D94-8EAA-ECA5E4B0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Routing algorithms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18999-5B94-4160-B0C9-36C2ECDF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321282-DDAC-4927-981F-235553B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1B616-FE4E-4BFC-A1E1-A36D7EB8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D613E-54FE-4EEC-A780-CBF9D443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ECA22-70CE-4C17-B4E2-C3881E33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80705-F86C-4D5E-8676-BA03FDAC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3F20D-D32A-4C49-8994-3D34098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D92F59-2BDA-49D7-A529-B77B3727E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125E0-68DE-44B7-81FC-F8B6817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6DB45-48A0-49ED-B800-14CF1556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9A717-8C6F-45E9-AD6B-77B458E7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routing algorithms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34750607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19214-979C-4006-9C79-EB41B577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053E2-1089-4489-AD15-30431EB5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BD782-D204-4598-91BC-C518B718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D8268-FF29-410F-B23D-8BDA5456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16AC7-C4C7-48CF-AB0A-E9841C7D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Routing algorithms: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5627D-AF26-40C9-80B6-2EAF912B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AF07C-DE48-4913-9C65-940879E6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1FBFD-DE2F-4ABB-AE27-958C5E1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84485-A462-4579-887D-79699A1D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677893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6BF610-6619-44B1-B6AB-2DA838A6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6BB30-D9EB-49B1-9208-E71A36B3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40300-C604-4FC4-B02E-5AA9F7BE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099EE-C0DE-48D6-B5C9-879CBC35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C10A4-596E-4CF7-AA78-714D9851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Routing algorithms: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C4D73-EE1C-4384-8C3C-EE17FFF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5386F-2EEC-471E-A006-35A7D4A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04EDB-2656-47AF-90D8-CB2589B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C3C95-3C1C-44CE-B355-2E38D7AB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708C8-812A-4E57-80D4-95BF23A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7CA85-93CF-4806-979C-46AACE84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51EE1-29ED-46C4-A9DB-37F599D6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507E1-7550-4389-AF5F-3B967029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696C6-24EB-46FF-8BDA-8E62F29B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60700-5151-48CF-8C15-EAE1070D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B457B-E2FA-4A36-A810-401CA3B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089D5-4328-40B1-8D4A-6A0787DD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80F99-A69E-4761-AA9E-2E6BB36A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5E588-5513-4C60-B961-5645713F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B85C9-13F4-4BE8-A690-A557450F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73A85B-C66F-4B54-BE8D-10102D11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B8B9C-0E9D-47D0-8736-59410D53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B1FE58-A824-44C9-90AC-789ED830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8F899A-9C1C-4820-B961-41EE209E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A46461-95F2-415E-B696-8A415EAA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1BFD4F-88A0-4CF1-9F84-567FC360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B0E25C-BA95-41BF-8724-B42D906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947BD4-9425-4227-A2B8-31C65B4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D803B-1BDE-46AA-BF71-FF0DE1B6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13B077-55B5-49B2-8040-FA1DA3D6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12EFE-9D20-42BB-9310-D74E2109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routing algorithms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998820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B6137D-6B43-43F5-B2F4-B932BB1E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D5EE5-32ED-4D21-9964-67B04748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2BB45-88ED-493A-8021-79231E1A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EE57E-D4AF-42CF-9C19-A2B50781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64822-8CD4-44E9-B162-35697F9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Distance vector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22755-921B-43C9-9B63-F1FB6BFF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71483-00BC-41F9-828C-E61A8A8D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Distance vector routing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8C9C7-009F-40B5-86BB-1F07E66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68B9A-A1C5-48C6-A7DC-3E3518E4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B6874-577B-4AAE-8ECA-42323E29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6AA5E-17DF-45E5-A562-DDEEEAD5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5EE95-8147-4370-B775-F8F8CE13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E7665-252A-4DCF-872B-8D3A3F12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4FEF73-4879-4027-9448-E0546C8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DA5CDA-D99F-4AD1-A62C-2FC6ADBB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6BDC4-35C3-4C7C-A8AC-05D70849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24632-920D-4141-A2C2-3BB866E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5C513-744A-4958-A4C0-2CEB8F60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distance vector routing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256240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10D276-09C0-4C52-B756-B921F257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E1AA4-EB06-47D2-98D1-4F733CA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42C95-A2E7-432C-9AAB-AC7B363E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5503B-34AE-4D44-BE0A-36EDA698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799FD-2C1C-43E6-A3FA-FC25E9BB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Distance vector routing: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FD331-3C34-4ED6-ABD2-EF1C413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1700B-3106-4C24-9A71-362379A8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96725-7A0E-4A50-BB44-0BF57AE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6A8FC-20FF-4C04-8C44-AE9D58EF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7686725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C89C5-CE19-454A-9F79-328BB0A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415AB-DE3C-4774-8FFA-6D16DB53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452CE-A554-4D2B-8811-B54BFE45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15170-2ADF-4C21-B6D5-0D779C9E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25E1D-91FC-49EA-9311-DE43153F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Distance vector routing: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1B75-0D86-4A07-8131-2DD30F96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A3B76-C94C-46B1-AA93-A3B487F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1519A-BCDF-492B-905A-9A3952B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3AB7A-7A04-4323-A016-AAB6A451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44E44-F624-4A1F-9831-1BD52BFB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C0CE2-C8FD-4ABB-A132-20E356E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20808-73B8-4CED-AA2C-DF346AC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8574-0CDF-4796-83C5-78E67DB7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0ECA2-7FD6-4791-A019-1771ADA3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5B9DDC-A679-468C-969B-D1400E38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A580F5-6841-462F-B379-9DC757DA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82D87-D657-430B-9FF0-D515C0D3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B06E6-DEE5-4ADC-9C17-9394B6FA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1F7B1-FF21-4F65-94F0-0D3BB8E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BE815E-4B2A-42CD-AED5-C98ED921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F9AA87-A73E-445A-8201-116EDC8C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D9B9E-8BB7-41DD-A428-63479B2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AC97F-D0AD-436D-8A02-EBB01515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5E4B6-3C80-4FDC-86FA-18138695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9DECD1-524D-485D-B08F-52C2661D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74254C-AD98-46A9-95DC-B9092A2C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946352-5AE3-4EB4-9151-2236C21A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43D6C-8C4A-46C9-9C18-6C060858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EFCFAB-3DC2-48D2-9F36-5105883F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A74E4-C6C1-42D3-AD0A-BEB51269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8C64AA-4630-4D82-92C8-62B0A120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distance vector routing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760155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B694EF-58E9-4B95-B508-66DE89F7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D86F5-84D0-43BC-9D2F-E8CC8230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2A48E-F568-4BF6-8004-1D00FF9A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1AC5C-194A-4CCD-9903-F6866A34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460F6-77D3-439D-BBC5-56566CC1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Link state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83F70-8D81-4131-8ABB-EFCA6DD3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4F9BF-E7A0-44A4-BEB7-4C9E6ED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Link state routing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CFECC-DDDE-4255-BE1A-4F1BE21B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4BB4A-F019-402C-8D5C-68B58926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12A90-3EA8-44A0-9671-A9492C00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8F66C-6018-4D5A-BA7B-B5B7DFA2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18CF7-2908-442C-B0D1-A12D80C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51D320-8223-4056-AD4E-C4E68FAF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78B48-5C63-4F33-A971-5F0005D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D9256-4BB3-4555-AC5A-3EC14E40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AF934-1617-49B1-884F-A96ABCB3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24C69-5B46-4D85-9A1B-ACF38551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6CFCE-4AF3-4010-BD24-D260F16F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link state routing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416168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A8FBC-36E4-41E5-8E64-701170A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E9281-4DD4-4FBC-ABB2-BF6B9CD1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1DC81-A01D-412A-9B5D-5492155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C1D55-5DF4-430A-9188-F9B30F16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6CC45-DABA-41E3-B052-1AE6B33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Link state routing: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F54E6-A6EB-49F3-BC92-169B5E85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6A953-68D2-4237-8A1A-4C256014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A018F-E1FD-41A9-82DA-59CEF3BA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DAF11-8C6A-4EC4-9CBD-157D839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4345915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63AE13-09D2-4ADE-8C6D-124CB58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A70EB-CD4B-4D42-9F0C-DB7B59DC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EFFBA-1582-44C1-9EB3-AF5D8346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B1D84-8E7E-4E78-B20E-3AA30B6B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E8BA5C-2326-41A4-805B-66043085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Link state routing: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14248-4E34-4ED9-B3E0-118A0A4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2A33B-3726-493F-A62B-5B293C9F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3537F-C0B2-46C7-98CB-68346417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D4A15-249D-4C2B-A05F-DFD1D30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1145D-8655-4F6B-907D-557D0F8B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D18B8-6317-4F4F-81B8-984BA8A7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5FF30-C00B-4E25-BB91-9F2B2BDD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D1D7D-C7FB-486F-B571-526F8737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6B8A0-D401-4DDC-BCD9-77CA1B4E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AD45C-891B-438E-8C06-A39CCF40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51E12-62EE-40F4-9628-1252091A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B32AB-B2FA-4A74-8F1D-3555E880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726A2-6FEB-4B5B-99CC-EDB83D7B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A7C50-6DA9-4224-A9DD-4A74AC0C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24C27-96E2-4536-B6B7-97E8A64D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3425EE-DAB7-4246-821E-ABD003D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F998D-FB3C-432D-8EAD-BE521A7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C33BB-759B-4F0C-8879-6830977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D396A2-C029-496E-B335-D47E9826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ED407-2717-4713-8EA1-F96CCF2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9F317-8342-4268-91E0-8B4FB02C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AE4C4-491B-4E11-8087-29A10E74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38AE3-BB62-4571-B659-922CEA2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B5BC8-1EA3-4769-83BA-EB3D52C6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0B9D45-E980-4CA6-9D3C-01B1A484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264E5-FCFD-45D7-8595-B956F21D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link state routing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801275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B9F17-9145-4E50-BCC9-DEBFD563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3224A-9A7B-4E66-9C0B-26C54568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26DCB-80A5-4FBB-AD18-89127289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75D29-C03C-4745-9DB3-E7628A29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B259B-C8DA-4E9C-80B7-5C44D89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Link state routing: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FEC7E-5582-468E-8C3C-89873B8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3DE76B-DBF1-44E5-8AE1-F21160E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3C70E-D9DF-4542-A0AB-DD6D9A6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2E33A-9AE8-405B-832B-1EA3A23D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FFDED0-F610-447E-B4BE-5CAA18C5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5F3711-4DE3-49B5-B989-84F0BE0C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Link state routing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CED1F-8715-4BFB-8A63-8679FAE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FB18F-F619-464B-93F3-C2C41DCC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metric -&gt; route table -&gt; forwarding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2AACC-80C4-40ED-BB6D-420B21EC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913B6-4EBA-4332-A03B-614C2CEE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852BE-3CD5-4066-BFCD-D694FF44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F98AE-3ED5-4FB6-9D36-74FE29DF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A12BB-CC96-4855-BEE7-EE5DC7A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38B82-97E8-4CF6-909A-8162CA81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0893E-94F3-4E6A-96C6-553DF02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23C31-83A4-4B07-ABF2-7B109FF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metric, neighbour state, route table</a:t>
            </a:r>
          </a:p>
        </p:txBody>
      </p:sp>
    </p:spTree>
    <p:extLst>
      <p:ext uri="{BB962C8B-B14F-4D97-AF65-F5344CB8AC3E}">
        <p14:creationId xmlns:p14="http://schemas.microsoft.com/office/powerpoint/2010/main" val="17194550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55363-1C6E-4397-A754-49B49C7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63388-4807-45C5-A24C-DBA6D37D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FB09A-A838-42A8-9399-0A73E584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81305-9AEB-454A-A685-56CE3FF8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E598ED-64B2-44B5-A241-7AEE0A72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Path vector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F5E8F-8A62-4242-A7FE-AC9B5AB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327C4-3C8F-4BB0-AFF0-13581A0B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Path vector routing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99CB5-A161-4353-81B3-6B4CBEF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6819D3-B7FE-4978-A72B-AECD8DCE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F04F3-7F9E-4C94-B61F-D97770EE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434F1-40A5-460F-86C1-0C5A718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95C60-F8FA-4EA1-A562-1743E17F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AA9AE-4450-4687-A0C4-19417D8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BA3FD-C991-4B79-865A-AA2698D1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F41B5-F7A3-416F-BBAE-D957F94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E271E-1ADC-4F9E-B40B-42791E74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9C109-DE04-40BF-AA23-BDCAE05B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740F73-38A1-4751-85B3-15B84D7D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path vector routing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191641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679A9-CEEB-4239-9839-AD71F999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B83D5-C411-4539-8C69-270EB403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43A73-F13F-4E50-9AD7-F77AD838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C0257-C1B6-4257-83E1-DF8FCC17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702F2-375A-43E3-9A29-1D88F2B5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Path vector routing: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6CFC4-740C-4292-9997-73A3EFF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D300D-2C0F-4E02-B398-E5CBD4E2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C7CA6E-862F-470B-BF2A-019DE015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DEF8D-582E-4993-9D0D-65E21F2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7387534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B5C334-3CED-4249-A44A-ED6938D9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C501-38CC-429A-B465-B345BCC9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18B7-7912-4049-8D4B-396C6F56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CF8F2-79C6-4880-BEE2-B5705A82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8315E-F565-4FD3-BC43-C20CF4A7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Path vector routing: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0181A-B32D-4AA9-BFEE-236F20E1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DB233-B5BD-4CD7-AB8E-1A0B6206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D6F86-06A5-4362-A342-3C353B02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4D755-F72F-4FA2-8584-A43C3D51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62634-2979-4DD5-A350-E4461D83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DC0A2-5071-4AC0-AEF3-A329265A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1FE31-D200-49A0-9BF8-01A6D6A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7D65E-F630-4510-921F-BDF0ABA8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D16CB-DBAD-4F10-BAC1-3E93805C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19D7B-8262-4EF5-A2A8-68DD6DA1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4EFA8-9A4D-4040-80EF-0DF74E5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B2974-7720-4D02-9BC8-E5D9749A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FA816-FD20-4A13-97BA-AFF41F22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525986-6C9C-47BC-A82A-F4B43423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24F31-71CC-475A-9B32-86F1AA2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868AF3-A263-4ACF-A5FA-9F2E4137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F7F4A-40E1-4BF1-AAF5-C0DCC715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DCFF12-63F1-48DA-8E68-862F6862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137219-0C99-437B-99C3-77DACB2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1712A1-6601-44C8-AE1D-A92EC79F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8ED35-34E2-4C7A-BF27-404FA40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AC862F-B6E7-45DC-B3AD-7EA5F69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EBB15-7C25-4F2D-9DB7-F277AFF3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55057-3DA2-426B-8FD6-FE4FC3B3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1C9DD-CDFA-4456-9304-870C5ED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6ADFF-8450-41A3-A70E-94CD110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path vector routing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9383850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E73DA-4A90-46CA-8C2C-8A8747CE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25A58-DAA4-4504-8205-8A261992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33F6A-CD33-4155-9B97-5F2FB584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B77C2-70DB-40C0-9FCA-DE9E85F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6A91C-87A7-4CE0-A31B-8EA77D6D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5D6B3-80EC-4CDD-8D29-378B0B7B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DA0F2-BCD2-403A-9800-002A164F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RIP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8D7C6-506D-4844-AC4C-58565F12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E8CF1-3098-4F4C-AA68-D85E8E56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A9A7F-A055-45CE-9143-4FCEC053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937C-6EDC-4C1C-828C-436DE67F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DDAC6-4079-46ED-B799-B608B739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326FD-3453-4D6F-8BD3-B05C1511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651C2-F4BC-4109-AE7D-11200FD3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C0BC5-F030-4FD9-9A65-348DDA08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3432F8-2D76-405A-90D4-B6DA7D10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2E015-13EE-42DA-885E-39113FAF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C3323-733D-40BA-81E8-01D99F1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rip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98236476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DB6D4-08F3-4176-9D34-7E8A41AF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FFA97-3A43-4369-B8DC-AE7A7BC2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95E94-F7D0-4E18-8FFA-3C1FDDF7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C0416-34F8-4193-9848-03D341FB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A1989-609C-439C-8788-7A09BF1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RIP: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EC2F8-259D-42F7-AC39-3C0C7914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E235A-98FF-429C-B4EF-5F271A95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E4B0E-E767-46FB-AA80-992B8A6A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EE57F-A4BC-48A5-9922-D294ACE1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41889542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CAF0C-21FB-47A9-8D7B-D963383C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F7B00-3C30-40C2-82EC-DC8184E3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1ED56-AAA4-45EA-BFF5-F6A18511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2E35-3809-49FC-89E0-5E7C40B4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F676B-A0E7-4C63-B952-0173FFFC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RIP: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03790-D5F0-4E54-A6F0-4E51086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E7FDD-5542-487B-B472-0565CB8E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D3166-8B41-4A71-8E11-DF84A4F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3AB73-B369-4F42-9A85-F15204DC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29A96-A0CA-4347-A221-C8E8D290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254B8-522D-4878-B5DF-AC70CC14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9E86C-7FF9-4323-8F2F-24B6DF5A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A15BF-11B4-4A91-A4B7-2EF525A0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C1CAAA-4870-4608-B1FC-7AE09A8C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BD6D5-F3CF-44A1-A06B-7A8206D9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1315C-C340-4766-81A8-05FF5CA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EAE76-2175-4F60-A08B-AA722195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F8BB79-FFC6-4A6B-ACC4-F045A528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F8F10-293D-4187-9CCD-119FA2D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C0CD7-D31A-4446-AD88-3E902BBC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BAB470-1C2B-4AA7-96D2-3A12FCC5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85826-D30B-4FB0-B2DB-66C1B891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1CCE40-0096-4B3E-B084-E4628B37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21052C-418C-4BC0-A3E3-533B98FD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D1851-8F09-4DB8-AF5F-5C102B4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C80A2F-5A53-474E-A2D6-61A5116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580E1-CDF7-41F4-8E71-EF08786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079D42-9A3A-4C5D-B398-9F88F91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FA44C0-82CE-4B39-8AD9-79F0B0D6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339AE-C4D3-4B74-AE60-C8402CB5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3542AB-569D-4415-BC30-F68E138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rip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5056702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8CC64-BFF1-45FA-B0BC-1BC615E9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59CA1-507C-4DDB-B4F2-3996D18F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ACC08-14AC-4BEF-98EA-6DBD5DF7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5C45B-207B-4151-B8BF-75988D3E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BEAE1-7CEC-4B71-83EB-A2672115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74D61-8F34-4706-9E01-E81714ED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F6BEE-B6E2-4A72-9A2A-D66492B9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OSPF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D69DB-3EC3-4DDE-85A3-BA3B0A1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6CCB8-F8AF-45C9-9747-3ABAEA3C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16376-BC5F-4D7B-A1E7-DB0DD6E6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95E8C-98E1-480E-ACBB-BD7B87B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F534A-B87C-42F3-9D0B-72CD416B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31229-3742-4E41-9F1D-FF880E68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700B8-4AC2-47B8-A1A0-E872EF4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8ACC5-9D6E-444B-A9B5-4DE8CD7F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608B8-FAF7-4FB9-AE12-72F08F2D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0D3C8-1F89-452B-9351-CD0C17CF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5A73A-D980-478B-B2D7-CD5406E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ospf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7731525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FABB6-11D6-4BA8-846F-E0CADD2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CF9F6-8EDD-4C72-A253-5C0A1FEB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9A513-5A4A-4BDF-AB29-053C13B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9ED9B-D4FE-4285-AC90-46C7D30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38BDE-623B-4EEF-BC42-D178D6E3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OSPF: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CAC5A-4113-47FE-B3E5-4C786B52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25D48-36B1-4319-92D1-3B3BEC7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65A9E-FD3D-456D-976D-FA716498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45198-8D75-470C-AD75-58EF911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10299313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C86DA-73FD-467F-8445-A9AF4383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E1755-5972-468F-9F35-CDB49ECC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D533-F0CB-4EC1-81CF-730DC22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E2423-A062-4FDB-B40D-153F41D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33EC6-F062-409C-A21F-7D0E7A4E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OSPF: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98002-9FFC-49B2-B729-70D4550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39C8C-5C7E-4605-AF12-DE741A9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38139-3179-402B-909B-F11B9EEC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BAB6E-2CFA-46F7-848E-7050963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550AC-BA09-4D8C-88A9-69EC1ED4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F6051-BC47-4646-B8D3-77BA8052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03D3C-6DA8-4ABB-AA09-9D38CB0E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8B87B-DCA1-421B-AD5A-6C89E64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E47CB-E827-400C-9A0A-C7CB958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92586-A02D-4A57-B1F3-7D7588C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7ED9D-8D15-4592-8D69-671C29F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AF457-1157-4386-9F01-50126214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D2DD3-114C-4407-BC23-0F30897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9EC55-7671-4C57-975E-B7C2911D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EEA89-680A-4517-AD57-2578965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A1A25-DCF4-4481-959B-B475CCDC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B76829-29E2-471C-934C-7E4D2C9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CE3701-0A19-4B54-8CA6-E831E702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0459C-F94D-4BFA-8E82-7895F35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FB488-DB65-4469-AB55-DDCECEEA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A84D0-C0BB-4D5C-BF53-E3FA09B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F537-F163-49CB-B679-27EAD19D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AC36A-71A2-47CF-90E3-B0D1BA73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101E1-0594-4C0A-A7C9-293612AF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F344AA-10CA-48EE-A19E-7CA68C6B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2DC83C-89E0-46BC-B416-6C73295C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ospf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0830783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40A724-5814-4683-8CCC-714006B2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B9845-6C87-4218-8A22-57A68AEA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6E3C0-B659-4801-886F-7E68AFB9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FBF37-CC7D-4262-82FA-618ADC2C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CABC7-DA7B-41C9-99C2-DDE54D9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OSPF: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85EF-4C3D-4F15-82BA-28EA5EE3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E22CAB-CCE8-4FD0-9016-553E244C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C1269-CF72-4F58-9039-3A2CC507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310AB-6B45-4307-9B38-A085E9E7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E33C9-AAB5-4664-8F04-3976B79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CD273-4D62-4B8C-8B64-7C856BF1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Treating OSPF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C794A-A218-4E8B-A762-A78076BD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28BC6-183A-4289-A2B9-A2A8E973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Explain metric -&gt; route table -&gt; forwarding choice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DBFF5-7B44-4A54-8873-4DDE672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40C96-D670-4B07-901B-F367FB3F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6756A-4567-4FA0-A4BE-90019451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E1029-8E73-4550-9C49-1113C60F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EA8933-EEC7-4AE2-B762-71145878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BFCC6-F959-414D-B11B-CF764049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3B75E-D3BD-49B3-95CC-8410B6C1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491B0-1471-4D6A-B8D0-015838B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terms such as metric, neighbour state, route table</a:t>
            </a:r>
          </a:p>
        </p:txBody>
      </p:sp>
    </p:spTree>
    <p:extLst>
      <p:ext uri="{BB962C8B-B14F-4D97-AF65-F5344CB8AC3E}">
        <p14:creationId xmlns:p14="http://schemas.microsoft.com/office/powerpoint/2010/main" val="6616137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56C7D-B448-4A58-9C04-5A045DE0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2D9A2-83EF-4066-9EFB-231EB88B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B7D7A-E28D-4040-98C1-71395E8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63567-A30C-46AC-8747-C9F143D7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2BDD3-1B87-4C5F-9774-E735A0A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BGP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120A5-BAEB-4285-82EA-28E2D4D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563B9-2FFF-448C-BB7D-16C6DBEF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BGP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0EBF4-6466-4E06-B2E9-2B974998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EEB74-1852-4689-A063-8F38C35F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1BD35F-D7C4-4ACB-B8CE-2263B94F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6F4C5-C756-4D14-833B-A1698526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9C33C-27F7-4E44-AE72-8BD8114A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F6CC5-FDCE-43D6-A600-CADF8FD1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5E5D7-1495-4C67-95D1-5A94EA8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1C675-6F0E-4341-9C88-2E5924B7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F8033-5E0B-4314-A77A-16ED2CCD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697BB9-A181-4814-81A9-28B5C2B8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F6B5F-3FC7-47D3-881B-EA8E4447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bgp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4074477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239C0-EB28-47CB-83FC-7C742CAD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34949-D2A9-4E71-A701-FC55A762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C644B-F9C0-4264-884F-732B1C0B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18720-DA46-4AF9-9788-8F12B4E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AE656-B7A0-4723-985B-41123240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BGP: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D4C7B-AF53-4A6B-B405-FF92327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5FBF6-976E-4051-9DDE-1B850EAE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D5061-733C-47AA-B45F-2F30F3CE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D3E2F-DB3F-4E8F-AC72-675CCAF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42938465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AB021-182E-43F0-A7BE-7E99DBB8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645BD-5230-416C-AB7C-087369A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5A916-E3E2-4025-8569-DAE82775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7DCBE-1107-49AB-BEA2-238EF421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126D4-C7BB-45BF-A571-D3B0DB78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BGP: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DEFEA-309B-4059-9C01-0E5FB076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A483D-EB56-47BD-A9AE-03D2CC48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4B339-3EB2-4A2A-AB57-004C1D54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EDFEA-44BB-4711-8EE3-B9E9EC97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FB6E4-2084-4C2D-AC1B-76A918E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3CB71-C8EB-4D81-8DD9-D6E4E967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7B508-28E5-43EA-A45C-95E06332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03701-D737-4C15-B8FB-DAC029E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4993B-6391-42E6-A3AA-82A0CF3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50E07-29BA-4E7D-8DB7-DB076D81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9BB2F-37B6-49BD-B311-5CB3242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6C4B6-8BF3-403D-8D7C-3B0C2FEC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07FE1-756D-4689-84A2-EB3E144B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FC7AA-212E-4EBA-81D1-E5B26C26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1495F-EE72-4886-81EE-A889A64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0693D-D5C4-4C7F-A84D-2D33E06C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C2AC2-CA84-4165-A654-2212C956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73C41-1F58-40FC-B70A-CA9A791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29FBE-8FCC-4D49-B118-02598D2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CECE1-7DE1-4D21-854F-5066A03B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02CD59-1235-4342-8D48-0609906F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470C3E-7336-431A-8328-D7584509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5F9006-452B-4389-9B0A-FF1DEBD1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8D74BC-1846-40A7-A224-958B9AA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0948F-5B69-4128-9D16-C811C3CD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7DEF9C-B48E-469A-8298-665B7E83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bgp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696089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CE2F2-92BE-4F3E-BC11-0A978A9C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CBA0-A1CC-4D82-A76B-214A8B4A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141E5-A61A-4A35-9968-EF71DCCA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720B0-4B73-48AE-AC77-1C6098A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7669A-577A-4091-8D97-B3894F78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MOSPF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8D5DF-7F85-4082-8390-E2D7F0A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49BA4-9097-442F-A62D-E28FCCDC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MOSPF is best taught as a metric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08CF7-DF82-43FC-9516-D3BBAC39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0D4BC-CC36-4740-B0C1-15B1B84C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The key mechanism connects neighbour state with route table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B57F7-17F3-416F-9C43-C6165B00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9090E-04A7-48E8-89F7-8A221F4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For exams, draw the model first, label each step, and then explain update and forwarding choice.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5BC78-D02F-4B8D-BC4A-3DE506E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6AE1D-8D3D-461F-BFC1-3C9AFBC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399EC-4D70-4D29-98F7-2B3C7D48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59C51-A1A9-4E9A-9964-6436F1B8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DAE8F-5A99-4AA5-977A-E1092936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forwarding choice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9E98B-4A65-4996-BF0E-84E3A31F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A5E9"/>
                </a:solidFill>
              </a:defRPr>
            </a:pPr>
            <a:r>
              <a:rPr sz="1875" b="1">
                <a:solidFill>
                  <a:srgbClr val="0EA5E9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91CD6-35EB-4C09-9FBD-C58DE2B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This topic explains how mospf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0914247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3809FA-4F16-4AE2-A002-13527096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C33AF-A9D2-45CF-A510-3367C74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E288B-A8EC-4704-81F6-A166D211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252B7-537B-4F7B-A153-67377485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1D023-EC48-4973-BD82-C38D2F8E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MOSPF: message movement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DAC1B-8B21-4DAB-A2D4-60FDCFB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453FA-F2DD-4F99-82EE-B34EF36F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34886-6585-472C-92FE-961A2167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Receiver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143750" y="3219450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A5E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B6885-6064-4D65-8732-F3BC3BDD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3865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F172A"/>
                </a:solidFill>
              </a:defRPr>
            </a:pPr>
            <a:r>
              <a:rPr sz="1875" b="0">
                <a:solidFill>
                  <a:srgbClr val="0F172A"/>
                </a:solidFill>
              </a:rPr>
              <a:t>The teaching question: what information is added, changed, checked, delayed or lost at each step?</a:t>
            </a:r>
          </a:p>
        </p:txBody>
      </p:sp>
    </p:spTree>
    <p:extLst>
      <p:ext uri="{BB962C8B-B14F-4D97-AF65-F5344CB8AC3E}">
        <p14:creationId xmlns:p14="http://schemas.microsoft.com/office/powerpoint/2010/main" val="5364292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AAA764-84BB-4185-BE22-8EDD0853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676E3-F0FA-4D9A-A2EB-C588895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6F29-3DD6-44CD-BBB5-FEDC90D6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C9B0-C0E1-47D3-9B3A-D7BFAB39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F76BD-6CDC-4F65-9F3A-C9FC3250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MOSPF: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72D7A-3535-4136-8FCE-C42E8F3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284A5-7846-4E37-96EF-08E5DE7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29713B-C30E-4BBD-A9A5-218C5008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362EB-B7B3-471E-8803-6AA0973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A9DCC-FA38-48AB-808B-57E55464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1C8E4-7781-43D8-A190-BD443273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2CAE6-8E33-42A5-9F88-3AA1ABB2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38605-FD6A-4789-A046-E4131EC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CE69E-3210-41C4-BAD2-3860917D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Identify neighbour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45D63-7753-4259-9EEC-717C6036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798AB-E96E-44DB-B3AB-E178C534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0FD7E4-18DF-4218-A5CC-4ED8CEF5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09245-00E3-4344-A7BF-8ED1306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neighbour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CBA7E0-50D7-4638-A0FB-1159DD59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Apply route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A6B42F-73AE-4189-A5EE-199460C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258C1-D932-4532-A388-5DF5C34F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473683-3847-4EF0-B1DB-52E62161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C7834-FA43-4182-A481-358E8E16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7643A2-6114-44ED-9688-126D4CF2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Check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28622-F9DC-4A2A-9E49-AC596C0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B19B2D-EA1B-4DE3-A4AD-996DB6E0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5AAF6-7D71-4176-B83C-158882E5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54F18C-B82E-4EAB-8AEF-DAFD0574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A65E1-A52F-4346-9314-46B0367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Conclude forwarding choice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64052A-3290-4A0B-91E5-226806AD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09FE10-096D-48A9-A3B3-9A1053AE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mospf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9973229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6FFF4-03C8-4526-9E78-C78B7A9B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C5F34-9E08-4E36-8CCC-E6C8519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34A8-726D-4224-9102-131CA0CA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406A9-5B15-44FB-AC06-8084675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25D03-CBE2-4440-8438-CFF2B8A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Network layer services vs Packet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E5A9E-86BF-47E7-AFC5-85BFEEFD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71665-F76F-4B50-8073-09E6E8DE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51094-ABB8-43F5-B6D1-E8D53CC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Network layer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9406F-A2F1-405A-8AE4-1DA6ED54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Packet switching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F18B7-102F-476D-982F-8856608A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88574-EF63-422A-ACB9-DE538B33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C2549-B3AA-495F-80F5-DB815F6A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E9A94-25CC-423A-9104-5946DE21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72660-5DCC-4E78-B193-89468F63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F81D6-9C9D-4C19-9976-3EC13D25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45823-CF8F-4107-B67F-5B60E60C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7818B-CCD4-4F94-AF6D-59D01EFA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1F24E-2656-4984-9C81-AD4916BC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91BD2-2219-42C5-A2BF-368721C0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F1B77-81B6-488B-9CC1-72F04D77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51035-D2A9-4DC9-82FF-4DD8EE5C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48218-70AC-4344-AF3B-68593C64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DD060-B26C-42C4-A278-CB466F92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DE654-4B45-4509-8268-E578D66B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2C3A3-E9D1-45B9-8A0C-037DC9D4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6728028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8AACA-F6C8-4FA5-A0C0-D771BE7A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19ADE-8090-434A-B66E-07B973D0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AD79A-7FA6-4FA9-8DBA-7176CC0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F4E77-69C6-4CC7-9556-B92CCB73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647DF-246C-405E-A907-8C7AD75E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IPv4 datagram vs IPv6 datagram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196DD-D500-49AD-8C8E-D091D448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31464-9793-4DB8-8AE9-B7B7FCAC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50F82-FB80-4E5B-BBB0-86A51B0C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IPv4 datagram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271B1-E5EF-4249-8375-9F151E8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IPv6 datagram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34F001-0325-48DA-B03C-5876FB0B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3F9A8-1815-47AF-9E85-78D877CF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37D6D-8B71-4460-A7F8-0E7C352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F5888-E489-4F88-9A7C-626771C6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B3CE19-668C-4019-A922-EEC04C7C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88407-CB9D-42C4-BA53-5DA0C19A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F453F-BFB3-4CC3-8772-CBDF2FE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F40F9-5A31-46D6-9166-6595F1CB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70F62-7B0F-4EB8-8B56-F29B3CDB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6C517-DD69-4B4A-B809-94119A25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395C72-ED2B-4A6A-BDF7-9C553C5F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BB302-787F-4292-85B5-ADBB9BA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D1EF3-3FFD-4BF4-BA77-24AF96DD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3786F7-4A59-4F0F-A06C-BD58C61D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27EAA-36A2-4E5E-A955-470AD10D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895C2C-3AA0-4806-A315-3B73630F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8085276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2FC54E-9FB1-4102-88E8-1F69EBA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2CC34-A0BF-407F-8D9D-5B9A45C3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6774A-F519-4D6F-B8CA-35352592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093E7-B65C-4304-A9DB-2B50D54E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3308D-619C-4BB3-AB6C-9EB5D8C7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Distance vector routing vs Link state routing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B20AF-FA84-44E1-AD3A-9CC353CD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EF514-DBF7-4221-9020-1AC9F8E2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11938-1510-40E9-BD2F-92B2CF71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Distance vector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5A97C-839B-40C4-81A8-EC1B3027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Link state routing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79393-5BBF-4E96-B282-AF6CE18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7BFF-5F38-4978-99A3-739AD0E3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C5807-B12C-411C-B584-96020BF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F4F99-1D79-459C-AB7D-2DAF3573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5D174-56C4-4B3A-8A43-9024C08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FF2C0-34F3-4CF3-AA2E-62DA78BF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A56C9-9D26-4E03-8A0B-92716FEF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188814-F170-486D-B6C4-5DE164F1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3B266-5022-4296-9B1D-C6CCF38E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D49E22-A8DA-44A9-BD02-7A3EB902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76B58-377E-46BF-8CE0-198AD52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0B60D-4A60-4A8F-B145-0A9749D3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64DFE-1340-41C4-B4E7-F535B248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0D60B-51D7-47E1-ABAC-AD377FCE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7B281-8D7D-432A-BB2F-8FC8292B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41257-ECA0-41CE-B3A1-B9C4BAFB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78181191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1FF309-AE35-4AD5-AEB4-25F96616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70E08-87BC-44B5-BF93-ACC516D1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235EE-F1B4-4C8F-B4BE-FF41B0F5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48BE9-371E-4575-A585-4996D711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31D96-23D5-4324-A799-397DE0FA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RIP vs OSPF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A4C68-15BD-4873-AFB5-84B85F2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D2F9F-4FF0-488E-B69B-8D78B2C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504CC-36AC-4738-8299-4E8D99DC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D5D0F-D09D-4E1F-9550-5DFB2794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OSPF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56E82-2884-4EEA-9054-8601967B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76933-3012-4D6D-82CF-7D23BE43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D2999-9176-4309-A293-D783A001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71AF4-2FFB-4DE8-9A29-BEBB3CCB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96A04-7909-4901-8491-D03A64A8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74C7F-AD20-43FB-83F2-B772B185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546E4-515F-4CD7-9F95-DF9556FF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24EFB-0F56-4B6F-A09A-65661D61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route 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59EEA-7A58-4CB6-B40C-EFF2794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476B0-56E2-4693-BC36-F6BA34B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DD855-0A95-46C1-88DE-24561386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BA027-AD22-4E36-ADD2-3FE2FF2B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E9B0F-50A2-45F3-8B04-D2DD7E5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62C7E-F278-429C-ACAD-51E41367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7AA3B6-F357-43B5-9AFC-B828AF56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D4069-9F0E-41CD-8BEB-17A971C1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67271646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8062A6-24F6-4310-B2E8-F80F84B5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9389D-A4EE-4C72-B396-815035B3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E2749-479A-46B0-BA49-7E49B084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EA98A-6B99-49FC-A871-B4BF83C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F995D-ABEC-4D64-9E71-FA957D3B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0A140-E33D-43D5-ACFB-4C4CD1C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ECFBC-51DB-47B2-B77E-10320BE5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DBCE1-8957-4F17-8F37-A34913EF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BAED3-20DB-46BF-9480-117BD3E0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88A33-E9CA-4850-A5F0-1777F7A8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3335">
            <a:solidFill>
              <a:srgbClr val="0EA5E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EA5E9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3FB16-BA0A-4514-8432-4DB900B6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B76E58-467F-44DF-85C9-4D3FBEE1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Network layer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C3ABE-3E02-4D61-B08B-895F2236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1C02C8-E29B-4110-9AE9-AFD97624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Packet switching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EC9E1-0556-486A-A063-28211923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AEAAE-851E-4FB8-A182-811169D3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IPv4 address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44ED0-16DD-4DA4-AD2B-1B47DFF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8638A-F9C5-4638-B14A-BFF92A5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IPv4 datagram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0CF0D-B7B0-4A9B-A763-12AB27C3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B0570-43C7-4FDA-9D1B-180FA19B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IPv6 datagram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2890F3-6303-4BCD-AFC3-4E3CFFC6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5EB331-CBE2-4F52-91FD-BDFA30F5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Remember: Routing algorithms</a:t>
            </a:r>
          </a:p>
        </p:txBody>
      </p:sp>
    </p:spTree>
    <p:extLst>
      <p:ext uri="{BB962C8B-B14F-4D97-AF65-F5344CB8AC3E}">
        <p14:creationId xmlns:p14="http://schemas.microsoft.com/office/powerpoint/2010/main" val="46657746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273A2-7023-4CC2-907D-25E35029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7639C-F43E-459C-84D2-A272F12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BA15D-8502-4797-8D3F-87E0C79C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A0E6F-9C52-4869-911F-F8F729A9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82067-630F-422B-BCF8-42EF64F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BC65A-1172-4E29-B706-D2D839BD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07015-BF0B-4C09-B612-5D70059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79909-177B-4E50-8DE7-CF8F7EA6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ECCAF-AF42-4135-B01F-C2ED291B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F8EEE-6BD8-4B80-994A-0A70D600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7EFF7-B99A-4EA2-940C-EFE931ED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Network layer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A443F-0F48-43A4-86F3-4FC4F4C6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A7300-9D83-4A27-8FDB-780A401F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949AAC-C531-42D7-B122-0806CC99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B90CAF-E3AA-4660-A48A-A266722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Packet switching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089C1-1761-4E84-97A0-1120E2C7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4726C0-C417-4CD0-B48D-F17D8FE8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78368-0886-4505-9696-2E3B133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EDD5F-504A-4053-B18D-4648F59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IPv4 address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E1785-3328-447F-957E-703707D4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FBE6A-E1DF-461B-ABE0-B5134560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E4F300-5639-4BED-A964-222F0C8C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398513-33B9-4FA3-AF0A-715BBD4E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IPv4 datagram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2B4DE0-4AC9-4AF4-8E40-6CD3DB5F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5769F-8401-4C65-B6A2-A52B3A3E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2797462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08411-6874-4EF8-B70E-4EDA8C9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CB29C-19B3-4B08-921F-DD675987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83B63-B8AA-4751-AA49-C5F04061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0B7D8-8A55-4AE1-940C-FCAE4F19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62C48-88AF-4486-A731-80F4A743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F172A"/>
                </a:solidFill>
              </a:defRPr>
            </a:pPr>
            <a:r>
              <a:rPr sz="2775" b="1">
                <a:solidFill>
                  <a:srgbClr val="0F172A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F17BB-1D2A-41C3-A946-8DF68A78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BA06B-ED94-47B5-BA33-7F87FB4A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B63A1-4986-475A-989F-1DA39CFF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27293-CD9E-4343-8CD3-C27939E2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50E14-E556-463A-BFCF-1C415967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441B3-44F8-4789-B257-2DCF05B0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01E6D-E039-485B-9583-7E7EB96B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6152D-169A-4B40-A37F-AB8C26D5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35250242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5B37D-A339-43B6-87E6-FD2DA31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2FC0C-72DD-4D5F-8783-6351134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3C25-A232-4631-A533-A1ADE337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23532-BE3D-42EB-8EF4-148F7C6B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4E2A7-9CCD-4BB8-85DB-F688D95B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331A4-BA03-4721-BD84-22531493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127C5-1C73-4B65-A142-9C67E709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6ADBD-CE94-48AC-9BEF-15DEC08B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6FAAB-714D-49DE-9C99-B7020E5F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5748C-B3DF-48A0-8678-39689904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7E3CD-1499-4DD3-9E3A-2CA3EC9E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ABA4A-33BC-4B92-ABDC-661C4C4F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E4047-EF3C-4E4C-9199-057FE145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2FB1D-4670-43F1-8F5D-E8145245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C3028-5C46-4471-BD8F-0FAD417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F172A"/>
                </a:solidFill>
              </a:defRPr>
            </a:pPr>
            <a:r>
              <a:rPr sz="1800" b="0">
                <a:solidFill>
                  <a:srgbClr val="0F172A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61947198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D9B11-C665-41DF-8D7E-A285DC55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C4E96-7C31-43AF-9A64-D1A1F615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45077-2B3A-4945-9CBE-2EDC3EC2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64C32-FA36-4897-9AF3-0A9DBA9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AD46E-FFBF-4101-B4DD-5B9DC4E4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70076-F22F-4A83-9E23-1300A41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4C4D3-A843-4D36-BDC2-C905F78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04536-EBC4-421D-A125-310FC6E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EC0A9-D628-4806-8BFD-9430FDF6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597D5-B8F5-4F8B-A6A2-C398C988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0C51C-DC18-458C-A565-9FEDB78F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FAD15-C5CA-4780-BDC0-DB82592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33B1D-85EB-40AE-B35C-6C5EE84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E1F46-FC1F-4BEE-8F1D-4F785E4D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45701-A11F-4106-B7F3-DDA310D4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95E73-D7BE-49DD-AC40-AEF09F52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49795-B46C-4152-B002-F2A18C8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10AA3-963B-4640-8D9E-62B855E0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3715E3-6B6E-46F6-8E70-7803DE4E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B568A-6D64-4A08-90AB-EA459F75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F95A2-3700-472F-BE37-065B6617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5B988-F710-40D1-9F2A-B74474CD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F4BF69-5973-4166-AC4A-81276A5E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DADC0A-595D-417B-9792-8ACE8A93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B2A43-0F30-4AEF-8B6D-320A2B5C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47664174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0781F-31A0-4A05-857B-C717697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98DB2-67C4-4519-B886-70EDC402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379F3-70F7-4C56-A5D4-F895B7C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33225-B526-4997-BEBA-7FE3CC4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A7939-ED1A-4666-AFBE-19BC319F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50CD0-BC1B-4A21-9B4E-AC30582E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15D64-68E6-4BD5-8AE8-E794A6F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Explain Network layer services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62E3B-F38A-47BB-9835-89DDA33A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808A0-76CB-4A3C-8572-03699378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Compare two approaches from Network Layer and Routing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D6B1A-A07C-40D1-8E3F-5EC8897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6F7AF-01C8-4A52-BE15-EE81D6BD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Solve a small worked example involving IPv4 address.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84C8F-F190-4F37-94BC-F846BA78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D8C46-A594-49E1-9C5C-27545E80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List common mistakes and how to avoid them in Network Layer and Routing.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81F9A-C04C-435D-A37E-8AEFB11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17BAC0-A680-4F4D-A42B-8370861A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92963931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9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0D81F-16CF-4484-9FDA-B57911E8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BCS502 | Computer Networks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2ED5F-D598-4C62-9EB3-5B9F1D3E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3: Network Layer and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278DA-5476-490D-BB9D-0B5666BA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E0F2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93870-0C2B-4BFD-8E75-9DC5A546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4204B-274B-4E17-A6DB-9179648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</a:defRPr>
            </a:pPr>
            <a:r>
              <a:rPr sz="2925" b="1">
                <a:solidFill>
                  <a:srgbClr val="0F172A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8B085-3C38-487E-8834-F45063A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</a:defRPr>
            </a:pPr>
            <a:r>
              <a:rPr sz="2025" b="0">
                <a:solidFill>
                  <a:srgbClr val="0F172A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58CD6-B40F-4D61-B155-1A485C3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08657D-26F3-4F8D-98EA-01DAF257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35ECD-739C-4AA4-8CFB-3C067D53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16DBD-2DA1-446C-BD10-087AFE22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DB0B8-40F0-463F-B8BB-A7D89F53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40A8F-FFF9-4B68-8994-EA52634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F172A"/>
                </a:solidFill>
              </a:defRPr>
            </a:pPr>
            <a:r>
              <a:rPr sz="1725" b="0">
                <a:solidFill>
                  <a:srgbClr val="0F172A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405429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2026-08-24T06:04:27.7760000Z</dcterms:created>
  <dcterms:modified xsi:type="dcterms:W3CDTF">2026-08-24T06:04:27.7760000Z</dcterms:modified>
</coreProperties>
</file>