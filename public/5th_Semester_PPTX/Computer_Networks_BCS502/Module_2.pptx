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37f9b0472c4b43" /><Relationship Type="http://schemas.openxmlformats.org/officeDocument/2006/relationships/extended-properties" Target="/docProps/app.xml" Id="R33112cc8bb714c3b" /><Relationship Type="http://schemas.openxmlformats.org/officeDocument/2006/relationships/officeDocument" Target="/ppt/presentation.xml" Id="Rf5cbf6a42eb148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3555ec89d541ff"/>
  </p:sldMasterIdLst>
  <p:notesMasterIdLst>
    <p:notesMasterId xmlns:r="http://schemas.openxmlformats.org/officeDocument/2006/relationships" r:id="Rb7995f9c63f14389"/>
  </p:notesMasterIdLst>
  <p:sldIdLst>
    <p:sldId xmlns:r="http://schemas.openxmlformats.org/officeDocument/2006/relationships" id="256" r:id="Ra907cc2dd1334c54"/>
    <p:sldId xmlns:r="http://schemas.openxmlformats.org/officeDocument/2006/relationships" id="257" r:id="R9c1c13fe76424271"/>
    <p:sldId xmlns:r="http://schemas.openxmlformats.org/officeDocument/2006/relationships" id="258" r:id="R7cddc49e28384665"/>
    <p:sldId xmlns:r="http://schemas.openxmlformats.org/officeDocument/2006/relationships" id="259" r:id="R413e7135c53844aa"/>
    <p:sldId xmlns:r="http://schemas.openxmlformats.org/officeDocument/2006/relationships" id="260" r:id="Rf8c0efff4ab54f72"/>
    <p:sldId xmlns:r="http://schemas.openxmlformats.org/officeDocument/2006/relationships" id="261" r:id="R18169f5c5a8a489c"/>
    <p:sldId xmlns:r="http://schemas.openxmlformats.org/officeDocument/2006/relationships" id="262" r:id="Rd22771629be74e27"/>
    <p:sldId xmlns:r="http://schemas.openxmlformats.org/officeDocument/2006/relationships" id="263" r:id="R650207b25ef44df8"/>
    <p:sldId xmlns:r="http://schemas.openxmlformats.org/officeDocument/2006/relationships" id="264" r:id="R52ebe404c108421e"/>
    <p:sldId xmlns:r="http://schemas.openxmlformats.org/officeDocument/2006/relationships" id="265" r:id="R691c4b5eca6b4cbb"/>
    <p:sldId xmlns:r="http://schemas.openxmlformats.org/officeDocument/2006/relationships" id="266" r:id="R4ea1d06e93ae4d1f"/>
    <p:sldId xmlns:r="http://schemas.openxmlformats.org/officeDocument/2006/relationships" id="267" r:id="R804148b49e2a4db4"/>
    <p:sldId xmlns:r="http://schemas.openxmlformats.org/officeDocument/2006/relationships" id="268" r:id="R63a97509c3da45d9"/>
    <p:sldId xmlns:r="http://schemas.openxmlformats.org/officeDocument/2006/relationships" id="269" r:id="R2315eeabbc9e4b04"/>
    <p:sldId xmlns:r="http://schemas.openxmlformats.org/officeDocument/2006/relationships" id="270" r:id="Rd4f1e8b482234a03"/>
    <p:sldId xmlns:r="http://schemas.openxmlformats.org/officeDocument/2006/relationships" id="271" r:id="Rd5e880d7dc61431f"/>
    <p:sldId xmlns:r="http://schemas.openxmlformats.org/officeDocument/2006/relationships" id="272" r:id="Ra197aa7d376f461e"/>
    <p:sldId xmlns:r="http://schemas.openxmlformats.org/officeDocument/2006/relationships" id="273" r:id="Re9d2140eb1a443c7"/>
    <p:sldId xmlns:r="http://schemas.openxmlformats.org/officeDocument/2006/relationships" id="274" r:id="Re982f01a31be44e8"/>
    <p:sldId xmlns:r="http://schemas.openxmlformats.org/officeDocument/2006/relationships" id="275" r:id="R61dc6aec2ded4a6e"/>
    <p:sldId xmlns:r="http://schemas.openxmlformats.org/officeDocument/2006/relationships" id="276" r:id="R6e4b7894c49a46da"/>
    <p:sldId xmlns:r="http://schemas.openxmlformats.org/officeDocument/2006/relationships" id="277" r:id="R4bd05da19af6449b"/>
    <p:sldId xmlns:r="http://schemas.openxmlformats.org/officeDocument/2006/relationships" id="278" r:id="Re6c494f414de44bc"/>
    <p:sldId xmlns:r="http://schemas.openxmlformats.org/officeDocument/2006/relationships" id="279" r:id="R662c8e7835a64217"/>
    <p:sldId xmlns:r="http://schemas.openxmlformats.org/officeDocument/2006/relationships" id="280" r:id="Rc451734abef144e4"/>
    <p:sldId xmlns:r="http://schemas.openxmlformats.org/officeDocument/2006/relationships" id="281" r:id="R6e3d720b028c4910"/>
    <p:sldId xmlns:r="http://schemas.openxmlformats.org/officeDocument/2006/relationships" id="282" r:id="R94285506d04e4abf"/>
    <p:sldId xmlns:r="http://schemas.openxmlformats.org/officeDocument/2006/relationships" id="283" r:id="R8e916ac4d44c41ff"/>
    <p:sldId xmlns:r="http://schemas.openxmlformats.org/officeDocument/2006/relationships" id="284" r:id="R866472e0e3cb4173"/>
    <p:sldId xmlns:r="http://schemas.openxmlformats.org/officeDocument/2006/relationships" id="285" r:id="R84efeed53727422e"/>
    <p:sldId xmlns:r="http://schemas.openxmlformats.org/officeDocument/2006/relationships" id="286" r:id="R1d24fb0cbf704bb8"/>
    <p:sldId xmlns:r="http://schemas.openxmlformats.org/officeDocument/2006/relationships" id="287" r:id="R409d79dd964545de"/>
    <p:sldId xmlns:r="http://schemas.openxmlformats.org/officeDocument/2006/relationships" id="288" r:id="Rc783830fe1a44d33"/>
    <p:sldId xmlns:r="http://schemas.openxmlformats.org/officeDocument/2006/relationships" id="289" r:id="R5724abf29042493c"/>
    <p:sldId xmlns:r="http://schemas.openxmlformats.org/officeDocument/2006/relationships" id="290" r:id="Rb0d5d8a3c9bb4010"/>
    <p:sldId xmlns:r="http://schemas.openxmlformats.org/officeDocument/2006/relationships" id="291" r:id="Rbd79db20ded44766"/>
    <p:sldId xmlns:r="http://schemas.openxmlformats.org/officeDocument/2006/relationships" id="292" r:id="Rf57fdbb4f6ff46c3"/>
    <p:sldId xmlns:r="http://schemas.openxmlformats.org/officeDocument/2006/relationships" id="293" r:id="Rccde593a86494416"/>
    <p:sldId xmlns:r="http://schemas.openxmlformats.org/officeDocument/2006/relationships" id="294" r:id="Ra2ce9e0b2d624d3f"/>
    <p:sldId xmlns:r="http://schemas.openxmlformats.org/officeDocument/2006/relationships" id="295" r:id="Rf4f2fe01512d4f0f"/>
    <p:sldId xmlns:r="http://schemas.openxmlformats.org/officeDocument/2006/relationships" id="296" r:id="R8b3a71e7add54304"/>
    <p:sldId xmlns:r="http://schemas.openxmlformats.org/officeDocument/2006/relationships" id="297" r:id="R1e50d7bedbac4dce"/>
    <p:sldId xmlns:r="http://schemas.openxmlformats.org/officeDocument/2006/relationships" id="298" r:id="R0efe4e4023d140d5"/>
    <p:sldId xmlns:r="http://schemas.openxmlformats.org/officeDocument/2006/relationships" id="299" r:id="Rebb55565a3034a38"/>
    <p:sldId xmlns:r="http://schemas.openxmlformats.org/officeDocument/2006/relationships" id="300" r:id="Rffa97defe76b4b0b"/>
    <p:sldId xmlns:r="http://schemas.openxmlformats.org/officeDocument/2006/relationships" id="301" r:id="R0c5e8876acb042a1"/>
    <p:sldId xmlns:r="http://schemas.openxmlformats.org/officeDocument/2006/relationships" id="302" r:id="R34333b95e6b04811"/>
    <p:sldId xmlns:r="http://schemas.openxmlformats.org/officeDocument/2006/relationships" id="303" r:id="R9903e025019d45b6"/>
    <p:sldId xmlns:r="http://schemas.openxmlformats.org/officeDocument/2006/relationships" id="304" r:id="R2824aa6b3cf1485c"/>
    <p:sldId xmlns:r="http://schemas.openxmlformats.org/officeDocument/2006/relationships" id="305" r:id="R770227ff59da456f"/>
    <p:sldId xmlns:r="http://schemas.openxmlformats.org/officeDocument/2006/relationships" id="306" r:id="Ra234db379d5a4a3b"/>
    <p:sldId xmlns:r="http://schemas.openxmlformats.org/officeDocument/2006/relationships" id="307" r:id="R9166262bd1b44740"/>
    <p:sldId xmlns:r="http://schemas.openxmlformats.org/officeDocument/2006/relationships" id="308" r:id="R49baae0629ea481f"/>
    <p:sldId xmlns:r="http://schemas.openxmlformats.org/officeDocument/2006/relationships" id="309" r:id="R5071a598e65a40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f98905c1f7448b" /><Relationship Type="http://schemas.openxmlformats.org/officeDocument/2006/relationships/slideMaster" Target="/ppt/slideMasters/slideMaster1.xml" Id="Ra93555ec89d541ff" /><Relationship Type="http://schemas.openxmlformats.org/officeDocument/2006/relationships/notesMaster" Target="/ppt/notesMasters/notesMaster1.xml" Id="Rb7995f9c63f14389" /><Relationship Type="http://schemas.openxmlformats.org/officeDocument/2006/relationships/presProps" Target="/ppt/presProps.xml" Id="R6a3ea1988fab438a" /><Relationship Type="http://schemas.openxmlformats.org/officeDocument/2006/relationships/tableStyles" Target="/ppt/tableStyles.xml" Id="Ra0c43e7489064236" /><Relationship Type="http://schemas.openxmlformats.org/officeDocument/2006/relationships/slide" Target="/ppt/slides/slide1.xml" Id="Ra907cc2dd1334c54" /><Relationship Type="http://schemas.openxmlformats.org/officeDocument/2006/relationships/slide" Target="/ppt/slides/slide2.xml" Id="R9c1c13fe76424271" /><Relationship Type="http://schemas.openxmlformats.org/officeDocument/2006/relationships/slide" Target="/ppt/slides/slide3.xml" Id="R7cddc49e28384665" /><Relationship Type="http://schemas.openxmlformats.org/officeDocument/2006/relationships/slide" Target="/ppt/slides/slide4.xml" Id="R413e7135c53844aa" /><Relationship Type="http://schemas.openxmlformats.org/officeDocument/2006/relationships/slide" Target="/ppt/slides/slide5.xml" Id="Rf8c0efff4ab54f72" /><Relationship Type="http://schemas.openxmlformats.org/officeDocument/2006/relationships/slide" Target="/ppt/slides/slide6.xml" Id="R18169f5c5a8a489c" /><Relationship Type="http://schemas.openxmlformats.org/officeDocument/2006/relationships/slide" Target="/ppt/slides/slide7.xml" Id="Rd22771629be74e27" /><Relationship Type="http://schemas.openxmlformats.org/officeDocument/2006/relationships/slide" Target="/ppt/slides/slide8.xml" Id="R650207b25ef44df8" /><Relationship Type="http://schemas.openxmlformats.org/officeDocument/2006/relationships/slide" Target="/ppt/slides/slide9.xml" Id="R52ebe404c108421e" /><Relationship Type="http://schemas.openxmlformats.org/officeDocument/2006/relationships/slide" Target="/ppt/slides/slide10.xml" Id="R691c4b5eca6b4cbb" /><Relationship Type="http://schemas.openxmlformats.org/officeDocument/2006/relationships/slide" Target="/ppt/slides/slide11.xml" Id="R4ea1d06e93ae4d1f" /><Relationship Type="http://schemas.openxmlformats.org/officeDocument/2006/relationships/slide" Target="/ppt/slides/slide12.xml" Id="R804148b49e2a4db4" /><Relationship Type="http://schemas.openxmlformats.org/officeDocument/2006/relationships/slide" Target="/ppt/slides/slide13.xml" Id="R63a97509c3da45d9" /><Relationship Type="http://schemas.openxmlformats.org/officeDocument/2006/relationships/slide" Target="/ppt/slides/slide14.xml" Id="R2315eeabbc9e4b04" /><Relationship Type="http://schemas.openxmlformats.org/officeDocument/2006/relationships/slide" Target="/ppt/slides/slide15.xml" Id="Rd4f1e8b482234a03" /><Relationship Type="http://schemas.openxmlformats.org/officeDocument/2006/relationships/slide" Target="/ppt/slides/slide16.xml" Id="Rd5e880d7dc61431f" /><Relationship Type="http://schemas.openxmlformats.org/officeDocument/2006/relationships/slide" Target="/ppt/slides/slide17.xml" Id="Ra197aa7d376f461e" /><Relationship Type="http://schemas.openxmlformats.org/officeDocument/2006/relationships/slide" Target="/ppt/slides/slide18.xml" Id="Re9d2140eb1a443c7" /><Relationship Type="http://schemas.openxmlformats.org/officeDocument/2006/relationships/slide" Target="/ppt/slides/slide19.xml" Id="Re982f01a31be44e8" /><Relationship Type="http://schemas.openxmlformats.org/officeDocument/2006/relationships/slide" Target="/ppt/slides/slide20.xml" Id="R61dc6aec2ded4a6e" /><Relationship Type="http://schemas.openxmlformats.org/officeDocument/2006/relationships/slide" Target="/ppt/slides/slide21.xml" Id="R6e4b7894c49a46da" /><Relationship Type="http://schemas.openxmlformats.org/officeDocument/2006/relationships/slide" Target="/ppt/slides/slide22.xml" Id="R4bd05da19af6449b" /><Relationship Type="http://schemas.openxmlformats.org/officeDocument/2006/relationships/slide" Target="/ppt/slides/slide23.xml" Id="Re6c494f414de44bc" /><Relationship Type="http://schemas.openxmlformats.org/officeDocument/2006/relationships/slide" Target="/ppt/slides/slide24.xml" Id="R662c8e7835a64217" /><Relationship Type="http://schemas.openxmlformats.org/officeDocument/2006/relationships/slide" Target="/ppt/slides/slide25.xml" Id="Rc451734abef144e4" /><Relationship Type="http://schemas.openxmlformats.org/officeDocument/2006/relationships/slide" Target="/ppt/slides/slide26.xml" Id="R6e3d720b028c4910" /><Relationship Type="http://schemas.openxmlformats.org/officeDocument/2006/relationships/slide" Target="/ppt/slides/slide27.xml" Id="R94285506d04e4abf" /><Relationship Type="http://schemas.openxmlformats.org/officeDocument/2006/relationships/slide" Target="/ppt/slides/slide28.xml" Id="R8e916ac4d44c41ff" /><Relationship Type="http://schemas.openxmlformats.org/officeDocument/2006/relationships/slide" Target="/ppt/slides/slide29.xml" Id="R866472e0e3cb4173" /><Relationship Type="http://schemas.openxmlformats.org/officeDocument/2006/relationships/slide" Target="/ppt/slides/slide30.xml" Id="R84efeed53727422e" /><Relationship Type="http://schemas.openxmlformats.org/officeDocument/2006/relationships/slide" Target="/ppt/slides/slide31.xml" Id="R1d24fb0cbf704bb8" /><Relationship Type="http://schemas.openxmlformats.org/officeDocument/2006/relationships/slide" Target="/ppt/slides/slide32.xml" Id="R409d79dd964545de" /><Relationship Type="http://schemas.openxmlformats.org/officeDocument/2006/relationships/slide" Target="/ppt/slides/slide33.xml" Id="Rc783830fe1a44d33" /><Relationship Type="http://schemas.openxmlformats.org/officeDocument/2006/relationships/slide" Target="/ppt/slides/slide34.xml" Id="R5724abf29042493c" /><Relationship Type="http://schemas.openxmlformats.org/officeDocument/2006/relationships/slide" Target="/ppt/slides/slide35.xml" Id="Rb0d5d8a3c9bb4010" /><Relationship Type="http://schemas.openxmlformats.org/officeDocument/2006/relationships/slide" Target="/ppt/slides/slide36.xml" Id="Rbd79db20ded44766" /><Relationship Type="http://schemas.openxmlformats.org/officeDocument/2006/relationships/slide" Target="/ppt/slides/slide37.xml" Id="Rf57fdbb4f6ff46c3" /><Relationship Type="http://schemas.openxmlformats.org/officeDocument/2006/relationships/slide" Target="/ppt/slides/slide38.xml" Id="Rccde593a86494416" /><Relationship Type="http://schemas.openxmlformats.org/officeDocument/2006/relationships/slide" Target="/ppt/slides/slide39.xml" Id="Ra2ce9e0b2d624d3f" /><Relationship Type="http://schemas.openxmlformats.org/officeDocument/2006/relationships/slide" Target="/ppt/slides/slide40.xml" Id="Rf4f2fe01512d4f0f" /><Relationship Type="http://schemas.openxmlformats.org/officeDocument/2006/relationships/slide" Target="/ppt/slides/slide41.xml" Id="R8b3a71e7add54304" /><Relationship Type="http://schemas.openxmlformats.org/officeDocument/2006/relationships/slide" Target="/ppt/slides/slide42.xml" Id="R1e50d7bedbac4dce" /><Relationship Type="http://schemas.openxmlformats.org/officeDocument/2006/relationships/slide" Target="/ppt/slides/slide43.xml" Id="R0efe4e4023d140d5" /><Relationship Type="http://schemas.openxmlformats.org/officeDocument/2006/relationships/slide" Target="/ppt/slides/slide44.xml" Id="Rebb55565a3034a38" /><Relationship Type="http://schemas.openxmlformats.org/officeDocument/2006/relationships/slide" Target="/ppt/slides/slide45.xml" Id="Rffa97defe76b4b0b" /><Relationship Type="http://schemas.openxmlformats.org/officeDocument/2006/relationships/slide" Target="/ppt/slides/slide46.xml" Id="R0c5e8876acb042a1" /><Relationship Type="http://schemas.openxmlformats.org/officeDocument/2006/relationships/slide" Target="/ppt/slides/slide47.xml" Id="R34333b95e6b04811" /><Relationship Type="http://schemas.openxmlformats.org/officeDocument/2006/relationships/slide" Target="/ppt/slides/slide48.xml" Id="R9903e025019d45b6" /><Relationship Type="http://schemas.openxmlformats.org/officeDocument/2006/relationships/slide" Target="/ppt/slides/slide49.xml" Id="R2824aa6b3cf1485c" /><Relationship Type="http://schemas.openxmlformats.org/officeDocument/2006/relationships/slide" Target="/ppt/slides/slide50.xml" Id="R770227ff59da456f" /><Relationship Type="http://schemas.openxmlformats.org/officeDocument/2006/relationships/slide" Target="/ppt/slides/slide51.xml" Id="Ra234db379d5a4a3b" /><Relationship Type="http://schemas.openxmlformats.org/officeDocument/2006/relationships/slide" Target="/ppt/slides/slide52.xml" Id="R9166262bd1b44740" /><Relationship Type="http://schemas.openxmlformats.org/officeDocument/2006/relationships/slide" Target="/ppt/slides/slide53.xml" Id="R49baae0629ea481f" /><Relationship Type="http://schemas.openxmlformats.org/officeDocument/2006/relationships/slide" Target="/ppt/slides/slide54.xml" Id="R5071a598e65a40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5b2e78352b44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c4aec6a1454cdd" /><Relationship Type="http://schemas.openxmlformats.org/officeDocument/2006/relationships/notesMaster" Target="/ppt/notesMasters/notesMaster1.xml" Id="R7b4584d8cf9545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bab4336f064cb1" /><Relationship Type="http://schemas.openxmlformats.org/officeDocument/2006/relationships/notesMaster" Target="/ppt/notesMasters/notesMaster1.xml" Id="Rda872f08d2dc49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3474a438e44ac1" /><Relationship Type="http://schemas.openxmlformats.org/officeDocument/2006/relationships/notesMaster" Target="/ppt/notesMasters/notesMaster1.xml" Id="R9d692b8afcea44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7d2b20bca8434e" /><Relationship Type="http://schemas.openxmlformats.org/officeDocument/2006/relationships/notesMaster" Target="/ppt/notesMasters/notesMaster1.xml" Id="Rea5a126dcb534f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1e1d134e5d429b" /><Relationship Type="http://schemas.openxmlformats.org/officeDocument/2006/relationships/notesMaster" Target="/ppt/notesMasters/notesMaster1.xml" Id="R33d4473bae2043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142f91b8b04200" /><Relationship Type="http://schemas.openxmlformats.org/officeDocument/2006/relationships/notesMaster" Target="/ppt/notesMasters/notesMaster1.xml" Id="R8de273dfb76843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216f5063494777" /><Relationship Type="http://schemas.openxmlformats.org/officeDocument/2006/relationships/notesMaster" Target="/ppt/notesMasters/notesMaster1.xml" Id="R807a58aabbf645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336f33261946bc" /><Relationship Type="http://schemas.openxmlformats.org/officeDocument/2006/relationships/notesMaster" Target="/ppt/notesMasters/notesMaster1.xml" Id="R1bec93dc897c4b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6f29c54bea49a9" /><Relationship Type="http://schemas.openxmlformats.org/officeDocument/2006/relationships/notesMaster" Target="/ppt/notesMasters/notesMaster1.xml" Id="R384a29937edb4b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bc4e34b2a14572" /><Relationship Type="http://schemas.openxmlformats.org/officeDocument/2006/relationships/notesMaster" Target="/ppt/notesMasters/notesMaster1.xml" Id="Ra1a7b1293ac940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bccdea8e9d4cf8" /><Relationship Type="http://schemas.openxmlformats.org/officeDocument/2006/relationships/notesMaster" Target="/ppt/notesMasters/notesMaster1.xml" Id="Rd04ef8060a744a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75733938ec49de" /><Relationship Type="http://schemas.openxmlformats.org/officeDocument/2006/relationships/notesMaster" Target="/ppt/notesMasters/notesMaster1.xml" Id="R0c306c4aec1d43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94fd85979c4a41" /><Relationship Type="http://schemas.openxmlformats.org/officeDocument/2006/relationships/notesMaster" Target="/ppt/notesMasters/notesMaster1.xml" Id="R5877b12cc5014b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ef0816788ae4a33" /><Relationship Type="http://schemas.openxmlformats.org/officeDocument/2006/relationships/notesMaster" Target="/ppt/notesMasters/notesMaster1.xml" Id="R97c0789c24bb424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8099c071b2e4cb8" /><Relationship Type="http://schemas.openxmlformats.org/officeDocument/2006/relationships/notesMaster" Target="/ppt/notesMasters/notesMaster1.xml" Id="R04307361ae734d9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0fe6d8caa04b62" /><Relationship Type="http://schemas.openxmlformats.org/officeDocument/2006/relationships/notesMaster" Target="/ppt/notesMasters/notesMaster1.xml" Id="Rf35a1ed5ed8e4bc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f5f84061eda438f" /><Relationship Type="http://schemas.openxmlformats.org/officeDocument/2006/relationships/notesMaster" Target="/ppt/notesMasters/notesMaster1.xml" Id="R720f656e5e37409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eb694dce4f14fce" /><Relationship Type="http://schemas.openxmlformats.org/officeDocument/2006/relationships/notesMaster" Target="/ppt/notesMasters/notesMaster1.xml" Id="R8866f9057452445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436c4a6d51641ad" /><Relationship Type="http://schemas.openxmlformats.org/officeDocument/2006/relationships/notesMaster" Target="/ppt/notesMasters/notesMaster1.xml" Id="R0be8319048c14f8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479450d68ef4bd9" /><Relationship Type="http://schemas.openxmlformats.org/officeDocument/2006/relationships/notesMaster" Target="/ppt/notesMasters/notesMaster1.xml" Id="Re622aa1907b64fa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edb6039abfa420c" /><Relationship Type="http://schemas.openxmlformats.org/officeDocument/2006/relationships/notesMaster" Target="/ppt/notesMasters/notesMaster1.xml" Id="R9f188bfee0004f3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3ce631555e4469b" /><Relationship Type="http://schemas.openxmlformats.org/officeDocument/2006/relationships/notesMaster" Target="/ppt/notesMasters/notesMaster1.xml" Id="R56d5d301734544e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4a4806ae6724161" /><Relationship Type="http://schemas.openxmlformats.org/officeDocument/2006/relationships/notesMaster" Target="/ppt/notesMasters/notesMaster1.xml" Id="R5109e432101c4db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f285335ae1c4d56" /><Relationship Type="http://schemas.openxmlformats.org/officeDocument/2006/relationships/notesMaster" Target="/ppt/notesMasters/notesMaster1.xml" Id="R8adcb6a928bc48c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6f6e43d96c7472c" /><Relationship Type="http://schemas.openxmlformats.org/officeDocument/2006/relationships/notesMaster" Target="/ppt/notesMasters/notesMaster1.xml" Id="R2f2f2077e72b442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e4bfce219d443fa" /><Relationship Type="http://schemas.openxmlformats.org/officeDocument/2006/relationships/notesMaster" Target="/ppt/notesMasters/notesMaster1.xml" Id="R24308046521945c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a8f89156a644735" /><Relationship Type="http://schemas.openxmlformats.org/officeDocument/2006/relationships/notesMaster" Target="/ppt/notesMasters/notesMaster1.xml" Id="R33503ba15d44496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ec9dc8fe367423d" /><Relationship Type="http://schemas.openxmlformats.org/officeDocument/2006/relationships/notesMaster" Target="/ppt/notesMasters/notesMaster1.xml" Id="R5f31648039464f8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9d7eba40732434e" /><Relationship Type="http://schemas.openxmlformats.org/officeDocument/2006/relationships/notesMaster" Target="/ppt/notesMasters/notesMaster1.xml" Id="Ra23e2c34b1d54d7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c819407647c4657" /><Relationship Type="http://schemas.openxmlformats.org/officeDocument/2006/relationships/notesMaster" Target="/ppt/notesMasters/notesMaster1.xml" Id="Rcffd63ea6f314e1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bba1f4aa38b4bd4" /><Relationship Type="http://schemas.openxmlformats.org/officeDocument/2006/relationships/notesMaster" Target="/ppt/notesMasters/notesMaster1.xml" Id="R61fb4fb1e0da4f7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2513ca0ddc54a0b" /><Relationship Type="http://schemas.openxmlformats.org/officeDocument/2006/relationships/notesMaster" Target="/ppt/notesMasters/notesMaster1.xml" Id="Rcdbadc594e08454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13a77c28a884cb1" /><Relationship Type="http://schemas.openxmlformats.org/officeDocument/2006/relationships/notesMaster" Target="/ppt/notesMasters/notesMaster1.xml" Id="R7d593b0f946e47b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2f797d40e2e4bcd" /><Relationship Type="http://schemas.openxmlformats.org/officeDocument/2006/relationships/notesMaster" Target="/ppt/notesMasters/notesMaster1.xml" Id="R13c9675a041d4b5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ef774d20d334f55" /><Relationship Type="http://schemas.openxmlformats.org/officeDocument/2006/relationships/notesMaster" Target="/ppt/notesMasters/notesMaster1.xml" Id="Rb47d86a79c1048d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8231d9e6c7b4123" /><Relationship Type="http://schemas.openxmlformats.org/officeDocument/2006/relationships/notesMaster" Target="/ppt/notesMasters/notesMaster1.xml" Id="R537e2e3bb9014c2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df2b6c6081a4313" /><Relationship Type="http://schemas.openxmlformats.org/officeDocument/2006/relationships/notesMaster" Target="/ppt/notesMasters/notesMaster1.xml" Id="R4dcfba3573bb4e5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451c21fb9cc4cc0" /><Relationship Type="http://schemas.openxmlformats.org/officeDocument/2006/relationships/notesMaster" Target="/ppt/notesMasters/notesMaster1.xml" Id="R42c8906af09745a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189fb263e4b4ac4" /><Relationship Type="http://schemas.openxmlformats.org/officeDocument/2006/relationships/notesMaster" Target="/ppt/notesMasters/notesMaster1.xml" Id="R07e57b8df04e48d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4818caf301b4c1a" /><Relationship Type="http://schemas.openxmlformats.org/officeDocument/2006/relationships/notesMaster" Target="/ppt/notesMasters/notesMaster1.xml" Id="R6e9760f1e23040f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67246bc7914432c" /><Relationship Type="http://schemas.openxmlformats.org/officeDocument/2006/relationships/notesMaster" Target="/ppt/notesMasters/notesMaster1.xml" Id="Rd7dcf05d85274de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f1521d8c6fe4014" /><Relationship Type="http://schemas.openxmlformats.org/officeDocument/2006/relationships/notesMaster" Target="/ppt/notesMasters/notesMaster1.xml" Id="Re88b24204e8b484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0ace996b8694c13" /><Relationship Type="http://schemas.openxmlformats.org/officeDocument/2006/relationships/notesMaster" Target="/ppt/notesMasters/notesMaster1.xml" Id="R9e0cce2b68b24b0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44c84b510f84cad" /><Relationship Type="http://schemas.openxmlformats.org/officeDocument/2006/relationships/notesMaster" Target="/ppt/notesMasters/notesMaster1.xml" Id="R09ee2dd6fb82487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e5a9dd9a4424c0a" /><Relationship Type="http://schemas.openxmlformats.org/officeDocument/2006/relationships/notesMaster" Target="/ppt/notesMasters/notesMaster1.xml" Id="R2e2b1655d43a440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53f509726bc45c0" /><Relationship Type="http://schemas.openxmlformats.org/officeDocument/2006/relationships/notesMaster" Target="/ppt/notesMasters/notesMaster1.xml" Id="R2ae91bfa72cb4735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ff4ce05a2df4dad" /><Relationship Type="http://schemas.openxmlformats.org/officeDocument/2006/relationships/notesMaster" Target="/ppt/notesMasters/notesMaster1.xml" Id="Rd93a547ed2694c4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822c95a9f60411f" /><Relationship Type="http://schemas.openxmlformats.org/officeDocument/2006/relationships/notesMaster" Target="/ppt/notesMasters/notesMaster1.xml" Id="R9237af3edb6a4c5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17a10853fda94b40" /><Relationship Type="http://schemas.openxmlformats.org/officeDocument/2006/relationships/notesMaster" Target="/ppt/notesMasters/notesMaster1.xml" Id="R3b0b3679fc434db0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7d1995757054594" /><Relationship Type="http://schemas.openxmlformats.org/officeDocument/2006/relationships/notesMaster" Target="/ppt/notesMasters/notesMaster1.xml" Id="Re1e6907500df49f6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fb4545f7c6d5420f" /><Relationship Type="http://schemas.openxmlformats.org/officeDocument/2006/relationships/notesMaster" Target="/ppt/notesMasters/notesMaster1.xml" Id="R0ce0bfd38dfc4489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c44540f20bc244cb" /><Relationship Type="http://schemas.openxmlformats.org/officeDocument/2006/relationships/notesMaster" Target="/ppt/notesMasters/notesMaster1.xml" Id="Rd57b55de2f724b65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da8074e5077741e7" /><Relationship Type="http://schemas.openxmlformats.org/officeDocument/2006/relationships/notesMaster" Target="/ppt/notesMasters/notesMaster1.xml" Id="Rf0c516c0d57241c1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cabde0fabd0c4510" /><Relationship Type="http://schemas.openxmlformats.org/officeDocument/2006/relationships/notesMaster" Target="/ppt/notesMasters/notesMaster1.xml" Id="R94d16e0f9ec34a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f3398faff54b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d764643b93476a" /><Relationship Type="http://schemas.openxmlformats.org/officeDocument/2006/relationships/slideLayout" Target="/ppt/slideLayouts/slideLayout1.xml" Id="R41dd15eb5dd24e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dd15eb5dd24e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6bbb115594b44" /><Relationship Type="http://schemas.openxmlformats.org/officeDocument/2006/relationships/notesSlide" Target="/ppt/notesSlides/notesSlide1.xml" Id="Rc3671cba001441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398452ae24b16" /><Relationship Type="http://schemas.openxmlformats.org/officeDocument/2006/relationships/notesSlide" Target="/ppt/notesSlides/notesSlide2.xml" Id="Rb725cd2a21e048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dc66fc394490e" /><Relationship Type="http://schemas.openxmlformats.org/officeDocument/2006/relationships/notesSlide" Target="/ppt/notesSlides/notesSlide3.xml" Id="Re30438342ac343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fefa51c634f34" /><Relationship Type="http://schemas.openxmlformats.org/officeDocument/2006/relationships/notesSlide" Target="/ppt/notesSlides/notesSlide4.xml" Id="R2b307c87ed024a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6dc45d9b24385" /><Relationship Type="http://schemas.openxmlformats.org/officeDocument/2006/relationships/notesSlide" Target="/ppt/notesSlides/notesSlide5.xml" Id="R5c5f7ef3b3c448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481d166494e2e" /><Relationship Type="http://schemas.openxmlformats.org/officeDocument/2006/relationships/notesSlide" Target="/ppt/notesSlides/notesSlide6.xml" Id="R96eab0f4f1c14c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7d68c318f4d7a" /><Relationship Type="http://schemas.openxmlformats.org/officeDocument/2006/relationships/notesSlide" Target="/ppt/notesSlides/notesSlide7.xml" Id="R365514bd1bd444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2577f4c4447e7" /><Relationship Type="http://schemas.openxmlformats.org/officeDocument/2006/relationships/notesSlide" Target="/ppt/notesSlides/notesSlide8.xml" Id="R5caf894a60c14b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1227e94a84018" /><Relationship Type="http://schemas.openxmlformats.org/officeDocument/2006/relationships/notesSlide" Target="/ppt/notesSlides/notesSlide9.xml" Id="R34bf7e73df9743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763407e2c4199" /><Relationship Type="http://schemas.openxmlformats.org/officeDocument/2006/relationships/notesSlide" Target="/ppt/notesSlides/notesSlide10.xml" Id="R7947d30c8a1c48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70b8f014e40da" /><Relationship Type="http://schemas.openxmlformats.org/officeDocument/2006/relationships/notesSlide" Target="/ppt/notesSlides/notesSlide11.xml" Id="R1e722f54b82c49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29777a3c24a31" /><Relationship Type="http://schemas.openxmlformats.org/officeDocument/2006/relationships/notesSlide" Target="/ppt/notesSlides/notesSlide12.xml" Id="R65c220818f604a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cccf9537c455f" /><Relationship Type="http://schemas.openxmlformats.org/officeDocument/2006/relationships/notesSlide" Target="/ppt/notesSlides/notesSlide13.xml" Id="Rc9c7c581d81148f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88a7f76764797" /><Relationship Type="http://schemas.openxmlformats.org/officeDocument/2006/relationships/notesSlide" Target="/ppt/notesSlides/notesSlide14.xml" Id="R8f5632cb15cb44a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789d9ffbe4e3b" /><Relationship Type="http://schemas.openxmlformats.org/officeDocument/2006/relationships/notesSlide" Target="/ppt/notesSlides/notesSlide15.xml" Id="Rc7ed1e5ace04482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a7a8e2ecf48a5" /><Relationship Type="http://schemas.openxmlformats.org/officeDocument/2006/relationships/notesSlide" Target="/ppt/notesSlides/notesSlide16.xml" Id="Rd774b5aac318426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b4c841caf46c5" /><Relationship Type="http://schemas.openxmlformats.org/officeDocument/2006/relationships/notesSlide" Target="/ppt/notesSlides/notesSlide17.xml" Id="R45880bbab75d4b5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5d7872bc849ec" /><Relationship Type="http://schemas.openxmlformats.org/officeDocument/2006/relationships/notesSlide" Target="/ppt/notesSlides/notesSlide18.xml" Id="R9337d71368e248d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05cd0d9c44db1" /><Relationship Type="http://schemas.openxmlformats.org/officeDocument/2006/relationships/notesSlide" Target="/ppt/notesSlides/notesSlide19.xml" Id="R4bde25c98731445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bcdaa31434358" /><Relationship Type="http://schemas.openxmlformats.org/officeDocument/2006/relationships/notesSlide" Target="/ppt/notesSlides/notesSlide20.xml" Id="Rc9a09e2f32e441f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b7714b4d14eac" /><Relationship Type="http://schemas.openxmlformats.org/officeDocument/2006/relationships/notesSlide" Target="/ppt/notesSlides/notesSlide21.xml" Id="R1720c057321d472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4d77a47594534" /><Relationship Type="http://schemas.openxmlformats.org/officeDocument/2006/relationships/notesSlide" Target="/ppt/notesSlides/notesSlide22.xml" Id="R09b3bae8bb0745f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f7513546842f6" /><Relationship Type="http://schemas.openxmlformats.org/officeDocument/2006/relationships/notesSlide" Target="/ppt/notesSlides/notesSlide23.xml" Id="R49c771cf0f42411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41dc7ce6e476b" /><Relationship Type="http://schemas.openxmlformats.org/officeDocument/2006/relationships/notesSlide" Target="/ppt/notesSlides/notesSlide24.xml" Id="Raab79ddb2d5d4cb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223c108a1416e" /><Relationship Type="http://schemas.openxmlformats.org/officeDocument/2006/relationships/notesSlide" Target="/ppt/notesSlides/notesSlide25.xml" Id="R57537b850a63425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8c468af3542b7" /><Relationship Type="http://schemas.openxmlformats.org/officeDocument/2006/relationships/notesSlide" Target="/ppt/notesSlides/notesSlide26.xml" Id="R574ec5fedf594d3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880a08f174a6b" /><Relationship Type="http://schemas.openxmlformats.org/officeDocument/2006/relationships/notesSlide" Target="/ppt/notesSlides/notesSlide27.xml" Id="Rce3e5c425a1541d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b5e28235c42e8" /><Relationship Type="http://schemas.openxmlformats.org/officeDocument/2006/relationships/notesSlide" Target="/ppt/notesSlides/notesSlide28.xml" Id="R1e29b2df21e641d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ef152c968438b" /><Relationship Type="http://schemas.openxmlformats.org/officeDocument/2006/relationships/notesSlide" Target="/ppt/notesSlides/notesSlide29.xml" Id="R7409a64e230e4a5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93b738fc04623" /><Relationship Type="http://schemas.openxmlformats.org/officeDocument/2006/relationships/notesSlide" Target="/ppt/notesSlides/notesSlide30.xml" Id="R3c3c0c74212540b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d03b8914f403d" /><Relationship Type="http://schemas.openxmlformats.org/officeDocument/2006/relationships/notesSlide" Target="/ppt/notesSlides/notesSlide31.xml" Id="R0c46437e6a0542a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07227fbf84094" /><Relationship Type="http://schemas.openxmlformats.org/officeDocument/2006/relationships/notesSlide" Target="/ppt/notesSlides/notesSlide32.xml" Id="R139465690fcc44d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84620f1c04a78" /><Relationship Type="http://schemas.openxmlformats.org/officeDocument/2006/relationships/notesSlide" Target="/ppt/notesSlides/notesSlide33.xml" Id="R474ac45c15394ad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4ec68bbc4430e" /><Relationship Type="http://schemas.openxmlformats.org/officeDocument/2006/relationships/notesSlide" Target="/ppt/notesSlides/notesSlide34.xml" Id="R08989df11138410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22edb8ffc47fd" /><Relationship Type="http://schemas.openxmlformats.org/officeDocument/2006/relationships/notesSlide" Target="/ppt/notesSlides/notesSlide35.xml" Id="R3201c71fe1ed4d0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fe248c320432f" /><Relationship Type="http://schemas.openxmlformats.org/officeDocument/2006/relationships/notesSlide" Target="/ppt/notesSlides/notesSlide36.xml" Id="Rbdee038741864ad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9a1f08bbe4470" /><Relationship Type="http://schemas.openxmlformats.org/officeDocument/2006/relationships/notesSlide" Target="/ppt/notesSlides/notesSlide37.xml" Id="R550c10cdd157424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207f435e84186" /><Relationship Type="http://schemas.openxmlformats.org/officeDocument/2006/relationships/notesSlide" Target="/ppt/notesSlides/notesSlide38.xml" Id="Rc249d80c98de4ee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ac394a1704bcf" /><Relationship Type="http://schemas.openxmlformats.org/officeDocument/2006/relationships/notesSlide" Target="/ppt/notesSlides/notesSlide39.xml" Id="Ra03df43b7bcb42b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7b0bc190c4539" /><Relationship Type="http://schemas.openxmlformats.org/officeDocument/2006/relationships/notesSlide" Target="/ppt/notesSlides/notesSlide40.xml" Id="R74b6fbf50a02413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5b82fdf0544f9" /><Relationship Type="http://schemas.openxmlformats.org/officeDocument/2006/relationships/notesSlide" Target="/ppt/notesSlides/notesSlide41.xml" Id="R1464bb4b1d5041a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8793833574732" /><Relationship Type="http://schemas.openxmlformats.org/officeDocument/2006/relationships/notesSlide" Target="/ppt/notesSlides/notesSlide42.xml" Id="Rc000111d8917414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78a821f1442cf" /><Relationship Type="http://schemas.openxmlformats.org/officeDocument/2006/relationships/notesSlide" Target="/ppt/notesSlides/notesSlide43.xml" Id="R98444f167aa14c3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9584db6fc4c51" /><Relationship Type="http://schemas.openxmlformats.org/officeDocument/2006/relationships/notesSlide" Target="/ppt/notesSlides/notesSlide44.xml" Id="R0452f736964c413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d321f92ec4b75" /><Relationship Type="http://schemas.openxmlformats.org/officeDocument/2006/relationships/notesSlide" Target="/ppt/notesSlides/notesSlide45.xml" Id="R308f293ec960405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2813e044a47cd" /><Relationship Type="http://schemas.openxmlformats.org/officeDocument/2006/relationships/notesSlide" Target="/ppt/notesSlides/notesSlide46.xml" Id="R9f5620da66c848c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877cc8af04486" /><Relationship Type="http://schemas.openxmlformats.org/officeDocument/2006/relationships/notesSlide" Target="/ppt/notesSlides/notesSlide47.xml" Id="Reaba691c274a425b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3fe68fe1b43a1" /><Relationship Type="http://schemas.openxmlformats.org/officeDocument/2006/relationships/notesSlide" Target="/ppt/notesSlides/notesSlide48.xml" Id="R193cdb7d457040e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ac4908401410f" /><Relationship Type="http://schemas.openxmlformats.org/officeDocument/2006/relationships/notesSlide" Target="/ppt/notesSlides/notesSlide49.xml" Id="R01ad70dde50e400c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7a2afa2b64832" /><Relationship Type="http://schemas.openxmlformats.org/officeDocument/2006/relationships/notesSlide" Target="/ppt/notesSlides/notesSlide50.xml" Id="R33696af5bdc741d0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8aa2384624bd9" /><Relationship Type="http://schemas.openxmlformats.org/officeDocument/2006/relationships/notesSlide" Target="/ppt/notesSlides/notesSlide51.xml" Id="R26f4ab375873401c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bd4163f924ef0" /><Relationship Type="http://schemas.openxmlformats.org/officeDocument/2006/relationships/notesSlide" Target="/ppt/notesSlides/notesSlide52.xml" Id="Ra8b3464969844d84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55d4a45b24655" /><Relationship Type="http://schemas.openxmlformats.org/officeDocument/2006/relationships/notesSlide" Target="/ppt/notesSlides/notesSlide53.xml" Id="Re3604bd60cc04c6a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de1bdc3484b93" /><Relationship Type="http://schemas.openxmlformats.org/officeDocument/2006/relationships/notesSlide" Target="/ppt/notesSlides/notesSlide54.xml" Id="R381797ef2d2a49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B75996-821D-464F-9C77-9B6635F9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06E32-74F2-4917-A010-BD4D075D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634A0-40B8-44CC-B041-6692F822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9A122-8B73-47D2-B164-9F3A84C9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7F289-444B-4BD5-BA17-E206335C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F172A"/>
                </a:solidFill>
              </a:defRPr>
            </a:pPr>
            <a:r>
              <a:rPr sz="3450" b="1">
                <a:solidFill>
                  <a:srgbClr val="0F172A"/>
                </a:solidFill>
              </a:rPr>
              <a:t>Data Link Layer and Media Access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E3B1E-7D8E-4D4F-B165-A2569B92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Computer Networks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00F92-8D09-4A3C-A7ED-5037819F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072F5-1C1E-4B33-B498-018F3C42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7DFFE-CBBA-4B20-ACB6-8F4E5B76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F1588-0B0D-48DB-AB68-5592A395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F6FFF-0EE9-4A26-9225-B831CA8F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7B6315-86A8-4B6B-897F-83B0E621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4296031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41790-927E-4CC9-B084-07DA6716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ACBA0-FF5B-4678-954E-9AE880B4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15700-58BB-492D-A496-A73210D4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A3C01-6CC5-4E26-BEFA-DC2DBDBF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266D7-8638-434D-8705-18956261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B26D2-E3D6-44D5-8106-29DB1646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0B1FD-9586-464C-8ED8-FA793022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B12C0-BC03-4266-885E-A7234A1E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3533E-D93C-4DEF-AF1F-BE383069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C0399-EA5C-4E75-B3BB-365F2AB1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43D1E-8601-4B09-B7A8-326BBC61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06BE7-3F63-4634-9F5F-F6BEBA4A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57B9D-CD75-41D0-A337-DA1FA49D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19800688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27565D-7CE0-4340-BE15-EAFC1489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0468B-5323-4C1F-A8EB-E0E495A7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E6C74-88C6-46EB-8CEB-F91B2D8E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10F41-00D9-4BD1-9C9F-C35CD885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AF995-E685-4A67-8D32-A26E84DA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CC8EF-62CA-4BBA-BDA1-8A933D23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64C09-F551-4BDF-8945-35CDA3C2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Error detection and correction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B20E7-4168-4FCB-B2EB-B2E2FB3B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00EBD-C8CE-41F8-A083-1AF3B15A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Block coding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4F760-2494-40BB-AEBE-4C17D0F6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4369A4-9E0E-4704-948C-59AD2A12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Cyclic codes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CF8CF-3D2B-4FDA-8F57-531B1A32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C0F89-65E5-44DC-99B2-15F66E75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Framing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98745-71B5-4A2A-A4CD-678A89AD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61DF37-7C1F-416E-B723-E8A8895F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Flow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27B56-96A6-46BA-BDDB-B2E38E3C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E82AA1-1BF6-4BB9-9511-4F1E12A3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Error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07817C-1FE9-4D20-9486-3AB23453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F8AB4B-B143-4DEB-B332-D95D3FBB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Connectionless and connection-oriented services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DD62B7-1FA4-4F16-9833-8DC51DB1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38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56C3FE-7C6F-4EB5-859B-3BE04980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HDLC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DED941-C96C-4AFF-92B2-45C607B5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95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60E72A-5093-46D2-903D-2736AF13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Random access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A59421-488E-4A63-8585-A320C30E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38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+ 3 more syllabus items are covered in the following slides.</a:t>
            </a:r>
          </a:p>
        </p:txBody>
      </p:sp>
    </p:spTree>
    <p:extLst>
      <p:ext uri="{BB962C8B-B14F-4D97-AF65-F5344CB8AC3E}">
        <p14:creationId xmlns:p14="http://schemas.microsoft.com/office/powerpoint/2010/main" val="15721408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6476FC-7357-4709-BCF8-60358E3E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AEA22-E1E1-4BA0-A56C-84BC414D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4D3EE-89FD-43AF-9018-5709C2F4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6E6BC-6FC3-4EC4-AE37-D25BB387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77FB2-747F-4A7C-AD9F-D0EDCCBE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Error detection and correction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9EE8E-ADCA-4743-B45B-EC521788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4A6E6-8745-4D95-A6CE-60CDA412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Error detection and correction is best taught as a dataword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4F19A0-68DF-4798-8D77-3D031C89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E69A7-8EB3-457B-93E6-EA414CF9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redundancy with syndrome/check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03D21-30D8-489B-A79D-04DC0444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25F30-6C81-4DA6-92B1-91EE938C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detect and recover or discard.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CC1A6-867E-49D7-ABA6-1DDEA27D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dataword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59402-94D8-4DDB-BA31-94B7071E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redundancy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40F99-233D-4EA8-AE0C-BF2BBE99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syndrome/check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BDE19-D676-48C4-BAE4-4802E67D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detect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3F04E5-78AD-4351-890B-84D7A241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recover or discard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7A4F53-5066-4161-96A1-46694BC8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ABCC02-9823-4DE0-B418-F724276B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error detection and correction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67991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BF02B-42CD-4973-B084-F5BFD622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02B1E-07A9-4C8E-A580-44EA0E5B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DA915-5216-4B5C-8E41-490D8802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3930E-CD4E-4A1C-B778-4185714F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D601D-FCC3-4EF1-86F9-463BE4E6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Error detection and correction: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71E44-7F8F-4F41-AF37-B4816E70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C7406-A4B3-4034-8407-06B4DDF3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BAF4A-373C-4609-AF86-29A2E8FA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5868A-F4C0-4618-9959-CFBDC55A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8664407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F26A51-DE38-4587-B6C0-778E8D3A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3E4DD-79F3-47C4-9083-85DA3310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ED36F-04EB-4643-B729-0546565C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792B3-086C-48E3-ACFD-C83D59B7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E85B7-6CE9-4B1E-9268-06C6C924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Error detection and correction: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65A4E-FA28-4CF2-98EA-B45E58C3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0190F-67B1-49AF-8961-E66CDC18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9B8D7-CD74-44BB-B877-761EB8C9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36758-2E9F-4417-89E7-604991F2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779B0-48DC-4614-9C55-7C4A7CDD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8B40E-0E07-496E-ABF5-CB86B850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B62E6-9035-404D-A4C5-5B552919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B5501-766F-4FE8-B18C-7E70AAC4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dataword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5CBC0-D8FC-4098-BFF4-3CB28A83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redundancy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93755-C600-4F31-A31C-98976778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2712A2-7638-4713-92C1-179F9CED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79A39D-526E-494A-9D06-C08F4E95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031F87-6655-4DC0-8C1B-441E89A3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redundancy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6CE575-9A87-4376-928A-2B84240A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syndrome/check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7C20F8-5932-4CC2-896A-ACE9B4E9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79E4C1-E68C-4E52-8091-6F176A22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4DADC0-366A-44AC-A358-0D093FD7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430424-E8A6-4216-B5FD-46677B28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syndrome/check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6EDA2B-F3F4-4B0C-B544-39A3CADF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detect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95D9BC-65C5-41F9-AEEF-17EEBB3F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20C0E9-60EB-402D-9AFC-AF81A962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6CF127-D088-47CD-8BEA-C44AFE51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F8A1C0-2D25-4DD1-8793-C53F24FB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detect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9F8791-75F6-4DC5-9662-5315449F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recover or discard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06C8F4-BCE2-4C04-955A-669137D1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B915D8-A896-44B7-8AE1-471AE73A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error detection and correction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645829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FDA142-F79C-4DC8-A2D3-713C4DDA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12367-BD2A-427E-8909-26E62EC3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6DE73-036C-4AC4-B6E0-E21A0369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6F072-2BFA-4B2D-BA88-C2621B87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743C5-3A85-4EE7-8590-EEF7FD84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Block coding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376D2-A4A1-4B5B-9DDE-BD51576B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F5F40-13BA-436B-B189-4679467B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Block coding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05A8F-AAC3-4CD9-94F3-15A27521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6A4CD-9835-4F22-8977-10134CA8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85679-A1A9-4EA9-AF52-BB91556A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6753A-9F5A-46A1-AB01-3F993C5E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8FFD2-5011-43CC-80D3-D294C06B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7360E1-9889-4F26-AABE-CB5BB16B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F583C-575B-4063-97AD-641C1686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17764D-77F2-4EA3-B3AA-0838ABF3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8009E5-BCF2-4A58-B1F5-8921B889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BB9FB4-F030-4CBF-A0AC-12D083AB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AC14D5-6542-4EDE-B6B9-B43CEDED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block coding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3086322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4E335-2954-4400-A538-60AD15F2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E8348-2339-4461-8DF0-BFCC9E9B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624BB-CBE9-49DB-B742-BED30E65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3BB3F-2FC0-4A5B-B52C-E55EB56F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A5EF9-BB45-4EF1-B177-D69FAB77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Block coding: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131F1-9F2A-4AEA-AF2D-3E54CC7C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B0854-4620-4618-A8B2-1690F156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A4956-5C26-4FE7-B0AA-0898D52C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803941-CCB7-4622-8FBD-71148316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5764269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4DED66-0A49-4EF6-AD2F-3096C99F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2E163-46B3-4A55-84EA-A41E5757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C5FE4-9D60-4A15-99FE-7CC6ACDD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069E2-9637-4ABB-B369-5403113D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6DEE6-70CC-44C0-B3C9-681D5639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Block coding: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6284D-3A24-44F3-9520-F233253A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81D72-DBA8-40F0-884A-CF0CF409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757ED-3DB4-421B-99D9-7F9360AF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58E96-34B2-4EAA-BDD2-C2702684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32693-65E3-466B-A74C-011208BD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FA9F2D-A1E8-424B-9236-2ED6530C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E2417-CC4A-4678-AAE1-17C0C98A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C078C-C48F-402A-BF02-B85B6B97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4376B-7C61-48D2-8DBC-7133B609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B6678-ECCD-476A-969F-41CC9DEC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7B63D-9DB4-4BFB-ADAD-ABE0EB24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8AB7CB-A0FC-4F7E-A037-C40D038D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3600A-1CA5-4914-8987-294D8A03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43E909-D400-4542-9BA1-865EC495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9C902-C13B-4D75-A0D6-D7B3619F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AE90AE-FF40-4DBB-8D4F-28C4A7E3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B614E7-B15C-436F-B2C3-4B991E9E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B1A7B3-5028-42B6-87EB-99FDC25E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4DCC83-80A4-42B9-85AC-2459D193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3E0CA1-44A3-43B5-A374-580EF8F9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D0940D-D52D-4900-A29E-62419CCD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7A2EAE-D58F-4888-8F34-C68E9B4C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367786-EFD0-4EB3-A6DF-2B02E16F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21B7E6-333B-4A91-AC58-72978FAC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F9814D-E3F5-4350-B7A1-8B782659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F04FFE-F21C-4FCC-98DA-4C40F06C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block coding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735208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EDD09C-C9ED-4F2C-9B48-BA6FA2D3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A9E84-71D1-4DE3-9197-61D9CDC6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B2422-3FD4-466B-BF91-292ECEFF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9C6ED-7B57-4CAD-8A39-FE4263F5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C2CC8-A561-40A9-B64C-4D2F2415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Block coding: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E42F5-1305-4883-844E-6A574A28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76744-CEBE-4E68-B991-10A1FB6C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1308D-247F-45FA-A927-FF9924EF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171A3-8537-4063-A1A6-64BF9DDB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2E210-7069-4E45-8372-C298AE87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3ED8C-DC1E-4934-9478-2C9DF0D2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Treating Block coding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7A752-DEB9-4132-8173-01B1D0DD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93A1A-0675-4222-AC35-1B61FFE8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Explain sender -&gt; network path -&gt; observable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0159A-DAB0-403A-B1C9-E1E901B1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CAE35-73FC-46D3-B27D-CDC0B747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A5033-0629-49F3-BFD2-F6219238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DFF032-A988-4D16-A325-4A354EF2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10DC4-5FD9-41F1-8C83-B7E1EDBF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6056FD-C1B8-44C4-A402-FB3970C8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67757A-EB7C-4B35-BC38-7D56652D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3AEABD-2761-48E9-B1B9-F1DEDA93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terms such as sender, protocol rule, network path</a:t>
            </a:r>
          </a:p>
        </p:txBody>
      </p:sp>
    </p:spTree>
    <p:extLst>
      <p:ext uri="{BB962C8B-B14F-4D97-AF65-F5344CB8AC3E}">
        <p14:creationId xmlns:p14="http://schemas.microsoft.com/office/powerpoint/2010/main" val="18321505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D2F157-AB4B-48FD-B55D-D9C5B282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95ADA-0B32-4B72-A606-600C211E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B7907-5ED5-455A-97B8-5970B184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33D9D-ED7A-439A-9DAD-47897AFE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297D9-9F86-44FF-B4A7-DED36B5F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Cyclic codes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BA6BC-1F8B-473A-894B-E239CA25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84B60-CA31-4037-A917-C39CA4C9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Cyclic codes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C494B-2BA9-4DC2-A737-C9F8DA74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341C2-AE0F-45AF-81C9-2842A4CC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D1338-DFA0-48E4-8463-4EBE06F1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33E55-F321-49C9-97E3-44143831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13B5B-576C-4353-A578-585B0719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7398CA-DEFD-473E-84C5-33D4DCD1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084865-EB83-43F8-9E1D-9254878A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B4806-838F-46B8-916D-B24C5597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77633-4A39-4794-928E-96AD98CF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C3CDE9-E6AE-405C-9703-231656B0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517A88-D09B-4774-9CE0-DE601229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cyclic codes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806688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974D5-8AA2-44CF-BA17-75DC6186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59C42-21F6-4ACB-B336-F9820860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57EFF-9401-48BC-8F3D-4301B422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85688-9A90-42A2-8E60-D9FD9A1A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998E3-CE8D-43A1-93EC-98B813A9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Cyclic codes: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993F0-CB13-4BAD-AACF-184DAA49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8FCB5-B17A-4DC9-9741-3CA2D473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228C5-08D0-44D7-86FE-25E99513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A955D-4751-4730-90D7-A926864D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3179463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7AA4AF-CFE0-4CE3-937C-66ABA584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428D3-5780-49AC-8D0E-841BD0C1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C791F-635F-4072-85B8-770E3EC2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70705-C035-42CA-80EE-FF82B6CD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5A95D-284F-416E-B455-C88AE82E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Cyclic codes: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1F534-1F64-4FB3-8B1F-0C8E96BA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B6BD5-F8E7-499A-8D5E-4B950EED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0292F-623D-4EAC-AA2C-A76EBBEE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21394-1060-427E-BFC0-F5673C4B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19049-BE30-4454-873D-0A0EFDBB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21DB6-02FA-46FE-8BF6-7281CDAC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FC65F-BDBB-4E9D-9D90-8A27570B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E39E4-1CE8-42E5-96B5-57EEF08F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728D0-88A6-4755-B26A-E164FA85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17EDF-16F5-4B18-B2F1-64BB2F72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A12EFC-2082-4351-ABD7-25E03C39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E8F4F-A855-40C1-9A0B-DDDF8C26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6E2C6E-4DF9-48A8-B2E0-928BAA9A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BDE2C6-BA5D-472B-AC6D-8700DD31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7C82E9-56F5-4087-AD0D-3E4347D0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BBF6EA-A56D-4D22-8087-B409FD84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073F24-142C-4927-8AF3-7291F42F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03322D-2E18-4D44-898F-06DDB2BA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507CFF-8968-4C48-B2AD-CD066D39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554E57-E781-4495-859D-860BC38E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CAE3BF-C4B6-46EF-8D70-312CEC7A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EE69BF-BD34-4D8C-A2B3-1EDADC8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0A0F3D-AA9C-41D5-8B42-C84CB3D7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8A3837-93CB-47A9-9A5D-9418B540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F9E3A7-282E-4AFE-B18D-0A08A405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EB0243-8D2D-4B8A-811E-4E2A2E49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cyclic codes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8525217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68198F-36B6-4A74-950C-6ADEF70B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7E58F-F049-4CF2-9A56-8B684F34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616CD-13C2-47FC-B8AB-2C152279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F5FA0-BD07-4F61-9E0D-5EE350AC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3D6D5-1B17-41FB-A163-6A8F7C1A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Framing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F2E13-3180-4C21-9B6C-E807F732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58527-CA93-4F3B-BC69-0F730FEA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Framing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7054E-B0CB-4F40-BCB6-3EA5A08B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CD344-7065-4277-B50A-049107EE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186AD-C7D3-4B70-AEE5-18F772CB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FF1EB-0F78-43C8-8E53-A9A1118B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6CDA90-3B51-442A-AB14-DBB027AD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4D37A-8D62-4E45-84EE-B12613DD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84A237-E4E6-421E-8B6E-F0D9A1F5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09C222-9BF9-47F5-83A3-7AE6BCA5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4A87AD-79C3-4797-B1D6-8D7CD73D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CB178F-23F4-4E50-BA57-3FDFAD51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27C3E1-31F2-4177-8274-362BF44B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framing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7661275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BB001-2B62-4082-89AF-454A98A1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5BB6F-8531-44B5-9B43-10A4DB88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69D9C-3F11-48BA-9C89-27096D9F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0FAC6-F011-4BC7-A2E0-C665A45D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22E96-CD3B-4EE0-8B33-304238D8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Framing: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28374-8F40-463E-82E0-40D3303E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F859F-3AB7-494D-82AE-35A38A39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4612C-BFFB-4D2A-980C-007DDB43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4AA12-75B3-49FD-9CD8-76F7881F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3781757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EDA209-D053-4F58-B94E-7B1542DC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6F5F9-0DCA-451B-A8E7-BA3A2ACB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45EA7-51F6-4291-91CC-EB621FD3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2AF56-0A4A-4495-A3F4-B71D06A4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54139-0DC1-4C89-A00C-D28E3DB4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Framing: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F90CE-1A74-49CB-B5C2-B76A4217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8D602-B042-4526-BC67-4F180E79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0907F-78EF-4EDB-A43E-E66CE248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68A37-74B3-46E8-A6DA-E2DF3568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662BA-F128-4BB8-9AD8-F1751FFC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98203-4993-4694-82FC-A4794177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112E4-F905-4944-A952-5FB28DED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F54EA-CB2E-4766-B68F-5CA3855C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55713E-1C09-4BF3-8E55-40007F58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44AE4-C04A-4F59-9B87-6AB37FC4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7DAEC-3A8A-45D8-B94D-EA702838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519D22-E67B-47E0-BB91-B90B63DD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D4CAA-1B69-4627-AC5B-FDC9A697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DCCB7-590C-458F-BA7D-0A527891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7B5209-BA32-4220-8645-561F93EC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BB521D-C06F-43A7-A6FC-FB341D40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4ABCDC-1EF0-4A62-80DA-8F72E4CF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1490E5-E05C-4EB7-979F-21077B7F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21191E-13BF-4FB2-A793-E80DABC0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CBD678-CF3C-4325-9A71-2C1AB971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BC6786-BA0A-458C-9338-0AF61A1A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7387EF-194A-40B2-99CC-A4AC3813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E00D9F-609B-456C-BF46-4B929ECC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6B5AB1-BB59-434B-85F3-1CA63E9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4F07FA-F54F-4CF2-8B7F-0E8CF6F9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2B7097-695E-473A-B5A5-9ABE13E3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framing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70583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ED9B90-0E61-4CDB-A0A7-DD74991D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FB218-5FB3-43FD-BD3D-22E429DA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B5131-0AEE-49FC-9D85-60463D94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F220D-D489-4717-95EF-8289811D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2ED98-C8BD-4364-AA83-93288FA7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Flow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58194-8B1C-427D-B331-0C7305B2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C8E95-9243-4B91-A6F2-B3DBDACB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Flow control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9CAF2-22AC-457F-997A-487A4FA0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C4230-4F5B-43FB-B0AB-FA1DD2F3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59F72-F50F-4A92-AC43-83E3FBB2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07A97-DCB4-4C4C-9F2B-76E1586B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BFAB6-63A1-4A57-88FD-1FC52475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D499FC-E926-4065-9EBD-09462242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DC78BD-1F78-46BB-88CC-98AB25E5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C39AD-85A5-4680-BE96-45A366B0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2BCF3-B955-4831-BA7C-EC1E0790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740B7D-9E26-41B7-A7A5-8755998D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776346-51A0-4455-A243-82FCC147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flow control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8063044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3C155-A8D9-4C5F-A31D-246C2E08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E9AA0-A9E1-448D-AE5F-A8DDA32D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90F3E-59FB-4C3F-9343-7FC3ACCA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74289-EACE-4667-B8B2-DADE7890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DFA30-8E84-458A-A069-C7CD43A5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Flow control: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59F74-DC86-40E7-9B49-87F58B54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8E893-B7F5-4602-B17A-1EB6C28A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3CBAD-6B99-4067-89AD-7F4CD6EB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1727D-5BED-4513-A41B-51CAB728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420086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C470D4-F4DD-4C3E-B066-6499B909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6C029-ADF4-4F29-B541-1BF72B21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E3051-1596-4F98-9868-24E7B16A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4DE33-1874-44B2-8F94-F91019C2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6B473-5633-4B87-81B8-61A4B4A6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Flow control: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C9F0E-5DE7-48F8-8D6A-4BC6BFCD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9ED91-E1BE-4457-80EA-00A91E10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8C7C2-104B-46DC-888B-98E5C414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EC814-0EE4-48F8-AB46-3E392498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883DE-7BA5-4467-A22C-B6C54CB8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A9577B-4B17-4F2F-96A3-CACECCE3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8225D-4643-45F1-AFB2-5C04435B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B7154E-8663-4B20-9C36-9DDFACED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BCEEA-08FD-477C-8AF4-2BEDB499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6D72E-9677-474B-9160-45AF7C17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57E8C-ABFF-411A-AAAA-4FF91766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C87AB1-FD28-448B-BEC5-3E316C59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9E22CF-B6DD-4057-B4ED-07153458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0DD98D-FB5A-476D-8D66-BE6606F8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B99C72-86EF-44B1-B525-C11B252E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5CE6C4-A109-4D35-9281-8AE4FFE0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E93B50-D5DC-450D-8B09-798AD6AF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F83600-E485-4AB4-AC1D-27F1F3A9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1BB054-D5F9-434A-82C5-CA858411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6CAA9A-4D15-429E-82CE-006D1B02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206BC9-FB5C-4FBA-86BF-3103817B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C61ACB-A41D-4897-86CE-938A09D4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324BF6-072F-4B3A-A91B-D274DF16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ACDF36-4FB4-4016-B2BD-2355A8E4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EF5957-D0CE-4821-8C98-6C4E8F44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EFDE73-DE1F-44C2-96F2-5B2A594B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flow control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9194764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DD3632-AE11-4DCA-8140-A61D0C7C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DEBDC-7772-415A-B311-E8779A9B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F2FA3-0891-482D-A755-8CD29392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4C40B-424D-4ACE-B0F6-2E891C76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EA11D-D0CB-4A9E-9775-4FB4DD48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Flow control: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E6B61-A220-43CB-9E28-E4D9F29B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39CF7-496E-4965-AADC-078548A7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D74A2-41E6-458F-BF3A-833142B9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A8961-4D19-46AA-A8E6-AA0B777B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4F64E-A43A-4902-8BD7-4558FD7D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1C8C5-C712-4C4B-9C4D-33E606E5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Treating Flow control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A3EB3-D19B-4D20-89AD-4F1CAAFD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B82F68-8A2B-4E0D-9802-DC7D3AA6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Explain sender -&gt; network path -&gt; observable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114BD-7408-4CAD-8138-5C744108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1C5F21-0400-429C-A44A-3707633D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CD18B-EF4D-4C06-917E-863F132E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AEA59-8B6D-4754-BA3B-D38B1BA2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44C147-14A3-4D60-9522-66387DAC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5684B6-A3E8-4ED7-9FE8-ACBA23D3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1370C-7FA4-4EF2-A1F3-24F2484D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20BF82-3D31-4B31-9193-56197F84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terms such as sender, protocol rule, network path</a:t>
            </a:r>
          </a:p>
        </p:txBody>
      </p:sp>
    </p:spTree>
    <p:extLst>
      <p:ext uri="{BB962C8B-B14F-4D97-AF65-F5344CB8AC3E}">
        <p14:creationId xmlns:p14="http://schemas.microsoft.com/office/powerpoint/2010/main" val="5280996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57DC5B-E9E6-4FF8-8775-1802378F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34081-4D31-4050-9E92-7CEB70B2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B3CE9-3AF5-4DFC-8EA9-A7992340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51C7D2-4554-42B7-974E-BD95145A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644A8-FF08-4DAA-9EA7-296576DD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Error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0C9C6-09DB-4CE3-897E-FA4187AB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92AB2-6CD5-4324-8CAB-0D93F5C3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Error control is best taught as a dataword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07096-B5E6-4FB3-B6E6-3B7E4A07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EA1ED-D595-4D6F-B28E-D2D518AA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redundancy with syndrome/check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D5CF52-7A1B-47B8-8259-53CDFA9E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135BF-2E38-47AB-915C-768DEF83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detect and recover or discard.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E652D-06CE-4F0C-A8A9-45D644BD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dataword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DF7428-116F-41FA-A8E4-3485660C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redundancy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934D4-F0D1-4594-A1D4-1C660C55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syndrome/check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585EB9-6694-4B89-BEA0-3B423741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detect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78F477-C4CB-40DC-BA1A-46573A36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recover or discard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B2C487-D288-4340-B462-3DA73CF4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4CF160-5546-4A7F-9879-D21C87C4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error control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0335345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56C54-F808-4D79-A871-C3AE39D0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37FDF-DF6F-4DEB-8D4B-E05CCD86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5F99C-4F50-43E8-AB1B-62371B2D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E0F6B-60BE-4E19-B15C-617C3A2B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C0B5F-F48C-42BF-A9CD-17219B91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Error control: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8CFAF-DFFD-44DA-B6C7-73DC32DE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47234-AD64-4BA4-AEAA-7E718FB2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DA70E-3896-4780-8F91-B2236ED1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5BA84-6DD9-4BC8-A9E9-3612A97A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56183808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2227A2-CD25-43E1-B593-8D84BD31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27C21-0660-4D51-A693-AC9136A1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8CD6D-91BD-4BE4-BA28-B921A4F3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29A9E-AACA-4820-9B56-C811DDDF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588DD-3520-4406-A8A0-FCB29CE4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Error control: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80472-EDFB-47A9-9D9B-008A7D55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A84F5-728A-4044-9CCB-1F3AD3E9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E649B-DE41-4E94-93EA-56C2DA4D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06A91-1065-4075-8BE9-36B3DBFE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BFD55-F73D-4423-B275-F837A984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E2D0D-1C0E-48F6-84B6-9D407B58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48048-5ED0-4C2C-A122-9888A60D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2B66D-9454-4B87-A190-810436A7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dataword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23EA2-2FE8-46F1-AE00-B129FC3C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redundancy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93DB68-8093-475E-A8F6-0C701A35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818B1-9D51-4FD1-B4D7-30509F52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6B173-C7E0-4CE6-B8DB-26398B39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D82097-7843-41AE-A67F-7865A571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redundancy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3890BB-B6B5-4E6D-8ED3-7987D9CC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syndrome/check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F30CB0-315C-428E-8D95-57970089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B94B33-51CC-4E0A-9EAF-8FB08817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79B386-1B19-498E-A94B-33885E21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EB93BF-4033-4186-8F2F-D29C9DCC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syndrome/check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FE4140-1884-4BBE-B2DC-CCE43BC9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detect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0430E2-49B0-4ED8-9B28-2E470776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6AB7AA-B7EB-435A-9FB2-4E09AE5F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60B0BB-22B6-4700-A92F-871D63A9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9D3448-F8F1-4BD9-8044-29C8EC10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detect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0F23B4-E2A1-413C-B2CE-5AD2B1D6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recover or discard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BB5817-828E-4B96-A3ED-539C0D0F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39BC04-D51C-4AF8-BB46-A53916BA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error control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6982015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F418E7-3ADC-4ED4-88CC-C70E3B3D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DDEBE-8C06-458F-866C-3A23003C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8EAE2-1E04-42CC-BAFE-8B8700B7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D2455-54A6-4CB9-8BCB-11C362B4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EE81C-BDC1-4487-9D21-35988DFC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Connectionless and connection-oriented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AE628-9DB4-4E10-9DDE-078C7B31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48084-75E7-4138-B943-BA52841C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Connectionless and connection-oriented services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38B5E-D0FA-484C-B2B1-8F2818EE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B1D74-AA07-4B2B-9A5D-1421EA99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097E1-FA0F-40F7-ABAF-3EA7616E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17D84-4FFB-440C-8BDE-722C74C5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7A7A1-5DE8-45E6-A208-9B8652B1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75EDD7-A290-43C3-A1E5-CBC731D2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C78F5-B96F-48AE-A775-8FD75963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4687C7-6D99-4ED0-8709-FB54F8CE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CE287-8846-4A39-91B5-AD7DCAD6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C19FA1-4689-43CE-8DCA-1B5A8C54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C6CB4A-56DB-4946-81ED-BD41952C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connectionless and connection-oriented services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17809562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1524B-9140-4D0F-851A-4D75FD3A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86885-1992-42DE-AAA6-773407F4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8CB2A-DFF2-4CB5-947C-B087AD46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7E0B8-38F3-44C1-BE24-1AEF5113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69F80-96B5-4115-8464-E248D7FE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Connectionless and connection-oriented services: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CBB59-729D-4E08-B100-833F85FE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62E47-072F-47F1-B51A-0E809312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E60BD-4A21-41E4-9DD4-CE37A22B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2B05F-325C-44E7-8DEF-589A1586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33202274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9B6AE9-799D-4D2B-B321-70D317BE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9E917-A921-4002-B4D0-80BA8440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61E6B-9FE7-4DB6-BD26-F7A4748A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C73F6-94F8-4B83-8F76-2E7D4511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C377F-F20F-4D91-A484-89A76F5C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Connectionless and connection-oriented services: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8CF22-34C4-4511-9098-911069E9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EE3C4-FF49-4161-A76E-55DBAD86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B9C51-D58B-4164-BE46-8B80FE1F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5EAD8-FBEF-4D13-B631-A9030F21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BBFCC-E5E4-4D5E-AACF-F784B046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37F21-3094-41CF-B358-16D3E295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E8592-9F60-40EF-B81B-B5FA20F6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C56587-7D2C-43C0-B299-03A138AD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5832E-C110-4282-B610-87AA2598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7C94D4-18DE-4614-B13C-CFAEF1AB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49814C-EC1A-468E-AFD7-5B42BF69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B6399F-FBDF-44DF-8171-C52F3987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5374D9-713B-46A5-9B05-12DC292B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9FDD9D-3030-44E5-9030-50E536C8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C49D4-6AEC-47B6-8F8B-AAB3D07F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65EFC1-4CF5-4D9E-881D-102AC419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623B00-8668-4CFF-B97B-E10E9A38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6594C3-33C6-46E6-B35A-8D32B83D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CCC06D-9F98-4283-AF62-9A58B93C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2AB44C-A0E9-430C-930A-CC550078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C5806B-AE77-4636-9859-6D3D3168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571E74-1850-44D4-B1B9-3B9EC0A3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B34C42-814A-42E4-B890-157CDE1C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9C2E01-9A62-4032-844D-0866691B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B8135F-2D02-488A-8DDF-6469C0D7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EBB11C-7F28-42BD-B8BE-1953D179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connectionless and connection-oriented services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97986073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CA25C8-ED3B-4E55-8225-6B7B0570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1AB90-108F-4855-8680-6DD77297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571CD-C600-40BC-B370-D5175C98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EF1E8-4723-4D2E-BEB4-5043D8C9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ACB4B-3AA4-4B91-9047-89DFAB00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HDLC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9E920-8665-4B6F-82CC-D1A1714F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2B504-6F90-4082-8A20-3C970BBF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HDLC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93F69-4D01-4BFE-A0FE-2CA80F2A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B48CF-3ED1-4080-8849-463A9424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F1BB1-272F-4D6B-9D18-FF64C763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017A8-6E30-4B06-B704-F86A1DCC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F1951-F6C8-4E2E-A64E-D8A7887A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518E1-3483-4C0F-8C7C-BA92CC1F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CF518D-9D4B-4238-9B4E-BDFEB032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1CE917-8189-40E4-93AD-11F1ADB3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CE109-DBB5-4AA1-9F44-0C67A60E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A39353-FA2A-480A-A9D5-6FBB450D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0E0D4B-D606-4151-82C8-89C97529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hdlc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6259926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A9DE9-AE82-4D21-864B-B950AE1B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1290C-BC1A-46DA-80A7-3AF20F03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E7DFB-FCA5-45CA-BDA8-CB714103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5A601-3744-4904-826B-CC774441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21E51-2D07-4121-ADFF-58D54D2A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HDLC: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FE30C-B00D-42B0-B0B7-57563217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927BD-D3BB-4332-9210-0A3D8EEF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B6F08-CAFD-425A-A1F5-58905836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7FB9E-FA3A-4176-BF18-104FD912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77128298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0165AA-1657-489D-8E8C-3D7F2578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AFD90-1DE7-4206-B3EB-0D6E7441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A2883-6D11-41E1-9367-E38F6EBA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AB272-3756-49D2-B953-F4CC6CFD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3D61B-3008-45D8-BACE-882C9E49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HDLC: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6BC11-EE0F-4866-8D20-4D61B0C3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C182C-1DF9-4C62-A4FB-FCB42A8C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71547-0EEB-483D-AB13-3FC46458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E43CE-73D1-42DD-AB92-AD1555D8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FA5BE-D421-4113-963E-9061B547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CD1E4-1A9D-45EF-99D8-1E2AE4B2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E1FFA-1144-4EAC-A890-09186D33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7C932-9C66-486E-88BE-FECF8E29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163739-F6EE-4DF5-B4B8-1DEE3663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B43E4-D105-4D76-8F26-47043777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2ED84-A8B4-4E2E-86D9-28E42DAA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62BBE-445F-4670-B22C-12FC42CE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05D8C0-E91C-4614-9D61-9D6924A9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2F1E4B-C598-4AF4-B92B-C5FD385B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5E254C-CD03-4390-98A9-52674058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7BA70B-0BA1-4838-8537-1B75B71F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411343-EA3F-4690-B23E-541BBDEF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9D624F-6324-427E-8443-DABD8476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4A7D51-DB07-442E-A924-F4F559C3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6015F6-240E-4608-80DE-FA4E3D5A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AF534B-AE37-4A04-8F4D-1E3DACCD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9AB661-5C1B-462C-B6C7-7A946A18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81E1A4-E338-4C9B-87BA-D33F4E0D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E9341F-F232-4E7C-9668-5E2A1249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75FC73-79A9-43BC-8BDE-06B4AD55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B4636E-FC92-4702-A922-CFAF8288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hdlc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01670916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8AF9C7-0BB9-42A3-9AAD-5CA5648D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DEC2A-A4C3-4E3D-B6DB-1D064387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E3E46-D2D4-44D8-B58D-D0C0B7A3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DACCA-2F41-4594-BB7F-575341A4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FFB0F-58D4-40BD-81B2-3AA3408E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HDLC: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7D15B-EE0A-4DBD-BB43-E470D06D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E9B11-E916-4E68-932E-F89591B2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91D44-5772-470B-BE2E-60E1A856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698BC-9DFE-4C02-B910-1C461BA9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11DE46-A6E3-43E0-9B0A-787D3A22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945BA-A52F-403E-86D1-15C2A99C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Treating HDLC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C11EDF-1221-4AE1-8019-B9F1AB95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59FF4-D812-4CF1-A3AE-C0ECFAA2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Explain sender -&gt; network path -&gt; observable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29C855-7F06-4F0C-91C8-AB3831EA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35CCF2-5198-479E-9F05-5E871165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37268-C1CE-4EA3-9016-312C81A0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3A2C7E-6BEE-454D-AFB9-4C27CE18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EE3161-B7B7-4AA2-9632-A4F2B24E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81B441-A1FD-4BBC-B8B8-995165D5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3B1B08-3355-4B10-BABB-00B7E0FA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044E9C-1A92-46C4-8ABE-6E9A8C7D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terms such as sender, protocol rule, network path</a:t>
            </a:r>
          </a:p>
        </p:txBody>
      </p:sp>
    </p:spTree>
    <p:extLst>
      <p:ext uri="{BB962C8B-B14F-4D97-AF65-F5344CB8AC3E}">
        <p14:creationId xmlns:p14="http://schemas.microsoft.com/office/powerpoint/2010/main" val="180273330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E5A3F0-2F1E-43DC-BA22-5CE9BE6B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23F23-1BA9-48B6-8E51-1A1512E0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6ED4B-196A-4893-AF48-919327B1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88B8E-C833-405D-8C04-7D2DC137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AB800-6A42-4238-A4F8-A142AD8B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Random access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928DB-3846-4F74-8E7D-87E2B3EC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19E21-728F-4D95-9C82-A3D30F95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Random access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80631-28E1-4EB3-9BF0-50C1A07A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04029-DF22-49F1-B10A-1D3D01D0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811C2-F084-44D6-8980-1017D7C3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0BB03-BE5A-43F0-B00A-B6790981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9DFDFF-B68A-4383-A1C2-3D4731E4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A0A7D-CF02-4F03-8EB9-E87F8214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98A34-4E93-48C3-84ED-E7A29775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556B6-7E59-4CB6-AC19-061FC7B5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9A6C8-7C99-43A3-9066-8EBB3BF6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96BBA6-AC5E-4A77-BFA5-984A1DB6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F24818-81CD-4EA7-B856-07F7D6BF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random access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88421062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A7842-4A43-467D-9584-C2FE8A0F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2131C-9279-4BED-9033-AB99EEC4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03C2A-FDBA-46E1-8DD3-0C50EFCC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4F280-5E4F-40BB-9A03-9CB37DC5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F8297-C32C-4057-AD89-C58988EC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Random access: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28E8B-891F-4719-BECF-A7D84960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91BE4-EE6B-4DBB-B245-35F4B1D4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F5278-C385-4CB1-9663-41AD6C05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7E3EE-F7DF-46F2-B693-A0421B67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90155899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2916F2-9CDD-487D-8E2B-1B3020AC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A8E21-7BC3-4AFD-A877-9BB0E73C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A40FB-33D1-46A4-8274-69325601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11494-7B00-4F80-B857-3AA8EB40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99510-B644-4029-BF97-BCEA05E4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Random access: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2D9CC-CA37-4AB4-9044-69E2A495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B20F1-2CFD-495B-8E09-5C351AAF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85449-F5DF-45A0-80A2-9CAC9409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82E7B-06C4-45C7-91DC-A4478FE5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A2C16-32A9-4750-A295-381788A4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C2C87-48B4-4A4A-A90A-FB23FA30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5FE11-AD50-44FE-9010-EDEC280C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59F3F2-C2BD-43E1-9786-879C4B97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BAFCB-097C-4B2C-9083-F6390479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BD06A-4005-4FFA-AC3B-5819DA9B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3583DF-B67B-4826-B409-370D988C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66DDAC-F97A-4130-8E0B-F3B62B78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AE0D7B-4EA1-4C85-9F97-E063EB9B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124AF4-21A7-4E06-A29F-DEA3C62B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6DB13B-3095-4DB3-A06A-D7CF5A96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C9A877-C29E-4F21-8E42-03B3E464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2434DE-47E5-4085-99BB-F467B35F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5074C5-BA06-48AE-9736-FFB78237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42A5F6-9347-40CB-847C-C06BA961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BC5BCC-7296-45C8-B5A4-EB28F57F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EB1B5C-50F5-4EF6-8233-25C60882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0EA45F-DB5F-4F9B-94DE-99A1CF8B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DAF915-6B4D-4DD6-9CE7-EC1AD963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90898B-523B-4860-ACB7-4F2A6E53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CB1B0E-B049-4E3A-9387-AA4437E5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82F59F-8186-475E-AD84-F11880F3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random access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2387899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ECCDE4-8329-407E-A080-74AD9526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098EC-401E-444B-9380-8781DA57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33808-7200-454E-B33C-496F7973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AE530-2EEC-4DDC-8351-A714044F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795A6-2195-4E7D-8AEF-305947AF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Controlled access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9D390-BBA1-4EF9-9D22-DC02B672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2AD02-6100-4D25-BA0C-3A0D5650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Controlled access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DD76E-5D30-474E-AB5D-92123448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27C51-3960-4BFB-BC3C-A5CE83FC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5B7F9-22F1-45C4-8ABC-C9C081DA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C7635-9B17-4228-83E9-C2A0A562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73C32-6F21-48E0-93C1-0F4E0508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615D7-0158-4731-8441-1731BEF4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356EC-077E-4467-A921-505B9651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A98E57-2735-4688-8307-0C5FEEB3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21165-D465-451E-B505-A0DBA9A6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6569C5-ADD2-417C-BCE9-8F2236A6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21BC3E-0EBD-4453-B314-BE896D0B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controlled access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12546516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9073A-AFA7-423D-BCA8-A3F2C354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D6156-7B98-4A65-B282-2FDC3326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9DD20-F463-4B25-A680-1CE8C1CD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A0972-17AD-4E2A-82C9-73E1D7F9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40BD6-E67F-40C8-B19A-784A4AEC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Controlled access: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DCCC9-48EB-4446-B2C3-6F7381DA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333EE-9DC6-43F3-88A8-27687BA8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4542B-D112-46F8-8F11-1B41F40A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C453FE-D7D5-4D0C-9F17-249D67C4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40340941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621E84-67A5-48AB-A98C-63E8E27B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6C3FF-1E27-4A3E-A06B-AD6D6746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ABAD0-2978-4BAD-9446-CD725AA9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BA6B0-DB79-44E2-9F24-28FB72EC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F042E-DBD1-499C-9081-8421D2C3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Controlled access: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26483-EAF0-4D3B-BC8C-DD5D2E4A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CDFA2-923B-4692-AF27-04D51736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324B3-F1D7-4A38-A168-A5558668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A505C-1CC2-4107-BCE4-C7B8F33D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5F903-D1E6-4A22-A5C2-46A3150E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AEE1C-BDCC-4719-B321-68832EFC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0A2F9-BAA3-4B62-B9E8-82D6D092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1EFA2-F699-4CF7-931C-D0AE448A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4DBFB3-BE03-4FDA-88E2-F543E482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C1D379-3A88-4B06-ABAA-EAE650DE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D623C-559C-4597-9AE0-31DC8780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F27DF1-9FC0-4AA3-AD74-FD947415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18705A-7E29-4A98-9CE3-8A8A3699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A22DED-A379-4339-A85A-EFF828F2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19FBCD-7017-49B8-8437-AA3219D9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32CCA7-FD3A-40FE-95BB-3A399CF1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4D3A5D-1309-4E99-9C1C-0E50EA7F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439D16-8787-41EB-967A-698F70D3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AEA989-C686-40D3-BC4C-E48F1A6B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F371B1-FB6A-4322-B1B0-397A0FD7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AE5E9C-E48F-4B13-88C0-412586EC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5C35C9-FC66-4369-A219-70D34BD9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F1A3B9-C924-45DC-B21C-90C23BC5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0B8A2F-8E48-4C52-AC88-E9D97091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2AE848-DEF8-4D6B-81AC-99BCBAF1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0FC95D-2413-4DCA-BF2A-478407DB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controlled access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52280062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76F400-A1BB-4D68-AC37-0BA29FD7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7639C-D5AE-4F82-9EE7-2AA99DD2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276E4-441E-414D-BF53-8D214884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09975-FDE1-45D9-948F-3346445B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3E551-25F8-4908-89D2-2BBAA3CC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Checksum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DBEB3-289A-49F1-842F-18725AB0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DD523-2D8B-4B3E-B26B-12C16D9B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Checksum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5A75A-4C1D-4E95-B6D6-4AD2E8F1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AB327-E494-440F-BB25-AF2F1150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D5C38-1576-481F-9E7F-AE17158D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B826D-A3A1-479E-943E-A3C5A92D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E72AD-880E-43F6-A3BD-E7E0E166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9E802-540C-4C74-BBBA-BEED5D4A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ACDE7D-CD4B-4218-8BB1-E191A071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DB84B4-6C4D-4C34-9AD5-1E8D85E7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4552E-03EE-4B3D-9874-6985ECB5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08316E-D5AE-471B-8987-8673FAF9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9B99D1-2D6B-41CA-A769-F59179EE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checksum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65800482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DB9FE-AC81-447B-8EEF-0A6FFEAC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B1C96-0BCB-4A9D-9441-BFAEC8FD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034CC-9018-4980-9D12-8681566A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10111-6E27-480D-A262-205B2BE4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44D9D-D53D-4C1F-ACEA-3FD6244B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Checksum: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84CEC-8E01-4F9F-BF8A-04586E79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C394D-39D0-4855-A7D4-70BD9485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A5198-D1DA-428D-80B7-6D7EB561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B41DE-C3E6-4485-88B6-315BA783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61099141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45C840-5182-48E9-B48D-664F0758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A5605-6563-4C6B-9E62-C11EA0B1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C1D63-31AB-4058-BA26-9FE38756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505CF-2535-44CE-A9A1-B02CAD40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8E65B-BE6E-4004-9F33-E1611564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Checksum: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BB8FD-91D7-4CBE-8324-61264C03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039B0-6976-4787-83EB-A177338F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12BEC-A4F8-4B15-B215-A749D12C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61DA8-76B7-4AAB-8281-9325CA81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5E562-67B9-4306-90CD-36AF6DBB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FD0C4-2820-4C2F-8F05-B5DBAB51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E7A32-0B2C-420D-B59D-EA5D2A13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69CA5-2FB4-47AD-9F80-AA758440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9EFE2-D92A-413D-98CB-DC126707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81F766-C5BD-47DA-86D9-A9485C5C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A42DC-0FC6-46CE-8908-98CB4F78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E9D740-289F-4213-8D09-34BEE26E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AAC14-11C2-4E7B-A5DC-574615D1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7B3FA1-8FB4-4FA9-A27B-0240C632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DC010D-8C6F-481A-8A83-C82FA126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454A5-209D-441A-9836-FAF427F3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F38361-F743-444E-8972-12CC7417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BD3E51-41EC-416C-BF9E-21DA0C40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64995C-1715-4CF1-94AC-C4761B3E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F5FB4C-1858-42B0-A1F8-138598BE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15ADAB-A219-40CB-8279-192A10E6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71F71F-6863-4404-AF1D-60B201CB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C4D6A0-CC56-452F-A2D6-E05A5328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B50A0D-FC44-4D24-AB73-9C611F46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6E6DE0-9565-43EB-97D4-E5884DDF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049114-509E-4CD2-B455-1EA3E82D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checksum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15006413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757C7E-6029-4FE3-A3FB-0CB0FD1B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4C6E4-0658-4483-85F2-4EDEB2C5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4276B-ECC2-405E-B882-0C702258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A3B7E-5D80-459F-9A0C-54D7108D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5EC84-E44D-4ADE-A39E-904D17F2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Checksum: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03FA3-2611-4092-9929-8069BCF9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59FD8-9F3A-4076-A6CF-9CF62B2A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B88DE-E07E-405F-A9EB-0C634182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09DD5-FAA0-455A-9F4E-AAE68194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599C6-2358-499A-8318-CC98AFC1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C8B0D-79B9-4C6A-875C-ECE57A38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Treating Checksum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9DC546-8A6D-487D-8B85-11BC432E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DFAA8-C9D7-4EF9-88A5-EEAF2BDB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Explain sender -&gt; network path -&gt; observable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F1097-2CF2-49E7-970E-CADEAEB4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CB323E-9B3C-4F08-A08B-DE7EAB11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9ED280-9CBE-4A6B-B6A2-F83BB3A7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90ABE6-A12D-43A9-9853-3CBB416C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D47537-50A7-4693-8369-012F7272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B48065-82ED-45DC-BA7D-5AA7B970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86F02A-D397-4C92-8C20-89444DDD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BB42E2-C7AB-4085-AA9E-B6AA1CE1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terms such as sender, protocol rule, network path</a:t>
            </a:r>
          </a:p>
        </p:txBody>
      </p:sp>
    </p:spTree>
    <p:extLst>
      <p:ext uri="{BB962C8B-B14F-4D97-AF65-F5344CB8AC3E}">
        <p14:creationId xmlns:p14="http://schemas.microsoft.com/office/powerpoint/2010/main" val="51931326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FB1741-91A8-46DE-99CA-52A12C21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74953-B120-494E-8375-65F96AC0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EBFC6-5B27-46B4-B11A-59C2E756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2BAF4-5BD1-4F06-9F2E-0C6D31BE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7147E-1038-429A-9B1F-8B4F3AF4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Point-to-Point Protocol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B27F5-F194-4524-80A6-01FDBB40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D2842-74A1-4052-B09F-A5C9FB19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Point-to-Point Protocol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275B1-43BD-4233-B7D6-A6BB27F9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C635E7-F0BA-48E7-9F93-620D80CD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2F2BE-C10E-4D89-B17D-D1CE4780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DA292C-D932-40E9-93BF-30862B1C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E7E0F2-A50C-405C-9D6A-8098E1BA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8E174-02F4-4816-B0AE-BD87FEC7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0D2BB-E261-42A3-B870-067ADC72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1C06D6-D1B3-4D40-929B-9BA9D025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4DCF1F-B16E-476E-BFCE-E28ADA05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1ABB7C-A374-42C8-9FFE-A852666F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03B65B-9F55-4625-9C66-0C649A7B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point-to-point protocol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06339308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C21B4-13C6-4032-A796-641FB76B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5EF48-815C-4781-ABF0-E51FA0B2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3EAF5-1C4F-447A-BBCB-FDD4B280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1A0AD-B2FE-4AA4-943A-A2710117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383F7-376C-4359-BCAF-D5D89C84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Point-to-Point Protocol: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74DE9-FBDE-4BC4-B970-0A71F3E6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DB6F7-4EEC-4F2E-9E3A-38E6435B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75C17-1BDC-4E19-BCD7-7C61FAA8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A3AC1-5191-42BB-8C18-947E2910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3666172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FCFFA8-D9BB-4463-BAC1-7D804689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BBB64-1C14-4780-AD02-A1132859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9A0C3-2879-444E-B81E-020A4811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43E47-6EEE-4667-B1A1-F1964E35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2849B-5348-49F6-A0AA-14127066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Point-to-Point Protocol: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9E8FC-3706-429D-9D80-422D2331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CD710-FE99-418B-BA26-37C5604F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9D68A-193F-47BB-B74B-F7D3F4CB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6A724-6396-429D-BD36-6D688C5E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DA9E6-280C-48C6-97D3-8E99F166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2A81A-0330-4051-990C-4F9F38B6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25463-0DA0-4265-B1D4-B7BA1366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34A59-BEE6-44EB-BB7F-D0B38EDE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24389-02C1-4BE0-B395-309ED92A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AF331-3EA5-40F9-A4E3-4426F1C6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A209B1-DCC3-4F19-A955-357B9526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911085-8EC1-45C1-BF54-CD77BA5C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756443-2425-4514-B839-6B15C123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8DB5C9-75F5-4F34-BF9E-09C512A6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89E157-0AB2-464A-93C2-3D58AD7C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AFCB8F-4144-4720-8F6A-6C2A1E6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FEB2E5-1489-4667-8DA3-C3ACC6EC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7417BB-7B2E-4EE5-BA1F-6D94EE7F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17394B-28EB-4E81-A48F-6B98796B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FEABE3-E5A4-45CF-B3C4-5828C01C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E7A94A-3709-484F-8AFD-B5A8B540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0993FC-3FBB-4FEC-A8C0-E356E607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227051-9822-4D1A-8451-C22330C7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783E63-DE37-48BD-9394-B1E68D43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E0E380-F3D8-423F-8C21-D3610081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7727A5-8C02-42A8-A61A-7EA0F408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point-to-point protocol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0303890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A0A960-55BD-4542-BF44-8AE4DBDB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E66CF-357E-4D8E-AA4F-0650FDE1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6F992-6056-4D8F-AEFD-B5DB4231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52274-1A61-4412-BB57-6320B846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7045B-8D26-4D24-AA48-A2C503C8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Error detection and correction vs Block coding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92CCE-E6FC-4767-AF3D-8C8D2807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13867-7DB8-483D-BBF4-753EFBFF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82BCE-7C25-4E1F-9BF5-D30B5078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Error detection and correction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47D0B-F1B8-4CD6-9CE6-1A90184B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Block coding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6499B-371F-4C8B-9851-E338D1CB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B5AEC-A6B7-44BF-B821-E7692F97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C5FC1-DB1F-42F7-834A-6DA17A36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dataword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2EA65-3E8F-4857-8755-C951203E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2965E-8157-46B7-AAE2-E4D791DC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8D87C-CD71-4BB1-B68E-147CA505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96F075-DACF-4014-8035-08E05F36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syndrome/check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1569A9-6998-4EAA-8ECA-E667BC2C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A0CCF-A4B0-4B2D-8678-F39485BF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2DAA7A-A672-4AA8-BCBE-DA20F1E3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46188E-F1BE-4163-B810-6FBAF362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CC47C7-EF54-4FDF-9908-587D9054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329D97-A726-4051-89EA-D6532ED4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452EC6-3D75-4ED0-9A70-62C887A7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21603C-4F35-4598-9334-96759D89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EB9087-C8F0-47CE-81A3-DD75CDF8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16302432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D617AC-15DF-46A6-A01F-11976857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B993D-E784-41E3-8618-8B03559A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64915-B71D-444C-927E-39BD8757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6BAF9-8C8A-453C-8524-A1AF1432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6A0F2-00DF-46FC-BE1C-10B24969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Framing vs Flow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A39C3-1F34-47E7-B513-F2D811E2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77D3A-9A7E-4F57-BB75-8D462F90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9C4E9-A886-4425-B619-105E0ABD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Framing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AEFF6-8265-4DB0-91E2-E653BDFB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Flow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4E47C-F3E9-4382-B026-050CC510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AFD1EF-AEB6-453C-898D-2E4E17C4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E71C8-A596-40DE-AD9F-C9D8E3C6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70EEC-5C46-49F0-A31F-8F3FB9EE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ED223F-3FD2-4731-91E9-0497CEB1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6875C-18D4-4240-86B2-D594CF6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63CCA-451B-49CB-A8F2-66B899F3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049D1-EE07-41E8-8AFA-537FE729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1FB3EB-8821-48CA-B57A-5EF78B78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6A14B8-5DF1-43F4-B643-2DE2EC44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197812-3738-4DD1-99CF-226221CE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245236-0699-49BF-982F-572515CE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34B83-B2B4-4F83-AA5E-D8BE18E4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1B1B04-5820-47E9-9C2C-E01D27BD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ACF6FD-F131-4A8E-8818-C820C782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5DE2CE-8A42-4C3C-8C9E-3FBF8034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33265177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EA3882-BB3B-45E0-B9FE-A7819ECF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74E62-9A43-4434-8156-97836CAB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0CCC1-64D9-457E-9CED-2D9D682E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D3D2C-8F83-46BB-A92C-C444852E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B858D-524D-4817-97BC-61AFE541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Connectionless and connection-oriented services vs HDLC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2D5F6-CDFD-41CC-A8CA-FAB42628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D5E66-122A-40F0-B4DB-0FCB6CB7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A36D3-02E3-407F-B328-A2A17795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Connectionless and connection-oriented services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B877B-DAD5-4CCB-9423-EF888EE1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HDLC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27EE67-8E83-4D93-B4B2-9CA3084A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074647-A22F-4A1D-AE0D-75196549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50740-4668-45AF-AEFD-032AB3FC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BF687-D3A4-4189-BEFC-B190D4B3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E01F8B-3E24-483E-A318-46F473F3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60909-9632-4576-844B-B9EFE8DC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9189F-CAE6-4997-BDA6-A5C3ADBE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DBAE29-AC13-48D6-8195-BA43489B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0248C8-CC0A-4216-9030-FCDF0502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6B24C-A675-4A55-8958-97F65468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3CAACA-F586-419F-BF76-5DE1B154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B574B2-C1BF-40E0-9946-3ADA3F74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7091B8-8866-4B9C-B21C-6408D617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8845E8-3F65-4A01-9DA9-B2F1B066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3AC297-955E-450C-8C98-9B2A640C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6B939B-61A4-4812-9883-97DB3031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44772341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73B87C-8EDE-40CF-83EB-BCA7EEA2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15E73-5B22-4372-9406-720448E9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22AA9-6EA2-44C5-B4CE-F61B6778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09B85-B494-4FB4-8582-B3C6A295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E65C7-E9B2-4678-B0EC-B817DAC3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Controlled access vs Checksum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ED66F-B4B3-474A-8F90-2BFC7B98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AC32A-522D-415F-A42C-0AB7F39D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A7193-E9B7-4558-8ECF-3B4126F2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Controlled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A6188-959C-4390-AFC9-F97DA700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Checksum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22F3C-D7B0-4D68-A584-BAC89F24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D5EE3-2424-4AC0-A8EC-4485CFC4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01214-5FDD-426D-9032-6C9B3BDD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773681-BDCD-4CB1-9965-06C06409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DF28D-F52F-46E6-9694-C89F9BF9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8C67AC-4D27-4DA8-97F7-EE7A202A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CEEA1-79A9-4752-85D1-B5EA3BBE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F92564-6FD5-4E7C-9A44-A89F5C4A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1C85F9-B4BD-4A67-8BAD-AD09373C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92842-BAAB-4AF7-A2A3-DEFCDA00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308BC9-9F6B-45F7-876C-FB51A187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F942E0-2D6F-452F-9E47-B1EF76AD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E400A9-B33B-492D-9B44-C7183F1D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59480F-9F41-4DB1-BEB6-6569F1EF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58D09E-F385-41A1-9C09-1A382112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9B1838-A7C4-44F3-9125-CAAADE11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31944487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9A0FE3-D4A8-4C01-96D5-1DC01F43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6C32D-6102-4656-9BF7-6E30635E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99768-E941-4F71-8AC1-010EBA96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D4217-47AE-49BE-BA7F-D1D5FE89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7E383-12DB-46FD-A4B5-9D305A47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5AC13-71D8-4297-97A0-346813CE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8E7CA-EAE3-4DA3-9B41-B4AC462B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83E79-14B9-4C80-B822-C45FECE6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966A7-096F-437C-96F1-6C96A503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36EFB-7AF4-4E6D-878E-9937D979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Exam answer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2A2870-0551-4DC6-887E-59B56CFB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D341F-39B2-488A-9A9F-04E72146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Error detection and correction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D9B431-AFF3-4AED-9F6C-064235F6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79CAA-6596-4FE8-A353-B3914F41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Block coding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AE6805-E0AB-4A8F-BA4C-C782B7A8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057DC-0BAA-484F-854C-581FF12E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Cyclic codes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8BF782-9D75-4982-AEBB-6D580B4A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3AA9A8-47A8-4B70-B2B9-2568EE92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Framing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EA2EDC-6534-41FD-8197-2EC4D535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52E40E-CFCE-4E90-AC2A-63D8CE57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Flow control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2C311B-0DC6-41D4-B90D-36C8C7DC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4B189E-596E-4428-B50E-280ADEDD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Error control</a:t>
            </a:r>
          </a:p>
        </p:txBody>
      </p:sp>
    </p:spTree>
    <p:extLst>
      <p:ext uri="{BB962C8B-B14F-4D97-AF65-F5344CB8AC3E}">
        <p14:creationId xmlns:p14="http://schemas.microsoft.com/office/powerpoint/2010/main" val="84460385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A8A05D-0A02-4D4C-863C-524F995A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F6B85-496B-4FE0-A481-487631F0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7C4E7-B424-4524-8122-981B7C0C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6DB4D-3DF5-41FF-A614-96822F98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66C87-D2DA-4182-AA55-B3A3EDC6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FA0A0-4442-46D1-B02E-608B8FC5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3BB7F-3C47-480C-848F-6AFAF649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13CB7-6FAE-451A-8F42-7AED4268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64A80-4990-478D-A336-93F88014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70BB5-0E6C-4E63-BBA2-92EEDD4B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92FB2-609D-4736-ADFF-0C1CD375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Error detection and correction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32A83-1FFB-48B1-9CCB-3E342E21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04E35-7557-4836-B996-5F7CE740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6F8F4-B0B2-4DD7-BBBB-514CAD14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C5565-0B3E-4007-85EE-97968909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Block coding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D3D1A2-62DB-4798-9A04-3562A136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5AEDBD-1CE9-479F-A5E4-0D72695C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C6B48A-E5D1-4EE5-9D06-F86B4E86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8042D-FF28-42C5-BCA9-549F982E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Cyclic codes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D29F4F-7D8F-4849-AD52-9388A74B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9AC8DB-AAC6-42A1-82BD-101AA72F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5C5545-0AE6-42C2-8EDC-B9BB3C32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2F3D20-B681-464B-9296-C6657B1C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Framing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1C5942-B995-42FA-9C1C-BC02422D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5392D6-FBFC-4F04-9143-6573FCFE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183056489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B7F07-DF05-4E0A-A44B-1225C501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78274-FD67-49DD-A7F5-0DBFA1C2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70D90-D1A1-4816-A45C-30B8E020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652F6-D3A1-411A-8E2F-E7CA6F76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B42D0-358F-4695-AC59-DF3859EF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E26DA-4F6A-4CF9-9858-6C3BF838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84209-9467-4F11-9C2F-E2E10B61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EB16E-21E3-405C-A447-DA698C77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54EC0-62F9-45DB-8ACA-62E482BB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6AEE9-0A15-4ED5-9C18-4DD7F247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3AD55-B478-42FA-9FAB-8D44DFDD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CDA8B-AEF2-443B-85E0-DC9D088E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C5806-89D8-4184-88B1-7A642478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171914020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FFB491-C24F-4280-AE15-597DA996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5AF41-4E08-4B95-867F-56CF2E90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995E3-0FA5-4328-BE5F-D8EEAF63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6B92C-1359-404E-82F0-E3FFAE55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A0321-5F82-4A6A-ACFA-7937390E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A7920-8C35-4071-BFDF-C3275412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3725C-17A2-4250-BE78-A2311A34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4A7B0-B24E-4B54-AC57-41815A75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D4A83-5761-4E81-B500-AB36EA09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887AF-D43A-4731-A151-51E3E8D1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2F87F-AEB1-48DF-81F2-FFE650F3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8D258-5390-4D05-BEFC-312B4BAB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6AEEC-965B-4063-96B4-71BD921C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5BFCBC-81E7-4DF6-B97B-835E95F0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00331-E3A1-4541-8ACC-F67D9A43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57129403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B30821-EE43-4A6D-A794-A8FF2AA0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A31F8-A7AD-4E2B-B7F5-2267D540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2B38A-DA17-40A2-B1D0-63A4D3FC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89DB8-04A7-4F39-B078-5B3A4B32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2A763-6ACC-4ECD-9D49-CDDB505F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CC6E5-8870-42EB-8123-40FB8AC7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83235-0731-4BAF-B752-9DC8EF53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1A42A-241F-4EE2-B591-95F4C241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006EA-E186-44C9-AA22-F5177DFC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445F8-3E3E-409B-8A2C-2BAB24BB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B2985-4FA3-464A-B413-B87932F6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16A85-D7ED-4A48-9930-51825563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16AD3-BDF3-42E5-9D0F-025A3408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C41A3-8102-40E7-99D9-ECA2CE6C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BC58B-0BDE-4CBC-8811-F6098074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98CB2C-23CD-462A-BC78-CA8CE62B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189C3C-01E3-4507-BB44-9246C9AB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0B16B-098D-41E7-A11B-C211DCEE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72F852-BB49-46D6-9ED3-2145F1A9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51B2D8-A9F5-4A85-9803-D73E79ED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58A5E4-1897-40AD-BDF8-A6184B82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E338E5-30CC-4987-B5C4-402B368A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1ABBF1-87F8-4B49-AF65-53E62217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B5C8F2-6E72-4142-BE94-C5C9C10D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14A0C9-FD34-41D4-A0B3-6B39878C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85092657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B44E0-53A1-4C95-85D6-ABF04CE7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7ABBB-A1CC-4087-8BAE-26FCBF12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4EB65-D864-468B-A3E2-FD13B68E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9B3CD-4B40-46E5-B33C-5C5D590F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B0FD8-F99A-40F0-B1B3-483F9C0A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63D13-AFF5-43CB-B7EA-F54AC6E5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3B52C-4884-4E93-8F9F-4D1202A7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Explain Error detection and correction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0D6AE-085C-4850-B7F6-659C4B35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A1D4F-8746-47F0-9260-57E7A5D0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Compare two approaches from Data Link Layer and Media Access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F455CA-E645-426A-8277-81998EAD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0F5D6-AA32-4D3E-B79A-11696CC1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Solve a small worked example involving Cyclic codes.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56F193-D1EF-42C6-B357-3DB8D783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A9FB6-4254-46DB-A073-5A935329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List common mistakes and how to avoid them in Data Link Layer and Media Access.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05D3D2-E862-4631-8A43-17B67656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D06F57-353C-4FBA-8684-3DDFB6B4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149009294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0D000-A130-4DFB-843C-7C1DDB3E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CDD14-2A38-479C-A83F-29BF8EBD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2: Data Link Layer and Media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1D1FB-DC54-46F7-BD4B-EF900AA7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AEA97-4938-4C64-9901-FB863F29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374CC-AB09-4CFF-9C9B-1132038F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BCF7E-A8A8-4116-B656-BEA02324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F172A"/>
                </a:solidFill>
              </a:defRPr>
            </a:pPr>
            <a:r>
              <a:rPr sz="2025" b="0">
                <a:solidFill>
                  <a:srgbClr val="0F172A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B0CB6-58F9-48CA-A556-7B30738D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9397B-7828-4013-B616-B2EC539E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3C1C1-B805-4C6D-B231-38625649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5B732-BC98-4ED5-898B-16EA9D46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51854-475D-4F71-9628-DA1B4CA9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77C84-5D6C-45B6-8EFD-0A5AB266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11035802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2026-08-24T06:04:25.9320000Z</dcterms:created>
  <dcterms:modified xsi:type="dcterms:W3CDTF">2026-08-24T06:04:25.9320000Z</dcterms:modified>
</coreProperties>
</file>