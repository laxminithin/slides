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7e2185f14a483d" /><Relationship Type="http://schemas.openxmlformats.org/officeDocument/2006/relationships/extended-properties" Target="/docProps/app.xml" Id="R59269416f05f434d" /><Relationship Type="http://schemas.openxmlformats.org/officeDocument/2006/relationships/officeDocument" Target="/ppt/presentation.xml" Id="R0b9253a0b23741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40218fa96441f5"/>
  </p:sldMasterIdLst>
  <p:notesMasterIdLst>
    <p:notesMasterId xmlns:r="http://schemas.openxmlformats.org/officeDocument/2006/relationships" r:id="R016ceb93be4c4eee"/>
  </p:notesMasterIdLst>
  <p:sldIdLst>
    <p:sldId xmlns:r="http://schemas.openxmlformats.org/officeDocument/2006/relationships" id="256" r:id="R301ee9c0edf04ae1"/>
    <p:sldId xmlns:r="http://schemas.openxmlformats.org/officeDocument/2006/relationships" id="257" r:id="Ra19924d69bdf4fee"/>
    <p:sldId xmlns:r="http://schemas.openxmlformats.org/officeDocument/2006/relationships" id="258" r:id="R931a1a2acc7b4aa3"/>
    <p:sldId xmlns:r="http://schemas.openxmlformats.org/officeDocument/2006/relationships" id="259" r:id="Rf2d6b0f79fe34de3"/>
    <p:sldId xmlns:r="http://schemas.openxmlformats.org/officeDocument/2006/relationships" id="260" r:id="R1244960a1cee4ad8"/>
    <p:sldId xmlns:r="http://schemas.openxmlformats.org/officeDocument/2006/relationships" id="261" r:id="R407fb2ae8ea24118"/>
    <p:sldId xmlns:r="http://schemas.openxmlformats.org/officeDocument/2006/relationships" id="262" r:id="Rb7b075852211413a"/>
    <p:sldId xmlns:r="http://schemas.openxmlformats.org/officeDocument/2006/relationships" id="263" r:id="R0546f7d7dad142e6"/>
    <p:sldId xmlns:r="http://schemas.openxmlformats.org/officeDocument/2006/relationships" id="264" r:id="R73301a1a10d94f93"/>
    <p:sldId xmlns:r="http://schemas.openxmlformats.org/officeDocument/2006/relationships" id="265" r:id="R570f8edf184f4dfb"/>
    <p:sldId xmlns:r="http://schemas.openxmlformats.org/officeDocument/2006/relationships" id="266" r:id="R00fb9809452b46f1"/>
    <p:sldId xmlns:r="http://schemas.openxmlformats.org/officeDocument/2006/relationships" id="267" r:id="R2a8de7da4fbe4fc1"/>
    <p:sldId xmlns:r="http://schemas.openxmlformats.org/officeDocument/2006/relationships" id="268" r:id="R0f6fe5c96a5e4e1f"/>
    <p:sldId xmlns:r="http://schemas.openxmlformats.org/officeDocument/2006/relationships" id="269" r:id="R9a64faa081254eb2"/>
    <p:sldId xmlns:r="http://schemas.openxmlformats.org/officeDocument/2006/relationships" id="270" r:id="R8c62845b784745b2"/>
    <p:sldId xmlns:r="http://schemas.openxmlformats.org/officeDocument/2006/relationships" id="271" r:id="R212a87f31d72438d"/>
    <p:sldId xmlns:r="http://schemas.openxmlformats.org/officeDocument/2006/relationships" id="272" r:id="R609bb90b17914405"/>
    <p:sldId xmlns:r="http://schemas.openxmlformats.org/officeDocument/2006/relationships" id="273" r:id="R4250c68e01ba4203"/>
    <p:sldId xmlns:r="http://schemas.openxmlformats.org/officeDocument/2006/relationships" id="274" r:id="R47f9ef57d0764a66"/>
    <p:sldId xmlns:r="http://schemas.openxmlformats.org/officeDocument/2006/relationships" id="275" r:id="Rd58efed9a1414fd6"/>
    <p:sldId xmlns:r="http://schemas.openxmlformats.org/officeDocument/2006/relationships" id="276" r:id="R980091eb02c247d0"/>
    <p:sldId xmlns:r="http://schemas.openxmlformats.org/officeDocument/2006/relationships" id="277" r:id="Rea50f11e1ff743bd"/>
    <p:sldId xmlns:r="http://schemas.openxmlformats.org/officeDocument/2006/relationships" id="278" r:id="R48d841ee37274a5a"/>
    <p:sldId xmlns:r="http://schemas.openxmlformats.org/officeDocument/2006/relationships" id="279" r:id="Rf2a731d0c91b4ff7"/>
    <p:sldId xmlns:r="http://schemas.openxmlformats.org/officeDocument/2006/relationships" id="280" r:id="Rffa15899942a41d8"/>
    <p:sldId xmlns:r="http://schemas.openxmlformats.org/officeDocument/2006/relationships" id="281" r:id="Rb962b77f2f5943f9"/>
    <p:sldId xmlns:r="http://schemas.openxmlformats.org/officeDocument/2006/relationships" id="282" r:id="R8ac8d51a976a42b7"/>
    <p:sldId xmlns:r="http://schemas.openxmlformats.org/officeDocument/2006/relationships" id="283" r:id="R6adefafc628b42ae"/>
    <p:sldId xmlns:r="http://schemas.openxmlformats.org/officeDocument/2006/relationships" id="284" r:id="Re9ad7935895247f9"/>
    <p:sldId xmlns:r="http://schemas.openxmlformats.org/officeDocument/2006/relationships" id="285" r:id="Rebf25683bfe24c7a"/>
    <p:sldId xmlns:r="http://schemas.openxmlformats.org/officeDocument/2006/relationships" id="286" r:id="Rfe27441162c14713"/>
    <p:sldId xmlns:r="http://schemas.openxmlformats.org/officeDocument/2006/relationships" id="287" r:id="R1d497c32f5354874"/>
    <p:sldId xmlns:r="http://schemas.openxmlformats.org/officeDocument/2006/relationships" id="288" r:id="R7c942548b7784121"/>
    <p:sldId xmlns:r="http://schemas.openxmlformats.org/officeDocument/2006/relationships" id="289" r:id="R3f5f6178623847f3"/>
    <p:sldId xmlns:r="http://schemas.openxmlformats.org/officeDocument/2006/relationships" id="290" r:id="R85fdb8c0ad9f4c62"/>
    <p:sldId xmlns:r="http://schemas.openxmlformats.org/officeDocument/2006/relationships" id="291" r:id="R4fc941ee3c204aa8"/>
    <p:sldId xmlns:r="http://schemas.openxmlformats.org/officeDocument/2006/relationships" id="292" r:id="R8c46938f74554727"/>
    <p:sldId xmlns:r="http://schemas.openxmlformats.org/officeDocument/2006/relationships" id="293" r:id="R5430eece42a54f88"/>
    <p:sldId xmlns:r="http://schemas.openxmlformats.org/officeDocument/2006/relationships" id="294" r:id="R74b6813be910434c"/>
    <p:sldId xmlns:r="http://schemas.openxmlformats.org/officeDocument/2006/relationships" id="295" r:id="R8459ba22c1b24e76"/>
    <p:sldId xmlns:r="http://schemas.openxmlformats.org/officeDocument/2006/relationships" id="296" r:id="R793f31d4285c4479"/>
    <p:sldId xmlns:r="http://schemas.openxmlformats.org/officeDocument/2006/relationships" id="297" r:id="Rac35fbf437e04d65"/>
    <p:sldId xmlns:r="http://schemas.openxmlformats.org/officeDocument/2006/relationships" id="298" r:id="Rc735033c217c4769"/>
    <p:sldId xmlns:r="http://schemas.openxmlformats.org/officeDocument/2006/relationships" id="299" r:id="Rab64490fb65e44ca"/>
    <p:sldId xmlns:r="http://schemas.openxmlformats.org/officeDocument/2006/relationships" id="300" r:id="Re3ef27ec83ab4c61"/>
    <p:sldId xmlns:r="http://schemas.openxmlformats.org/officeDocument/2006/relationships" id="301" r:id="R5ce2671300ff424d"/>
    <p:sldId xmlns:r="http://schemas.openxmlformats.org/officeDocument/2006/relationships" id="302" r:id="R0a59b590015b4d35"/>
    <p:sldId xmlns:r="http://schemas.openxmlformats.org/officeDocument/2006/relationships" id="303" r:id="R6ba1a27ef98a45f7"/>
    <p:sldId xmlns:r="http://schemas.openxmlformats.org/officeDocument/2006/relationships" id="304" r:id="R89429d62e73843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6d3f49211a4518" /><Relationship Type="http://schemas.openxmlformats.org/officeDocument/2006/relationships/slideMaster" Target="/ppt/slideMasters/slideMaster1.xml" Id="R9c40218fa96441f5" /><Relationship Type="http://schemas.openxmlformats.org/officeDocument/2006/relationships/notesMaster" Target="/ppt/notesMasters/notesMaster1.xml" Id="R016ceb93be4c4eee" /><Relationship Type="http://schemas.openxmlformats.org/officeDocument/2006/relationships/presProps" Target="/ppt/presProps.xml" Id="R42c69464ddde4ccb" /><Relationship Type="http://schemas.openxmlformats.org/officeDocument/2006/relationships/tableStyles" Target="/ppt/tableStyles.xml" Id="R7f0a5f0cd7374668" /><Relationship Type="http://schemas.openxmlformats.org/officeDocument/2006/relationships/slide" Target="/ppt/slides/slide1.xml" Id="R301ee9c0edf04ae1" /><Relationship Type="http://schemas.openxmlformats.org/officeDocument/2006/relationships/slide" Target="/ppt/slides/slide2.xml" Id="Ra19924d69bdf4fee" /><Relationship Type="http://schemas.openxmlformats.org/officeDocument/2006/relationships/slide" Target="/ppt/slides/slide3.xml" Id="R931a1a2acc7b4aa3" /><Relationship Type="http://schemas.openxmlformats.org/officeDocument/2006/relationships/slide" Target="/ppt/slides/slide4.xml" Id="Rf2d6b0f79fe34de3" /><Relationship Type="http://schemas.openxmlformats.org/officeDocument/2006/relationships/slide" Target="/ppt/slides/slide5.xml" Id="R1244960a1cee4ad8" /><Relationship Type="http://schemas.openxmlformats.org/officeDocument/2006/relationships/slide" Target="/ppt/slides/slide6.xml" Id="R407fb2ae8ea24118" /><Relationship Type="http://schemas.openxmlformats.org/officeDocument/2006/relationships/slide" Target="/ppt/slides/slide7.xml" Id="Rb7b075852211413a" /><Relationship Type="http://schemas.openxmlformats.org/officeDocument/2006/relationships/slide" Target="/ppt/slides/slide8.xml" Id="R0546f7d7dad142e6" /><Relationship Type="http://schemas.openxmlformats.org/officeDocument/2006/relationships/slide" Target="/ppt/slides/slide9.xml" Id="R73301a1a10d94f93" /><Relationship Type="http://schemas.openxmlformats.org/officeDocument/2006/relationships/slide" Target="/ppt/slides/slide10.xml" Id="R570f8edf184f4dfb" /><Relationship Type="http://schemas.openxmlformats.org/officeDocument/2006/relationships/slide" Target="/ppt/slides/slide11.xml" Id="R00fb9809452b46f1" /><Relationship Type="http://schemas.openxmlformats.org/officeDocument/2006/relationships/slide" Target="/ppt/slides/slide12.xml" Id="R2a8de7da4fbe4fc1" /><Relationship Type="http://schemas.openxmlformats.org/officeDocument/2006/relationships/slide" Target="/ppt/slides/slide13.xml" Id="R0f6fe5c96a5e4e1f" /><Relationship Type="http://schemas.openxmlformats.org/officeDocument/2006/relationships/slide" Target="/ppt/slides/slide14.xml" Id="R9a64faa081254eb2" /><Relationship Type="http://schemas.openxmlformats.org/officeDocument/2006/relationships/slide" Target="/ppt/slides/slide15.xml" Id="R8c62845b784745b2" /><Relationship Type="http://schemas.openxmlformats.org/officeDocument/2006/relationships/slide" Target="/ppt/slides/slide16.xml" Id="R212a87f31d72438d" /><Relationship Type="http://schemas.openxmlformats.org/officeDocument/2006/relationships/slide" Target="/ppt/slides/slide17.xml" Id="R609bb90b17914405" /><Relationship Type="http://schemas.openxmlformats.org/officeDocument/2006/relationships/slide" Target="/ppt/slides/slide18.xml" Id="R4250c68e01ba4203" /><Relationship Type="http://schemas.openxmlformats.org/officeDocument/2006/relationships/slide" Target="/ppt/slides/slide19.xml" Id="R47f9ef57d0764a66" /><Relationship Type="http://schemas.openxmlformats.org/officeDocument/2006/relationships/slide" Target="/ppt/slides/slide20.xml" Id="Rd58efed9a1414fd6" /><Relationship Type="http://schemas.openxmlformats.org/officeDocument/2006/relationships/slide" Target="/ppt/slides/slide21.xml" Id="R980091eb02c247d0" /><Relationship Type="http://schemas.openxmlformats.org/officeDocument/2006/relationships/slide" Target="/ppt/slides/slide22.xml" Id="Rea50f11e1ff743bd" /><Relationship Type="http://schemas.openxmlformats.org/officeDocument/2006/relationships/slide" Target="/ppt/slides/slide23.xml" Id="R48d841ee37274a5a" /><Relationship Type="http://schemas.openxmlformats.org/officeDocument/2006/relationships/slide" Target="/ppt/slides/slide24.xml" Id="Rf2a731d0c91b4ff7" /><Relationship Type="http://schemas.openxmlformats.org/officeDocument/2006/relationships/slide" Target="/ppt/slides/slide25.xml" Id="Rffa15899942a41d8" /><Relationship Type="http://schemas.openxmlformats.org/officeDocument/2006/relationships/slide" Target="/ppt/slides/slide26.xml" Id="Rb962b77f2f5943f9" /><Relationship Type="http://schemas.openxmlformats.org/officeDocument/2006/relationships/slide" Target="/ppt/slides/slide27.xml" Id="R8ac8d51a976a42b7" /><Relationship Type="http://schemas.openxmlformats.org/officeDocument/2006/relationships/slide" Target="/ppt/slides/slide28.xml" Id="R6adefafc628b42ae" /><Relationship Type="http://schemas.openxmlformats.org/officeDocument/2006/relationships/slide" Target="/ppt/slides/slide29.xml" Id="Re9ad7935895247f9" /><Relationship Type="http://schemas.openxmlformats.org/officeDocument/2006/relationships/slide" Target="/ppt/slides/slide30.xml" Id="Rebf25683bfe24c7a" /><Relationship Type="http://schemas.openxmlformats.org/officeDocument/2006/relationships/slide" Target="/ppt/slides/slide31.xml" Id="Rfe27441162c14713" /><Relationship Type="http://schemas.openxmlformats.org/officeDocument/2006/relationships/slide" Target="/ppt/slides/slide32.xml" Id="R1d497c32f5354874" /><Relationship Type="http://schemas.openxmlformats.org/officeDocument/2006/relationships/slide" Target="/ppt/slides/slide33.xml" Id="R7c942548b7784121" /><Relationship Type="http://schemas.openxmlformats.org/officeDocument/2006/relationships/slide" Target="/ppt/slides/slide34.xml" Id="R3f5f6178623847f3" /><Relationship Type="http://schemas.openxmlformats.org/officeDocument/2006/relationships/slide" Target="/ppt/slides/slide35.xml" Id="R85fdb8c0ad9f4c62" /><Relationship Type="http://schemas.openxmlformats.org/officeDocument/2006/relationships/slide" Target="/ppt/slides/slide36.xml" Id="R4fc941ee3c204aa8" /><Relationship Type="http://schemas.openxmlformats.org/officeDocument/2006/relationships/slide" Target="/ppt/slides/slide37.xml" Id="R8c46938f74554727" /><Relationship Type="http://schemas.openxmlformats.org/officeDocument/2006/relationships/slide" Target="/ppt/slides/slide38.xml" Id="R5430eece42a54f88" /><Relationship Type="http://schemas.openxmlformats.org/officeDocument/2006/relationships/slide" Target="/ppt/slides/slide39.xml" Id="R74b6813be910434c" /><Relationship Type="http://schemas.openxmlformats.org/officeDocument/2006/relationships/slide" Target="/ppt/slides/slide40.xml" Id="R8459ba22c1b24e76" /><Relationship Type="http://schemas.openxmlformats.org/officeDocument/2006/relationships/slide" Target="/ppt/slides/slide41.xml" Id="R793f31d4285c4479" /><Relationship Type="http://schemas.openxmlformats.org/officeDocument/2006/relationships/slide" Target="/ppt/slides/slide42.xml" Id="Rac35fbf437e04d65" /><Relationship Type="http://schemas.openxmlformats.org/officeDocument/2006/relationships/slide" Target="/ppt/slides/slide43.xml" Id="Rc735033c217c4769" /><Relationship Type="http://schemas.openxmlformats.org/officeDocument/2006/relationships/slide" Target="/ppt/slides/slide44.xml" Id="Rab64490fb65e44ca" /><Relationship Type="http://schemas.openxmlformats.org/officeDocument/2006/relationships/slide" Target="/ppt/slides/slide45.xml" Id="Re3ef27ec83ab4c61" /><Relationship Type="http://schemas.openxmlformats.org/officeDocument/2006/relationships/slide" Target="/ppt/slides/slide46.xml" Id="R5ce2671300ff424d" /><Relationship Type="http://schemas.openxmlformats.org/officeDocument/2006/relationships/slide" Target="/ppt/slides/slide47.xml" Id="R0a59b590015b4d35" /><Relationship Type="http://schemas.openxmlformats.org/officeDocument/2006/relationships/slide" Target="/ppt/slides/slide48.xml" Id="R6ba1a27ef98a45f7" /><Relationship Type="http://schemas.openxmlformats.org/officeDocument/2006/relationships/slide" Target="/ppt/slides/slide49.xml" Id="R89429d62e73843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c20237050249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b2d070eef44174" /><Relationship Type="http://schemas.openxmlformats.org/officeDocument/2006/relationships/notesMaster" Target="/ppt/notesMasters/notesMaster1.xml" Id="R50abd3a7840745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8ad11e9af44296" /><Relationship Type="http://schemas.openxmlformats.org/officeDocument/2006/relationships/notesMaster" Target="/ppt/notesMasters/notesMaster1.xml" Id="Rc1a90df9125643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f5fca2771f4950" /><Relationship Type="http://schemas.openxmlformats.org/officeDocument/2006/relationships/notesMaster" Target="/ppt/notesMasters/notesMaster1.xml" Id="R0b95b63547ed45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210c995d904aca" /><Relationship Type="http://schemas.openxmlformats.org/officeDocument/2006/relationships/notesMaster" Target="/ppt/notesMasters/notesMaster1.xml" Id="Rf6fa7fce360e48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13a524b7034b20" /><Relationship Type="http://schemas.openxmlformats.org/officeDocument/2006/relationships/notesMaster" Target="/ppt/notesMasters/notesMaster1.xml" Id="R4164783f97644c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6d2dd162784eb5" /><Relationship Type="http://schemas.openxmlformats.org/officeDocument/2006/relationships/notesMaster" Target="/ppt/notesMasters/notesMaster1.xml" Id="R8935c94d0d8541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fd2ec3218d4e94" /><Relationship Type="http://schemas.openxmlformats.org/officeDocument/2006/relationships/notesMaster" Target="/ppt/notesMasters/notesMaster1.xml" Id="Ra7e96a0606a34e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a7bf528ba94de4" /><Relationship Type="http://schemas.openxmlformats.org/officeDocument/2006/relationships/notesMaster" Target="/ppt/notesMasters/notesMaster1.xml" Id="R2e302fbc87de41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3c52749f344c11" /><Relationship Type="http://schemas.openxmlformats.org/officeDocument/2006/relationships/notesMaster" Target="/ppt/notesMasters/notesMaster1.xml" Id="Rb630527977e64a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083d0599bf4e02" /><Relationship Type="http://schemas.openxmlformats.org/officeDocument/2006/relationships/notesMaster" Target="/ppt/notesMasters/notesMaster1.xml" Id="Rdc796c1b5e9544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60c100929c42bb" /><Relationship Type="http://schemas.openxmlformats.org/officeDocument/2006/relationships/notesMaster" Target="/ppt/notesMasters/notesMaster1.xml" Id="Rf45389338c7f46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8cce72e5e34f0c" /><Relationship Type="http://schemas.openxmlformats.org/officeDocument/2006/relationships/notesMaster" Target="/ppt/notesMasters/notesMaster1.xml" Id="R69c042b470a64a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f2c108d5584b0e" /><Relationship Type="http://schemas.openxmlformats.org/officeDocument/2006/relationships/notesMaster" Target="/ppt/notesMasters/notesMaster1.xml" Id="Rdfe4ad19382a40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8554389f9341a7" /><Relationship Type="http://schemas.openxmlformats.org/officeDocument/2006/relationships/notesMaster" Target="/ppt/notesMasters/notesMaster1.xml" Id="R19be0cf6141549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d72a38767642dd" /><Relationship Type="http://schemas.openxmlformats.org/officeDocument/2006/relationships/notesMaster" Target="/ppt/notesMasters/notesMaster1.xml" Id="Ra72524b5df4e44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4132ac8d654c0d" /><Relationship Type="http://schemas.openxmlformats.org/officeDocument/2006/relationships/notesMaster" Target="/ppt/notesMasters/notesMaster1.xml" Id="R1eb2ed0898bd43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e9f4739ff9a4594" /><Relationship Type="http://schemas.openxmlformats.org/officeDocument/2006/relationships/notesMaster" Target="/ppt/notesMasters/notesMaster1.xml" Id="R3605ef9c906241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d9a8eee9a34f47" /><Relationship Type="http://schemas.openxmlformats.org/officeDocument/2006/relationships/notesMaster" Target="/ppt/notesMasters/notesMaster1.xml" Id="R9a1410fb395b4e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7a9d48cd1c4f0c" /><Relationship Type="http://schemas.openxmlformats.org/officeDocument/2006/relationships/notesMaster" Target="/ppt/notesMasters/notesMaster1.xml" Id="Re4e138b21e6449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cf822b599842db" /><Relationship Type="http://schemas.openxmlformats.org/officeDocument/2006/relationships/notesMaster" Target="/ppt/notesMasters/notesMaster1.xml" Id="R2cedacec45bc4b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2f557eb32b4325" /><Relationship Type="http://schemas.openxmlformats.org/officeDocument/2006/relationships/notesMaster" Target="/ppt/notesMasters/notesMaster1.xml" Id="R8642dfd8a9d448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33a7a45add547cd" /><Relationship Type="http://schemas.openxmlformats.org/officeDocument/2006/relationships/notesMaster" Target="/ppt/notesMasters/notesMaster1.xml" Id="Ra458ec6e7b71494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177b00646946ad" /><Relationship Type="http://schemas.openxmlformats.org/officeDocument/2006/relationships/notesMaster" Target="/ppt/notesMasters/notesMaster1.xml" Id="Rbaf3df6d103443c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8760ccca7364822" /><Relationship Type="http://schemas.openxmlformats.org/officeDocument/2006/relationships/notesMaster" Target="/ppt/notesMasters/notesMaster1.xml" Id="Rba75640764b24e9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956dd9ffb164f70" /><Relationship Type="http://schemas.openxmlformats.org/officeDocument/2006/relationships/notesMaster" Target="/ppt/notesMasters/notesMaster1.xml" Id="Rb6a70c2e31b7429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21cd267c84e433c" /><Relationship Type="http://schemas.openxmlformats.org/officeDocument/2006/relationships/notesMaster" Target="/ppt/notesMasters/notesMaster1.xml" Id="R64e08208427c4c8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16bb4f301cf43d9" /><Relationship Type="http://schemas.openxmlformats.org/officeDocument/2006/relationships/notesMaster" Target="/ppt/notesMasters/notesMaster1.xml" Id="Rc2aa6cd720154e6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24536c95a7945b6" /><Relationship Type="http://schemas.openxmlformats.org/officeDocument/2006/relationships/notesMaster" Target="/ppt/notesMasters/notesMaster1.xml" Id="R4d42abcf95ca49a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42e37febead4f72" /><Relationship Type="http://schemas.openxmlformats.org/officeDocument/2006/relationships/notesMaster" Target="/ppt/notesMasters/notesMaster1.xml" Id="R68579aeb129a4c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ab33e09628e4ad2" /><Relationship Type="http://schemas.openxmlformats.org/officeDocument/2006/relationships/notesMaster" Target="/ppt/notesMasters/notesMaster1.xml" Id="R2644970e41f947d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a5f1a7cb8f24ac8" /><Relationship Type="http://schemas.openxmlformats.org/officeDocument/2006/relationships/notesMaster" Target="/ppt/notesMasters/notesMaster1.xml" Id="Rcd84153663c8457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a34d4165cb54a42" /><Relationship Type="http://schemas.openxmlformats.org/officeDocument/2006/relationships/notesMaster" Target="/ppt/notesMasters/notesMaster1.xml" Id="Rafdfecc91472464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2429ece74624c50" /><Relationship Type="http://schemas.openxmlformats.org/officeDocument/2006/relationships/notesMaster" Target="/ppt/notesMasters/notesMaster1.xml" Id="R91daecfd8ccb427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3a9b9afcad34487" /><Relationship Type="http://schemas.openxmlformats.org/officeDocument/2006/relationships/notesMaster" Target="/ppt/notesMasters/notesMaster1.xml" Id="Rbd9861faa43048a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5256dad91644793" /><Relationship Type="http://schemas.openxmlformats.org/officeDocument/2006/relationships/notesMaster" Target="/ppt/notesMasters/notesMaster1.xml" Id="R3f85152d991a4ac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c758ad4d81f409e" /><Relationship Type="http://schemas.openxmlformats.org/officeDocument/2006/relationships/notesMaster" Target="/ppt/notesMasters/notesMaster1.xml" Id="R12874778cbba43d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03ca0e520b84d2f" /><Relationship Type="http://schemas.openxmlformats.org/officeDocument/2006/relationships/notesMaster" Target="/ppt/notesMasters/notesMaster1.xml" Id="R242a4350a8b3416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a20f77e8e424430" /><Relationship Type="http://schemas.openxmlformats.org/officeDocument/2006/relationships/notesMaster" Target="/ppt/notesMasters/notesMaster1.xml" Id="R6cc1f9df59804b5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6c23a316c5242be" /><Relationship Type="http://schemas.openxmlformats.org/officeDocument/2006/relationships/notesMaster" Target="/ppt/notesMasters/notesMaster1.xml" Id="R0d0968818c5e4be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bc60ac31fcf43cc" /><Relationship Type="http://schemas.openxmlformats.org/officeDocument/2006/relationships/notesMaster" Target="/ppt/notesMasters/notesMaster1.xml" Id="R6310ce51b8084e7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b8bc992a8b24e74" /><Relationship Type="http://schemas.openxmlformats.org/officeDocument/2006/relationships/notesMaster" Target="/ppt/notesMasters/notesMaster1.xml" Id="Raa5ebf8122f8438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8baab5886fe4a71" /><Relationship Type="http://schemas.openxmlformats.org/officeDocument/2006/relationships/notesMaster" Target="/ppt/notesMasters/notesMaster1.xml" Id="R496437d065b0470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0e6a8fd26c04d82" /><Relationship Type="http://schemas.openxmlformats.org/officeDocument/2006/relationships/notesMaster" Target="/ppt/notesMasters/notesMaster1.xml" Id="R5e39a95ef57b4d6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724de29bc8043b5" /><Relationship Type="http://schemas.openxmlformats.org/officeDocument/2006/relationships/notesMaster" Target="/ppt/notesMasters/notesMaster1.xml" Id="Rb8418ae191104dc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afb928c7c1e4ad9" /><Relationship Type="http://schemas.openxmlformats.org/officeDocument/2006/relationships/notesMaster" Target="/ppt/notesMasters/notesMaster1.xml" Id="Rf39f51fe266f48d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4849c57bbd245ac" /><Relationship Type="http://schemas.openxmlformats.org/officeDocument/2006/relationships/notesMaster" Target="/ppt/notesMasters/notesMaster1.xml" Id="Rc2603f47f775462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d12425958ed4f95" /><Relationship Type="http://schemas.openxmlformats.org/officeDocument/2006/relationships/notesMaster" Target="/ppt/notesMasters/notesMaster1.xml" Id="R09af383525ad4f9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e210e871f2a4366" /><Relationship Type="http://schemas.openxmlformats.org/officeDocument/2006/relationships/notesMaster" Target="/ppt/notesMasters/notesMaster1.xml" Id="R7e42aa3519b8494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651b7276d494d44" /><Relationship Type="http://schemas.openxmlformats.org/officeDocument/2006/relationships/notesMaster" Target="/ppt/notesMasters/notesMaster1.xml" Id="R7259a75a8e654f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cdb3d14074e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433a3e34374bad" /><Relationship Type="http://schemas.openxmlformats.org/officeDocument/2006/relationships/slideLayout" Target="/ppt/slideLayouts/slideLayout1.xml" Id="R3b193e0e5c8446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193e0e5c8446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b9517b6854556" /><Relationship Type="http://schemas.openxmlformats.org/officeDocument/2006/relationships/notesSlide" Target="/ppt/notesSlides/notesSlide1.xml" Id="R19935e42b1c146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ebc8bd1b84b80" /><Relationship Type="http://schemas.openxmlformats.org/officeDocument/2006/relationships/notesSlide" Target="/ppt/notesSlides/notesSlide2.xml" Id="Radf7ddaa42f64a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662fac2064d54" /><Relationship Type="http://schemas.openxmlformats.org/officeDocument/2006/relationships/notesSlide" Target="/ppt/notesSlides/notesSlide3.xml" Id="R5d005efa4b7248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fee42ecb04683" /><Relationship Type="http://schemas.openxmlformats.org/officeDocument/2006/relationships/notesSlide" Target="/ppt/notesSlides/notesSlide4.xml" Id="R600bd784aedb4a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97736e4644e88" /><Relationship Type="http://schemas.openxmlformats.org/officeDocument/2006/relationships/notesSlide" Target="/ppt/notesSlides/notesSlide5.xml" Id="Ref2b1134f0174f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ca9841503407b" /><Relationship Type="http://schemas.openxmlformats.org/officeDocument/2006/relationships/notesSlide" Target="/ppt/notesSlides/notesSlide6.xml" Id="Rb757b8c8403145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48770612f43ef" /><Relationship Type="http://schemas.openxmlformats.org/officeDocument/2006/relationships/notesSlide" Target="/ppt/notesSlides/notesSlide7.xml" Id="R26e7390811de4a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9552b98494559" /><Relationship Type="http://schemas.openxmlformats.org/officeDocument/2006/relationships/notesSlide" Target="/ppt/notesSlides/notesSlide8.xml" Id="R33d596c0c52140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945f0efb04764" /><Relationship Type="http://schemas.openxmlformats.org/officeDocument/2006/relationships/notesSlide" Target="/ppt/notesSlides/notesSlide9.xml" Id="Ra8fa5bddb8cf4e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52b76f8db4852" /><Relationship Type="http://schemas.openxmlformats.org/officeDocument/2006/relationships/notesSlide" Target="/ppt/notesSlides/notesSlide10.xml" Id="R75b249c2e4e141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ac3828bc04e00" /><Relationship Type="http://schemas.openxmlformats.org/officeDocument/2006/relationships/notesSlide" Target="/ppt/notesSlides/notesSlide11.xml" Id="Rc50a7c6e60764b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2c562db324b2f" /><Relationship Type="http://schemas.openxmlformats.org/officeDocument/2006/relationships/notesSlide" Target="/ppt/notesSlides/notesSlide12.xml" Id="Rd68dc2ee76094c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4e859f17c4f7a" /><Relationship Type="http://schemas.openxmlformats.org/officeDocument/2006/relationships/notesSlide" Target="/ppt/notesSlides/notesSlide13.xml" Id="Rabab5289961547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ddb8fc4a346b2" /><Relationship Type="http://schemas.openxmlformats.org/officeDocument/2006/relationships/notesSlide" Target="/ppt/notesSlides/notesSlide14.xml" Id="Rcf0a1108ab8742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9fc4856704145" /><Relationship Type="http://schemas.openxmlformats.org/officeDocument/2006/relationships/notesSlide" Target="/ppt/notesSlides/notesSlide15.xml" Id="R5e08720f1b3b49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2da6e81da4235" /><Relationship Type="http://schemas.openxmlformats.org/officeDocument/2006/relationships/notesSlide" Target="/ppt/notesSlides/notesSlide16.xml" Id="R478efa8ecfb74f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38431c0ab4c4a" /><Relationship Type="http://schemas.openxmlformats.org/officeDocument/2006/relationships/notesSlide" Target="/ppt/notesSlides/notesSlide17.xml" Id="R03f6b496a4e043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2e0c143414d1a" /><Relationship Type="http://schemas.openxmlformats.org/officeDocument/2006/relationships/notesSlide" Target="/ppt/notesSlides/notesSlide18.xml" Id="Rff9bf25c90b341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660199ed04211" /><Relationship Type="http://schemas.openxmlformats.org/officeDocument/2006/relationships/notesSlide" Target="/ppt/notesSlides/notesSlide19.xml" Id="R29a1a0e5b61b4f6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19cafa08746c2" /><Relationship Type="http://schemas.openxmlformats.org/officeDocument/2006/relationships/notesSlide" Target="/ppt/notesSlides/notesSlide20.xml" Id="R17d18f438aad4f0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055e23d224622" /><Relationship Type="http://schemas.openxmlformats.org/officeDocument/2006/relationships/notesSlide" Target="/ppt/notesSlides/notesSlide21.xml" Id="Rf420e9e1f85047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85a9bd2224020" /><Relationship Type="http://schemas.openxmlformats.org/officeDocument/2006/relationships/notesSlide" Target="/ppt/notesSlides/notesSlide22.xml" Id="R7e508cce340f415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7b48618c34dbb" /><Relationship Type="http://schemas.openxmlformats.org/officeDocument/2006/relationships/notesSlide" Target="/ppt/notesSlides/notesSlide23.xml" Id="R02e55b6e1c994fb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b4374575f43bc" /><Relationship Type="http://schemas.openxmlformats.org/officeDocument/2006/relationships/notesSlide" Target="/ppt/notesSlides/notesSlide24.xml" Id="Rf5d04dd167a7454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8ec8cd9da4236" /><Relationship Type="http://schemas.openxmlformats.org/officeDocument/2006/relationships/notesSlide" Target="/ppt/notesSlides/notesSlide25.xml" Id="R759072f0b6f045f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f0c2de2e741fd" /><Relationship Type="http://schemas.openxmlformats.org/officeDocument/2006/relationships/notesSlide" Target="/ppt/notesSlides/notesSlide26.xml" Id="Ra85fb90fd846454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0d4836c0a4909" /><Relationship Type="http://schemas.openxmlformats.org/officeDocument/2006/relationships/notesSlide" Target="/ppt/notesSlides/notesSlide27.xml" Id="Rf6b5135be19d4d0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32104cf174f95" /><Relationship Type="http://schemas.openxmlformats.org/officeDocument/2006/relationships/notesSlide" Target="/ppt/notesSlides/notesSlide28.xml" Id="R15c1f16a5dbf44f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54162351b4a78" /><Relationship Type="http://schemas.openxmlformats.org/officeDocument/2006/relationships/notesSlide" Target="/ppt/notesSlides/notesSlide29.xml" Id="R46bfae7d74e3491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6f6c1dd8940cc" /><Relationship Type="http://schemas.openxmlformats.org/officeDocument/2006/relationships/notesSlide" Target="/ppt/notesSlides/notesSlide30.xml" Id="R8a55f1f8ef32450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2eaf062024d81" /><Relationship Type="http://schemas.openxmlformats.org/officeDocument/2006/relationships/notesSlide" Target="/ppt/notesSlides/notesSlide31.xml" Id="Rb2028ed8f3e7469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7c50bca9a4876" /><Relationship Type="http://schemas.openxmlformats.org/officeDocument/2006/relationships/notesSlide" Target="/ppt/notesSlides/notesSlide32.xml" Id="R76c2fe5499dd4c8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617da51d54a50" /><Relationship Type="http://schemas.openxmlformats.org/officeDocument/2006/relationships/notesSlide" Target="/ppt/notesSlides/notesSlide33.xml" Id="R5726ee9410144b3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5730fee6f475f" /><Relationship Type="http://schemas.openxmlformats.org/officeDocument/2006/relationships/notesSlide" Target="/ppt/notesSlides/notesSlide34.xml" Id="Rf2c818c514f94e0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d0a7caa134924" /><Relationship Type="http://schemas.openxmlformats.org/officeDocument/2006/relationships/notesSlide" Target="/ppt/notesSlides/notesSlide35.xml" Id="Rcebad63a2218478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3b622ffc040fe" /><Relationship Type="http://schemas.openxmlformats.org/officeDocument/2006/relationships/notesSlide" Target="/ppt/notesSlides/notesSlide36.xml" Id="R713a1b80d5cc4f8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08172c72b444e" /><Relationship Type="http://schemas.openxmlformats.org/officeDocument/2006/relationships/notesSlide" Target="/ppt/notesSlides/notesSlide37.xml" Id="R8b77206de237467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d0a6f276243fd" /><Relationship Type="http://schemas.openxmlformats.org/officeDocument/2006/relationships/notesSlide" Target="/ppt/notesSlides/notesSlide38.xml" Id="R2b913ea533be412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a3d25cc8840dc" /><Relationship Type="http://schemas.openxmlformats.org/officeDocument/2006/relationships/notesSlide" Target="/ppt/notesSlides/notesSlide39.xml" Id="Rada166128ece4dc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139c067b343aa" /><Relationship Type="http://schemas.openxmlformats.org/officeDocument/2006/relationships/notesSlide" Target="/ppt/notesSlides/notesSlide40.xml" Id="Rd1b081978e3844f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a042c861f4777" /><Relationship Type="http://schemas.openxmlformats.org/officeDocument/2006/relationships/notesSlide" Target="/ppt/notesSlides/notesSlide41.xml" Id="R32402af37a1f4a4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1c039e8244919" /><Relationship Type="http://schemas.openxmlformats.org/officeDocument/2006/relationships/notesSlide" Target="/ppt/notesSlides/notesSlide42.xml" Id="R22b010d116da405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b7acb2b1f4c80" /><Relationship Type="http://schemas.openxmlformats.org/officeDocument/2006/relationships/notesSlide" Target="/ppt/notesSlides/notesSlide43.xml" Id="R43ef2fc3244a494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39106571f42be" /><Relationship Type="http://schemas.openxmlformats.org/officeDocument/2006/relationships/notesSlide" Target="/ppt/notesSlides/notesSlide44.xml" Id="Rd23292e5551e49b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f212d72074558" /><Relationship Type="http://schemas.openxmlformats.org/officeDocument/2006/relationships/notesSlide" Target="/ppt/notesSlides/notesSlide45.xml" Id="R46e19867464e4b5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45af6f3a247d9" /><Relationship Type="http://schemas.openxmlformats.org/officeDocument/2006/relationships/notesSlide" Target="/ppt/notesSlides/notesSlide46.xml" Id="Rea0b781fda5b403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b6dab99cc4b69" /><Relationship Type="http://schemas.openxmlformats.org/officeDocument/2006/relationships/notesSlide" Target="/ppt/notesSlides/notesSlide47.xml" Id="R7698d9e956e64f4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c5b06345844e9" /><Relationship Type="http://schemas.openxmlformats.org/officeDocument/2006/relationships/notesSlide" Target="/ppt/notesSlides/notesSlide48.xml" Id="R028ac37f2a064bc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f8de96b004bef" /><Relationship Type="http://schemas.openxmlformats.org/officeDocument/2006/relationships/notesSlide" Target="/ppt/notesSlides/notesSlide49.xml" Id="Ra2e0752895b142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E4D7E-9971-463F-9785-11184CEB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5BA4C-8600-4D46-A344-D1A3F5FA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BA49E-5842-4FCB-A7F3-D271AD0C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BBBDC-E086-4377-A41D-5A71AB7B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C412D-AA8F-4689-9353-9B3F7D17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Finite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43096-FE52-4C8C-A690-BDD17CC6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Theory of Computation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F3F35-E520-4DDB-9423-7810CCD8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175C7-9252-4925-81A7-5FF1C19D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8BADA-7CFB-4FE1-B02B-DF4C0E09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EB089-B5BC-4E0C-BCC6-F225FCBD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D326E-32B1-4280-BBA0-9A12A165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CED63-10DB-4C54-A4A3-BE77AEB6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83425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D4896-982D-4F4B-A77E-CA92B96D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02C19-1857-48BA-82C8-C510182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4D516-0DFF-4C17-AD0B-2697AD21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49BE6-F383-48FC-BC8C-57F5C038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BBFDE-226F-43A8-A5B0-0DEA0325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21754-C2C0-4991-9577-7E1A97A8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7BE2A-3A28-4B35-81CA-71C2F785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99C02-B7C3-443A-B51B-2B717818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9FF04-257C-4B0A-91D2-81C42EA1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DB0E4-D68F-4E3C-90DF-2B381D17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B8ACE-EFE6-495A-A4B7-7C222476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FA9EB-AA7D-4B19-8C6E-1C22112F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8ED88-0F44-4E56-A1A3-F25F2546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3030656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D147F2-0A83-45C8-A6FA-CAE5BF92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C5AC7-9E62-44D1-88B9-11CF69AF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74DBC-59A6-4ECF-B5D6-32223F82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B37B8-6ADB-41BB-BB94-2B6430BB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3A830-3986-40F4-8241-5D10D826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F147B-C0F2-4CB6-9EF5-33E7CC43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B3D61-B5DF-4F12-A60E-2ABB7A62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Introduction to finite automata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19BE8-5AD0-4ADB-9243-77490B70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CD922-F244-46DC-B5F1-14E5B34E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Structural representations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AB883-A8A0-4CAF-B1BD-694C4A34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3F5B1-7CE7-4E43-A12B-5F14F595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Automata and complexity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CCC66-17CA-4934-AC7E-000D327C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54545-1467-4769-9692-DE4D7DB5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Central concepts of automata 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37EFF-C857-4D3C-9CBE-A4A78149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0EE24-723A-4405-9A2E-BEB8C35A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Deterministic finite automata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9E82D-6C92-40CD-8F8D-957EF081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24E81-707A-4506-87A4-66C6F90E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Nondeterministic finite automata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B0755-2D82-4FFB-9BA6-7D48DC6A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3A8E4-8CD3-4246-B77F-6B174EDF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Text search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2D55E-7914-4747-BB29-45BE7CAA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05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D1E7A-7C07-46FB-B953-94442B11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Finite automata with epsilon transitions</a:t>
            </a:r>
          </a:p>
        </p:txBody>
      </p:sp>
    </p:spTree>
    <p:extLst>
      <p:ext uri="{BB962C8B-B14F-4D97-AF65-F5344CB8AC3E}">
        <p14:creationId xmlns:p14="http://schemas.microsoft.com/office/powerpoint/2010/main" val="327265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76BC5-B2A8-4035-A1BB-F46F4342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D832E-DDC3-475A-98B9-E630B25D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73438-21CA-477D-BBFD-39047DBD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F13C8-FC2E-4C7E-916E-86D9FDA8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C22EC-D872-4B3D-BCE2-A0DBB0CE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Introduction to finite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3F938-66E1-475D-81DA-1448BE8C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01173-5C03-4FC0-87D5-D9147C16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Introduction to finite automata is best taught as a states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A2DDE-A0E0-4D85-B5F0-DE3EF18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B9CEE-90C1-4AB9-BD08-3B34FDB9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alphabet with transition function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EC2B2-A603-4268-A4BF-916A30EE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E33A8-6FE3-4E17-BA7C-3CEEB63D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state and accepting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53E31-4581-4D56-980A-0F04649D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9BBC3-ED4B-455C-BED4-94D46BBA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39AF5-BCC5-4CB4-897E-24F1CC32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AF569-9CB9-4F27-ADEC-F41217E3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F2270-22E5-4069-833A-5FE37590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accepting states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78F81-A8AA-4628-80EB-B8694103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E049B-EE1A-403A-94E6-7BC3065B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introduction to finite automata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28131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9407B-4A2C-4A3A-A9BE-2917C030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C8946-81D0-4D7A-A12F-5AA90EE1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2B426-0028-4D19-91E4-130DFC4E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C14C4-EA18-458E-B47C-3554CF28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45E09-14B6-452C-88C9-DBA46B71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Introduction to finite automata: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BC9E8-DA45-480E-8D43-C8F00869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FA3C8-4FB7-4CBC-8C21-6DF2959B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423CE-FD40-4506-B3C6-83A760A7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6389B-2531-4735-8987-DCF0597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257895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619A0-80BA-4C3C-BD9E-3703C1E7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7FF27-7B42-4940-9927-50C632BC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9BE5F-CF78-44EF-835D-C15B5956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1A0D6-DBC8-4FDF-8766-09E0E2DE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9602E-89BE-46B7-A8D1-9D4BE1F9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Introduction to finite automata: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22BD8-D8B8-4EFF-9044-F65CDDFF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7B320-F2E1-45EA-80D8-C706584E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FB2D2-270A-4D69-8F3D-CB0A6121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0F1C1-C76B-443D-8C7E-F5EBD4CD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FCEA1-2F0D-4F92-A2AF-00F476A3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C7E98-BB22-4292-9393-D923E474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CD8C3-A8E7-4C71-BAC9-888D7655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3A46A-EC34-46B1-BD6A-375B1983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DFE3F-220C-42C9-A567-DDAAE889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9C7EA-C1AA-48D7-A439-1E73E020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694CB-76FB-404A-B7AD-0A1BDC15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829A8-2B3C-49BA-89DB-EB0C59E6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C66B4-0BC8-4DA6-9700-19DD77D1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A8579-C406-462D-AB6B-5D90B224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65C9E-6B80-478B-8BEE-16D20767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D2D9A-438F-4587-8EE0-EC874E35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F6819-856D-464F-AAF4-ACE734D3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1685F-AF61-4C14-865D-C280D30C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1A9715-9F7A-48E9-A249-BF0723F2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9F50A-F0DD-443D-AE47-8267B882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EAAEA-1700-4C7A-A061-A84FB69F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7ED91-F65B-4762-B934-201CF002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7CB3B1-6408-415A-B5EC-DEED7CC7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8FFF4-A01E-4F83-9005-1E09BCB1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82E7EB-D941-40AE-BCA3-31DA68C9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EBCB64-8B53-49CB-A107-C15346E0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introduction to finite automata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44707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5D0041-0CA4-4073-B81C-1D52D99C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62BB3-E473-4617-8F7E-3280B287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07CE7-D721-40E3-BDDF-7B1B8F58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1243D-877D-4B37-A574-03D68203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4716B-8234-4926-B061-55377CE6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Structural representations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A6089-23EE-46B4-A1F1-C2D1357A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A1154-FE5C-447E-9D8C-362A1CA3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Structural representations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4A580-5002-4B52-A6B7-85BE9516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BAF80-1CAD-42AA-9083-46417D40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3B22C-0219-45D9-ABC5-4A61F99B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87389-5369-4E40-9637-71B7B61A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64B6B-131D-46EA-BA64-9A56CE61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C6774-BFCC-41FC-8B24-9EE31A7A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CE650-B776-4347-82CF-4E1402A8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AEB5E-8709-4A96-9685-1CD3E8A3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F1849-0857-48AE-B7B5-54B78282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9C913B-D8A4-4C36-BAC3-BFDD1450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7B526-2094-4C44-A009-715F2955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structural representations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50523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C9951-F398-41E6-9170-970F7AB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E5CB4-4FA4-4429-BFBF-DE455FE3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6FEBB-90E5-4554-93DD-AB9B32ED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C49B5-EA48-48A2-9FF3-49EF1AB8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A0517-8CA1-44B1-B020-2D06FAEB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Structural representations: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B7DF2-8F49-43B5-AFF2-AD95C97F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C67B0-6BCF-4FFE-A2CF-7AF0A7AE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E90A9-CAA3-401F-AAB4-81EC1FBD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C12AE-2948-484F-AF18-A83082C2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6636658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D26BD1-A67C-4E37-A09E-E9CD927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D29E5-AF68-48E7-ABBF-949F39DC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0B997-EBD8-43D0-A665-0DB441B7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AF976-8445-4558-B4C4-FDB18C06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5A3B8-F3DB-4EF9-9C1C-A263063A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Structural representations: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1389B-6B37-4943-86F3-B8E5BE56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7EB1B-F2A4-4E85-960D-0B5E47BC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F4466-2D29-4B85-AAC3-EB2375D5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07647-EE70-486D-AC32-FF06CF92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CE6BF-1F39-4B34-B2D9-4AE1A308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9FEB0-D586-4C1E-9A4A-21EA9043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7BDB2-96AD-4DD8-A452-D7C9BF5B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AB7FA-5C23-4AE8-8F3D-4F9A97F8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710DB-842B-4D38-8224-A33D4C13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F4CAB-8F40-494D-A218-DC5FB915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41022-6795-4E20-AC3C-39DDC778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607A1-568E-4AE3-8962-435F7BAC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A4472-DB2E-4941-9AD1-EEDAC68F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870A1-AC82-40DB-8687-792400BB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1AFA8-E7EC-4D2F-8733-BE43351A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DD227-20B5-4CD3-890D-A1D40447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6DC56-1870-47FD-8CC9-37B72CF0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83173-5663-45E3-8785-E53769C8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A4C7E7-1F43-4700-A468-A54A3574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7A1374-BB09-425D-A5AD-FAA3A50E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F0903F-E330-4F8E-BBD5-A86FE1E6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347A0-3277-4F5D-ABD0-966DA0F7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723934-DB62-4C3F-A7AE-4C1D7F42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E928BF-05A8-4038-8B97-2AAEC92B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C29977-4689-4A27-AAB5-D49146A0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E0ED21-D151-4E6B-8C6B-51782FBB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structural representations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113733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E64E2-C008-45C6-A0AA-9DB304A0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CC64F-4F6F-4F40-9DD5-250D510B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7E1D9-366E-4019-84E2-A0DA0FCC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47FCF-9B52-4113-A483-064C500F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35D2E-D422-4A02-B0B3-C00B297E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Structural representations: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2EB18-6267-4DE8-9227-592657F8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3B8CF-BC2C-493E-9370-45909E68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9EFD3-2DA4-4C45-8006-9E33B201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D626E-404A-49CC-B9C9-24260B86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AC540-3BE1-4EF1-A492-95E67198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DE742-F35E-417F-8749-A27D8F69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Structural representations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FE347-FFE2-45E9-BB33-E164A1E0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81BCC-6644-4052-B064-8DE6D9AB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D5384-0B3F-476E-B244-7378CE40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6C061-4F19-46FD-8222-F4FB70CB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B895E-9036-4B63-93D8-EEFCA22F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B3F3F-8A3D-4529-8B50-25168924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064E1-4945-4016-9A7E-64BDE8A4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90B7D-44D9-4A6E-8F0F-90F774B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2C94A-F153-4B87-8C2E-8FD564A0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18773D-33A0-4FD2-B6DD-0A20FC58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9315593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72586-30D6-4E7E-B649-535641DB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90430-08EF-4727-918E-E2A87FDF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488EE-9931-45E4-B535-A4615725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9C206-5DD8-4355-A83E-50B00FB0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7BFD9-676C-488F-869B-98FD96B7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Automata and complexity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7A4BA-2BE8-41DF-9341-32A44F76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6872A-8E1B-45CB-AA79-30B21804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Automata and complexity is best taught as a states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4E711-F6B1-4115-89A2-7BF575A8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96B70-DB0C-48FB-85E6-3445E4E8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alphabet with transition function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F5713-2DB1-49A4-B93C-B265D0A1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AB54F-4585-44C1-8852-13C1DE69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state and accepting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114AC-C183-4A12-8D16-5D50F5C4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2E28E-CD3C-4C47-88AA-EDC5DA07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0C247-27EA-470B-A447-10213205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404FD-EB36-491A-99CD-DF90C442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0D425-0B3A-47CB-A3FF-3A66D5EB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accepting states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85902-7728-481F-82DA-F4C734C8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98B56-5950-44CD-BF36-F9ABC89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automata and complexity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4328536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81025-D42C-46B2-BFF6-471397C1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DD8A5-1726-47B1-B708-2BFBC755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F99F5-500F-405D-816E-EDEE2774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86C7D-200E-41D1-8D8E-B57CA01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E693B-8B7B-43CB-8565-3E414BB1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Automata and complexity: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F8160-8C07-4B73-A01D-902F4AD0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14132-7F4C-4894-A126-6628A577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C7B4D-34A4-4F70-8E00-58042128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50D76-7C1B-473B-B1BC-2882B95C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712939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73D55D-86B0-465D-9285-6DBE4508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7B18D-4CD5-426B-A762-E16377EE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6DA55-FA43-4D53-8B7C-B9756AB8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EB04D-AA12-41CA-8A91-FEBB838B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E07CA-4F13-4A24-8E8B-84817280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Automata and complexity: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53CA0-C6B7-44A7-A3D4-5AD60864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2AF09-6AE8-4FF2-9F45-4552A205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0EC9C-1280-43A5-B745-188E502B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78392-D32A-467B-8926-C99D3144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488B3-6F30-4F98-B67A-42024FB3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72EBA-493A-40DA-A9AA-0F8E8E10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F47F3-F117-47EE-BF8B-3F8EE1B7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A0A2B-78A2-42CD-B48E-ADE942CA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2CFF8-CC5B-425B-91B3-05A79582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94801-131D-4B16-BED3-17433369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9F910-757B-444A-A258-14999D1F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5ECD6-3D97-4A0A-B4A2-A87140CF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12E7E-5D53-45C6-8BE5-9F77D53F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F1B36-850E-470B-8484-5C2F0EBC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278B2-EFF0-4BA3-B5E5-0771E1A1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82C1E-E97D-4C92-A73F-CDD5F9B8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A7B10-082F-40A0-B5B9-E665AB73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430044-A497-468A-A6AD-BEC43088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A38EB-523E-4F2E-AA3A-D0A2BDF7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C24D3-6908-4CF4-8872-46D5C989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FCE62-F8A9-4852-B01D-B4F234D6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910BE4-EA55-4455-BAC2-E29622A2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BB49A-5D88-4AE5-8FCF-66D3A5F6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EB10D9-BDE5-4D51-AD2D-37F1AC9C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847CFF-88C6-41F6-9022-FBD3CAAF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683C0-BE80-41BE-A60C-36390B2E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automata and complexity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019309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4B8C50-21B7-4384-ABFA-0F5EDAF8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6939F-174D-4A57-8C42-DB8B9A39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9DFF4-70AA-497E-BF05-C824A625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7C754-B6F4-4ED9-943D-5684FF47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E188E-8BB4-48EE-A058-679660F0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Central concepts of automata 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4782F-90C1-4981-A616-656181A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13330-9528-40AF-A11A-772D77B6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Central concepts of automata theory is best taught as a states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471DA-4F99-4715-86F6-45C21B76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B06B0-D255-4AEB-BDBC-8B279133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alphabet with transition function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6DCE4-59E8-4F64-9CA7-B1AA4308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B91FC-EA43-4563-B426-6B77ACF2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state and accepting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74BE9-B5B0-4303-B354-98E26345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70A6A-042C-4C08-B3CB-CFE01AEA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03D43-D532-4B0A-ACB4-19FC3F5D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6258F-05E3-482D-A2D5-D37088D2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49E65-BECA-492B-A1A9-DFF9E0F6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accepting states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541B6-D04B-4CAD-BE95-0A2B49C3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7232BF-A8A5-4254-B4A7-389BB1C4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central concepts of automata theory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108851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177DE-8034-4A48-AE39-47750AE1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F07EE-1B18-4B56-875F-FA0D97BF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1E844-AE95-4AC2-B967-AD25557C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DEA28-39CB-4D6F-B8DB-8D062796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407E0-AFC4-4B83-B710-71D7C97C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Central concepts of automata theory: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2A978-F8E7-4DBD-89E1-6F538557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DA21E-7A1C-490A-AC16-26BB676B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2A310-21B5-4078-82D3-78B08F24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7813F-C49E-4C51-8C17-085E3314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5058206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D81514-2B83-4DCC-B86B-D34765C3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C10E6-C133-432A-A6A8-9DEE0683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B8D97-3999-45EF-9CB3-4389ABC6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97513-DAB4-4D09-82DD-205CB862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036A2-FF97-43C1-AF15-A598F163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Central concepts of automata theory: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C88C7-0D55-4954-AADB-F11ECE4E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CD70A-5176-454C-84C3-819C08BB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12CCA-6644-4161-B35E-2A312CA2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B591E-295C-437C-8718-0E8BCEFE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97AE1-B144-42D6-BF2E-7244B086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23F19-559A-4159-8BC0-A886C066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41E80-48C5-4246-AB50-A3ABCF30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6A9E5-D795-4D41-A169-743DC386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C64AE-CA04-4075-A96C-E9A34272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354E6-DD10-4B94-89A8-150FDE86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A2997-7CB5-4FF7-B096-956C3B65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33256-9933-4888-893C-1A6EA19E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7CBCF-8D00-41B8-B888-C84B99CB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2D2D0-A36C-45CC-ABAB-018C4EBA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F2DD7-72D9-4289-BEC1-F6F1AC83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90FD62-69BD-4728-BCA0-6232728E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9F8E6-A2B3-4C3E-ABE1-7F635A24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FCB7CD-03B2-453D-BA22-41F227B4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BE224-469E-4519-8F87-41AA0B66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C95EA-B703-42D7-875D-16241CA4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38488-0FC7-4EEA-9629-2787BF81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661B03-22F0-4A6E-AE0B-D813550D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B91E4-E4DC-43B4-8B86-67CE5B31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13BAE-7A2E-41B2-9C13-F41EEF91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E7CD27-867F-4825-85A5-DE497BD9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1AD181-ADC5-4CE8-AF13-061B4414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central concepts of automata theory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496762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1848D-2D62-4DE6-BA2F-FAF4806C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E500A-1484-49AE-AEED-0E828DF9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99EA2-B66C-4A7A-A191-163D101E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EE00A-0452-49BD-8B48-28C2505C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5D36C-FC22-42BF-88A9-16576D89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Deterministic finite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B7284-288B-4FE4-A983-8DDDA24D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ED3AE-B7DA-433D-90E7-993E133D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Deterministic finite automata is best taught as a states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BF2EE-3DA6-463F-B229-DFD5E475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C56A2-1629-4FC8-BCDA-BA28FECB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alphabet with transition function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0213B-9962-4804-B533-FDF1CA0C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77F16-F4B0-42AD-A455-A36D4EFE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state and accepting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CFA93-DDCB-4495-A373-CB5A43F5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18D4B-2BD5-484E-AF2E-AE471235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E84EC-E185-490C-8FA8-98083D2D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DF1E8-FA2D-4C24-89FA-E33BFBA4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E4FA2-8DC8-4D31-A5DF-BCE8933F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accepting states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35AF7-0C3E-487E-B675-4B204008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0F6CC-0FE6-4605-936E-C94DDD71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deterministic finite automata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971124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B22B7-E0E0-4E13-A1F3-AC2A63C2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2A938-75F5-4E4B-B84A-15BC1C48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DBE54-15FD-47AD-BA94-B415CF8C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A6F0C-D2D0-46FB-B057-1DA1082B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DEBCA-2D1A-4DD9-B754-1D664713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Deterministic finite automata: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E1799-5D23-44FB-B0F7-BE1B1719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7CCD2-09C8-41A4-9F18-D0414CFC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E28FC-F317-43B3-9877-C6B0D6BF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2FBF0-19F0-4311-8EB1-FA1046F5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3722428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2B908D-53BE-4315-908B-E1CA74D5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EE374-82D1-44AF-921D-A42B1A13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BD8F7-CB84-497F-A804-69F8290D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D7393-6A38-40BD-88F8-5C557A01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0F2F1-C47D-40A6-9B96-2C98207D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Deterministic finite automata: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8FD72-A2AB-4A5F-BAB7-FB7DEDA4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CECF3-B069-43E4-AE8F-11EF7DDB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4D667-B5C0-409A-B2B6-4DB7ED70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03116-28F3-4090-8ED0-50B7B44B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55902-8202-495D-85F4-4E8BD836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DEDD8-4818-4EF8-AB94-B7B4EA0C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7622B-99CC-4E1C-AF88-C9117FB7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0D62E-BE6F-4261-A6C5-7CC46A59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3850F-8779-4D65-ABB1-26E76FA5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7A542-9912-4C53-A9C5-037C330C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70CF9-B6AC-4A9B-AC79-9AD3E4D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FE143-6737-4F5C-8190-B2CDD8D6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AF414-F828-4471-8760-847B5B72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74E20-A7D1-4EC7-906B-CC469BE8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4AAD5-4D35-4342-B55A-FCA8C2E4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D64DD-50EA-4818-9FED-9BF86DFD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1AACD-BD39-443D-8955-B8697BDA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B9455-C23C-4656-9CFE-4FA08CD1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BF684E-07F8-4D74-A559-7BBC3179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618060-FAFA-4BDC-8EA0-320B2038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228F0F-6D9C-4EA4-BB82-32715F34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703E3A-2E92-4FA6-8C43-A0CB9AD7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91B128-FF98-46B3-B708-AFFC6E7E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689FD7-F6DC-465B-931D-8C2452E6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17E319-0770-44C3-8794-42E67F35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0F1C1-EC08-461D-9C4F-426890B7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deterministic finite automata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85484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1EF82-4197-4874-A55D-80348614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58E3C-0C62-4F7D-A03A-FB1628BC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877CF-B819-4C77-9EB9-D3ED0C17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FD92C-49EA-43F9-A24E-2280FB9B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91B28-2B39-4B16-B0A2-833B3DAE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Deterministic finite automata: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6946E-D545-4F92-A84E-908D901B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46881-51C7-4CEF-90F8-F6943419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3EAFD-0BCE-4615-93EB-04AC2F04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8315F-9F1D-4267-B35F-17653D4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C084C-9979-466E-993C-2E1B0624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918D5-A216-4706-A68B-B52CD462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Deterministic finite automata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01E83-54EB-48D2-8880-4BB429A6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89267-1294-4265-9820-BB6C68BB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states -&gt; transition function -&gt; accepting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940B8-56F5-4C1C-8840-6B82183E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AE61B-096D-4E7B-AB18-EB67C57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B1262-0A16-4F38-A796-6B3C6606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A9D30-FE6D-4755-9284-0BFA0073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CFE04-428A-4188-8F9F-33B80D73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BD272-CC21-4363-BB5F-3FB57903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287EDF-999C-4643-A714-09FFC57D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1AB54-7C72-4484-A180-08C85F3E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states, alphabet, transition function</a:t>
            </a:r>
          </a:p>
        </p:txBody>
      </p:sp>
    </p:spTree>
    <p:extLst>
      <p:ext uri="{BB962C8B-B14F-4D97-AF65-F5344CB8AC3E}">
        <p14:creationId xmlns:p14="http://schemas.microsoft.com/office/powerpoint/2010/main" val="7381999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4511A-06C5-4C03-90C2-2634FCD0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8A1EC-7089-438C-B4A2-E6429151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A41CE-CCFF-4A97-8E96-2EAD1D82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4FF32-4349-4728-9246-F5C274AF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561D1-55B8-431B-B72F-B1B195AE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Nondeterministic finite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9A99B-EA56-4AC6-B9D6-48716550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19EC9-E1F9-41BB-8029-754B9C27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Nondeterministic finite automata is best taught as a states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6F484-B513-4794-8685-89118BCF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5AAB8-541B-4A55-B984-C4446151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alphabet with transition function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434C3-9C63-4C57-B40D-14E11746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F614B-F286-4A2C-B03A-6E89B14A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state and accepting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4A78B-6307-4A39-8D32-3CDAF319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8627E-7A67-40DA-A15D-B74A096E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6BF75-C67C-4AB5-9B25-23BD6481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166FB-FF80-4B6B-9F6B-376EEC7E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3141D-7CC3-4EF1-AE81-499AFEEF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accepting states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055CD-AF7C-4E9E-8080-FB2E6AD6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138C4-D3F8-42BA-BD28-A56722FF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nondeterministic finite automata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085295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65D95-CFB4-4300-8018-D0AD7016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7A5F4-269A-4E0A-983F-BE11BEF6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E0865-E8B0-45F4-B656-3A0087A2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FE18D-C723-40F1-9AB8-E4F34BBB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67FE2-8041-43D5-85B5-2834837C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Nondeterministic finite automata: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BBCAD-FA35-4CF9-8E5E-8DA4DB08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47098-01BD-41D3-9C9F-6C41D1B7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8CA0F-A8AD-492D-BC2E-A496C069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5B83F-1416-426A-8D95-2B2DD052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5482631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AF1657-A260-45E6-9CEF-5CDFAC79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BC57B-4AE8-429E-A42B-37043F40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28CF8-3740-4808-9A6C-CFA4991C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B970A-A203-4C9F-8AD1-9B7E0D06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FCBAE-A7BE-4D82-A6B3-6272FA11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Nondeterministic finite automata: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41285-9A19-459D-8003-F75FBAD3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FB2F8-2893-4DF4-A411-F3DFD414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7F189-145C-4570-BD29-F34B82C8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21711-E214-4C72-B647-FCE5AFAF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29E49-3AD2-422E-9A68-9ED3BC8A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1449D-1553-493C-9954-FE2A1AF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4DB60-6071-4832-800E-6273E6A2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057E3-3B86-47E8-97E9-A7236AF8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B9DF9-4E24-43AC-B52B-22F6F474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336D2-C337-44EE-9FCD-17FA03EF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E0562-30CA-4381-A5F2-D490EFC8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7053C-7273-4542-AB7A-EB43A73E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AFBA8-FECC-420E-A792-A2E7A24C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079D6B-EAAA-4BAE-8472-ADF460E6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34E89-C070-4819-B750-B569DEF9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B00DB-DA6F-4758-933E-36367786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18C3CA-2C29-449A-92D0-001EE113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E59F3-B366-43CF-8AC4-08BE2953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78B805-F8D8-4A09-A8C4-91CDB31B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A83D5A-D2AF-4196-9D1F-D904A0F6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A06A19-F86C-4FCB-AF8D-305309EB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E362B-6D6E-40F0-8C94-0AF57747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FE48D6-BF3F-45B0-92BD-53F537E6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3D8A60-E0D9-43EC-82B5-3D7749F5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58F7BC-76FA-4CC6-9E32-B95C6D96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B2FB39-5661-428E-851C-EC96ED21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nondeterministic finite automata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427217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B4F059-97C7-4080-8078-B12B7A56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4B7F1-EF57-4A74-B6BD-4A85E434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8ACD2-1DAB-474A-B669-52E564D1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C0F3D-734C-4700-AC94-A9D33102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22E94-70A9-41A9-B11B-5F3929B0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Text search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E6B26-E0B4-406B-9CAF-E7C2815F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47033-2310-4D20-8474-79AF1342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Text search application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13BB7-05AD-4B9A-ADBA-6B8DF7ED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DAD7C-5BEE-4545-8178-F75C15B2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1F3AA-2810-4D66-99E2-BB9186E6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63209-3D23-4382-AAF0-721220BE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4C12A-FB8C-4BC5-B872-67A01347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83B4E-32B6-4B2B-BE0B-F4A1EF53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6DC79-6247-4EA4-A49A-0BF34C3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3DC10-2CAF-4F10-A8A0-2EAE22EB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1D512-926E-410F-886B-45E61689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A91CED-BF4F-4FA5-AC06-D445150D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A31CA-9703-48DD-AD94-4BC0D321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text search application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462792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859B6-94E1-43AE-8946-8E59F195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51205-B504-4CB1-8D46-D615DE75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3A5E9-65CB-4E31-8B5D-C0331D6B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FB61F-ED2C-4C57-8624-6742C41E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EDE65-7349-49A5-B6D7-D117CE1D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Text search application: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A2E00-67E2-4A57-8E1F-56B08513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F4839-E5FD-41A8-ADCD-3FEE32ED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EE551-18B5-4232-88A1-626E8A25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FA7A4-E8BD-4BB0-8407-8FDEB955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12905029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A2F88F-CE2D-4540-B37D-190E3ABB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2704A-B5B0-4E5B-AE08-EFC0A76A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881D3-F244-4470-A463-3A773DF2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3914C-96D0-458E-943D-C149AE29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ED4DB-7D18-4855-B0CF-36453F88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Text search application: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4F026-FDE7-4ABB-AD4B-80B70F24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E8521-B6B0-46D9-A5AF-E2417686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D46B1-52AF-4080-ABE1-33F84FE7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AD0D5-7522-4F02-9655-BA218573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2E451-B733-42FD-8ED5-AB4A6939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98B5C-B386-462F-A496-B5B29A5D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D649C-D80C-43CA-AEBD-DCDFED17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E5734-5ECD-4FD7-9AB2-E466FFA0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C9F86-64CC-4EE4-85FE-0639A6DD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FFAC0-6BEA-49D0-B2F7-FD3AAA21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857B9-82FC-4B94-9AFE-5BACF050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3C3F2-8EA1-45E0-8EDF-17111B4B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29420-60BC-4024-AAF9-731B66D4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A08CC-FD58-4F6E-9EA4-7D6B3538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3E99E-55FC-4CCC-8383-1B967755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942DC-AA79-4198-A414-5CC934C3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B7E4C-70F7-456C-BC4D-E4FDA019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65099-C94E-4F69-A007-C97AF8E8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B07F60-C55D-4270-9923-6A3A8AE2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44D20-1B01-4106-9B5D-B1621A0C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3AE5D6-EDB6-4D4F-88B6-0EB37314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7E6742-E720-48C8-8314-7F419D3C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0BC5F0-8425-421F-8964-CF85A209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213E97-4F28-41BA-9BAE-C8328F40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6F42CF-43E9-4AC6-B72A-1B54078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EAA76E-1938-495C-A3CD-DF4A457A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text search application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0657693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08533-2D55-4DBB-B4A5-DCEB9E11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7C9C5-0AE6-4906-BD03-2F44F779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E69A2-9498-46CE-905C-A53B5F7E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0931F-21F4-4187-A3FF-37A95AE5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A1096-815F-410E-B91D-D1248CA4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Finite automata with epsilon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75AF8-36E4-4500-8325-F4DE24AA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EF40F-CF81-4D8F-BC68-3B0FA8BA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Finite automata with epsilon transitions is best taught as a states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99CBE-CC38-451E-92D4-7841A16F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62B26-118E-44ED-9EA0-D81D5689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alphabet with transition function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55F59-3CD7-4424-9145-9506F00A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CDD6B-4403-4DC4-808D-ED7FB7E4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state and accepting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010A8-B6AF-4A1E-8F9B-CC6B1033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68757-A4DD-41D6-B48F-82C8ECA0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C8579-1B24-4D17-999D-17FED4AD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6CCEE-AA33-4E25-8B6D-6BFC1990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89446-8868-4416-B07D-21ADC52E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accepting states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62399-ED12-4FF6-872D-6A3F5B36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E3660-4640-453B-B709-257B6875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finite automata with epsilon transitions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108677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6F999-575C-4DB0-83F0-12FC9807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419BB-A686-4C56-9A49-EF4CA481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31585-DB5E-4686-9BB5-0F2FBD6C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773D0-EC9B-463C-9BAB-038E2340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751C6-227E-4ABC-B863-62F87895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Finite automata with epsilon transitions: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35E74-56CD-42EC-8728-F74CBC2F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100F7-FEAE-42DF-95DF-D83CAEFE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F0B18-3701-41EC-88B0-20C2D7FF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1B322-BE4A-47FD-9BFB-F5BA7F45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23402061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676466-AC94-4982-92AB-22F8CC9B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F15BF-226E-4C35-8DE5-E98F9DDC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D6292-48F2-4B16-BF82-D2E02BFB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FA8EF-AAAA-4136-83F3-972E7BFB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2EBEA-A9B7-49EA-A5A0-87F885C5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Finite automata with epsilon transitions: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58D4D-53B9-4729-8067-0966799C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22081-B091-46B9-BEC3-861F80CE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E209B-F0B8-47AB-9211-04421A8F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88A9B-9104-48B3-B4F8-A61E3C8C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E7A47-FF96-438D-8843-B0813001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04FBF-3A53-4DD3-A4EC-65C68E4A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39FC1-41EB-44BE-B92F-A1A13EA9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C56BD-4BF8-4613-A82B-241253E9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529A9-0D91-4DD8-B541-0295279C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8CC98-A926-4CF0-B609-DFECC6B6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2F930-4000-40C4-8E81-1763DE52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6DC11-4387-48C8-9D7E-3F7665E0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37C7E-29D0-4B50-9136-63007105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F4196-9AD1-47E4-96EE-43BC58E9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CFFD2-AE4A-45E9-8BF9-C925972E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4A3FE-BA72-4FDE-9504-740CE244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B31A3-761B-430C-B415-5E113B42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9B291-25CC-42DE-966F-B6A04C3D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CAC7A-BC00-48F5-961E-06DADEDB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DF04E-C245-42E6-8A2B-676CD2D7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4B2561-9D8B-4E90-9963-8D246791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FCC0F1-E83F-445D-B49B-BF2E4515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BEAB8-2768-47F7-AB3E-8B93F953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AC405B-E1B0-463B-9AB7-5C215B96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644305-6FD6-4C94-9A23-7A2EBF69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7D7E4E-C1EC-40BC-B7B0-36133270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finite automata with epsilon transitions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0589537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201B9-D47E-45DF-B520-A3DE48E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BEF16-AE2E-404C-A0E5-39824470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AB28A-8E53-4D53-AD5C-E4C035D5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2A3E5-7CD6-4B66-850A-BF77774D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15311-D876-4DCA-B4EA-FA940475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Finite automata with epsilon transitions: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CC9E0-BB8B-4474-ADFD-E7B24444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1F331-32A9-449F-AC72-76B385F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0FEC3-3026-4FB8-AD35-CAA473F7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238AA-609A-4850-B083-52F6C9AB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A6411-11E7-451E-B7DA-0DE9A66C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9E407-5B20-4B67-844B-254FD974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Finite automata with epsilon transitions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C08CC-0BE5-4EBA-850D-9F0AD669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1AB83-5BA4-4BB8-AF2C-37795683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states -&gt; transition function -&gt; accepting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53E68-2CC1-4C46-A061-CEDCE364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573F4-DA13-4D38-AC47-45FB4E45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24C98-344C-421D-AD6F-93311371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F98B3-7810-4823-A593-9B71EBD1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44E95-402D-4B65-B679-8BB92CD9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63015-41B8-408C-8D2C-9792CC1A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A9F78-8C9C-4C58-A507-B20210E9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003DC-6E6B-4105-B0F1-55271A42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states, alphabet, transition function</a:t>
            </a:r>
          </a:p>
        </p:txBody>
      </p:sp>
    </p:spTree>
    <p:extLst>
      <p:ext uri="{BB962C8B-B14F-4D97-AF65-F5344CB8AC3E}">
        <p14:creationId xmlns:p14="http://schemas.microsoft.com/office/powerpoint/2010/main" val="119257310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0ACC2B-03B7-4590-85DD-61AF3E97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A794D-F5DF-48BC-83C9-CE09B7D7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B44C1-79E1-45E2-80A7-1C05480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64B01-8A81-44E0-AAEF-542A6ADA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7A6E3-A90B-4CEB-A397-1D7868D6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Introduction to finite automata vs Structural representations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32E8A-9DF3-447E-8241-87C9A2F3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47157-6AE3-4063-AE47-92680CC3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5E17B-C7F8-43F0-B357-C37E591A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Introduction to finite automata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B568E-75FC-432D-A7E4-9AD16B7D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Structural representations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44560-3C66-4F12-BFD2-CCA90EDD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59F49-8C4A-4DCB-836B-B41DCB59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F8740-DA29-4E53-9756-AD9CDA7D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B4C33-9DB9-4080-92AA-6E6C5BB6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335E4-EC49-4F4A-B0CD-EA7D14C3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2813A-DDDB-4AA5-B6D2-07819361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5DF6D-D0B7-4928-9F04-A36816DD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B8DEC-434D-41A4-BA6A-3EA721DC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2B915-3501-48C2-BC9A-0718EB7E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3F73C-6685-45E9-A90D-1AC6E0EC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D0EFB-6F6D-4D2E-9AB0-4BD515EF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5D963-EE3D-4119-8224-13424D18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78429-F504-406D-B4B5-003E74B3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90A77-586C-4FA3-8D0A-41142278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D14CC-97BD-4587-A0A5-9C037693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58890-C4C2-4B81-9776-2FBED477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0023532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CB30F-40F4-4885-B03F-AD2A7EEE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3AB89-E50A-484C-B133-D109A9E0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85136-FDF4-457B-BE32-5780B22F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2776D-0461-456D-B77A-5DE0CFEF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F4ECB-FFE1-4B4C-85CB-338AA46B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Central concepts of automata theory vs Deterministic finite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12719-B0EE-4E20-894A-6EA33B2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ED662-B028-4AD0-B4A4-8F1D9699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4D62B-8C62-4BA4-926B-C07EEA4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Central concepts of automata theory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39293-FE21-4DD4-A295-BCBEF686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Deterministic finite automata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F8F81-1B88-4D89-9EFB-35259795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F541D-425B-4615-9D38-9A7920CE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01F7F-673C-4E20-9744-4101FBA6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F51E8-D0DE-464A-8D54-6931C1A2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3BE9C-B68C-4831-9F4E-D9C91E6B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899A4-F081-40CC-B86B-231F8AFE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5041B-B1CA-44EC-9A41-B435C944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3E347-23B8-4B12-83C9-E0FF7CFB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19A70-834E-4407-A11B-DFECFF86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B4806A-6B0E-40B8-9989-D6411DDF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9071B-FA44-4829-B556-752CD8C8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95449-A3AE-48BC-8D39-5E114EFC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E0E56-3C89-464E-9082-063E8F87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3B31A-3A15-43BE-A3D6-C9EE48CF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DF600-6394-4504-A41D-B7C7058D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E62D72-4905-46FC-9ECC-B12EFAEB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8213972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7D54C-E0DE-465C-9806-2BF3C428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16AEA-D1AF-40A4-95BE-F980DD90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D46F9-F7FB-4B69-ABB3-C983DD26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753FC-D2B8-4805-A587-719DE2CC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31BF9-7E22-44EA-8191-108A5D1F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Text search application vs Finite automata with epsilon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AE008-D697-47BF-93E8-F4E360FD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7A092-7E3E-4DA9-AE79-268620A9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6D69D-B7EF-45FF-82ED-7C24571D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Text search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7A3B0-23E5-4AD3-B3A5-D834406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Finite automata with epsilon transitions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4AB9B-167C-4976-95EE-C871314E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7DB53-312A-4BC7-80FF-32277A27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6E1B5-DE7B-470B-A614-53390711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85AAB-B419-4616-A568-C7684EB6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134F6-1751-4952-8580-237F1124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A0269-BB60-4199-AAA1-877E5CD8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FBA2E-F008-4534-8793-505104F7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053FA-0957-4BD2-9485-D0B06E72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8AF61-8EF3-4AC7-9DC7-BE375C42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81AE8-55A1-449D-AF24-58EF6448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83BFF-B25E-4EE4-BE12-618A5F41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B8ED3-FF3F-42A6-AE35-71B351AB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8549D-4CA2-4147-B3E2-BE49DB24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1D15F-A873-4833-9E63-A1B80335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6DC507-37BE-4DA9-BC93-DB0278E3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306B8-CD8F-4850-B1ED-E02E9D23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3210206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9F36C-3279-455A-87FA-13068B93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17FEE-AFCA-4F09-91F5-E95A2FED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FB4AA-1439-4C5C-8CB8-5D3EB8A4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F8EC8-2AA3-4A88-9180-33313CDA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0D58F-532B-460A-8076-E1E59B79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4AF61-FC8F-4808-9254-6C505FC9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3BD49-87A4-4E86-9059-7D0D1F3A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3A6CE-FCBC-468F-9510-5D77F396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FFA34-6A44-4C51-93D3-57B14791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3AF94-0C0F-4B95-80C1-625323FD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F025B-5942-4844-AB7B-7AFDC003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63824-D955-4B53-9503-9BB07539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Introduction to finite automata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D494A-19F1-4A3E-973C-7632158B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F7AF9-F8A0-4C60-B3DA-72F6DC63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Structural representations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9E87C-6741-4AD4-B041-65EEE01E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79203-514A-46AF-B9F9-97C5EF0B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Automata and complexity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1DA4E-B7F7-432D-963D-96DFB01D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625CB-CFD4-49C5-A313-C4F15019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Central concepts of automata theory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0FF35-2FF7-465A-8F54-1B484B5F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22DDDA-1086-4B04-8B0A-5E2F873B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Deterministic finite automata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97A066-440C-467A-B6C1-4282C81F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6B90F7-5396-4AB7-BD66-75CBDF72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Nondeterministic finite automata</a:t>
            </a:r>
          </a:p>
        </p:txBody>
      </p:sp>
    </p:spTree>
    <p:extLst>
      <p:ext uri="{BB962C8B-B14F-4D97-AF65-F5344CB8AC3E}">
        <p14:creationId xmlns:p14="http://schemas.microsoft.com/office/powerpoint/2010/main" val="3873881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6E19A3-CD12-4959-99DD-28FB7225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32EC4-65C9-4DF3-8416-72EE7B7E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7C4BE-D3AB-4AFE-848C-0E14EDCB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EA6DB-1238-42A2-ADBF-064EF639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0C0C2-EDF9-4CBF-B384-90DE75C4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3E3F3-F46B-426F-8390-7E57B893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6353F-054E-4EFE-A99A-4F6EBB69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55D47-A04A-4132-BE36-587C587F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C817D-AEA2-4159-8BE6-E35C929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C0B28-5F68-4D47-84C2-06BFE5CE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0B5EE-2FF8-4EDE-B49B-E3E5A1FF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Introduction to finite automata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7AF68-38DF-4FEA-A177-9FC3C6EA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82AA3-D28C-474E-A2DB-C67DB9F1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D0C6F-B4D1-4CD1-A7E4-C99FC4AC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75C06-BD0C-415E-ACEE-B61F4649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Structural representations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CF3EA-72E0-481A-B771-F283F94F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1BC7C-D542-43E3-AA58-866ABC4B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22AB9-E663-4EB2-9071-DB51063A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A42DC-BD72-4598-8A28-242AB0B2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Automata and complexity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B7FEF-7430-488C-902A-B19A5AE7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88FC5-9895-4A1F-A315-7F02569A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37F88-A3C1-497D-B5E4-1BFCA7D8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99F22-6945-4817-AF32-3C3973BF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Central concepts of automata theory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509C1-9CFA-4D21-8C6E-A0F1B77F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88FEC-F73A-4ECE-B58E-44CBEB45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4360539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C84DD-ADD0-4180-9F02-F52399D5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BEC92-1A5D-4392-ABED-C48A41F0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C1C0C-87C6-454E-8FA7-58C4A150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3E5CE-075F-4410-8EE9-F875DEB2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D529C-0A8B-4E5A-BDF1-AB5F3151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23D4B-5060-46DC-B878-9607058B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2495A-A459-4264-AAA2-7EDDD4C6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6DF16-9D16-4550-BE7A-9BCB61B4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4D374-D0CE-4E4E-8DE5-5F3E14D9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30ADC-43A4-4D72-8795-C5AE0048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1C225-EE65-4DCD-9818-BB54AF4F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53932-8FC9-4F35-B411-7A929344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65AF4-F7C0-4256-A0D6-C5F9DB1E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81296162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267D0-0A11-4502-8126-613F4368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1D9A1-E637-4B5B-B650-27B6F3B6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42C77-45A0-4F2F-B3C0-696D0B13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371AA-9A7B-43CD-868C-3D180D68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AE2D2-BAFF-44A6-A5AB-B72C5CBF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7094E-4579-452C-BC1D-9ACA9248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13BB2-BF8C-4EE2-868E-65148035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E2503-2A73-4F9F-809D-102F6D87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D5EB8-D0A6-4F53-81E4-04E1A7E2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0DA69-5BD9-4F96-8C58-ED988B0A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89414-5DC4-462F-A09A-5D471DC3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CADB2-1823-4BC7-9C3E-3991D137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C0420-0AA2-4882-8A8B-517E4D62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9A173-92A7-413A-8FA4-DDEDF39D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DAB8F-0533-4B74-A454-D6833751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58802539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7528BC-706E-4086-B8AA-8DF61D76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129E8-C0CD-48F4-A5CA-40B3B8D1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0EA1C-F18C-4323-9C3D-4ACC8CD7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DBC28-10F1-4C2B-8F8A-6CEAF8A7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E07DB-6BDA-444A-9610-51922471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A9443-8A76-44C1-B1E7-2FA2EBE8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92581-561D-4CFF-8EFB-308363EE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DC55A-4F2F-44BD-94A2-13C9086C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4E71C-C02D-4FA6-BB8F-FCFBA938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626E7-A4AC-45A1-ABC4-A4125037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1E0D8-ADA1-4789-A99A-C14ABA95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3ABE3-6850-4E95-8F8A-A924F670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761A3-1BD7-4F92-84AD-FAB2B189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E941A-3EB3-4BB2-A20A-5068DDDF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BE0A0-F0B0-4591-BC7D-FBC3697D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77220-59BB-4506-A727-038777E6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52206-5CA7-4071-86CD-A620C911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7CD00-B87B-4D50-AB6C-66002FA8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BADE7-C651-4695-BAE7-95BB13C0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CB769-C6D3-42B1-8F9D-5BF1DA85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C6B2F8-4CAC-49D3-8F66-045B590D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F95F6B-B898-42A0-A636-5BF2FAD0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BA6F7-45D2-4410-A47D-5071C162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A4CC9-C825-4B8E-A93F-2C9F696A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8158D-59E3-4183-9471-A31C0E4D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55520823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CF214-4B2B-45AF-95BA-BC0A1D62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CBC1C-7587-4423-AE8F-C98A489B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6699F-841C-43F2-930E-DBD951FC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40D7C-BEB1-4F93-89A6-CEC43FDD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450BD-799D-4E47-94BE-6B91219E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F639B-3845-4B21-9804-33BC5163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A74F4-C45B-4845-99C6-3C029554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Explain Introduction to finite automata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1AE66-0A1E-4EEB-990A-B856DA54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159C4-428F-4B82-8229-433A0B6E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Compare two approaches from Finite Automata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2E96D-2A9E-47CC-BE27-9636CDCE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115D9-81A6-4715-BDEC-B8B50696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Solve a small worked example involving Automata and complexity.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D572B-AF1A-4781-B5E6-0D3F40D2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4B061-CD21-4EC1-8C0B-F6EDB751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List common mistakes and how to avoid them in Finite Automata.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2E1CC-B6BA-4279-B1BE-1AA4671E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05D70-6B67-4523-BBC3-F0CB9224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7629206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A341F-9AF9-4945-911B-A050CD39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3231A-3028-4B9C-B8AC-0352913E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76ED8-449A-4DB6-BAA6-2A39AE22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120A6-B650-4321-BFFF-29292337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7C8FA-CDE8-4188-93C2-E2EBD2EF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Introduction to finite automata vs Structural representations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229D3-5081-43FD-B742-CA7A0A24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47337-AA99-4D7D-826E-64A6F066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A8B77-6062-4F91-AF57-C94AA71A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Introduction to finite automata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9FEA4-4F67-4042-8134-4AEBFC42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Structural representations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176F1-5C52-4C9B-80FE-7D688F74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76BDA-FED3-4822-AD68-DD42429B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31BBF-E198-4009-9F08-EF28238D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7F57C-F6D8-4C66-9E20-5D6E2F36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7822D-4B1F-4962-A4D1-2F8912BE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7AEB3-17DE-4696-89A6-B7D47949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8A172-6E34-4624-8D10-A65F1E18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516B6-7DD4-4F46-BF8E-FBE6D7C6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1E485-8E8B-49AE-AA10-6C0131DD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9C50C-8D70-40F5-8930-5973D96B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59C25-578F-488E-9CC4-ACE92BC5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29DA1-C6D3-4198-8AD5-2A4052C5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F491A-D677-46EE-A84C-8F17F2A9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376D8-085F-44CF-9426-29B4F174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301F9-A658-459B-9545-0AB89AC4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FAF82C-B13D-47CC-8926-9C3CC902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12834639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8FED05-D96E-4097-B36E-237554D4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A90B7-288B-4462-A7BE-AB255A7C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F22FD-94D5-439C-8688-85F8B85B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83681-603F-427D-A2B9-F717EE91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EC69A-4531-48EC-A3E4-351249DA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Structural representations: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514C5-1415-4A54-AF0C-6F296DF5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A857A-51C2-43A8-92CA-CCE22665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B1A4E-D637-44B6-83B0-8A1797B9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6F6AA-1043-4570-B624-1A72737F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C3E40-1EBF-40C4-BC9C-D9228626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E1DF6-189E-40CD-B2AD-DA5E7836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C0D3C-0BAD-4789-B0CC-9E790448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88F67-8FF3-4125-89EF-54E49DF3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1AF64-C30F-4924-A2CF-7C675E81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3BDD4-1D6D-4EB9-8AA0-2AAB4701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05616-FCE5-4C4C-BC8E-B7DE31F7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02BE6-02B1-42BC-BC02-825E0016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5FA23-0074-4EC1-9445-C3E5ACA8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48115-361B-49E4-9486-035D166B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64648-25D0-4151-A96C-402D0BC2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70529-6C64-4350-8B0C-C8928EC8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EBE25-188B-49B0-822E-736368C3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2882E-7D22-42AF-B68F-C760128A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C78B0-82DD-4AB8-8E95-6765868E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84CEA-92E5-49FE-84BB-901A39BB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C084D8-3C20-4AA4-AA1E-BB11003C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DBAE86-4CE6-4590-942F-6633C38A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B1B53B-E651-42CA-9A38-460D919A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82A43B-FE98-4AB3-98DD-0D32D697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7FFE9F-BDF8-4C86-96C1-3E355ACF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E70B5B-0DBD-4BD1-98CA-80B3B054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structural representations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279658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2047BC-1D07-4E37-A54A-56999852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BFEB1-973A-417C-81D1-B38141C8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0A233-A84E-47FA-B46C-0BE39C03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A872D-D09E-49EA-BA67-DFB2CD99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9CBA5-894F-410A-9E6F-B48DC820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Automata and complexity: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DF651-C645-4EB7-9C1B-09ADF540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1B11F-F528-4657-9E20-59E56FE4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7C47E-8157-4448-89BF-D50010BA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21C71-C7D7-484C-BA0C-AFA2E6DE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2B58E-3C95-4AB5-AD6E-751E82BC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77A7C-A243-492E-91E6-581FA1BB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Automata and complexity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BED2A-C168-49B3-B5B3-CD98FB3B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8271D-D926-4353-9BD3-01CD9C43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states -&gt; transition function -&gt; accepting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E2799-B276-4564-BEFC-E0BECFA8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FB253-9A7F-4720-9DEA-B5617904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8685F-F47E-418E-9785-04A7E98B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5F7E1-5EC2-4A06-8B32-BCF687F6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EDD26-6083-41E6-9788-B0EBE024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5F056-2740-4255-AF8E-22606941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099DF-9300-4A63-B6C9-C5131663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3040E-8786-43EA-8379-C3BB8028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states, alphabet, transition function</a:t>
            </a:r>
          </a:p>
        </p:txBody>
      </p:sp>
    </p:spTree>
    <p:extLst>
      <p:ext uri="{BB962C8B-B14F-4D97-AF65-F5344CB8AC3E}">
        <p14:creationId xmlns:p14="http://schemas.microsoft.com/office/powerpoint/2010/main" val="142462296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7B46A-E120-4D90-89ED-450187CE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343AA-33A1-4AC1-BA2E-083428E4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12AAD-D42A-440E-A6D4-A8F6A9FF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0CFD4-EBDE-4FAC-BA8F-D77929BE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D26A5-99BF-48D5-B30B-B5A1656F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Central concepts of automata theory: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3820C-4464-4664-BC64-8A809DF3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60BC7-8A76-42C4-9F19-FFEDA034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9D17E-8DFA-452D-8355-541E9727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21E1A-12AA-4287-B72A-8F8624F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1651182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CA0318-EABB-41A2-8775-AC0717B9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1247E-3294-4C9A-B5AF-47249C40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D4307-BD07-4066-A4EF-F52A0AB0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CE26E-3E0C-44F8-A620-1AED4980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AD05F-13B9-4928-B927-A9061E4B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Deterministic finite automata vs Nondeterministic finite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F03D5-EF78-4DF6-9294-6AD81F50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88896-0F25-45F8-9DB6-0769C46F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827E4-752A-4F2B-8BC6-2A81D029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Deterministic finite automata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1F1F6-8FFA-41A6-9948-23A59A8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Nondeterministic finite automata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39D98-10D9-43E2-9A06-A89F526E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1CC23-39D2-4CAC-81D1-326F2001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3745F-E0CD-44F9-A6FB-78EF9692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DF6C5-235F-491D-9185-48EC73F1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6FE94-D3FC-46C2-A1A8-8654BCB2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C33A5-1A21-4050-B09F-E30C38D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84145-EAF8-4E7A-A67F-DAE405EF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3834C-FFA8-433F-A3E6-EED5F60F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CBC79-6B32-4BF4-B4A5-99A50DE0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660E9-B510-48F2-98ED-DA121F9D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32CBA-0C12-48EA-B63A-E313D2E0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A1E66-8609-4528-A4BE-0B43C816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2CEF0-5022-4C44-8E10-A09BFE0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32E93-1E8C-4FD6-A931-1ECD193E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0DA54-5BD9-4081-A405-97B0DA7C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B3478-4B93-4E73-A285-BC4ACFD8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95311624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B0D6D-7549-4378-82D1-B8EA0C24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5040D-24BF-4B72-A743-20A07A53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F24AC-6B2E-4452-8142-31C70A5D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EE88D-836A-486C-9D79-A4A27773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CD209-CC0F-43AB-BFCF-AB008D55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Nondeterministic finite automata: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BBE4B-AEF9-4233-8D92-75E20828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06BE6-1638-48DE-B55F-99605D07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7119F-2C3F-496C-AEBF-724770EE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CAD78-2F1E-4949-9135-7B800A13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AF976-E2C4-47B2-9696-3203B5AF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4B33C-B639-4141-98E9-D3A92B66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A4D52-C0AB-4F12-B308-F6EE715D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31679-1B59-47D2-B145-22F49CCF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E9F58-FCDF-494F-B37B-280F4175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2DEF8-F037-447B-A9F0-0EACFE15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2620F-0ACC-4B80-A81D-F2D9A9B2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B4922-CD12-4EC0-A195-623D5B5E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9815B-8065-4806-A21E-844D5CAF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DE3D4-1A9E-46BD-9D27-D23AC03D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3719A-9218-47BD-A92A-FC1176C0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31076-E43A-4862-B0A3-FDBCBFF8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81C04-9B09-4F1A-BEEB-44C79040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CC0D3-F0E1-4302-B480-D68AA993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FA083-29DD-43D8-8103-A6904E6C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D65BF-C481-421A-81D8-772AB3D0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79DCE-2C71-4FD8-A34A-A75A9F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976DE1-B03D-4ED6-A523-E36734D2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284108-460E-4E74-BBEC-F501085D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3DF4CA-974F-41B6-9FCD-D54C961E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55DFD8-5AAD-4D76-8B84-16097A87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8E5E65-8FA8-45CD-8150-8901EC20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nondeterministic finite automata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2129188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AF2E3-0857-4E1F-90E2-DD660417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808BF-0281-4007-9A73-B975825B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03260-F90C-4394-941F-5624CD12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EDAA8-592A-4F81-9DC6-59BFBEE1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AB371-B926-4B3A-A107-40B5A2B8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Text search application: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40D32-5A9C-4A7B-B4EE-C62225B1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E8F55-013B-44D1-B5DA-4379F33E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4DFCA-C93B-4D95-9063-2D8CC00C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A11C0-5E42-477B-8B54-99C3C9E9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A57AE-E5F1-42CB-AACC-26AFE1B2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79CB0-E28E-4799-A53D-ED57C66E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Text search application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287B0-DB06-4EFB-965C-F30B42F8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8CBD6-96C8-4886-8BE1-57D82762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637D6-DD6E-43DB-A63A-769D79EF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46B2A-DBFA-4231-9787-2663CE4F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2FE40-CBCD-483E-8EBD-D393E3E2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2E89D-E714-469B-A8C7-8DF79C65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B7665-5A27-4EA0-8112-23722E72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B4E71-93AC-4C23-B67C-2AAB6715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AAD72-2730-440E-8AAA-B41513B5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90731-7844-4842-A44A-3641EC83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36342445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6F605-2937-45F8-848D-D67B5664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2219B-B052-44B7-8C79-CBA308BF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CC367-E3F6-4FFF-A597-6DCC6A34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3AC3B-2047-4979-A6D9-7205B9C6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8E611-826B-4CA5-90AC-33591445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Finite automata with epsilon transitions: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F38B7-9015-4179-98E4-FA482302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0A0F8-BE52-41A1-BEDA-4FD09E6A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B7E03-9E64-4A2F-A082-25DE9EDE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0A824-7600-4476-8B66-1964F97F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17347230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C0AEF4-FE26-45A0-8410-DC397A6C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0515A-FE12-47A7-99CF-C00A8752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1779D-FC80-487D-8CA2-9B003222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45A52-2A0C-4C7A-8C32-070CBF4E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7390C-295D-4ADD-AEC9-642D26C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Introduction to finite automata vs Structural representations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674D2-69FB-44B5-9EFD-AA1E19EC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DD46B-7335-424A-82FB-CD25B9F5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8793D-1715-4BCE-89C2-7EBA4299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Introduction to finite automata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C4A8A-C0D5-49F9-B1AC-88CBFF95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Structural representations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31644-279C-46E9-9537-5C1CB01F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1E375-AC69-4A5C-AFC9-03208874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148E4-129D-48DE-9D89-E996AA7A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91500-54EB-4222-B11F-29A2D20C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6D027-1DDF-49C0-8969-E434A2EE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CB6B7-6C6B-49F3-887B-7EDDDCD5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39E15-4BCD-40A1-ADDD-3FD40918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DBDA9-6292-42A6-94EA-20026EC6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FFB06-42A6-4A99-A90E-5504F998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8E1C5-8F60-4147-9C1D-B837BFFA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18F8E-952E-44E2-94A4-0DE131A6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46335-2514-4C82-B27E-D69E937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F4BA3-F105-4026-8A84-896CAEB2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92B6A-4C0F-4D20-856F-4CC5547F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71240-6C84-44C7-8357-79B195B4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E0E1D-FA4C-4849-9720-35EA31B5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06849518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3F987-F9A8-43B0-9C97-C478C0A2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7598E-8C5E-41BB-AC4E-B3CD0901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1: Finite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E5FE7-3AD9-4CF1-BD6A-F54780E0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27696-3683-49CF-BE7C-986D1D16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A64EA-33AD-4F07-B326-7475222B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F54BF-82F8-4ACF-ABD1-D1CAFACC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2F9D0-021A-41C1-9F10-80629901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6A7E4-BD8C-468B-8A65-EE244EB0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4E6DF-0A44-49FE-82FD-A95A80F3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9A4B8-5399-4E17-8B69-6B5734CC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6A300-8432-4569-A040-3DAFEDE5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27430-CDAC-4F4A-BC15-FD98A6F7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326361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2026-08-24T06:04:33.4390000Z</dcterms:created>
  <dcterms:modified xsi:type="dcterms:W3CDTF">2026-08-24T06:04:33.4390000Z</dcterms:modified>
</coreProperties>
</file>