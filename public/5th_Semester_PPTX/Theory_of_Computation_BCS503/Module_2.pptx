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9f38b715c943b3" /><Relationship Type="http://schemas.openxmlformats.org/officeDocument/2006/relationships/extended-properties" Target="/docProps/app.xml" Id="Rb4f63f848b7a48f4" /><Relationship Type="http://schemas.openxmlformats.org/officeDocument/2006/relationships/officeDocument" Target="/ppt/presentation.xml" Id="R91977980960f4c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7ea7d6be9640cc"/>
  </p:sldMasterIdLst>
  <p:notesMasterIdLst>
    <p:notesMasterId xmlns:r="http://schemas.openxmlformats.org/officeDocument/2006/relationships" r:id="R27852cf336de4eb4"/>
  </p:notesMasterIdLst>
  <p:sldIdLst>
    <p:sldId xmlns:r="http://schemas.openxmlformats.org/officeDocument/2006/relationships" id="256" r:id="Rc141f1edc3f04430"/>
    <p:sldId xmlns:r="http://schemas.openxmlformats.org/officeDocument/2006/relationships" id="257" r:id="Rf84b38b5e8c04cab"/>
    <p:sldId xmlns:r="http://schemas.openxmlformats.org/officeDocument/2006/relationships" id="258" r:id="R25c57607aad44b36"/>
    <p:sldId xmlns:r="http://schemas.openxmlformats.org/officeDocument/2006/relationships" id="259" r:id="Ra099d6d431b844c7"/>
    <p:sldId xmlns:r="http://schemas.openxmlformats.org/officeDocument/2006/relationships" id="260" r:id="R78067dc64ef44cd6"/>
    <p:sldId xmlns:r="http://schemas.openxmlformats.org/officeDocument/2006/relationships" id="261" r:id="R974ced71d0024a35"/>
    <p:sldId xmlns:r="http://schemas.openxmlformats.org/officeDocument/2006/relationships" id="262" r:id="R342e2424bc274b47"/>
    <p:sldId xmlns:r="http://schemas.openxmlformats.org/officeDocument/2006/relationships" id="263" r:id="R809f2ec808e64800"/>
    <p:sldId xmlns:r="http://schemas.openxmlformats.org/officeDocument/2006/relationships" id="264" r:id="Rd2d0aed0641f4b31"/>
    <p:sldId xmlns:r="http://schemas.openxmlformats.org/officeDocument/2006/relationships" id="265" r:id="R123bf0a5b5894464"/>
    <p:sldId xmlns:r="http://schemas.openxmlformats.org/officeDocument/2006/relationships" id="266" r:id="R43b5b5f2cf744c90"/>
    <p:sldId xmlns:r="http://schemas.openxmlformats.org/officeDocument/2006/relationships" id="267" r:id="Rd936e60197e94a29"/>
    <p:sldId xmlns:r="http://schemas.openxmlformats.org/officeDocument/2006/relationships" id="268" r:id="R196738839aea45bb"/>
    <p:sldId xmlns:r="http://schemas.openxmlformats.org/officeDocument/2006/relationships" id="269" r:id="R95e82261d2b3416b"/>
    <p:sldId xmlns:r="http://schemas.openxmlformats.org/officeDocument/2006/relationships" id="270" r:id="R50424e096ff14115"/>
    <p:sldId xmlns:r="http://schemas.openxmlformats.org/officeDocument/2006/relationships" id="271" r:id="R4fc4a787464b4f15"/>
    <p:sldId xmlns:r="http://schemas.openxmlformats.org/officeDocument/2006/relationships" id="272" r:id="R1b7e8b5a202846a8"/>
    <p:sldId xmlns:r="http://schemas.openxmlformats.org/officeDocument/2006/relationships" id="273" r:id="R733689fbd308441a"/>
    <p:sldId xmlns:r="http://schemas.openxmlformats.org/officeDocument/2006/relationships" id="274" r:id="Rceda8b0cfb534f05"/>
    <p:sldId xmlns:r="http://schemas.openxmlformats.org/officeDocument/2006/relationships" id="275" r:id="R13cc55c753744b8e"/>
    <p:sldId xmlns:r="http://schemas.openxmlformats.org/officeDocument/2006/relationships" id="276" r:id="R2375c0a5de1b4c79"/>
    <p:sldId xmlns:r="http://schemas.openxmlformats.org/officeDocument/2006/relationships" id="277" r:id="R7e51c4fc4893444d"/>
    <p:sldId xmlns:r="http://schemas.openxmlformats.org/officeDocument/2006/relationships" id="278" r:id="R6c44609d2d1942a1"/>
    <p:sldId xmlns:r="http://schemas.openxmlformats.org/officeDocument/2006/relationships" id="279" r:id="Ra1ba45599b724cf5"/>
    <p:sldId xmlns:r="http://schemas.openxmlformats.org/officeDocument/2006/relationships" id="280" r:id="Ra9d78f3778b8476d"/>
    <p:sldId xmlns:r="http://schemas.openxmlformats.org/officeDocument/2006/relationships" id="281" r:id="Re5af58b545bc4482"/>
    <p:sldId xmlns:r="http://schemas.openxmlformats.org/officeDocument/2006/relationships" id="282" r:id="Rcf9018c411c54bf0"/>
    <p:sldId xmlns:r="http://schemas.openxmlformats.org/officeDocument/2006/relationships" id="283" r:id="R4ba29403625d405b"/>
    <p:sldId xmlns:r="http://schemas.openxmlformats.org/officeDocument/2006/relationships" id="284" r:id="Rf6af274539e746d5"/>
    <p:sldId xmlns:r="http://schemas.openxmlformats.org/officeDocument/2006/relationships" id="285" r:id="R75044a951fde4b57"/>
    <p:sldId xmlns:r="http://schemas.openxmlformats.org/officeDocument/2006/relationships" id="286" r:id="Rc15bfeee3f964ce4"/>
    <p:sldId xmlns:r="http://schemas.openxmlformats.org/officeDocument/2006/relationships" id="287" r:id="R8974cee76ca04524"/>
    <p:sldId xmlns:r="http://schemas.openxmlformats.org/officeDocument/2006/relationships" id="288" r:id="R15966c898ad6418a"/>
    <p:sldId xmlns:r="http://schemas.openxmlformats.org/officeDocument/2006/relationships" id="289" r:id="Rf383a1e7a0b844f5"/>
    <p:sldId xmlns:r="http://schemas.openxmlformats.org/officeDocument/2006/relationships" id="290" r:id="R98a66d8e5dc344c9"/>
    <p:sldId xmlns:r="http://schemas.openxmlformats.org/officeDocument/2006/relationships" id="291" r:id="Rfc7e36f17c6f4b8e"/>
    <p:sldId xmlns:r="http://schemas.openxmlformats.org/officeDocument/2006/relationships" id="292" r:id="R959ea519d2204510"/>
    <p:sldId xmlns:r="http://schemas.openxmlformats.org/officeDocument/2006/relationships" id="293" r:id="R68338011fbcc4812"/>
    <p:sldId xmlns:r="http://schemas.openxmlformats.org/officeDocument/2006/relationships" id="294" r:id="Rdf0b4dc8705e43a8"/>
    <p:sldId xmlns:r="http://schemas.openxmlformats.org/officeDocument/2006/relationships" id="295" r:id="Rf2a84a6d473f464c"/>
    <p:sldId xmlns:r="http://schemas.openxmlformats.org/officeDocument/2006/relationships" id="296" r:id="R56d9919d2aaa43f9"/>
    <p:sldId xmlns:r="http://schemas.openxmlformats.org/officeDocument/2006/relationships" id="297" r:id="Rcef473a5acce4415"/>
    <p:sldId xmlns:r="http://schemas.openxmlformats.org/officeDocument/2006/relationships" id="298" r:id="R5922d9ae41934187"/>
    <p:sldId xmlns:r="http://schemas.openxmlformats.org/officeDocument/2006/relationships" id="299" r:id="Rc1d5b0839bc74b28"/>
    <p:sldId xmlns:r="http://schemas.openxmlformats.org/officeDocument/2006/relationships" id="300" r:id="R239479baaf724820"/>
    <p:sldId xmlns:r="http://schemas.openxmlformats.org/officeDocument/2006/relationships" id="301" r:id="Rb441779324de4076"/>
    <p:sldId xmlns:r="http://schemas.openxmlformats.org/officeDocument/2006/relationships" id="302" r:id="R2dfcdae3803745f0"/>
    <p:sldId xmlns:r="http://schemas.openxmlformats.org/officeDocument/2006/relationships" id="303" r:id="R67719801621848ee"/>
    <p:sldId xmlns:r="http://schemas.openxmlformats.org/officeDocument/2006/relationships" id="304" r:id="R9a7769dcbd1b48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c4f6f26e584ba3" /><Relationship Type="http://schemas.openxmlformats.org/officeDocument/2006/relationships/slideMaster" Target="/ppt/slideMasters/slideMaster1.xml" Id="Rdb7ea7d6be9640cc" /><Relationship Type="http://schemas.openxmlformats.org/officeDocument/2006/relationships/notesMaster" Target="/ppt/notesMasters/notesMaster1.xml" Id="R27852cf336de4eb4" /><Relationship Type="http://schemas.openxmlformats.org/officeDocument/2006/relationships/presProps" Target="/ppt/presProps.xml" Id="R672b627583ce4572" /><Relationship Type="http://schemas.openxmlformats.org/officeDocument/2006/relationships/tableStyles" Target="/ppt/tableStyles.xml" Id="Rc3dc0d386dd14f30" /><Relationship Type="http://schemas.openxmlformats.org/officeDocument/2006/relationships/slide" Target="/ppt/slides/slide1.xml" Id="Rc141f1edc3f04430" /><Relationship Type="http://schemas.openxmlformats.org/officeDocument/2006/relationships/slide" Target="/ppt/slides/slide2.xml" Id="Rf84b38b5e8c04cab" /><Relationship Type="http://schemas.openxmlformats.org/officeDocument/2006/relationships/slide" Target="/ppt/slides/slide3.xml" Id="R25c57607aad44b36" /><Relationship Type="http://schemas.openxmlformats.org/officeDocument/2006/relationships/slide" Target="/ppt/slides/slide4.xml" Id="Ra099d6d431b844c7" /><Relationship Type="http://schemas.openxmlformats.org/officeDocument/2006/relationships/slide" Target="/ppt/slides/slide5.xml" Id="R78067dc64ef44cd6" /><Relationship Type="http://schemas.openxmlformats.org/officeDocument/2006/relationships/slide" Target="/ppt/slides/slide6.xml" Id="R974ced71d0024a35" /><Relationship Type="http://schemas.openxmlformats.org/officeDocument/2006/relationships/slide" Target="/ppt/slides/slide7.xml" Id="R342e2424bc274b47" /><Relationship Type="http://schemas.openxmlformats.org/officeDocument/2006/relationships/slide" Target="/ppt/slides/slide8.xml" Id="R809f2ec808e64800" /><Relationship Type="http://schemas.openxmlformats.org/officeDocument/2006/relationships/slide" Target="/ppt/slides/slide9.xml" Id="Rd2d0aed0641f4b31" /><Relationship Type="http://schemas.openxmlformats.org/officeDocument/2006/relationships/slide" Target="/ppt/slides/slide10.xml" Id="R123bf0a5b5894464" /><Relationship Type="http://schemas.openxmlformats.org/officeDocument/2006/relationships/slide" Target="/ppt/slides/slide11.xml" Id="R43b5b5f2cf744c90" /><Relationship Type="http://schemas.openxmlformats.org/officeDocument/2006/relationships/slide" Target="/ppt/slides/slide12.xml" Id="Rd936e60197e94a29" /><Relationship Type="http://schemas.openxmlformats.org/officeDocument/2006/relationships/slide" Target="/ppt/slides/slide13.xml" Id="R196738839aea45bb" /><Relationship Type="http://schemas.openxmlformats.org/officeDocument/2006/relationships/slide" Target="/ppt/slides/slide14.xml" Id="R95e82261d2b3416b" /><Relationship Type="http://schemas.openxmlformats.org/officeDocument/2006/relationships/slide" Target="/ppt/slides/slide15.xml" Id="R50424e096ff14115" /><Relationship Type="http://schemas.openxmlformats.org/officeDocument/2006/relationships/slide" Target="/ppt/slides/slide16.xml" Id="R4fc4a787464b4f15" /><Relationship Type="http://schemas.openxmlformats.org/officeDocument/2006/relationships/slide" Target="/ppt/slides/slide17.xml" Id="R1b7e8b5a202846a8" /><Relationship Type="http://schemas.openxmlformats.org/officeDocument/2006/relationships/slide" Target="/ppt/slides/slide18.xml" Id="R733689fbd308441a" /><Relationship Type="http://schemas.openxmlformats.org/officeDocument/2006/relationships/slide" Target="/ppt/slides/slide19.xml" Id="Rceda8b0cfb534f05" /><Relationship Type="http://schemas.openxmlformats.org/officeDocument/2006/relationships/slide" Target="/ppt/slides/slide20.xml" Id="R13cc55c753744b8e" /><Relationship Type="http://schemas.openxmlformats.org/officeDocument/2006/relationships/slide" Target="/ppt/slides/slide21.xml" Id="R2375c0a5de1b4c79" /><Relationship Type="http://schemas.openxmlformats.org/officeDocument/2006/relationships/slide" Target="/ppt/slides/slide22.xml" Id="R7e51c4fc4893444d" /><Relationship Type="http://schemas.openxmlformats.org/officeDocument/2006/relationships/slide" Target="/ppt/slides/slide23.xml" Id="R6c44609d2d1942a1" /><Relationship Type="http://schemas.openxmlformats.org/officeDocument/2006/relationships/slide" Target="/ppt/slides/slide24.xml" Id="Ra1ba45599b724cf5" /><Relationship Type="http://schemas.openxmlformats.org/officeDocument/2006/relationships/slide" Target="/ppt/slides/slide25.xml" Id="Ra9d78f3778b8476d" /><Relationship Type="http://schemas.openxmlformats.org/officeDocument/2006/relationships/slide" Target="/ppt/slides/slide26.xml" Id="Re5af58b545bc4482" /><Relationship Type="http://schemas.openxmlformats.org/officeDocument/2006/relationships/slide" Target="/ppt/slides/slide27.xml" Id="Rcf9018c411c54bf0" /><Relationship Type="http://schemas.openxmlformats.org/officeDocument/2006/relationships/slide" Target="/ppt/slides/slide28.xml" Id="R4ba29403625d405b" /><Relationship Type="http://schemas.openxmlformats.org/officeDocument/2006/relationships/slide" Target="/ppt/slides/slide29.xml" Id="Rf6af274539e746d5" /><Relationship Type="http://schemas.openxmlformats.org/officeDocument/2006/relationships/slide" Target="/ppt/slides/slide30.xml" Id="R75044a951fde4b57" /><Relationship Type="http://schemas.openxmlformats.org/officeDocument/2006/relationships/slide" Target="/ppt/slides/slide31.xml" Id="Rc15bfeee3f964ce4" /><Relationship Type="http://schemas.openxmlformats.org/officeDocument/2006/relationships/slide" Target="/ppt/slides/slide32.xml" Id="R8974cee76ca04524" /><Relationship Type="http://schemas.openxmlformats.org/officeDocument/2006/relationships/slide" Target="/ppt/slides/slide33.xml" Id="R15966c898ad6418a" /><Relationship Type="http://schemas.openxmlformats.org/officeDocument/2006/relationships/slide" Target="/ppt/slides/slide34.xml" Id="Rf383a1e7a0b844f5" /><Relationship Type="http://schemas.openxmlformats.org/officeDocument/2006/relationships/slide" Target="/ppt/slides/slide35.xml" Id="R98a66d8e5dc344c9" /><Relationship Type="http://schemas.openxmlformats.org/officeDocument/2006/relationships/slide" Target="/ppt/slides/slide36.xml" Id="Rfc7e36f17c6f4b8e" /><Relationship Type="http://schemas.openxmlformats.org/officeDocument/2006/relationships/slide" Target="/ppt/slides/slide37.xml" Id="R959ea519d2204510" /><Relationship Type="http://schemas.openxmlformats.org/officeDocument/2006/relationships/slide" Target="/ppt/slides/slide38.xml" Id="R68338011fbcc4812" /><Relationship Type="http://schemas.openxmlformats.org/officeDocument/2006/relationships/slide" Target="/ppt/slides/slide39.xml" Id="Rdf0b4dc8705e43a8" /><Relationship Type="http://schemas.openxmlformats.org/officeDocument/2006/relationships/slide" Target="/ppt/slides/slide40.xml" Id="Rf2a84a6d473f464c" /><Relationship Type="http://schemas.openxmlformats.org/officeDocument/2006/relationships/slide" Target="/ppt/slides/slide41.xml" Id="R56d9919d2aaa43f9" /><Relationship Type="http://schemas.openxmlformats.org/officeDocument/2006/relationships/slide" Target="/ppt/slides/slide42.xml" Id="Rcef473a5acce4415" /><Relationship Type="http://schemas.openxmlformats.org/officeDocument/2006/relationships/slide" Target="/ppt/slides/slide43.xml" Id="R5922d9ae41934187" /><Relationship Type="http://schemas.openxmlformats.org/officeDocument/2006/relationships/slide" Target="/ppt/slides/slide44.xml" Id="Rc1d5b0839bc74b28" /><Relationship Type="http://schemas.openxmlformats.org/officeDocument/2006/relationships/slide" Target="/ppt/slides/slide45.xml" Id="R239479baaf724820" /><Relationship Type="http://schemas.openxmlformats.org/officeDocument/2006/relationships/slide" Target="/ppt/slides/slide46.xml" Id="Rb441779324de4076" /><Relationship Type="http://schemas.openxmlformats.org/officeDocument/2006/relationships/slide" Target="/ppt/slides/slide47.xml" Id="R2dfcdae3803745f0" /><Relationship Type="http://schemas.openxmlformats.org/officeDocument/2006/relationships/slide" Target="/ppt/slides/slide48.xml" Id="R67719801621848ee" /><Relationship Type="http://schemas.openxmlformats.org/officeDocument/2006/relationships/slide" Target="/ppt/slides/slide49.xml" Id="R9a7769dcbd1b48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a62e89261c4d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50ef985d8f445e" /><Relationship Type="http://schemas.openxmlformats.org/officeDocument/2006/relationships/notesMaster" Target="/ppt/notesMasters/notesMaster1.xml" Id="Radd4883514d945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7ad196a60b41c9" /><Relationship Type="http://schemas.openxmlformats.org/officeDocument/2006/relationships/notesMaster" Target="/ppt/notesMasters/notesMaster1.xml" Id="Radddba92364845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d71e6623204409" /><Relationship Type="http://schemas.openxmlformats.org/officeDocument/2006/relationships/notesMaster" Target="/ppt/notesMasters/notesMaster1.xml" Id="R10789dbed5aa4b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7be619648249c9" /><Relationship Type="http://schemas.openxmlformats.org/officeDocument/2006/relationships/notesMaster" Target="/ppt/notesMasters/notesMaster1.xml" Id="Rc40f550275db42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ae90c311eb4aea" /><Relationship Type="http://schemas.openxmlformats.org/officeDocument/2006/relationships/notesMaster" Target="/ppt/notesMasters/notesMaster1.xml" Id="R8efba21695bf41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e4b79910ce43db" /><Relationship Type="http://schemas.openxmlformats.org/officeDocument/2006/relationships/notesMaster" Target="/ppt/notesMasters/notesMaster1.xml" Id="R2f10d3c73e3e4d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f92d87b0e248ee" /><Relationship Type="http://schemas.openxmlformats.org/officeDocument/2006/relationships/notesMaster" Target="/ppt/notesMasters/notesMaster1.xml" Id="R942233016dbc41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1dd38edf384e6f" /><Relationship Type="http://schemas.openxmlformats.org/officeDocument/2006/relationships/notesMaster" Target="/ppt/notesMasters/notesMaster1.xml" Id="R5cad4d0a47f743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a9e34f89c045f5" /><Relationship Type="http://schemas.openxmlformats.org/officeDocument/2006/relationships/notesMaster" Target="/ppt/notesMasters/notesMaster1.xml" Id="R9e8aafc7b9a649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2c7b88e06e4424" /><Relationship Type="http://schemas.openxmlformats.org/officeDocument/2006/relationships/notesMaster" Target="/ppt/notesMasters/notesMaster1.xml" Id="R7d11c587ccf549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441956f2ab43b2" /><Relationship Type="http://schemas.openxmlformats.org/officeDocument/2006/relationships/notesMaster" Target="/ppt/notesMasters/notesMaster1.xml" Id="R00f3a3d2d85d48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39059783fa4d33" /><Relationship Type="http://schemas.openxmlformats.org/officeDocument/2006/relationships/notesMaster" Target="/ppt/notesMasters/notesMaster1.xml" Id="Rf37c807887f74e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bbe1aaf9b54c29" /><Relationship Type="http://schemas.openxmlformats.org/officeDocument/2006/relationships/notesMaster" Target="/ppt/notesMasters/notesMaster1.xml" Id="R66533b8f963e401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31c618a45054f6c" /><Relationship Type="http://schemas.openxmlformats.org/officeDocument/2006/relationships/notesMaster" Target="/ppt/notesMasters/notesMaster1.xml" Id="R153634117ff14a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4f3cb9c80234e99" /><Relationship Type="http://schemas.openxmlformats.org/officeDocument/2006/relationships/notesMaster" Target="/ppt/notesMasters/notesMaster1.xml" Id="R4e97504fa35849b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7780d62347445d2" /><Relationship Type="http://schemas.openxmlformats.org/officeDocument/2006/relationships/notesMaster" Target="/ppt/notesMasters/notesMaster1.xml" Id="Rf56731e00988486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7e2446cff7f4bc6" /><Relationship Type="http://schemas.openxmlformats.org/officeDocument/2006/relationships/notesMaster" Target="/ppt/notesMasters/notesMaster1.xml" Id="R56d1025c57c54a3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9b3bc0db3f8488a" /><Relationship Type="http://schemas.openxmlformats.org/officeDocument/2006/relationships/notesMaster" Target="/ppt/notesMasters/notesMaster1.xml" Id="R79329d9148cb44f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36d12067ef6453c" /><Relationship Type="http://schemas.openxmlformats.org/officeDocument/2006/relationships/notesMaster" Target="/ppt/notesMasters/notesMaster1.xml" Id="R1d2902abdc65491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8a57b2b8815460b" /><Relationship Type="http://schemas.openxmlformats.org/officeDocument/2006/relationships/notesMaster" Target="/ppt/notesMasters/notesMaster1.xml" Id="Rbe118b3235b2478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549685181c84cf8" /><Relationship Type="http://schemas.openxmlformats.org/officeDocument/2006/relationships/notesMaster" Target="/ppt/notesMasters/notesMaster1.xml" Id="R6405208695844b9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7a09eed6f2f4bab" /><Relationship Type="http://schemas.openxmlformats.org/officeDocument/2006/relationships/notesMaster" Target="/ppt/notesMasters/notesMaster1.xml" Id="R0b03a7671a5f42a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bbc801d4eca4cd2" /><Relationship Type="http://schemas.openxmlformats.org/officeDocument/2006/relationships/notesMaster" Target="/ppt/notesMasters/notesMaster1.xml" Id="Rb558a374bac34f6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5b168ed590a443c" /><Relationship Type="http://schemas.openxmlformats.org/officeDocument/2006/relationships/notesMaster" Target="/ppt/notesMasters/notesMaster1.xml" Id="R70df3a16e7374de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aeadc04ac8d44a3" /><Relationship Type="http://schemas.openxmlformats.org/officeDocument/2006/relationships/notesMaster" Target="/ppt/notesMasters/notesMaster1.xml" Id="R948ca76043f3493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517d93a641645b8" /><Relationship Type="http://schemas.openxmlformats.org/officeDocument/2006/relationships/notesMaster" Target="/ppt/notesMasters/notesMaster1.xml" Id="R6d9d79de0080484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abdb1f401d94033" /><Relationship Type="http://schemas.openxmlformats.org/officeDocument/2006/relationships/notesMaster" Target="/ppt/notesMasters/notesMaster1.xml" Id="Re0a1a16ab4df4fe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2babdef1b9845f6" /><Relationship Type="http://schemas.openxmlformats.org/officeDocument/2006/relationships/notesMaster" Target="/ppt/notesMasters/notesMaster1.xml" Id="R83ac8508858c4c2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c6bb5f07ab34a2b" /><Relationship Type="http://schemas.openxmlformats.org/officeDocument/2006/relationships/notesMaster" Target="/ppt/notesMasters/notesMaster1.xml" Id="Rcd2a601d8f884a1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4b99df9eab8420f" /><Relationship Type="http://schemas.openxmlformats.org/officeDocument/2006/relationships/notesMaster" Target="/ppt/notesMasters/notesMaster1.xml" Id="R06197a82a1ac452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ef41ca5b95b4af0" /><Relationship Type="http://schemas.openxmlformats.org/officeDocument/2006/relationships/notesMaster" Target="/ppt/notesMasters/notesMaster1.xml" Id="R1a0bf3ff276d403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75b9f1c25fa4980" /><Relationship Type="http://schemas.openxmlformats.org/officeDocument/2006/relationships/notesMaster" Target="/ppt/notesMasters/notesMaster1.xml" Id="Rf8f49040adcd42b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f2e13b22a3747a4" /><Relationship Type="http://schemas.openxmlformats.org/officeDocument/2006/relationships/notesMaster" Target="/ppt/notesMasters/notesMaster1.xml" Id="R1cabdc504895487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cbf68bcfa7f4e01" /><Relationship Type="http://schemas.openxmlformats.org/officeDocument/2006/relationships/notesMaster" Target="/ppt/notesMasters/notesMaster1.xml" Id="R419ae7f215aa4d1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26135a633ea45a9" /><Relationship Type="http://schemas.openxmlformats.org/officeDocument/2006/relationships/notesMaster" Target="/ppt/notesMasters/notesMaster1.xml" Id="R4990428365924f9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d3d4d48865c4159" /><Relationship Type="http://schemas.openxmlformats.org/officeDocument/2006/relationships/notesMaster" Target="/ppt/notesMasters/notesMaster1.xml" Id="R3d6a523e43ec4b5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d6f26155c7e4dcb" /><Relationship Type="http://schemas.openxmlformats.org/officeDocument/2006/relationships/notesMaster" Target="/ppt/notesMasters/notesMaster1.xml" Id="R2a17ae189439456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54f5f0277bb4904" /><Relationship Type="http://schemas.openxmlformats.org/officeDocument/2006/relationships/notesMaster" Target="/ppt/notesMasters/notesMaster1.xml" Id="Ra12f2546e00f4c8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6387c560321464a" /><Relationship Type="http://schemas.openxmlformats.org/officeDocument/2006/relationships/notesMaster" Target="/ppt/notesMasters/notesMaster1.xml" Id="R7116848293d7416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7d8492b9d3b4a45" /><Relationship Type="http://schemas.openxmlformats.org/officeDocument/2006/relationships/notesMaster" Target="/ppt/notesMasters/notesMaster1.xml" Id="R5523e7c7798c44f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94013134b6648e2" /><Relationship Type="http://schemas.openxmlformats.org/officeDocument/2006/relationships/notesMaster" Target="/ppt/notesMasters/notesMaster1.xml" Id="R1864d784bbae4fe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2c575147045480d" /><Relationship Type="http://schemas.openxmlformats.org/officeDocument/2006/relationships/notesMaster" Target="/ppt/notesMasters/notesMaster1.xml" Id="R4c334717695e4306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fa6ec8232034772" /><Relationship Type="http://schemas.openxmlformats.org/officeDocument/2006/relationships/notesMaster" Target="/ppt/notesMasters/notesMaster1.xml" Id="R83b7c104f11e4b5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ca969531b2e47a6" /><Relationship Type="http://schemas.openxmlformats.org/officeDocument/2006/relationships/notesMaster" Target="/ppt/notesMasters/notesMaster1.xml" Id="R5fa6d4a3bd6546be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a63e5ed3c72427c" /><Relationship Type="http://schemas.openxmlformats.org/officeDocument/2006/relationships/notesMaster" Target="/ppt/notesMasters/notesMaster1.xml" Id="R45cfc89b1edc4a6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a93424fb7cd6421e" /><Relationship Type="http://schemas.openxmlformats.org/officeDocument/2006/relationships/notesMaster" Target="/ppt/notesMasters/notesMaster1.xml" Id="Reb7936e5d0ca47e7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cd915b9d9e1484e" /><Relationship Type="http://schemas.openxmlformats.org/officeDocument/2006/relationships/notesMaster" Target="/ppt/notesMasters/notesMaster1.xml" Id="R609f8cedccc3433c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95d850f966e94ae2" /><Relationship Type="http://schemas.openxmlformats.org/officeDocument/2006/relationships/notesMaster" Target="/ppt/notesMasters/notesMaster1.xml" Id="Rd884cbbe76004419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84a63f165a724407" /><Relationship Type="http://schemas.openxmlformats.org/officeDocument/2006/relationships/notesMaster" Target="/ppt/notesMasters/notesMaster1.xml" Id="R022fffdf31de42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c62ec9ab3a4b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280c0d27ad444e" /><Relationship Type="http://schemas.openxmlformats.org/officeDocument/2006/relationships/slideLayout" Target="/ppt/slideLayouts/slideLayout1.xml" Id="Ra3ebc7d1373c4a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ebc7d1373c4a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315644c904648" /><Relationship Type="http://schemas.openxmlformats.org/officeDocument/2006/relationships/notesSlide" Target="/ppt/notesSlides/notesSlide1.xml" Id="R3591e7ac04f548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c471e311144ad" /><Relationship Type="http://schemas.openxmlformats.org/officeDocument/2006/relationships/notesSlide" Target="/ppt/notesSlides/notesSlide2.xml" Id="R5254bde0dc364e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6dca35fc24dd4" /><Relationship Type="http://schemas.openxmlformats.org/officeDocument/2006/relationships/notesSlide" Target="/ppt/notesSlides/notesSlide3.xml" Id="R147a41bcb34d4d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004552ec4448e" /><Relationship Type="http://schemas.openxmlformats.org/officeDocument/2006/relationships/notesSlide" Target="/ppt/notesSlides/notesSlide4.xml" Id="R961bbd9d346f47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fe9aeda264105" /><Relationship Type="http://schemas.openxmlformats.org/officeDocument/2006/relationships/notesSlide" Target="/ppt/notesSlides/notesSlide5.xml" Id="R356fd2c9a9174b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a609266824e86" /><Relationship Type="http://schemas.openxmlformats.org/officeDocument/2006/relationships/notesSlide" Target="/ppt/notesSlides/notesSlide6.xml" Id="R93d003aaa8af45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5ba594c3d4e5a" /><Relationship Type="http://schemas.openxmlformats.org/officeDocument/2006/relationships/notesSlide" Target="/ppt/notesSlides/notesSlide7.xml" Id="R4315be4e76a746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282f6064046b8" /><Relationship Type="http://schemas.openxmlformats.org/officeDocument/2006/relationships/notesSlide" Target="/ppt/notesSlides/notesSlide8.xml" Id="R92fdb7a6d71146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04425adcd48a8" /><Relationship Type="http://schemas.openxmlformats.org/officeDocument/2006/relationships/notesSlide" Target="/ppt/notesSlides/notesSlide9.xml" Id="R9b2adf3607874d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5ec163a2a4540" /><Relationship Type="http://schemas.openxmlformats.org/officeDocument/2006/relationships/notesSlide" Target="/ppt/notesSlides/notesSlide10.xml" Id="R477294f85fb94f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d0d88f1eb459a" /><Relationship Type="http://schemas.openxmlformats.org/officeDocument/2006/relationships/notesSlide" Target="/ppt/notesSlides/notesSlide11.xml" Id="R3c2b10531fa642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43e8a80ac40ce" /><Relationship Type="http://schemas.openxmlformats.org/officeDocument/2006/relationships/notesSlide" Target="/ppt/notesSlides/notesSlide12.xml" Id="R91feb01daf6c4a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2b4e6be8e4678" /><Relationship Type="http://schemas.openxmlformats.org/officeDocument/2006/relationships/notesSlide" Target="/ppt/notesSlides/notesSlide13.xml" Id="Rc31f070020b940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a2138b7be4ac5" /><Relationship Type="http://schemas.openxmlformats.org/officeDocument/2006/relationships/notesSlide" Target="/ppt/notesSlides/notesSlide14.xml" Id="R26f208d50ad2409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c3aa961b24a8b" /><Relationship Type="http://schemas.openxmlformats.org/officeDocument/2006/relationships/notesSlide" Target="/ppt/notesSlides/notesSlide15.xml" Id="Ra9b3c79f629d41e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f6947d7a544b2" /><Relationship Type="http://schemas.openxmlformats.org/officeDocument/2006/relationships/notesSlide" Target="/ppt/notesSlides/notesSlide16.xml" Id="Rbf3d1f60718b4e8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f412a26ba4e3c" /><Relationship Type="http://schemas.openxmlformats.org/officeDocument/2006/relationships/notesSlide" Target="/ppt/notesSlides/notesSlide17.xml" Id="R806096c07f1645c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b20057d5c4066" /><Relationship Type="http://schemas.openxmlformats.org/officeDocument/2006/relationships/notesSlide" Target="/ppt/notesSlides/notesSlide18.xml" Id="Rac458243b89849d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a1c048c2e4fc8" /><Relationship Type="http://schemas.openxmlformats.org/officeDocument/2006/relationships/notesSlide" Target="/ppt/notesSlides/notesSlide19.xml" Id="Rd266fe8809b541f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5d4b7d306475f" /><Relationship Type="http://schemas.openxmlformats.org/officeDocument/2006/relationships/notesSlide" Target="/ppt/notesSlides/notesSlide20.xml" Id="Ra160548ed4b144f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ecab1ba9f4fbe" /><Relationship Type="http://schemas.openxmlformats.org/officeDocument/2006/relationships/notesSlide" Target="/ppt/notesSlides/notesSlide21.xml" Id="Rf7485382ce814b4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8137519ff4bb8" /><Relationship Type="http://schemas.openxmlformats.org/officeDocument/2006/relationships/notesSlide" Target="/ppt/notesSlides/notesSlide22.xml" Id="R50ebfb66e0214e2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7ccc9becc459d" /><Relationship Type="http://schemas.openxmlformats.org/officeDocument/2006/relationships/notesSlide" Target="/ppt/notesSlides/notesSlide23.xml" Id="R19b438bb2a544f3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fa8de6bdd47d9" /><Relationship Type="http://schemas.openxmlformats.org/officeDocument/2006/relationships/notesSlide" Target="/ppt/notesSlides/notesSlide24.xml" Id="Rffad22e8478444a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990e3d9f345ea" /><Relationship Type="http://schemas.openxmlformats.org/officeDocument/2006/relationships/notesSlide" Target="/ppt/notesSlides/notesSlide25.xml" Id="R82493010be4b413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c291c5e494603" /><Relationship Type="http://schemas.openxmlformats.org/officeDocument/2006/relationships/notesSlide" Target="/ppt/notesSlides/notesSlide26.xml" Id="R7d5d8c72f664412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ad17b07b441a1" /><Relationship Type="http://schemas.openxmlformats.org/officeDocument/2006/relationships/notesSlide" Target="/ppt/notesSlides/notesSlide27.xml" Id="R80317cb90d6b403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9472bc01042a8" /><Relationship Type="http://schemas.openxmlformats.org/officeDocument/2006/relationships/notesSlide" Target="/ppt/notesSlides/notesSlide28.xml" Id="R9f2d3247804f48c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a6ef7bc0944ee" /><Relationship Type="http://schemas.openxmlformats.org/officeDocument/2006/relationships/notesSlide" Target="/ppt/notesSlides/notesSlide29.xml" Id="Re5c029817e8a403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17d9ec8744cd3" /><Relationship Type="http://schemas.openxmlformats.org/officeDocument/2006/relationships/notesSlide" Target="/ppt/notesSlides/notesSlide30.xml" Id="R6ed72677a39c419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ed42ddb0247f7" /><Relationship Type="http://schemas.openxmlformats.org/officeDocument/2006/relationships/notesSlide" Target="/ppt/notesSlides/notesSlide31.xml" Id="Rf562478d916047f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5427811da43bf" /><Relationship Type="http://schemas.openxmlformats.org/officeDocument/2006/relationships/notesSlide" Target="/ppt/notesSlides/notesSlide32.xml" Id="R0487ee9836f143e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cce1921f14a5b" /><Relationship Type="http://schemas.openxmlformats.org/officeDocument/2006/relationships/notesSlide" Target="/ppt/notesSlides/notesSlide33.xml" Id="R00d64cc7663e4ad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2934e09324fec" /><Relationship Type="http://schemas.openxmlformats.org/officeDocument/2006/relationships/notesSlide" Target="/ppt/notesSlides/notesSlide34.xml" Id="R7c63ff23005c4fc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37ae0920e494c" /><Relationship Type="http://schemas.openxmlformats.org/officeDocument/2006/relationships/notesSlide" Target="/ppt/notesSlides/notesSlide35.xml" Id="R2f0f0d2a92b242c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37635cca745fc" /><Relationship Type="http://schemas.openxmlformats.org/officeDocument/2006/relationships/notesSlide" Target="/ppt/notesSlides/notesSlide36.xml" Id="Rd12244065456467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c844402514b8f" /><Relationship Type="http://schemas.openxmlformats.org/officeDocument/2006/relationships/notesSlide" Target="/ppt/notesSlides/notesSlide37.xml" Id="R3e4147da1a4f4d7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99ded32e04c8a" /><Relationship Type="http://schemas.openxmlformats.org/officeDocument/2006/relationships/notesSlide" Target="/ppt/notesSlides/notesSlide38.xml" Id="R2fc2455bf774436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b1428ad004c32" /><Relationship Type="http://schemas.openxmlformats.org/officeDocument/2006/relationships/notesSlide" Target="/ppt/notesSlides/notesSlide39.xml" Id="Ra014f3db54aa445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676b2bde64b0c" /><Relationship Type="http://schemas.openxmlformats.org/officeDocument/2006/relationships/notesSlide" Target="/ppt/notesSlides/notesSlide40.xml" Id="Re4fe7fefb9e244e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887c28686400f" /><Relationship Type="http://schemas.openxmlformats.org/officeDocument/2006/relationships/notesSlide" Target="/ppt/notesSlides/notesSlide41.xml" Id="Rfa79e8c90ad1437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80b1855b94bb3" /><Relationship Type="http://schemas.openxmlformats.org/officeDocument/2006/relationships/notesSlide" Target="/ppt/notesSlides/notesSlide42.xml" Id="Ra206f193ca594c8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2a9ff2b484c74" /><Relationship Type="http://schemas.openxmlformats.org/officeDocument/2006/relationships/notesSlide" Target="/ppt/notesSlides/notesSlide43.xml" Id="R05f88e5d80ed474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6f420a1e9486b" /><Relationship Type="http://schemas.openxmlformats.org/officeDocument/2006/relationships/notesSlide" Target="/ppt/notesSlides/notesSlide44.xml" Id="Rb112bbb4595e483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194755af64da2" /><Relationship Type="http://schemas.openxmlformats.org/officeDocument/2006/relationships/notesSlide" Target="/ppt/notesSlides/notesSlide45.xml" Id="R982b990cae2f429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97515659b4715" /><Relationship Type="http://schemas.openxmlformats.org/officeDocument/2006/relationships/notesSlide" Target="/ppt/notesSlides/notesSlide46.xml" Id="Rfa846ffa6b4e454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9478034264613" /><Relationship Type="http://schemas.openxmlformats.org/officeDocument/2006/relationships/notesSlide" Target="/ppt/notesSlides/notesSlide47.xml" Id="R60f7050e20c94f0d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65a908c3b45c8" /><Relationship Type="http://schemas.openxmlformats.org/officeDocument/2006/relationships/notesSlide" Target="/ppt/notesSlides/notesSlide48.xml" Id="R801923d363d2474e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08adbc7b34464" /><Relationship Type="http://schemas.openxmlformats.org/officeDocument/2006/relationships/notesSlide" Target="/ppt/notesSlides/notesSlide49.xml" Id="Rd046c89e90a146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E0E1CB-6174-41A8-AC2F-7890F076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0DA4F-57C9-482C-A1D6-AC9C3BD5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04C7C-662B-4E8E-97CD-73F509A3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0AADF-6EAA-4CA1-AC3C-9FD95E46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5B3DC-B731-4F70-AD92-272D6C91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33"/>
                </a:solidFill>
              </a:defRPr>
            </a:pPr>
            <a:r>
              <a:rPr sz="3450" b="1">
                <a:solidFill>
                  <a:srgbClr val="172033"/>
                </a:solidFill>
              </a:rPr>
              <a:t>Regular Expressions and Regular Languages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96435-007F-4966-9FC9-2B779DDD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Theory of Computation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609E8-8A03-42AB-B194-1F816C96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132B8-46B3-4735-A083-5B3AED63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8E8D3-66E3-4041-A775-02BB8137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Core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89C647-4443-4E93-8A62-B2DC010D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318A4-3E38-4F84-B9DC-002642F7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Worked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F7B54-2CC8-4B06-8586-44A646E2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Exam-ready recap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388486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0E13A-89C7-40F5-AB18-626529E5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44853-9FF5-4427-9E9A-20327FB6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5EF8F-B0B2-4E3A-8897-6CF21F89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790C4-BE16-4CA9-B7DB-5E99E405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3BEB2-8098-40B6-940C-940971C1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Teaching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CC558-1C28-4B94-8984-508E2BA4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9B12F-B22B-4759-A62F-9CFAF18B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Start with why the module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C1A2D-4B08-41BF-9A84-AA2E2641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98893-81E6-4157-9ACE-0730A201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Build one concept at a time with a diagram or worked trace.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38346A-4E3E-45E2-801F-2F33F1C9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80A66E-3F57-4CA5-8F81-897EB9ED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Use examples before definitions become abstract.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B6892-5632-43AF-9A61-D4200D7F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C92DC0-2303-4A2C-8A91-F53FE398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End with definitions, algorithms/formulas, mistakes and practice questions.</a:t>
            </a:r>
          </a:p>
        </p:txBody>
      </p:sp>
    </p:spTree>
    <p:extLst>
      <p:ext uri="{BB962C8B-B14F-4D97-AF65-F5344CB8AC3E}">
        <p14:creationId xmlns:p14="http://schemas.microsoft.com/office/powerpoint/2010/main" val="13897303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0A0BB7-C815-4014-8D41-4DEF5319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46A5B-CE6C-43A5-94C0-11984FE5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8A162-5B97-4B3E-91EC-2B878A1C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B1177-1488-4EEA-9588-D8FB714D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D1898-793A-43E7-A86E-655730A8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Module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ABFCC-718D-45F3-93CF-99516CF0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02C63-FBD6-4FAD-8A9C-F223CA8A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Regular expressions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0B5B3-CA40-4384-8D3F-07C08DA4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16E5BD-A73D-4F71-A56E-ECA65398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Finite automata and regular expressions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4A583-D392-4E3C-8DCA-91AB6CC0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78602-AE9A-4A14-9267-2761A926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Proving languages not regular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D5656-A15B-4472-8454-22CB556B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93ECAA-F2BA-48FB-8C95-00F8A204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Closure properties of regular languages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44F8AF-2A10-4B30-B1C0-61EB9F99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98425D-49A3-4497-B21E-F9744FAF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Equivalence of automata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E0A852-BE55-4552-8C5F-D8268F8E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A55218-923C-438E-A7DC-F023D101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Minimization of automata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49B375-7104-43AF-8497-74351745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53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360B7C-32F8-4901-8B29-A72EF558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863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Applications of regular expressions</a:t>
            </a:r>
          </a:p>
        </p:txBody>
      </p:sp>
    </p:spTree>
    <p:extLst>
      <p:ext uri="{BB962C8B-B14F-4D97-AF65-F5344CB8AC3E}">
        <p14:creationId xmlns:p14="http://schemas.microsoft.com/office/powerpoint/2010/main" val="7469194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802D4F-AD0F-4DB0-8472-328ADE02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F36E9-C6E5-490C-BC53-30E5E350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E63CB-8062-4F05-A745-0D56846D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CA025-E07D-410F-9AD6-53521618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02271-4372-447C-8271-6C9BE8DF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Regular expressions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7C15C-7C55-4ECF-BD5B-C3DFE206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8DBEC-3100-4297-981A-44EA43C0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Regular expressions is best taught as a formal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FA5D9F-214A-4701-8709-AC05D99B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E0B190-6202-4858-BCE2-0AF9DC45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input string with rule application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05E23-1EE4-4EB6-B393-3D407D3E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3DECCA-67BB-4708-A356-E06BC97D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acceptance condition and proof idea.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308FC-971C-4847-9E68-6D13843B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9F365-E997-4024-86E4-7ACEEA6F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19C29C-77BD-453E-A87E-21A343F5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0AECF-7116-41C7-9A10-11AEA07D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CE1195-990C-4655-AB17-E3FB2428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proof idea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9F0E60-98FA-4BA3-85C1-096E451F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C3B9A4-559B-4FD6-B069-B47103B2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regular expressions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7932223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24BA3C-BDBB-40D9-A9F4-591FB8C8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2B16A-AEAB-47B7-9950-89C2B688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AEB58-06C8-4F5F-947D-BAE6210E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66AD9-E62D-49EA-ADCB-B019DB68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C3B3F-E18A-4E89-B27E-0E8BA17C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Regular expressions: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D2E01-F5E4-4E92-8536-9EF2EFE4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25572-9C58-4B20-BFA3-5B1589A1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6EF72-D7E8-471E-89D9-9BF2B6C6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DBC228-9C2C-45C0-B19E-E70C2B55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15331299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3DB8F9-04B0-4028-BC08-E85F4759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10D09-2330-4F14-8EF9-EFD868C3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68F7E-F0D2-4202-9A6F-2CA46CC1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62FB5-DD95-4399-8B4C-7CBC4D89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90BA5-58F7-4490-9AB4-0AD147EE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Regular expressions: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173AF-71D4-409D-AA81-A96A9C82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03892-6278-45A7-A0E3-D08C2586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55409-4C6C-43FB-9F9C-950BFEFC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5D710-C4E3-407F-B1A0-888A2CFC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E3541-5B9F-46B9-B20C-5C0B79F5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0C425-8CEB-4488-B14B-20D85974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A5C11-DF00-4675-8CFE-3C9173CE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746767-B98C-408B-B83D-72B4FAA9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9B31AE-8518-4F49-A4B1-27C8666A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input string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8CA6B3-5491-4073-A116-D0F0E907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900A73-3AE1-4E01-8BC4-AC23D0D5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732462-7769-4ED6-A7FB-5BECAEE4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8005AE-8328-4BE2-93D7-DFEC4D68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579152-8B8C-4A07-A9C3-0B073BE1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rule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70A12C-C20F-49E6-B7EB-0D769D54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930CBD-C4E5-479A-BA46-3D73B3DD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7CAD94-B6CC-4DF8-856A-C1114CD1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11C9D3-EF21-497F-A5ED-62734F30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35DEAD-8BBF-4721-984F-7FBD5FD5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acceptance condition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3EF570-C147-4497-B0E0-B6EE2902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059C21-6AB9-426F-A495-A7B72C77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4BFBC7-335B-4E44-9B55-4500B60F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E61B2F-B7C1-4D31-B6C2-FD4FEE5F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FB98B3-50F4-48BC-920C-95D9C6EB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proof idea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E81F5D-37E5-468F-A5FB-6056BA3E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A5DD69-CBF6-47F6-9685-91BF51B8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regular expressions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0837487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51EBBB-BAB9-462F-92B0-66743AED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93BBE-B3B1-497B-B3AD-89DFB064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88F23-749F-496A-A77C-7F4DBB7C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6796E-BE78-4286-9A87-A6679DEF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1B2ED-5C5D-4096-9A8C-BE5F526A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Finite automata and regular expressions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011F5-369E-4A5B-AB97-7D29CA1A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E407F-6E7D-454F-A95A-D595296B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Finite automata and regular expressions is best taught as a states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715D9-858C-4CB7-9FD5-BF780364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3CA0A-2D42-4256-B77D-843ECCCD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alphabet with transition function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98D5D-FF8F-4A0E-B92A-06B2B583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6C8BF-CB14-4028-AACF-407A5760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start state and accepting states.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48F3D3-FA5B-4A14-8B01-B6CEF0E5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81A027-CFDB-4037-8E5A-B35BC206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alphabet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7CBD44-2A8C-4B70-9DE6-68020A18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970D6B-6AF2-4603-92F0-78F85AFF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start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81089-7B23-4F81-9EA8-BE78FC50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accepting states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FACA06-0D49-485E-9161-721155AA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93B49C-3329-49D8-9286-A880EFE0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finite automata and regular expressions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9919478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8DE9C-18A7-40AE-AA51-EE1530FB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7E038-F887-44C6-B7FE-91BD333A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75C1C-66BE-42B4-BF65-F043C8C9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185CC-95CF-45CD-B36F-0742D3CF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06DE3-43D4-474C-A81E-AD8EFC08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Finite automata and regular expressions: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28941-B300-49F8-8044-0C42121B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AD7AA-DB99-4499-B80D-4DA8827B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15B8B5-0D7D-4373-839E-250D25EF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8711A-D454-4D1D-A86B-87230A91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18927214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4A6A4F-FDD8-4803-857B-9F4C4249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C68CB-FA13-4224-8660-9FC45E6D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44014-8F87-48B5-A139-61E9E739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7FB5C-8B36-4EEF-8EE0-F63E7162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B7264-B39A-42FE-B1AA-92AFF354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Finite automata and regular expressions: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ACB59-5DB5-409B-94AB-1C4D2803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35A62-4342-4FF9-BDCC-85B7B1A3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9F615-251E-493B-AE2A-E06403E4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80E09-88F5-40D6-B284-46143C23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64FE5-6D4B-4D68-AE21-E0F5CCAC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9E441-A619-4D50-B716-4CA1E105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464286-8F05-439B-8DE7-944B51B6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B18F55-1614-4861-9D78-B772AD41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8CBAA-7F8A-4791-B5FC-732599BD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alphabet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1BFD54-0237-45D4-8517-C0A977C0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E498DF-28FF-46CF-97D5-63052029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DA6119-6A2B-4AD8-8AB5-EA5F1E06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13E0A3-03A9-4ADA-BDAC-9C91722C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alphabet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637016-3F48-4630-B72E-DF87CBB6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transition function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41A80A-6265-4B63-9A0C-D78DEDB4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03579C-CFCC-4938-8765-9FF103CB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BBC666-2834-45C5-B629-05145FCE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07E574-BC9E-4E8C-80CA-8F10D917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5AB31B-B04A-43B4-9E36-4F237DCA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start 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4740B2-467A-4B7E-A390-9CB449D8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60A760-0B93-4DE1-B41B-F73FA266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694AD3-4DAF-4EEB-8340-A0BB235D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F9C678-E318-4678-A0A4-9972FFEB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start state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B23100-7DEE-4C51-AC95-45A336F9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accepting states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53DAE0-3693-430B-A81F-A9AE84F5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32E285-1A4A-4EF3-BDE7-11662F14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finite automata and regular expressions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9406567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0DC195-46FC-47A7-8071-1EE11BE9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7F7C9-D8BA-47CB-BC1D-761CCCFE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A696E-4653-4BD2-804F-F955EAEF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810AA-10A1-4E77-899B-BD3264DD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96A33-1B8E-4E32-A058-CF6C122D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Finite automata and regular expressions: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A77B8-7C99-4C5E-91DC-00A6F7DF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5345A-5A5F-4852-8EB4-ACBDF0E5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B797E-FFBE-428D-B3AC-A6AF2D10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1A6C4-6F7B-43BB-BB9B-288EB826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D9E51-71A3-4AEB-911E-89C9D6C4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2ACDC-4AA8-406C-B802-787C1151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Treating Finite automata and regular expressions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C135B-E41E-452A-892E-617DB74B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6FA0F-95B4-4848-81DB-211688E5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Explain states -&gt; transition function -&gt; accepting 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DDB41E-B225-4A48-9BF9-62C936D1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8C9C2B-6979-450E-80B6-B7089C3D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813F85-47F9-4355-8CCD-BFEFDAF1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C1F095-0416-46E4-90A4-A9D1F63D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5C169F-3051-4B0A-8E80-47AB4431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D74628-F739-4E5D-B335-8F7D1832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274AF7-BA86-4A63-8E82-904C3337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1882FA-9058-4A4F-B33D-A3460FFC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terms such as states, alphabet, transition function</a:t>
            </a:r>
          </a:p>
        </p:txBody>
      </p:sp>
    </p:spTree>
    <p:extLst>
      <p:ext uri="{BB962C8B-B14F-4D97-AF65-F5344CB8AC3E}">
        <p14:creationId xmlns:p14="http://schemas.microsoft.com/office/powerpoint/2010/main" val="14161009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47ADD1-8D55-4A24-BF49-377FAC14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45953-DCE6-43D6-A556-BEBFA957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F9287-FF1C-4A21-B670-8D869761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9F03D-63BB-46F2-93BB-3874F8B0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FFADA-95EF-4C40-9E74-044C2FE2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Proving languages not regular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44599-1F37-4A42-BDE1-5401138F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F5D94-369B-4A53-8F3E-DCBDAB47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Proving languages not regular is best taught as a formal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06CBF-F0CB-43B9-94C3-75321105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75662-9702-44B4-945E-8DE00A11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input string with rule application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182A3-870D-426E-9B23-57BC9D29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41005-697E-4322-B9AD-50441977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acceptance condition and proof idea.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854514-378E-46A4-8992-B7AC20A8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FBF51-ABF9-4CF0-A5C6-41A66FA3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E04764-8C81-452C-9C59-BFCBCAEE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63CF1C-1973-4191-B18D-D1956D39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650D34-1784-4DA0-B97D-E524FD31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proof idea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EB2301-0D07-4EE2-A27F-4522DCB0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E63D4A-CCF5-47F5-8A75-844C340C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proving languages not regular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8244080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E1AA3-95B2-4B45-BC39-8188E769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70FF1-38D5-4F64-A6F2-D73F9223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531D3-13D6-44C2-AFF9-E528E567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A4A8F-C75C-41E2-AA0C-9E4E6E2F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5FA5B-BDA9-4EDF-8631-44FBED81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Proving languages not regular: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C11E9-9E45-4817-B802-0ECCA009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52DB6C-E8E1-4572-8D6D-FD1BB4DF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CA805-B9EA-4D3D-8711-BB3810E0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FB99CF-B51B-4140-8DF9-13AAF687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8786679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46D102-EFB8-4DFD-B4B3-ED7F737D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8C171-460F-4A02-A810-9EEF703E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D8F52-E52B-40CF-AE42-404399CF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3F034-8D90-4BA3-AD65-28B7E850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A5A5E-2228-41BF-AE8D-42FD87C9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Proving languages not regular: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EACBF-376E-4498-8E07-2B4EA10D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A90BA7-B61E-4024-BD47-A57FD1C6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B5860-CB08-42BB-8E96-11BD16C0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463C51-EDE0-41BE-BFA9-5EB3F3F1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FFAB2-538D-477E-AF14-ACDF7534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F69C7-9CDF-46D4-8E36-DB64EAB9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8E5F93-6544-4A22-A59D-4F27FD7F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7881B-024D-4E2B-BA00-CB8030EB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DC2667-C07C-45CE-AE18-50E32AC1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input string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AD032E-FE1F-4D86-892F-07896FB9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F81C35-1426-412A-BB54-327C666E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A669EE-ABA3-4450-BAE5-AFC68751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DBBD4D-8634-419D-8FF3-59DF960A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550010-2250-4880-8BFE-48A57ACF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rule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4911E2-EC5E-4030-B72C-3609EEF7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1D79A0-82BA-4559-93E1-CECE1F04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8E85AE-212D-406B-8B63-F56868AB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D01B6E-EC75-4DDF-9908-85ECB3FE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5A810A-03A5-47B5-A610-C65BE298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acceptance condition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64A760-1218-4151-AC3B-784E69CA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12AAB1-D3BD-4882-8B57-DB2EF9E8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49F9C6-29B0-4BEF-908C-7B190DAD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C03E8D-EA5F-4D4F-9C42-72A020B0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72F70A-2882-48D1-9438-76316F0A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proof idea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4F30A2-93AA-4A3C-BA0D-B15F6700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4D2087-A550-4D66-84A3-48B54FE4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proving languages not regular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721646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00EE79-4543-44DE-8C8D-77FA3AD4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37EAC-16F7-4FD7-9CDC-16E0E423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907C-EE5C-4823-87C7-4F4F9BCA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DAA37-7B53-4B26-82E2-3CBD4C09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6142B-1698-4FEB-B2FB-C42838B1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Closure properties of regular languages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EC2A1-2AA6-4001-95AA-F53AAA2B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5D79E-3E81-4957-8311-A5DBB573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Closure properties of regular languages is best taught as a formal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C74BA-46E6-4B53-9789-FE470D66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A75A2-DDAB-4F56-AFBF-03798ED6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input string with rule application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3A2C3-C873-4AE2-A0F7-8864B58E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3B0A3-4D90-458C-82EA-7329910A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acceptance condition and proof idea.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ED74F3-89C5-44FD-A77D-C799515C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315DF6-179F-40EF-96DE-43CF8BCC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2DC691-7BC2-48E1-8F94-008DEECC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FD53C-2D06-49FD-BACA-1402285B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A436D7-2F67-4E1E-847A-1735008B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proof idea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9FA1A6-30A9-48DB-91E6-BBFA6825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281F23-612A-4048-B2E9-6C6AE4E5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closure properties of regular languages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267032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294DB-4F08-4417-9041-DEAEEEA7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5FFC6-2674-4A0E-A6F4-7A048D0A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AF147-6232-4484-97CA-49905997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ADB17-C478-447C-A463-165CD0DE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EF544-FBBB-497C-B66F-6743A2ED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Closure properties of regular languages: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B438C-35E8-40EB-AB8A-3E776BB9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499AE-2115-46DB-8A9A-54DBF395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82E295-0E61-43AF-A0D0-72036EC9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067DA-4A90-40CD-AEF4-727927EE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4423762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412598-88B8-449E-9FDA-BEEB6CB5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A3E47-5D67-4D1B-A734-4BB15A22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C33EB-16FB-4B14-B814-12F0FDDF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15062-F5EE-4FF2-B11D-5E990AAF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CACA4-F266-4C55-91A8-795C4B29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Closure properties of regular languages: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EF318-4D77-421A-9957-69604C8D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DF5D4-F3B6-4220-97ED-76332C97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B08EA-5689-48DC-8B3F-87A47094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CE9C4-5FE2-44C7-973E-E39341C2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DD8D3-1489-4AF6-B061-5A33978C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A566A3-95C7-451D-BF34-654916F7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03756-5C7C-4B20-9347-B6B2B860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9A30C-FE55-412C-B330-71DC2FD5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877D2-909E-4DA3-90BD-4F533C46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input string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AC6EF2-A5C7-435A-91F8-EDDDD146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894BD5-373C-4051-90EB-FAAE577D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6D2DE3-9871-48A2-A5AC-77415DC8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64F9FA-28C5-4A80-8C12-5BE4A659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39A1D5-8156-4065-810B-BBD67A5B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rule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E62997-A74D-431C-BC39-CA5E45A9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377292-C894-4F32-9391-75CBBD4D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18F345-CDF2-454E-987A-FB883D4C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E60768-114A-45A1-AFAA-90627554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4638F2-C6E0-41DC-BAE9-D48C33E7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acceptance condition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78103B-DA67-455F-8D33-078C9569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5AC237-135E-482E-AB97-70C607AF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D19C22-AFBA-4B07-8C60-B9B9F890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A10E0E-F3A9-4888-96F3-A1B79A36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5D8355-01E0-40D2-87E9-FEC2DBBF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proof idea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F48006-F0D8-4DEC-A08D-FA25AB9D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C2595C-2E9C-4F04-9BC0-FDD21F73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closure properties of regular languages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9860771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0C8294-8B55-4A00-8057-33AF607E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7E482-754D-4623-B1E7-E13F707C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8897E-B4F8-4103-8975-F9576822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BC5A6-5381-4864-9FF6-FC6A5727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0959F-11C4-4927-9F06-2C71EC8F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Equivalence of automata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ABF1E-287F-47F4-A2AC-A53A7273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830E4-B395-4578-BF4D-D2595807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Equivalence of automata is best taught as a states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E2365-CC25-4122-A3F1-2EE2286F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D75B4-AEF7-4B7E-8659-33F02DDE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alphabet with transition function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E2B89-5D76-49F3-AF1D-79551B78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61C9F-D3F0-48D7-A599-B421A6F0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start state and accepting states.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03F4E-3FF2-4154-9F89-7684D441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462C3B-76E8-4048-8DEE-EC22A950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alphabet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A94354-1293-4F43-8016-C83828FA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1F5C15-DA35-4A9C-9CB2-8559E404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start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3C77E6-E052-43EC-838A-D59D1D72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accepting states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26B8BE-FCAE-4A52-AD1A-2DE2F1FA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F6DF7F-536A-4344-B659-A4E9EFE1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equivalence of automata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7867603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0A2C24-36B4-47E1-9046-99D2EDD6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DB23A-E63B-4393-9EC0-1A227AD3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B9B93-646E-44E4-B0AA-FB781A80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A2DBF-F004-4F78-A43F-2FD76B60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BA937-46DB-4C2D-93DC-E01BF3EA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Equivalence of automata: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A973D-2D7C-448F-A99A-86C08328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2F31E-2ECE-47B6-836F-8D78A45C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916E9-5069-48A6-B002-27434631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C40F2-9A7E-46F9-80AF-1B7B5919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49417537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DD7FCA-F95F-469A-8E4A-CFF1B7B5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1869F-5C9D-4674-8E9E-C4C497D4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C0E8A-77C9-45EA-AEC6-F20DB19A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3FDB3-BDAB-4085-ACCB-5332CA2F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E24F8-2F03-4197-93AA-DD9A7713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Equivalence of automata: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BEA30-1371-4883-9243-174EDF92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2A30F-3F40-48DF-82BA-F642B0DA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72526-B231-4125-BA77-5A888BF3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372A2-2E26-4D84-A729-FC348283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3EB6E-E2AC-44AD-BFBE-CC1BCE32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9067A2-AC58-4AE3-9DF8-6C02D7F3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4FB65-D118-4154-881A-3A78685B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BEEC7-A452-4A4E-8CEB-AFA16283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D14F9C-ECDC-4F54-A9C0-6E3A3045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alphabet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DC752E-EE95-4914-8E34-3E7DBE9E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AF874B-9031-417E-B6EB-C3563BEB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743ACE-1A9C-46C1-8313-1FC386CC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EB566D-AF4F-40EB-B3ED-324B8725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alphabet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702C3B-A842-49DD-B38C-93991C67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transition function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A1840C-C76C-4C50-9897-413454E5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3B171A-2A16-4B72-BE80-299EAB90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337267-A398-496A-A6C9-96B66FE1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302EEE-111C-40C4-B27F-D6E0D507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58E516-965B-4805-97AD-E2620F1E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start 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1515EC-2977-4CC4-A922-4EC8CED7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7062F3-A3B0-4DA4-B1EA-D0146CF4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9A5DD7-278F-4763-AB18-9868DC80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FFF4FB-3546-4CD0-966B-D6674A87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start state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FE665E-8253-4D64-A7D9-E8E8DD4F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accepting states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8A7121-D03F-468E-927C-9BC8B328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E4DA82-F1B0-4746-B5D1-C0E16260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equivalence of automata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58622562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05671B-80A7-49D8-AAD8-CF44E26E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21722-0D4B-4E56-A3D2-0D1B5B6A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AF00F-9539-47FB-A620-13CA53F1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E21A9-2125-4859-9A6C-63FFA5DA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0BF84-7A83-465C-BE39-A557AF67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Equivalence of automata: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4641C-588D-4732-A339-C0E150CD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10AF4-CC27-4645-AC7B-0385F69A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AC910-7C88-4381-9E43-9E952DEE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F18027-6085-464A-80DD-11CF98A0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BCB11-8BB1-499D-8FE0-57F75909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7471AF-88CD-44A0-BAB7-D48C60E7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Treating Equivalence of automata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FE3A4-5249-4395-BF28-A97C769F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64C0D-A1D1-40B6-BB9F-D4FE4864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Explain states -&gt; transition function -&gt; accepting 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6947A0-205C-4511-84DA-2BB05E13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4723E-84D7-435D-9468-B561CCCA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2BAC3C-4AC6-43B5-BC59-408C5C1C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F870E8-E073-4D30-BFE9-FF425BE7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0E5C48-121D-44F3-B05A-71EF4FD5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9DB01-C9F3-480E-8B43-F20077E9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4F6D19-0BD1-48C1-A7D6-01F6410E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B65B30-CEFA-4C9E-9A9F-FAA5263D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terms such as states, alphabet, transition function</a:t>
            </a:r>
          </a:p>
        </p:txBody>
      </p:sp>
    </p:spTree>
    <p:extLst>
      <p:ext uri="{BB962C8B-B14F-4D97-AF65-F5344CB8AC3E}">
        <p14:creationId xmlns:p14="http://schemas.microsoft.com/office/powerpoint/2010/main" val="200795837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54E62E-6CCB-4265-A1E4-FE98D216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EDB1D-F9F1-4172-A273-4796DD2F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45098-BF11-40FE-90D6-46CD1257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A6BAB-0744-4D8E-A404-0B29849A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A507D-71F3-4EEC-9213-26A08E9E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Minimization of automata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79C94-4E08-406F-ABD2-4DBB3F1F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FA812-D1B4-4156-8C79-89D89397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Minimization of automata is best taught as a states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76365-798A-4363-B452-B0EFD364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14CA9-0583-41E1-B804-83792777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alphabet with transition function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97194-661E-441F-9A94-F6E76268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D1624-4202-4E0E-A0C1-1043EE94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start state and accepting states.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319C7-318F-44D8-93F7-63398818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252F24-A03C-44B4-AB90-EEBA8E38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alphabet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A711D-0F17-453D-87A6-F8A627E4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89B30F-A1B0-40BA-B31A-AC86B6B9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start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6D6BE0-64C5-4F12-A982-344A8069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accepting states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D1BD20-5571-49F7-9637-9D8F2A0B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AF0D11-F42E-4516-B4EF-1EC7F41E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minimization of automata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1572512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60DCD-27C1-4DF2-98F8-C286458A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EFC9D-ED2C-496B-B2C9-CFE38F1D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470EF-65EB-4B06-9396-972806A6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A25ED-FD4A-4408-8494-6EF2F4F0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A61FA-661B-442A-B6C8-6DB66981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Minimization of automata: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3A3DE-1433-4272-948B-FA5B6AFF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0143A-23CB-43B7-9B3A-6CEC24C4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9A55B-B395-475E-A2D0-CC3EEAC4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53852-E761-45CC-8B22-11747582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81378535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8B5032-0533-43AD-9A87-04750137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AB358-9580-44F4-9B8E-40A452D9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17DAE-30FA-4915-8433-A7C51DEF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FC53C-3AE2-4B17-A39E-9DCDB6C9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25959-9FCC-49BE-85B6-AB76DAB9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Minimization of automata: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46384-42B7-4408-9744-64E3877C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7940E-80D9-43ED-9637-3B70DCC2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6D69C-1921-4815-802B-2B5A0F92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F1FEE-DFC2-4FEA-BCA9-0296DB2C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87376-0BBD-4AC7-9849-F760A91E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7EF30-CB6C-47A1-B6D9-C3150505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48035C-6582-4E8A-8CCF-2C00A5F3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CFB2A-336E-4072-85D3-570D2D5A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7710B-8562-4ACE-8B28-52424F09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alphabet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4336A8-A8BD-42B1-A4DC-823DD7CB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DBCE1-A485-4D23-9FF4-48425F02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F38D0B-1598-4416-A3AF-68165FE6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777768-AFEB-411B-BB7B-939A6645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alphabet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74B847-C84B-4640-AA2C-0D3B227A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transition function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4373F5-A3F2-47BA-8765-BE51B92A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C3E717-AF08-494E-ADF5-9D5ADC18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0477D5-5E3E-4F52-B84C-C93C3207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AC18B3-06C9-469B-98C2-D4A4B68A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BB8E2E-5749-482E-9E06-6601B49A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start 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841986-F133-4995-BFEB-EF77720D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0F8D28-8601-4F89-A19B-687933B7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544ECC-40D4-4FCB-9179-DAB969B3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C8DEB1-1DB1-418A-BDAE-4FE6813D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start state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128535-8073-4174-8CFF-8BFA0EE6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accepting states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D5A238-518E-4323-B4BF-637F4166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39F370-87DD-4698-BB08-A2E240DF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minimization of automata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35924973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5EA4C1-06F9-4D13-8824-F6153875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13AE8-5831-45BA-976D-381E49CE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9BD5B-E112-4EC3-909F-9BFF8BB7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88CDB-C01A-444F-A07C-07C129BF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82A89-3A9B-4677-9D04-176FA20C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Applications of regular expressions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CEADB-9370-4018-890E-663BEE0E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041BE-4DE6-4D4E-9AEF-6350EBA8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Applications of regular expressions is best taught as a formal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F97E9-A275-42DB-9C30-B8241C88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9209D-727B-4997-90FB-8A7E5ADC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input string with rule application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EFB3D-5DE8-4B0F-A2C2-2F00E358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30575-04C2-4F70-9330-C79DC783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acceptance condition and proof idea.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075C6-D79F-46E9-9F1D-0CB48963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7F6DFA-10E1-4297-B5CA-F31A45F7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A9E65-4C47-4F61-A421-19269CEE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8ADB21-BAB7-4EA8-B6F8-8E3A0411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1F94F-9271-4DB5-8C8E-375F1AC2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proof idea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31DFCB-B6D3-4D25-827B-135165FC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68CA07-2FD8-4B98-B619-2439FDDF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applications of regular expressions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32087446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56823-D35F-4573-9711-FD7C4B34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61FB1-9F41-4C58-A519-4BC83DED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28256-B313-41E2-9DD9-798C1855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2BAD7-8338-48CB-9FF8-E490B2E0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AECB8-F6A8-43DE-8192-F8F9343D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Applications of regular expressions: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FFF39-B5F2-4487-96AF-86F56C15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CFB32-C54F-4378-B357-38C9E5FA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08786-DEFC-4EE2-9839-34B3D50E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945C6-CAA5-493F-9788-B80C37E7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73762427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5689CA-6C62-4321-8C5C-DF73CD0C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881A9-6C8A-410D-8024-5D4145D8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74990-98C5-49A2-A0ED-92515BB2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DEA27-A949-46C9-8AD3-80157C0D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7BE4F-D811-4C14-90E1-DC009256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Applications of regular expressions: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822F7-7C62-4282-923F-FA9FE443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016F2-633B-44FA-81D7-A4BCD86E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D72E5-3704-4F6A-A9E3-115704E2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17AA3-543D-4987-BE49-FE39B58B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9C884-2AD1-4AFA-858A-DF09052C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12FF0-6F65-46DF-A825-2F48C5D3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8A8EB-00BB-4EC9-80B2-2397A4E9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B9D53-8D82-4BBF-A01A-3C72D531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F01FC6-7AE1-4127-A51A-A525815D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input string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A7A425-B01C-46A7-9522-952FB16E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45BDC4-035B-46D3-AC9A-389EBBF6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6EBDAD-3DB1-4F20-9CBB-C3422BFF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63930B-FC71-4116-A4ED-0E1ADB6A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52563B-00E9-4AF6-9274-C80E412B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rule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7CC6B5-DF53-4755-A51B-B9CF126B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B0A04D-365C-4947-9778-10EE8E94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D83EB4-C315-43CB-A67C-882F9B8C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1D0433-78F5-4C50-A1F4-144D73A0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E722EB-81A6-4113-AEB0-65DD4EA7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acceptance condition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DCEC53-0B11-4042-B82C-07C8F1ED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F8D509-AC24-48C6-AF98-3F91CA3F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F81BEE-D776-48DF-8E84-839194A1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F86D14-B6CA-415A-A395-A5B903B0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20A9D1-EB55-48F9-83DF-E205B84A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proof idea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D8AB1D-0C1D-4AF5-8D41-F6F026E2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24DBF0-4D17-4EEC-B476-1C05B7D5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applications of regular expressions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63884817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1D4BF0-ED0B-4AA4-B8F6-8CA4354F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16BEE-10A9-4EDE-AE63-CE50041C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3BCEA-9AB2-4557-ACDC-392405A5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42721-E011-481B-BD54-BC212B60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72169-124B-4CD0-99FC-CA4DBFBB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Regular expressions vs Finite automata and regular expressions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A4299-808A-499B-8880-02233119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76A7C-F9EB-49FA-A391-64F627CB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143B8-C1A5-4AB4-8874-5D1907E0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Regular expressions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236E7-9F16-41FD-998B-3A460C3B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Finite automata and regular expressions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78F823-3982-4DA1-AC50-CB5BE136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8A7D15-F5B7-4D27-B5D6-E0262207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92381-DFC0-4C08-A2EF-D6911ACE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303B0-C2A5-4DAE-AEDE-74556483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79B14-79CE-411D-A250-6A95024E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1DF6E-73F1-49C6-8ED3-CA00FD7C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4EAFD3-3CDF-4839-AF78-7D71813E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DC6287-BA1F-444D-A1C1-662F4EC1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A951EC-57A4-48E7-BFC8-8D3B79C1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4653A7-A711-4E75-A90D-8CD04337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3E9A6C-2559-49F7-A8FE-00AC058E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EA7C76-DC36-4E68-A5CB-D6050555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86E899-4F4F-490D-89E7-06552B71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1D3062-C95E-4E28-9893-59251C9F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FC48C7-F1AD-4715-81D3-9CDE8BF9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6FB6D3-F3A3-4E40-9710-0E8346DE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89158770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517179-988E-419D-A08F-9440B650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D5317-4F23-4291-A01B-22A0F155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C8CE3-385F-4B6A-9932-13A3C687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ADD24C-3109-40E5-AB16-F6841B2A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EFE2F-3EA9-4F09-9571-3E173D51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Closure properties of regular languages vs Equivalence of automata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69441-6432-4ECA-AAEA-50B8F2A3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4E8F9-07CC-4411-A918-3B486A1F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4FCB3-0F3D-4190-8635-D637829B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Closure properties of regular languages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0ADB08-BFAE-4B8A-8503-6E75AF99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Equivalence of automata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B1531-8E00-4AA4-B114-379C4CB8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D75AA-E82E-4FE0-91F2-5C373504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07688F-8876-41F4-9E52-59A99928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8A1214-4BAA-44C1-B164-78EA2986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A1FA0-6BED-433D-889F-DBC9CE61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F43D65-5385-44C7-B2D7-9809F227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EF2734-2E21-448A-BCC5-F9D00419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DC509D-73B7-4E84-85F9-CD0E1870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8811BD-410D-42FD-8E3F-2F4AABCD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6DB1B8-4831-4CC9-A032-4F979CB2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3821E1-2ECC-4074-BA52-077575CF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DDBBA4-E47A-4E2C-93A1-A900AC0D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93B7DA-F6E1-47A1-B5A9-88250B6B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B9C0B5-11C8-4A23-A669-6B2042AB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E0A870-E4FB-4C39-A8DF-E2367E61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C1F6BB-D822-4A6A-A8CC-76407FEC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20274910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77AAF5-0435-4514-979C-03DFBBBC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BFA50-146A-436C-87FA-FB31EF14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FA6C0-A97C-4D6A-99B9-574BA15E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229BC-4566-4034-9462-811AF8B8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A5528-0EE2-45D7-A508-FE6D87AA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Module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52A0E-46C1-404B-893B-80007FB9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2FC58-7B1A-4C5B-B79E-9E4E0570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5F5EA-3B84-429E-B852-8698A712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Mechanisms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0E5AC-1A22-42CE-988D-7DA392D2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7B826-202D-4723-9E09-87F65D7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 answer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788013-04F0-4DB1-961B-D24E76F6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1A929C-E8EB-411A-924D-BE346844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Remember: Regular expressions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066C8-A6E9-4BC5-8407-47FF7D7C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184B42-C9B6-48CA-9FE8-B8266FD5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Remember: Finite automata and regular expressions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9288AA-FB33-45FD-B81A-FDBBE92C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D2E20D-C89E-48D9-9009-3A8238ED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Remember: Proving languages not regular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7EC0D5-D6D4-4980-AB19-D05C1724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E89E5C-99EE-4401-B56B-2B4E2F63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62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Remember: Closure properties of regular languages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D26E38-06B6-4FE1-8010-3173D549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26357B-68B9-41EA-A57C-97874FBB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Remember: Equivalence of automata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B9ED15-5516-4F2A-897A-C67B6E7A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D26CCC-F378-432F-91DF-83EF7995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97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Remember: Minimization of automata</a:t>
            </a:r>
          </a:p>
        </p:txBody>
      </p:sp>
    </p:spTree>
    <p:extLst>
      <p:ext uri="{BB962C8B-B14F-4D97-AF65-F5344CB8AC3E}">
        <p14:creationId xmlns:p14="http://schemas.microsoft.com/office/powerpoint/2010/main" val="125068825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068692-0CE8-409A-B78D-B5465DA7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7BD6F-17A7-4FE2-95D1-14C4D7BD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043F8-6CA4-4F1E-92A5-843C7FD1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D09B9-1441-4B1A-9A2F-F45919CC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36F84-3728-4D57-A1AA-8C7BE7DA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Important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3B907-FAA4-4B2D-B71E-A5DD54A0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229A7-4236-4A67-B104-4D8F867C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17535-32B1-42A0-A0E3-E65CF273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6DA6B-5791-4A0F-AF75-3522EE89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 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BB47A-FF91-4CCE-9195-BBA0C5CF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7A7335-269C-4C98-86A9-66B465B2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Regular expressions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086CC-FF1B-43EE-9E59-87F003E8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 named concept with conditions, components and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1E4DC-8B97-40C2-86BE-57859A44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 + draw +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176F4-6F46-4518-8D6C-960E1A1C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54AAB1-759F-4B5A-892A-4D032A47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Finite automata and regular expressions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B23C63-0A6A-4E55-9588-806459C6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 repeatable process that transforms input into an observable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A84CC5-72A8-42E3-BDC3-99B1696C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Steps +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8DAE4-7EED-405F-A569-DCD7E0A3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0D7164-BF39-4D51-A66B-BC32C768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Proving languages not regular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66C344-FFB8-4305-8FAA-C6B13D13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 simplified representation used to reason about a real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3CAB63-0A74-4640-9E74-FBA59B23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Assumptions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9EBF09-459C-43B9-A626-6CA85F6F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23860B-6794-4E34-AA81-35D2DD8D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Closure properties of regular languages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12214F-2802-4F8B-9D0D-287C78D9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property used to judge correctness, usefulness or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4518D6-1F51-40D2-81C5-7B9CB2A1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+ justify</a:t>
            </a:r>
          </a:p>
        </p:txBody>
      </p:sp>
    </p:spTree>
    <p:extLst>
      <p:ext uri="{BB962C8B-B14F-4D97-AF65-F5344CB8AC3E}">
        <p14:creationId xmlns:p14="http://schemas.microsoft.com/office/powerpoint/2010/main" val="78748576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33BA10-D59C-4AB2-95F4-6CFD2909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F6652-ED5D-4496-B00C-A83620A3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38FDC-397A-4B92-95F8-41F4E083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7FC13-765D-4425-89CB-692874D7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A9E5E-0B12-4080-B4AF-35FDCBF9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Important Algorithms / Diagrams /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7324B-66CD-4B98-A47F-569F43BB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EDF39-1A2C-4D23-8F08-FE3197E3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Draw the central architecture/process before writing long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FD1E3-3809-469B-B73C-25E2B1E6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818C9-1EAE-4DAB-94A8-4641F691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For every algorithm: problem, input, initial state, iterations, final result,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E42C6-6ADC-4840-8070-EC5F664B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357333-2323-49A0-AF99-FBAB3B07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For code/commands: command or snippet, explanation, execution,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B59C4-07F2-49AE-A053-D92D9637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B7E38-9330-4E0B-B74F-248EDD68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For comparison questions: state basis of comparison first, then fill the table.</a:t>
            </a:r>
          </a:p>
        </p:txBody>
      </p:sp>
    </p:spTree>
    <p:extLst>
      <p:ext uri="{BB962C8B-B14F-4D97-AF65-F5344CB8AC3E}">
        <p14:creationId xmlns:p14="http://schemas.microsoft.com/office/powerpoint/2010/main" val="69188956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0E2468-FE5F-4F25-9441-99E51049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B7C5D-F547-4160-B684-364376F8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4449C-3056-4C2F-9E86-B7A5970C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BCB87B-DECC-4895-8B92-A70843CC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08D0E-48C2-4EEB-8C57-0095161F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5792A-F9F2-4368-8B9A-265F41FA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7245B-C07D-4192-8E1B-A1E8F0F1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Writing only a definition when the question asks to explain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7F151-4C2B-42AC-ABE2-CC0994B3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B626B-2EB7-455D-B02F-1F295E99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Skipping diagrams or leaving labels too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DF74E-24BC-4F88-A077-5429A1DE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A84A79-7FA2-42C0-8898-411B5FCE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Mixing similar terms without a comparison 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84BAC-AD63-4DB7-B987-1B91494D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7E1A2F-0B51-43B7-B742-1D556CA3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Giving an example that does not match the formal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94F291-4782-4F54-B001-C040D1F5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38DC7-A7A6-4A1D-A157-C027E459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Forgetting assumptions, limitations or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101396415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A6CE8D-1289-4D06-9145-D5EF40AC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C4523-FE27-4AD6-8E66-F9DC3DA1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086B6-877A-401E-9764-A3BAC496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C637D-9AF0-4516-A7B9-BE84CFE2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33D39E-FEE5-4EA2-AC7A-3F689B7F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Exam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D7550-F624-46DB-A907-F9C5DA0D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321DD-60E9-43C0-B50C-1675DEC8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B4FE7-9565-4B59-AA50-9F62B0D4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D7A75-CAA2-4046-8861-65C2B4DA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earns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8F9D0-E02B-44D6-A3FE-554D8435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53F5B1-AFFC-45D9-B31B-95B11E38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Define/explain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296EC-CAEA-462F-B12A-14F6B404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Definition + labeled diagram +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D206E4-8BCB-4189-B3D2-E1582134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Exact terms and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74BA13-586F-43C1-B7D0-91A1AFF3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D6180-6471-405B-A7F9-E9D6416B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A60F6-D8B6-4DF1-ACBC-A068110C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Basis + table +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0FDC3-E9E6-47F3-B4EA-3D6B2097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Clear differentiators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8A8BE-9B58-4C18-A0F9-15D662FE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EE4A4F-0CF0-4911-BB63-E909753A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Algorithm/trace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8BFCF2-2D34-4EFD-BB4D-9BBA0A56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Input + iterations + final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617C0C-E7FF-4C9D-8B43-6C73758F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Correct step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4B2177-3054-44C4-9740-5E62B3AD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2A49E4-408B-4F89-A931-49C017BB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B2946F-6CC0-4EC3-9BDC-BC09D4B2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Scenario + model +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28EABE-781A-4A36-A667-A45CB394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Why the choice fits</a:t>
            </a:r>
          </a:p>
        </p:txBody>
      </p:sp>
    </p:spTree>
    <p:extLst>
      <p:ext uri="{BB962C8B-B14F-4D97-AF65-F5344CB8AC3E}">
        <p14:creationId xmlns:p14="http://schemas.microsoft.com/office/powerpoint/2010/main" val="103652846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E9E5C-E4EA-4126-984A-D4E6FFC5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DE8C8-E938-4E19-B029-EDA69644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92042-FC6C-4806-8472-AADC7165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A3051-98EC-40EF-A87E-E9AACE12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1289F-A42F-4FDD-A712-8ADEA71F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Practice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4C998-CDA0-4DF5-B164-8CC249D6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9FB9D-F045-44D8-8BE3-369DCA61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Explain Regular expressions with a neat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95535-5551-428A-A238-F2E3816D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E79AB-F649-4952-96C3-95968C44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Compare two approaches from Regular Expressions and Regular Languages and justify when each is suitable.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0AE33-C105-4322-BF6D-33C2026D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019E3-E6D8-4C3A-9053-C393B220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Solve a small worked example involving Proving languages not regular.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5E6B0-3A9D-4D32-9EF1-1C71B139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05FF0C-9F86-4EF8-BF4A-37397917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List common mistakes and how to avoid them in Regular Expressions and Regular Languages.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1B5903-1742-46AF-8382-8EAC92E4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7B166C-598C-4F7F-89E3-9BB1BF77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Redraw the full module map from memory in five minutes.</a:t>
            </a:r>
          </a:p>
        </p:txBody>
      </p:sp>
    </p:spTree>
    <p:extLst>
      <p:ext uri="{BB962C8B-B14F-4D97-AF65-F5344CB8AC3E}">
        <p14:creationId xmlns:p14="http://schemas.microsoft.com/office/powerpoint/2010/main" val="95421118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30873B-24E9-4F1E-BD23-C51E183E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614DA-6972-4C75-B412-F523B2AA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AB0B2-7A83-4E47-B5F2-58381C6D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0A83B-718B-4ACA-8FE0-7A17C314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7B2CB-817D-4D0B-A74F-679F2AA9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Regular expressions vs Finite automata and regular expressions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75FBB-915F-46FC-875B-A83840AB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F0C08-C527-49DA-83A7-E3755E00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6D8CF-D8B0-4CDC-8FD4-E676964E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Regular expressions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2DDAB-7C4C-439B-AAB4-3ED31059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Finite automata and regular expressions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B8AB8C-A903-4008-9A07-258E8639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2A62F4-7037-407E-BEFB-D889BCFF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20D76F-7410-41EF-A841-1E2DD817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87BAC1-9435-40A1-ACC6-6477460B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519A88-F169-4079-A9BD-536CAD47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BCEF24-800F-452F-BBA5-446BA543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C7C72-E524-46C3-A582-CC14C879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CA6072-63D7-4C98-AA65-43D4BE44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90959F-23DA-4B57-AAEC-052F93C0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58AA65-7DAD-4A62-945A-191043EB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A9201B-47D0-411B-A583-5E2E6A5F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6EB839-02F4-4551-AE04-EA8491A4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A79F9F-3AD6-417B-8174-A477B6FE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3C1D69-B656-463C-8716-9AE0A2E8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F7DB0E-2933-4770-9FDD-4708FC22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D36D49-DE28-435C-8064-5FAB3D6E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35021904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A16A58-CA6C-48C9-9733-99366476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BAF73-EF77-44E7-98E8-F3553331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A90F1-07B7-4649-8BFA-FF9A4BF8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D09C6-8A6B-4BE8-8F21-C513411A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22AE9-5DE5-4F96-A1AC-8E5D192F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Finite automata and regular expressions: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6F5F8-D323-481E-9739-19CB0F3D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56AC4-0AD7-41F0-AB8C-0DE709BD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A1C6C-B57C-4831-99B7-06801E9C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6B40B-6131-4579-B2B9-32BC1881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2E057E-E891-400A-B4C5-C9269BA9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F7BF7A-4DFE-4B21-858E-D8C4CF63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FF744-9550-4078-A325-E4BB4943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BDC24-E56C-495F-9772-1EB74C95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4DFDFB-CE34-4CF1-BFCE-94F9D487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alphabet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38939E-B032-4812-8D6B-3EC6233D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6AFBF7-507C-461F-BC1D-34823F62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6E065-A3E2-4446-85D9-32A0B853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5B0C24-EA71-4EA6-92E6-7B87C690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alphabet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3E4B2A-B4DE-4803-BC85-5C4DD4B8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transition function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1EBF1C-9FCC-4A53-8611-4D7826C1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6783F2-9D61-47CC-B3E6-5A2E12AF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3D8AB9-60C1-4EB3-ABEA-C57D99F7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58253A-7DE1-45BE-A34A-ECCB82D1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AFB74F-123B-45AD-8D64-A31DEFEC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start 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10F6DF-6C23-4672-A046-3EDEE27D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E61FAC-A311-484B-B754-F296488F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600B9F-E86A-4DEA-BCB8-41C6A6BC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34015D-0074-49A8-BFCA-73261EE6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start state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3AF533-C679-489E-B244-0906ADD5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accepting states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9A7F4F-54AC-4496-991C-570CD622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827C06-009B-4252-BB9D-21E8C254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finite automata and regular expressions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17891835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ABB652-5DD1-4929-BD7C-0BCFAC65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53DA2-4BC8-4CFE-976D-C8CB9D40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5AA3F-5D11-4738-8768-7985DCFB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79C14-1A57-4E8C-9D11-228B4F2D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0AE13-1699-456A-93C2-7CF3A6DF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Proving languages not regular: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7AC2F-DD90-42F6-B73E-451BE1F4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C2B07-8BC2-45FA-A99B-5625D2DB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E191A-2052-4245-80E9-05201684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943113-6E17-4247-97C6-F2470ECB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FA74D2-E885-430D-B724-51CE7152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CEE77-D141-4DC6-B994-DA822DD5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Treating Proving languages not regular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D5FEE4-890A-430E-B4BD-C69A3ECA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B302B-9581-4DCD-836F-C463969B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Explain formal model -&gt; rule application -&gt; proof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D5E49C-FE11-4296-8080-B6CC927B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835F34-961D-4D3F-A769-DB073DD1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CE95A0-984D-4743-8BFC-62445B00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B3002A-9DF4-4948-AE9D-0062D52D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306DB6-36A1-4E39-84CD-9D6192CD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773193-EEB9-4F7D-B326-14A84CAD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CA4E27-A9C3-4B70-8FDD-8E92A044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1BE8E5-E449-4F26-ABCF-AB64150D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terms such as formal model, input string, rule application</a:t>
            </a:r>
          </a:p>
        </p:txBody>
      </p:sp>
    </p:spTree>
    <p:extLst>
      <p:ext uri="{BB962C8B-B14F-4D97-AF65-F5344CB8AC3E}">
        <p14:creationId xmlns:p14="http://schemas.microsoft.com/office/powerpoint/2010/main" val="94164091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BC8995-93B8-42DF-B7D3-D94B14F6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E2A98-55E0-4846-B347-D17C527C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89D15-44CB-4060-8286-F203F73C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5AF2A9-D26B-4627-ADBD-8E9B0FAF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05523-11A4-4BBC-B70C-0C06D5CE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Closure properties of regular languages: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7D38B-D597-49F6-AF3A-7F7216DD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4541C-9581-47F0-AF91-4383849B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1663A-EFF8-42E5-9BBA-FEF79592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524BE-69F0-4F82-ABC9-22FBAF74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172320363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E9392F-7EF1-4B75-8CD9-E928049A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9330B-02B8-47CE-BD98-DD914C35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08EFC-653F-496B-935A-2C7C7987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03273-12E9-4532-9356-D30802DF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BDA1B-0AF3-481A-AB69-202660D0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Equivalence of automata vs Minimization of automata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A0CD6-0ABF-4B91-9644-D45CBFFA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CE26A-6115-43F9-A24B-8C1F3090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091CFD-4C20-4373-B8D3-953B66D6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Equivalence of automata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A47697-5BF2-4F95-B192-1AEE128B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Minimization of automata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813D0-69CB-4B38-91D1-300724A3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712B2A-2A13-4E88-A213-1B24AEE4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17F085-E94B-4C01-961D-74E03A5F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AB5D0F-F96F-4A76-993C-0A9AB66F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09870A-59F4-46F4-ACB4-C34D7820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3132A-9789-4DC9-B6DA-2024367B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EDDC90-6136-4645-A12C-A8711B03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AB847D-9310-4C35-983A-64B506CA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73FE3A-1444-4A7B-B9CE-59E17208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88D22A-B813-4139-81A4-FDB3C2E9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F69164-D544-4B0F-9C0A-2682D413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7D75A-335E-4138-93AF-5CC9225E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5EBF2F-C2CD-4024-8FEB-489B25A8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73C12F-3205-4C0A-910C-CF39D9E3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CC7C40-8DC2-44A0-A500-8FFFF364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203150-A702-4B0E-B8AB-A5272655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98563105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CAB72B-0CD4-4FC1-BEA5-0DCBA7ED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BD369-BF2A-4688-BDAD-6573881C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C8677-9413-4A6C-9836-3EF16E3C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0AEE6-FDF5-4EA8-8916-945DDAC8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D06BE-65CA-4212-A05C-FFDA40C1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Minimization of automata: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DA173-364B-4A92-820A-50286B33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88BE2-8F90-430B-9003-C4FED06E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1F27D-F579-4EA0-8132-454992D3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08277-9038-4CE0-A66A-38E71611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D7CC4-C185-4D0F-AFDF-0AB7BF2F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D51217-899D-4168-840B-23C2B177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7AEE46-4B4F-4C3D-96E7-0D7123C3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25BCE-325C-45DE-9188-D9637B37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E32198-6BB3-4629-A021-5C8986BA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alphabet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F3583-D90B-4560-9E34-CB30B3A1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58397-EAB8-4491-932D-9D88B05B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0BA863-6381-4624-BF3E-662F1278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8F6C1F-2FC4-4151-BAD7-B6D4F07D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alphabet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C37B80-9C49-43CE-8767-1196F333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transition function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2F8CD3-7F4B-40CA-88B6-46946BD6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7F4A00-1878-4F94-92F5-BB626C2C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03B007-AC93-4008-99BA-FB353D33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46A37D-5A52-40B3-9E4B-2666480C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7A1B26-4FD0-47A3-A026-BB15341D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start 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355CCD-2AF6-47D8-945C-7584A3A0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59DD5E-C98E-4101-9ACB-EBA177CB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CEEB04-CAB6-48DC-8B29-1AE35025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BF50FB-B898-41E7-B62D-B0141E91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start state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8A0259-C1DE-4CAC-8EDB-572F650C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accepting states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EE5A53-0700-4C9C-B9C6-45A28AE8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139AFA-4C15-4714-B03E-7E7FCE64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minimization of automata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2324260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5A8A84-F779-4121-9040-522F6442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671C6-7B75-46CD-958D-0BB03603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A2A78-6453-472A-8952-34777256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C3333-1BC9-4918-8965-9B9DBAF0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E11A0D-3136-4422-B805-BF556952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Applications of regular expressions: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1CDF0-07E1-457D-BA59-8ED49CB3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BC1EB-AE5F-4903-AD8D-FBE86EF2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D7303-A804-4760-9D8F-104DAC65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EA9FFA-BB75-4A46-B858-6DEB14B2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AF31A-610E-4C81-BB5E-B31B1B8B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F8C75-70D1-4D29-801F-EBE99C4F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Treating Applications of regular expressions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20FFB-D54E-4039-8733-047CD965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FF3F2B-9737-42CE-97B5-F0DBFF71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Explain formal model -&gt; rule application -&gt; proof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2351C-050A-4426-A699-93DA0411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62955-A956-4A8D-BF19-A73031E3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F6F606-D673-4DB0-9B4D-E07B0168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E958AE-6AF7-404C-9725-AFFD4405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397F91-DD24-4A44-AF72-1AFD56BD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31C5E2-F125-4A7D-9E12-60E8582E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5D43DA-5402-4B0E-8E79-FE639CAD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B0507A-4383-4677-BE71-23C43F1A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terms such as formal model, input string, rule application</a:t>
            </a:r>
          </a:p>
        </p:txBody>
      </p:sp>
    </p:spTree>
    <p:extLst>
      <p:ext uri="{BB962C8B-B14F-4D97-AF65-F5344CB8AC3E}">
        <p14:creationId xmlns:p14="http://schemas.microsoft.com/office/powerpoint/2010/main" val="29079539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A71A4-339A-4023-83E9-5E22CA88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9006E-2798-4C59-8DD0-2AA581CF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0ABEF-B90C-44A4-97AA-3191DEA2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A2827E-6743-4C1E-9D0C-A386F02A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B87CE-D39C-42C5-92CD-8B6D9C6E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Regular expressions: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33674-49E3-47EF-A227-3DEECCF3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96B30-FB57-456D-A075-75FC60FB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9C5E5-429B-4025-BD69-23561032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4B217B-4104-474F-99DE-A73D791E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185027985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C7732D-1321-477F-9641-1E3B5C1D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C6882-8EBB-48D9-9276-F0538E2F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4E317-3779-4289-9432-5FFAC704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776FB-69C2-4B8B-90BD-324311BA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A179D-DE26-4F0D-A48F-13FF8647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Finite automata and regular expressions vs Proving languages not regular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9BA5E-D8E3-4C8D-B84A-F9398F5A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11B86-BFAE-4C2C-8B52-AEEF3B01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1139B-1CEF-4C22-A116-CECDFA9C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Finite automata and regular expressions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89821-45A0-4220-93DA-AA5821A6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Proving languages not regular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010EE-C0EA-4D99-97CA-6099746B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E1025-AA95-497F-84AF-152F9D2D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B33DCB-15AD-4674-95CE-10DC1C7F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0891A9-178C-4E78-B81F-F1F9F4BD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682AD6-5CF7-4DB3-82F7-AFC17B3B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0C6A65-2058-41D9-8346-639851F9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F5DBB0-E66F-44AB-9C5E-66ADA6B4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D05CA7-5B6C-444A-9991-7099D9CE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67D428-BBB6-408D-98E8-47685B59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4DD204-524E-4AFF-A5FB-6DF76E2C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51E286-1730-4B37-8DBB-7F24C147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161989-7A2F-4D38-A19B-DB96FCD8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74B4B1-A505-45D8-93F7-E61B44F5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CECB3C-B5FD-4954-8592-9602546F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AFCD2F-E200-43E3-A793-AE2C78B3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109E76-211E-4E10-9832-4B6D7F1E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45588872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338B60-EB86-4A66-BA71-63C16F05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31BCF-739A-4C1B-863D-6592FC0D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5CFB0-FC1A-4CBE-A955-4B296197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36992-14D2-4C20-81C5-A138B346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2E855-9495-4C8E-AA36-9ECEBC0D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Proving languages not regular: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DAC17-BAC9-41B1-9A66-58B7567D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639B9-ABEF-49CC-A862-19DEAAFC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EA7326-09D8-4722-B5BD-FD8B3CE0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64E19-A070-4EDC-87A6-F98C8452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6E1D4-C113-4357-ADB1-F41BD41F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2D78A-7A5A-4D0D-B0EB-CD8AAB76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33EE2-A71B-4903-AD8E-85BCCBD1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9B1716-7351-4FAF-9D02-A07B5930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E7347-4EC5-4240-88D0-EA305BCE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input string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031739-9606-49B6-A87C-4E365EAA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1C48D2-CB7E-4C11-AA22-1110CD88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145CAF-310C-4ED6-94AC-DD72F6F1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9486E-8420-4FF6-9431-BDEE9DE2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CECAA6-4A44-411E-8240-4C7E81D8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rule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3E8147-7D35-437C-9154-03FA5CE8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ED363E-F0D8-48D4-89BC-08549F81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0B0CB4-8945-401A-8B37-9D7748C5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CEE854-DBC2-41EC-837F-469190C9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676AE0-D79D-4A2D-A7F1-C7204A65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acceptance condition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14368A-DCBB-4367-9CC5-D4B6F924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F0E935-1770-4854-A59C-48031743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6B611D-FF9E-41E6-90C1-9CCABDCD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F7DC13-ADE4-42F8-9CEC-7192DAAE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822107-0874-41D1-91FA-1846406C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proof idea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3E450C-1D8A-4857-B305-4764DE70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4A51E1-7881-445F-8BCB-9D4C0F98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proving languages not regular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9222433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F9429A-6FA3-488E-A35E-69531E96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98CFF-E6D6-4583-A1C8-4C954B3B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B7E1C-9E57-474E-8786-66728F6A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C4FE6-A326-47AF-96F7-33F927E1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3160CD-FA8E-45BE-A656-63877CA8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Closure properties of regular languages: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D0725-DB97-4ACC-83F4-E39F9C58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1DA0F-2FEE-4930-B0DA-392B21FB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61516-92F0-4A4D-A132-579623C9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11241-8A8C-42A0-AAE8-54B2D4B6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C1A0B0-500D-470A-A959-00BB3D6D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F40EFD-D59E-45D0-AD28-F8F6FA8D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Treating Closure properties of regular languages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9E08F1-5EF0-4FB3-9CF1-6B686161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0C872-BF6C-45C0-A564-9D3E878E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Explain formal model -&gt; rule application -&gt; proof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18F3E0-D5D0-404B-B685-3217E5AF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6E400-83EB-4568-ACDB-092D9916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AC0477-1A5F-4B73-9E90-ED2649A8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06CC01-9166-4CDC-9D38-44AEA2A4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594F1D-E09A-4662-B35F-8305A1B3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0DBAAF-D80E-4E18-93D1-93DFC778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52C213-7949-425C-8E27-AB7D55A9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6682D1-83BA-4FE8-A9DD-CA4158E4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terms such as formal model, input string, rule application</a:t>
            </a:r>
          </a:p>
        </p:txBody>
      </p:sp>
    </p:spTree>
    <p:extLst>
      <p:ext uri="{BB962C8B-B14F-4D97-AF65-F5344CB8AC3E}">
        <p14:creationId xmlns:p14="http://schemas.microsoft.com/office/powerpoint/2010/main" val="72970184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E990A4-7376-469F-AFBC-C06EADC2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BE976-CF5F-454B-B421-1CB90015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03340-C019-4E57-A3BD-10953842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8624F-86A5-4986-98F7-38CF5D78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3A543-1541-4430-9864-7DE3F971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Equivalence of automata: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C2C3F-7493-4A3D-8760-C0A26885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1CC29-BE71-4717-AAEC-3CF73250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DE266-CD63-42E5-AA85-F3898B2F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95F985-4F73-455E-8557-DFB8629B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16597437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F39607-95BA-4850-B1D5-5AB725E7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91F3C-9FED-4933-A5CB-A61DF45B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2C712-7E7E-486B-BE47-29E06258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F370C-39D6-440D-8D48-A8047A32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05073-CFEF-41BE-A92D-DD57F569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Minimization of automata vs Applications of regular expressions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CDA5F-A5D9-4D64-9DA4-1C97CA47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EF665-179E-4BC5-9A31-7B11ECBD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266BE-D01C-4C4A-BE06-6427A226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Minimization of automata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265BBD-6A00-4A79-ACBA-5CA78E85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Applications of regular expressions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1B974-AF58-4E7D-BB5F-2C52E8C1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7D9FE-AD32-44B0-8ED5-A935DFD5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E4A780-F7B4-4BE6-B6E8-61C310B5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12A49D-31B3-4EF9-9458-32BEAADB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DDF26-11B4-4ED2-9611-C5F62F95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CC7AF-3FF9-49E4-A9CF-8C195381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CE7D2-1D35-47C0-A3C3-4C0DC224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B660E5-75F6-42CD-9AE9-0672E753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1C814D-DE68-458F-82FE-65DD1DE7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9F2C44-2CC0-40F3-B2E6-1506C42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FA830F-9CAA-4D3F-9D63-BA5C2C26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05C3C8-6331-4BEB-866E-7A5E24D8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1C2011-1420-47AE-8221-68F3C892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B3E6F5-4721-4C9F-B86B-097D1689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E230A8-BECD-4603-95B3-9E2C5EFB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E59FCF-B2F0-43D3-8032-3669BC3D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35949911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0EF8B3-82BF-441F-BC05-9DB2D646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C7A83-340F-4493-A1E7-3CDFCAE8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2698F-8696-4A69-B78F-53F1A715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28CF2-D4C7-42F7-B20C-3E4CA2E7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D6D7D-0606-482A-9D0E-A7CDAEC6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Applications of regular expressions: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E0B97-D8CC-4FFB-ADBF-C503758B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22CE4-26FB-4947-874C-DC84733F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C362F-623A-4696-8BB7-7DFB62BD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515170-2258-42DE-8D78-F7E446A1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A2547-58F1-42B2-82B6-BFEA1C9B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DEDEC-B095-4443-99E3-E7870963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81EB0A-0660-4326-B43B-075F8C40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2E1A25-4137-440E-82B0-8A4DA18E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63F733-A341-4716-AA92-3F7F5C74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input string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7404B7-8F43-4B85-91B0-09B32C6B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CFF4A8-D4EE-4C18-B310-02B7EECE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107730-924C-495F-A21C-5F7A06F9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842A3D-79C4-47F4-B526-56B4E318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C1CF0A-E0D8-4BEB-959F-F8E2559B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rule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FF3784-1D21-4B11-9B3C-089D2ECF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C7CCE3-570D-4DCB-BDD1-D830E23E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31C025-631E-4AFB-9CF3-CC995D71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511263-B997-43E3-99B8-2D10E456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39FE2C-4EF3-48A4-8212-52535D57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acceptance condition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30969F-923E-447C-9AC4-C749ADD4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4830FF-009E-4252-9361-0012D619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417666-0838-46C0-9CDD-2CE22D0A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BC92A5-F230-4792-8074-CF0B285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322003-F497-44A9-9512-CF74D2F1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proof idea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3DDEF4-BBC2-4659-A084-24B18196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8E445C-8B46-474D-ABFC-5AF5138D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applications of regular expressions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81763606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6C6804-8CCC-4615-8156-9BD0F5B7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0B1A1-A981-4DF3-8BBF-8205FBD3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2: Regular Expressions and Regular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570C1-3F5D-4A2E-80CC-3075A0BE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83795-3B7B-4767-83C2-79AE6B61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4A6A4-8870-4865-B0E3-14EAE5F2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592E5D-E814-4E7E-92E3-700DE191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033"/>
                </a:solidFill>
              </a:defRPr>
            </a:pPr>
            <a:r>
              <a:rPr sz="2025" b="0">
                <a:solidFill>
                  <a:srgbClr val="172033"/>
                </a:solidFill>
              </a:rPr>
              <a:t>No genuine previous-year VTU questions were found locally for this module during this pass, so this deck does not fabricate PYQs.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A7C42-3163-4C72-A892-9937B479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80A84-D278-45DB-BBD5-2D7382E0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Use the practice questions as model revision prompts.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5C337-90E0-4852-89AF-ABEA61D7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93C6E6-4041-4073-838B-E0A50B90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Add authentic PYQs later only from a verified VTU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B17D62-30B6-41B3-A35F-5682D82E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F9BD6-63C0-49D6-8223-7CD962DC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Do not label instructor-created questions as previous-year questions.</a:t>
            </a:r>
          </a:p>
        </p:txBody>
      </p:sp>
    </p:spTree>
    <p:extLst>
      <p:ext uri="{BB962C8B-B14F-4D97-AF65-F5344CB8AC3E}">
        <p14:creationId xmlns:p14="http://schemas.microsoft.com/office/powerpoint/2010/main" val="9053974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2026-08-24T06:04:35.3490000Z</dcterms:created>
  <dcterms:modified xsi:type="dcterms:W3CDTF">2026-08-24T06:04:35.3490000Z</dcterms:modified>
</coreProperties>
</file>