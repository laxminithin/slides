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f858f364de4976" /><Relationship Type="http://schemas.openxmlformats.org/officeDocument/2006/relationships/extended-properties" Target="/docProps/app.xml" Id="Rc844997d20cf4ee8" /><Relationship Type="http://schemas.openxmlformats.org/officeDocument/2006/relationships/officeDocument" Target="/ppt/presentation.xml" Id="R06a15c42ccd8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b9359599094ec2"/>
  </p:sldMasterIdLst>
  <p:notesMasterIdLst>
    <p:notesMasterId xmlns:r="http://schemas.openxmlformats.org/officeDocument/2006/relationships" r:id="R537f7c5c047e4807"/>
  </p:notesMasterIdLst>
  <p:sldIdLst>
    <p:sldId xmlns:r="http://schemas.openxmlformats.org/officeDocument/2006/relationships" id="256" r:id="Rf1a3a10aa6b84102"/>
    <p:sldId xmlns:r="http://schemas.openxmlformats.org/officeDocument/2006/relationships" id="257" r:id="Rbaf664fc8c7f4b46"/>
    <p:sldId xmlns:r="http://schemas.openxmlformats.org/officeDocument/2006/relationships" id="258" r:id="R051274b9193948bb"/>
    <p:sldId xmlns:r="http://schemas.openxmlformats.org/officeDocument/2006/relationships" id="259" r:id="R6f4c1510ae784486"/>
    <p:sldId xmlns:r="http://schemas.openxmlformats.org/officeDocument/2006/relationships" id="260" r:id="R00228c289ab04fad"/>
    <p:sldId xmlns:r="http://schemas.openxmlformats.org/officeDocument/2006/relationships" id="261" r:id="R2b4209239dba4dd0"/>
    <p:sldId xmlns:r="http://schemas.openxmlformats.org/officeDocument/2006/relationships" id="262" r:id="R72b202b19c7146d8"/>
    <p:sldId xmlns:r="http://schemas.openxmlformats.org/officeDocument/2006/relationships" id="263" r:id="R823815fa408341a7"/>
    <p:sldId xmlns:r="http://schemas.openxmlformats.org/officeDocument/2006/relationships" id="264" r:id="R298b1fa9ac7a4385"/>
    <p:sldId xmlns:r="http://schemas.openxmlformats.org/officeDocument/2006/relationships" id="265" r:id="Rd3a9c1ef0acd441f"/>
    <p:sldId xmlns:r="http://schemas.openxmlformats.org/officeDocument/2006/relationships" id="266" r:id="Ra518d46ebb0244bb"/>
    <p:sldId xmlns:r="http://schemas.openxmlformats.org/officeDocument/2006/relationships" id="267" r:id="Rbfce97b20e5d43ad"/>
    <p:sldId xmlns:r="http://schemas.openxmlformats.org/officeDocument/2006/relationships" id="268" r:id="R5829f666340342e7"/>
    <p:sldId xmlns:r="http://schemas.openxmlformats.org/officeDocument/2006/relationships" id="269" r:id="R25f95928db654ac0"/>
    <p:sldId xmlns:r="http://schemas.openxmlformats.org/officeDocument/2006/relationships" id="270" r:id="Re466efae305e40aa"/>
    <p:sldId xmlns:r="http://schemas.openxmlformats.org/officeDocument/2006/relationships" id="271" r:id="R8b0c07ab4ff94f3d"/>
    <p:sldId xmlns:r="http://schemas.openxmlformats.org/officeDocument/2006/relationships" id="272" r:id="R62605dba9a124bb8"/>
    <p:sldId xmlns:r="http://schemas.openxmlformats.org/officeDocument/2006/relationships" id="273" r:id="Rf12366bd390c46f3"/>
    <p:sldId xmlns:r="http://schemas.openxmlformats.org/officeDocument/2006/relationships" id="274" r:id="R5faef3b4bfce4d65"/>
    <p:sldId xmlns:r="http://schemas.openxmlformats.org/officeDocument/2006/relationships" id="275" r:id="R6f4eb04b36f34e77"/>
    <p:sldId xmlns:r="http://schemas.openxmlformats.org/officeDocument/2006/relationships" id="276" r:id="Rdcd58f438d584d74"/>
    <p:sldId xmlns:r="http://schemas.openxmlformats.org/officeDocument/2006/relationships" id="277" r:id="R13bcc4b2fb494702"/>
    <p:sldId xmlns:r="http://schemas.openxmlformats.org/officeDocument/2006/relationships" id="278" r:id="R20c2e9e796e448a0"/>
    <p:sldId xmlns:r="http://schemas.openxmlformats.org/officeDocument/2006/relationships" id="279" r:id="Re1bace6dd6f3436d"/>
    <p:sldId xmlns:r="http://schemas.openxmlformats.org/officeDocument/2006/relationships" id="280" r:id="R78728a6bb6aa4cbe"/>
    <p:sldId xmlns:r="http://schemas.openxmlformats.org/officeDocument/2006/relationships" id="281" r:id="R4fb9b2565ca5483d"/>
    <p:sldId xmlns:r="http://schemas.openxmlformats.org/officeDocument/2006/relationships" id="282" r:id="R3868eddfaf4b487a"/>
    <p:sldId xmlns:r="http://schemas.openxmlformats.org/officeDocument/2006/relationships" id="283" r:id="Rbb4786c46bbd422f"/>
    <p:sldId xmlns:r="http://schemas.openxmlformats.org/officeDocument/2006/relationships" id="284" r:id="R2f12df021dce47f9"/>
    <p:sldId xmlns:r="http://schemas.openxmlformats.org/officeDocument/2006/relationships" id="285" r:id="R6ab534df685e4ffb"/>
    <p:sldId xmlns:r="http://schemas.openxmlformats.org/officeDocument/2006/relationships" id="286" r:id="R37986a02f98d452e"/>
    <p:sldId xmlns:r="http://schemas.openxmlformats.org/officeDocument/2006/relationships" id="287" r:id="R5fe3815edcb04a1a"/>
    <p:sldId xmlns:r="http://schemas.openxmlformats.org/officeDocument/2006/relationships" id="288" r:id="R7cba8f6dc4294984"/>
    <p:sldId xmlns:r="http://schemas.openxmlformats.org/officeDocument/2006/relationships" id="289" r:id="R64fe1bffe63e43f7"/>
    <p:sldId xmlns:r="http://schemas.openxmlformats.org/officeDocument/2006/relationships" id="290" r:id="R9a68df1c1ed6445c"/>
    <p:sldId xmlns:r="http://schemas.openxmlformats.org/officeDocument/2006/relationships" id="291" r:id="R45a0f426778b4f80"/>
    <p:sldId xmlns:r="http://schemas.openxmlformats.org/officeDocument/2006/relationships" id="292" r:id="Rfed7a649b5dc4f48"/>
    <p:sldId xmlns:r="http://schemas.openxmlformats.org/officeDocument/2006/relationships" id="293" r:id="R2775678dc0bd46d6"/>
    <p:sldId xmlns:r="http://schemas.openxmlformats.org/officeDocument/2006/relationships" id="294" r:id="Rf97f93cb3f8144c7"/>
    <p:sldId xmlns:r="http://schemas.openxmlformats.org/officeDocument/2006/relationships" id="295" r:id="R9d2b155ccb294cd7"/>
    <p:sldId xmlns:r="http://schemas.openxmlformats.org/officeDocument/2006/relationships" id="296" r:id="R776a4ca49f154c97"/>
    <p:sldId xmlns:r="http://schemas.openxmlformats.org/officeDocument/2006/relationships" id="297" r:id="R7e25db66dd8849b2"/>
    <p:sldId xmlns:r="http://schemas.openxmlformats.org/officeDocument/2006/relationships" id="298" r:id="Re52739ee9ba943f4"/>
    <p:sldId xmlns:r="http://schemas.openxmlformats.org/officeDocument/2006/relationships" id="299" r:id="Rc28f1ec576254710"/>
    <p:sldId xmlns:r="http://schemas.openxmlformats.org/officeDocument/2006/relationships" id="300" r:id="R233436ea480d40e2"/>
    <p:sldId xmlns:r="http://schemas.openxmlformats.org/officeDocument/2006/relationships" id="301" r:id="Rc55092670cc14274"/>
    <p:sldId xmlns:r="http://schemas.openxmlformats.org/officeDocument/2006/relationships" id="302" r:id="R278c46e106644dfb"/>
    <p:sldId xmlns:r="http://schemas.openxmlformats.org/officeDocument/2006/relationships" id="303" r:id="R92e2e4976ab64d12"/>
    <p:sldId xmlns:r="http://schemas.openxmlformats.org/officeDocument/2006/relationships" id="304" r:id="R08e45b68860f43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b54f0386e24181" /><Relationship Type="http://schemas.openxmlformats.org/officeDocument/2006/relationships/slideMaster" Target="/ppt/slideMasters/slideMaster1.xml" Id="Rb2b9359599094ec2" /><Relationship Type="http://schemas.openxmlformats.org/officeDocument/2006/relationships/notesMaster" Target="/ppt/notesMasters/notesMaster1.xml" Id="R537f7c5c047e4807" /><Relationship Type="http://schemas.openxmlformats.org/officeDocument/2006/relationships/presProps" Target="/ppt/presProps.xml" Id="Rbef67fa1e9f94ec9" /><Relationship Type="http://schemas.openxmlformats.org/officeDocument/2006/relationships/tableStyles" Target="/ppt/tableStyles.xml" Id="Rab5d1300259046c6" /><Relationship Type="http://schemas.openxmlformats.org/officeDocument/2006/relationships/slide" Target="/ppt/slides/slide1.xml" Id="Rf1a3a10aa6b84102" /><Relationship Type="http://schemas.openxmlformats.org/officeDocument/2006/relationships/slide" Target="/ppt/slides/slide2.xml" Id="Rbaf664fc8c7f4b46" /><Relationship Type="http://schemas.openxmlformats.org/officeDocument/2006/relationships/slide" Target="/ppt/slides/slide3.xml" Id="R051274b9193948bb" /><Relationship Type="http://schemas.openxmlformats.org/officeDocument/2006/relationships/slide" Target="/ppt/slides/slide4.xml" Id="R6f4c1510ae784486" /><Relationship Type="http://schemas.openxmlformats.org/officeDocument/2006/relationships/slide" Target="/ppt/slides/slide5.xml" Id="R00228c289ab04fad" /><Relationship Type="http://schemas.openxmlformats.org/officeDocument/2006/relationships/slide" Target="/ppt/slides/slide6.xml" Id="R2b4209239dba4dd0" /><Relationship Type="http://schemas.openxmlformats.org/officeDocument/2006/relationships/slide" Target="/ppt/slides/slide7.xml" Id="R72b202b19c7146d8" /><Relationship Type="http://schemas.openxmlformats.org/officeDocument/2006/relationships/slide" Target="/ppt/slides/slide8.xml" Id="R823815fa408341a7" /><Relationship Type="http://schemas.openxmlformats.org/officeDocument/2006/relationships/slide" Target="/ppt/slides/slide9.xml" Id="R298b1fa9ac7a4385" /><Relationship Type="http://schemas.openxmlformats.org/officeDocument/2006/relationships/slide" Target="/ppt/slides/slide10.xml" Id="Rd3a9c1ef0acd441f" /><Relationship Type="http://schemas.openxmlformats.org/officeDocument/2006/relationships/slide" Target="/ppt/slides/slide11.xml" Id="Ra518d46ebb0244bb" /><Relationship Type="http://schemas.openxmlformats.org/officeDocument/2006/relationships/slide" Target="/ppt/slides/slide12.xml" Id="Rbfce97b20e5d43ad" /><Relationship Type="http://schemas.openxmlformats.org/officeDocument/2006/relationships/slide" Target="/ppt/slides/slide13.xml" Id="R5829f666340342e7" /><Relationship Type="http://schemas.openxmlformats.org/officeDocument/2006/relationships/slide" Target="/ppt/slides/slide14.xml" Id="R25f95928db654ac0" /><Relationship Type="http://schemas.openxmlformats.org/officeDocument/2006/relationships/slide" Target="/ppt/slides/slide15.xml" Id="Re466efae305e40aa" /><Relationship Type="http://schemas.openxmlformats.org/officeDocument/2006/relationships/slide" Target="/ppt/slides/slide16.xml" Id="R8b0c07ab4ff94f3d" /><Relationship Type="http://schemas.openxmlformats.org/officeDocument/2006/relationships/slide" Target="/ppt/slides/slide17.xml" Id="R62605dba9a124bb8" /><Relationship Type="http://schemas.openxmlformats.org/officeDocument/2006/relationships/slide" Target="/ppt/slides/slide18.xml" Id="Rf12366bd390c46f3" /><Relationship Type="http://schemas.openxmlformats.org/officeDocument/2006/relationships/slide" Target="/ppt/slides/slide19.xml" Id="R5faef3b4bfce4d65" /><Relationship Type="http://schemas.openxmlformats.org/officeDocument/2006/relationships/slide" Target="/ppt/slides/slide20.xml" Id="R6f4eb04b36f34e77" /><Relationship Type="http://schemas.openxmlformats.org/officeDocument/2006/relationships/slide" Target="/ppt/slides/slide21.xml" Id="Rdcd58f438d584d74" /><Relationship Type="http://schemas.openxmlformats.org/officeDocument/2006/relationships/slide" Target="/ppt/slides/slide22.xml" Id="R13bcc4b2fb494702" /><Relationship Type="http://schemas.openxmlformats.org/officeDocument/2006/relationships/slide" Target="/ppt/slides/slide23.xml" Id="R20c2e9e796e448a0" /><Relationship Type="http://schemas.openxmlformats.org/officeDocument/2006/relationships/slide" Target="/ppt/slides/slide24.xml" Id="Re1bace6dd6f3436d" /><Relationship Type="http://schemas.openxmlformats.org/officeDocument/2006/relationships/slide" Target="/ppt/slides/slide25.xml" Id="R78728a6bb6aa4cbe" /><Relationship Type="http://schemas.openxmlformats.org/officeDocument/2006/relationships/slide" Target="/ppt/slides/slide26.xml" Id="R4fb9b2565ca5483d" /><Relationship Type="http://schemas.openxmlformats.org/officeDocument/2006/relationships/slide" Target="/ppt/slides/slide27.xml" Id="R3868eddfaf4b487a" /><Relationship Type="http://schemas.openxmlformats.org/officeDocument/2006/relationships/slide" Target="/ppt/slides/slide28.xml" Id="Rbb4786c46bbd422f" /><Relationship Type="http://schemas.openxmlformats.org/officeDocument/2006/relationships/slide" Target="/ppt/slides/slide29.xml" Id="R2f12df021dce47f9" /><Relationship Type="http://schemas.openxmlformats.org/officeDocument/2006/relationships/slide" Target="/ppt/slides/slide30.xml" Id="R6ab534df685e4ffb" /><Relationship Type="http://schemas.openxmlformats.org/officeDocument/2006/relationships/slide" Target="/ppt/slides/slide31.xml" Id="R37986a02f98d452e" /><Relationship Type="http://schemas.openxmlformats.org/officeDocument/2006/relationships/slide" Target="/ppt/slides/slide32.xml" Id="R5fe3815edcb04a1a" /><Relationship Type="http://schemas.openxmlformats.org/officeDocument/2006/relationships/slide" Target="/ppt/slides/slide33.xml" Id="R7cba8f6dc4294984" /><Relationship Type="http://schemas.openxmlformats.org/officeDocument/2006/relationships/slide" Target="/ppt/slides/slide34.xml" Id="R64fe1bffe63e43f7" /><Relationship Type="http://schemas.openxmlformats.org/officeDocument/2006/relationships/slide" Target="/ppt/slides/slide35.xml" Id="R9a68df1c1ed6445c" /><Relationship Type="http://schemas.openxmlformats.org/officeDocument/2006/relationships/slide" Target="/ppt/slides/slide36.xml" Id="R45a0f426778b4f80" /><Relationship Type="http://schemas.openxmlformats.org/officeDocument/2006/relationships/slide" Target="/ppt/slides/slide37.xml" Id="Rfed7a649b5dc4f48" /><Relationship Type="http://schemas.openxmlformats.org/officeDocument/2006/relationships/slide" Target="/ppt/slides/slide38.xml" Id="R2775678dc0bd46d6" /><Relationship Type="http://schemas.openxmlformats.org/officeDocument/2006/relationships/slide" Target="/ppt/slides/slide39.xml" Id="Rf97f93cb3f8144c7" /><Relationship Type="http://schemas.openxmlformats.org/officeDocument/2006/relationships/slide" Target="/ppt/slides/slide40.xml" Id="R9d2b155ccb294cd7" /><Relationship Type="http://schemas.openxmlformats.org/officeDocument/2006/relationships/slide" Target="/ppt/slides/slide41.xml" Id="R776a4ca49f154c97" /><Relationship Type="http://schemas.openxmlformats.org/officeDocument/2006/relationships/slide" Target="/ppt/slides/slide42.xml" Id="R7e25db66dd8849b2" /><Relationship Type="http://schemas.openxmlformats.org/officeDocument/2006/relationships/slide" Target="/ppt/slides/slide43.xml" Id="Re52739ee9ba943f4" /><Relationship Type="http://schemas.openxmlformats.org/officeDocument/2006/relationships/slide" Target="/ppt/slides/slide44.xml" Id="Rc28f1ec576254710" /><Relationship Type="http://schemas.openxmlformats.org/officeDocument/2006/relationships/slide" Target="/ppt/slides/slide45.xml" Id="R233436ea480d40e2" /><Relationship Type="http://schemas.openxmlformats.org/officeDocument/2006/relationships/slide" Target="/ppt/slides/slide46.xml" Id="Rc55092670cc14274" /><Relationship Type="http://schemas.openxmlformats.org/officeDocument/2006/relationships/slide" Target="/ppt/slides/slide47.xml" Id="R278c46e106644dfb" /><Relationship Type="http://schemas.openxmlformats.org/officeDocument/2006/relationships/slide" Target="/ppt/slides/slide48.xml" Id="R92e2e4976ab64d12" /><Relationship Type="http://schemas.openxmlformats.org/officeDocument/2006/relationships/slide" Target="/ppt/slides/slide49.xml" Id="R08e45b68860f43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5cf32a9be4c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4dfa325aa14017" /><Relationship Type="http://schemas.openxmlformats.org/officeDocument/2006/relationships/notesMaster" Target="/ppt/notesMasters/notesMaster1.xml" Id="Rf1669ac7748344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9dd59153c04e67" /><Relationship Type="http://schemas.openxmlformats.org/officeDocument/2006/relationships/notesMaster" Target="/ppt/notesMasters/notesMaster1.xml" Id="Rbffdccac4aa84c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d1ca2ff7c41df" /><Relationship Type="http://schemas.openxmlformats.org/officeDocument/2006/relationships/notesMaster" Target="/ppt/notesMasters/notesMaster1.xml" Id="R3e719a1650954c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85182b3fc04d36" /><Relationship Type="http://schemas.openxmlformats.org/officeDocument/2006/relationships/notesMaster" Target="/ppt/notesMasters/notesMaster1.xml" Id="Rda5f28e811a6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6b8b4e26ff4cfb" /><Relationship Type="http://schemas.openxmlformats.org/officeDocument/2006/relationships/notesMaster" Target="/ppt/notesMasters/notesMaster1.xml" Id="R4c6c6e9f34e647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607a0246c041e3" /><Relationship Type="http://schemas.openxmlformats.org/officeDocument/2006/relationships/notesMaster" Target="/ppt/notesMasters/notesMaster1.xml" Id="Rdc6e086f3b2e45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cafb138cdd45ef" /><Relationship Type="http://schemas.openxmlformats.org/officeDocument/2006/relationships/notesMaster" Target="/ppt/notesMasters/notesMaster1.xml" Id="R3d609ed3c01044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82721e346a48c6" /><Relationship Type="http://schemas.openxmlformats.org/officeDocument/2006/relationships/notesMaster" Target="/ppt/notesMasters/notesMaster1.xml" Id="R9080fa9a82e543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cd6e4b9c414c06" /><Relationship Type="http://schemas.openxmlformats.org/officeDocument/2006/relationships/notesMaster" Target="/ppt/notesMasters/notesMaster1.xml" Id="Rb95dc3a7613c48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269fc65b7846d9" /><Relationship Type="http://schemas.openxmlformats.org/officeDocument/2006/relationships/notesMaster" Target="/ppt/notesMasters/notesMaster1.xml" Id="R49322a855d0542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b7e87be98542aa" /><Relationship Type="http://schemas.openxmlformats.org/officeDocument/2006/relationships/notesMaster" Target="/ppt/notesMasters/notesMaster1.xml" Id="R4b49c5b8500b4a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196ab14cc24981" /><Relationship Type="http://schemas.openxmlformats.org/officeDocument/2006/relationships/notesMaster" Target="/ppt/notesMasters/notesMaster1.xml" Id="R37bdd32e69fe44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f7383330e0480c" /><Relationship Type="http://schemas.openxmlformats.org/officeDocument/2006/relationships/notesMaster" Target="/ppt/notesMasters/notesMaster1.xml" Id="R88f9dfdae5c145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f804f7c00b4a55" /><Relationship Type="http://schemas.openxmlformats.org/officeDocument/2006/relationships/notesMaster" Target="/ppt/notesMasters/notesMaster1.xml" Id="Ra54b22d0e05a4d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c7bbec66da4890" /><Relationship Type="http://schemas.openxmlformats.org/officeDocument/2006/relationships/notesMaster" Target="/ppt/notesMasters/notesMaster1.xml" Id="Ra4c1fc93978f4b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e455ca9dde4c75" /><Relationship Type="http://schemas.openxmlformats.org/officeDocument/2006/relationships/notesMaster" Target="/ppt/notesMasters/notesMaster1.xml" Id="R94186ad43a7e4b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a9751f7d6d401e" /><Relationship Type="http://schemas.openxmlformats.org/officeDocument/2006/relationships/notesMaster" Target="/ppt/notesMasters/notesMaster1.xml" Id="R7d256ed9975643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0e1c5dec074e3d" /><Relationship Type="http://schemas.openxmlformats.org/officeDocument/2006/relationships/notesMaster" Target="/ppt/notesMasters/notesMaster1.xml" Id="Rda29f3feacd94a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dc9488e1fb49b8" /><Relationship Type="http://schemas.openxmlformats.org/officeDocument/2006/relationships/notesMaster" Target="/ppt/notesMasters/notesMaster1.xml" Id="R432217df1d944a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c28bc811b24ae1" /><Relationship Type="http://schemas.openxmlformats.org/officeDocument/2006/relationships/notesMaster" Target="/ppt/notesMasters/notesMaster1.xml" Id="Rd6c3dd87a88349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4c86ae057f464c" /><Relationship Type="http://schemas.openxmlformats.org/officeDocument/2006/relationships/notesMaster" Target="/ppt/notesMasters/notesMaster1.xml" Id="R8557af40776145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869372343345a6" /><Relationship Type="http://schemas.openxmlformats.org/officeDocument/2006/relationships/notesMaster" Target="/ppt/notesMasters/notesMaster1.xml" Id="R29eaa132b75b460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14055279614fac" /><Relationship Type="http://schemas.openxmlformats.org/officeDocument/2006/relationships/notesMaster" Target="/ppt/notesMasters/notesMaster1.xml" Id="R789132a1996146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1df9448a0dc4a10" /><Relationship Type="http://schemas.openxmlformats.org/officeDocument/2006/relationships/notesMaster" Target="/ppt/notesMasters/notesMaster1.xml" Id="R0fdb49c7eddc46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2bc57bace40421e" /><Relationship Type="http://schemas.openxmlformats.org/officeDocument/2006/relationships/notesMaster" Target="/ppt/notesMasters/notesMaster1.xml" Id="R96a5c63078e441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229340d89e64588" /><Relationship Type="http://schemas.openxmlformats.org/officeDocument/2006/relationships/notesMaster" Target="/ppt/notesMasters/notesMaster1.xml" Id="R9406ae12a86c41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9027fc5b504125" /><Relationship Type="http://schemas.openxmlformats.org/officeDocument/2006/relationships/notesMaster" Target="/ppt/notesMasters/notesMaster1.xml" Id="R573b060aef5c4f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df53d1c8014ae8" /><Relationship Type="http://schemas.openxmlformats.org/officeDocument/2006/relationships/notesMaster" Target="/ppt/notesMasters/notesMaster1.xml" Id="R52c04b2b31544a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5488395ae94357" /><Relationship Type="http://schemas.openxmlformats.org/officeDocument/2006/relationships/notesMaster" Target="/ppt/notesMasters/notesMaster1.xml" Id="R877d8cd3a54e49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ad1053d1724196" /><Relationship Type="http://schemas.openxmlformats.org/officeDocument/2006/relationships/notesMaster" Target="/ppt/notesMasters/notesMaster1.xml" Id="Rbebd672e8a2645b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616216e48394627" /><Relationship Type="http://schemas.openxmlformats.org/officeDocument/2006/relationships/notesMaster" Target="/ppt/notesMasters/notesMaster1.xml" Id="Rf8c36cdf96e4430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e21f30cfda7466e" /><Relationship Type="http://schemas.openxmlformats.org/officeDocument/2006/relationships/notesMaster" Target="/ppt/notesMasters/notesMaster1.xml" Id="R095a17f9ec6a492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c6e2cd06a9a4152" /><Relationship Type="http://schemas.openxmlformats.org/officeDocument/2006/relationships/notesMaster" Target="/ppt/notesMasters/notesMaster1.xml" Id="R0f07fd9a5cb84b5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c6616cf8a04476" /><Relationship Type="http://schemas.openxmlformats.org/officeDocument/2006/relationships/notesMaster" Target="/ppt/notesMasters/notesMaster1.xml" Id="R7ff4a47384ec4a1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bea75de27534342" /><Relationship Type="http://schemas.openxmlformats.org/officeDocument/2006/relationships/notesMaster" Target="/ppt/notesMasters/notesMaster1.xml" Id="R2f17c25365784a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a634c86dece4e1a" /><Relationship Type="http://schemas.openxmlformats.org/officeDocument/2006/relationships/notesMaster" Target="/ppt/notesMasters/notesMaster1.xml" Id="R7074be8e9701435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b9a927871b94a05" /><Relationship Type="http://schemas.openxmlformats.org/officeDocument/2006/relationships/notesMaster" Target="/ppt/notesMasters/notesMaster1.xml" Id="Rb8196b4ea7a9449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7bbb233877849b8" /><Relationship Type="http://schemas.openxmlformats.org/officeDocument/2006/relationships/notesMaster" Target="/ppt/notesMasters/notesMaster1.xml" Id="R34d1ff48d8b8465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bd7479dca7a43e3" /><Relationship Type="http://schemas.openxmlformats.org/officeDocument/2006/relationships/notesMaster" Target="/ppt/notesMasters/notesMaster1.xml" Id="R96d0e1334729448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179e4fe677c418a" /><Relationship Type="http://schemas.openxmlformats.org/officeDocument/2006/relationships/notesMaster" Target="/ppt/notesMasters/notesMaster1.xml" Id="R113e70465536440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f5406b302f64708" /><Relationship Type="http://schemas.openxmlformats.org/officeDocument/2006/relationships/notesMaster" Target="/ppt/notesMasters/notesMaster1.xml" Id="Rc6f2265a7a554bc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a22a24be52c4140" /><Relationship Type="http://schemas.openxmlformats.org/officeDocument/2006/relationships/notesMaster" Target="/ppt/notesMasters/notesMaster1.xml" Id="Rcd83880ff0c94ae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8d64fb2479f4864" /><Relationship Type="http://schemas.openxmlformats.org/officeDocument/2006/relationships/notesMaster" Target="/ppt/notesMasters/notesMaster1.xml" Id="R6a5c29af4c20423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ca78652f6a24a1f" /><Relationship Type="http://schemas.openxmlformats.org/officeDocument/2006/relationships/notesMaster" Target="/ppt/notesMasters/notesMaster1.xml" Id="R61792b1b26b0476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c7fd3aa2f23433b" /><Relationship Type="http://schemas.openxmlformats.org/officeDocument/2006/relationships/notesMaster" Target="/ppt/notesMasters/notesMaster1.xml" Id="R7f61db787d964a6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6b63d1f957e4a0c" /><Relationship Type="http://schemas.openxmlformats.org/officeDocument/2006/relationships/notesMaster" Target="/ppt/notesMasters/notesMaster1.xml" Id="Ree3566bf8d384dd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73192e9256a4c79" /><Relationship Type="http://schemas.openxmlformats.org/officeDocument/2006/relationships/notesMaster" Target="/ppt/notesMasters/notesMaster1.xml" Id="Rfa8f4f1fe57f446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e6ab93bde2d4084" /><Relationship Type="http://schemas.openxmlformats.org/officeDocument/2006/relationships/notesMaster" Target="/ppt/notesMasters/notesMaster1.xml" Id="R2ad344eb43c54cd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93f2de939f44561" /><Relationship Type="http://schemas.openxmlformats.org/officeDocument/2006/relationships/notesMaster" Target="/ppt/notesMasters/notesMaster1.xml" Id="R4b916b377ae1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330f3d7a0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03b7c37fa45ca" /><Relationship Type="http://schemas.openxmlformats.org/officeDocument/2006/relationships/slideLayout" Target="/ppt/slideLayouts/slideLayout1.xml" Id="R4b852fccadbf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852fccadbf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3dfb4a883454d" /><Relationship Type="http://schemas.openxmlformats.org/officeDocument/2006/relationships/notesSlide" Target="/ppt/notesSlides/notesSlide1.xml" Id="R0002f9cd71ba40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9d5fe79234faf" /><Relationship Type="http://schemas.openxmlformats.org/officeDocument/2006/relationships/notesSlide" Target="/ppt/notesSlides/notesSlide2.xml" Id="R4b18139f457347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7f2142de045c2" /><Relationship Type="http://schemas.openxmlformats.org/officeDocument/2006/relationships/notesSlide" Target="/ppt/notesSlides/notesSlide3.xml" Id="R9e77f1650e0b46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718da913c43be" /><Relationship Type="http://schemas.openxmlformats.org/officeDocument/2006/relationships/notesSlide" Target="/ppt/notesSlides/notesSlide4.xml" Id="R6c2c4a9fe19b4a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0942627044622" /><Relationship Type="http://schemas.openxmlformats.org/officeDocument/2006/relationships/notesSlide" Target="/ppt/notesSlides/notesSlide5.xml" Id="R95205509653d46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ad89ca7c44b4c" /><Relationship Type="http://schemas.openxmlformats.org/officeDocument/2006/relationships/notesSlide" Target="/ppt/notesSlides/notesSlide6.xml" Id="Rc66aa75ec82447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a9eed436d4cfd" /><Relationship Type="http://schemas.openxmlformats.org/officeDocument/2006/relationships/notesSlide" Target="/ppt/notesSlides/notesSlide7.xml" Id="R7e665e9104b94b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e40ce849e44e5" /><Relationship Type="http://schemas.openxmlformats.org/officeDocument/2006/relationships/notesSlide" Target="/ppt/notesSlides/notesSlide8.xml" Id="R70b390770f75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4c94873dd4c99" /><Relationship Type="http://schemas.openxmlformats.org/officeDocument/2006/relationships/notesSlide" Target="/ppt/notesSlides/notesSlide9.xml" Id="R1ed17ab9d76348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d34638254445d" /><Relationship Type="http://schemas.openxmlformats.org/officeDocument/2006/relationships/notesSlide" Target="/ppt/notesSlides/notesSlide10.xml" Id="Rcdfcacec66f041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5cc19e57545ac" /><Relationship Type="http://schemas.openxmlformats.org/officeDocument/2006/relationships/notesSlide" Target="/ppt/notesSlides/notesSlide11.xml" Id="R696cf8f2814e4f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de29ce9d24877" /><Relationship Type="http://schemas.openxmlformats.org/officeDocument/2006/relationships/notesSlide" Target="/ppt/notesSlides/notesSlide12.xml" Id="R424ef63f5bb648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4dbdd26314582" /><Relationship Type="http://schemas.openxmlformats.org/officeDocument/2006/relationships/notesSlide" Target="/ppt/notesSlides/notesSlide13.xml" Id="R8b493996bcb24e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c049dca034a70" /><Relationship Type="http://schemas.openxmlformats.org/officeDocument/2006/relationships/notesSlide" Target="/ppt/notesSlides/notesSlide14.xml" Id="R3596dd2e362046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7f39f010a4781" /><Relationship Type="http://schemas.openxmlformats.org/officeDocument/2006/relationships/notesSlide" Target="/ppt/notesSlides/notesSlide15.xml" Id="Ra048c95607c449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57e3c7356440d" /><Relationship Type="http://schemas.openxmlformats.org/officeDocument/2006/relationships/notesSlide" Target="/ppt/notesSlides/notesSlide16.xml" Id="R8a885758a6f34e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0a1104c3946fe" /><Relationship Type="http://schemas.openxmlformats.org/officeDocument/2006/relationships/notesSlide" Target="/ppt/notesSlides/notesSlide17.xml" Id="Rf0a8944b233647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b4621ac904478" /><Relationship Type="http://schemas.openxmlformats.org/officeDocument/2006/relationships/notesSlide" Target="/ppt/notesSlides/notesSlide18.xml" Id="R9c695e27b2a04b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a92b60a7942dd" /><Relationship Type="http://schemas.openxmlformats.org/officeDocument/2006/relationships/notesSlide" Target="/ppt/notesSlides/notesSlide19.xml" Id="Rc8569dd5ba4c44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4d9557ce744ab" /><Relationship Type="http://schemas.openxmlformats.org/officeDocument/2006/relationships/notesSlide" Target="/ppt/notesSlides/notesSlide20.xml" Id="R32996015c75f40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c55dda55045fd" /><Relationship Type="http://schemas.openxmlformats.org/officeDocument/2006/relationships/notesSlide" Target="/ppt/notesSlides/notesSlide21.xml" Id="R38fdbb5455c64b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9153337ef4da9" /><Relationship Type="http://schemas.openxmlformats.org/officeDocument/2006/relationships/notesSlide" Target="/ppt/notesSlides/notesSlide22.xml" Id="Rb3e3e4ab0c654d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c19348a624877" /><Relationship Type="http://schemas.openxmlformats.org/officeDocument/2006/relationships/notesSlide" Target="/ppt/notesSlides/notesSlide23.xml" Id="R065968ef7d274cc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2dfee2a65428f" /><Relationship Type="http://schemas.openxmlformats.org/officeDocument/2006/relationships/notesSlide" Target="/ppt/notesSlides/notesSlide24.xml" Id="Rcfb9b1e3b5f943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248112ae2489d" /><Relationship Type="http://schemas.openxmlformats.org/officeDocument/2006/relationships/notesSlide" Target="/ppt/notesSlides/notesSlide25.xml" Id="Ra25f444d9c034c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5185391d34ef6" /><Relationship Type="http://schemas.openxmlformats.org/officeDocument/2006/relationships/notesSlide" Target="/ppt/notesSlides/notesSlide26.xml" Id="R1b13feb6b78b4c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11754105348f7" /><Relationship Type="http://schemas.openxmlformats.org/officeDocument/2006/relationships/notesSlide" Target="/ppt/notesSlides/notesSlide27.xml" Id="Rf05e838fb92f4fb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b0afdd1fa4d37" /><Relationship Type="http://schemas.openxmlformats.org/officeDocument/2006/relationships/notesSlide" Target="/ppt/notesSlides/notesSlide28.xml" Id="R1ba36bba0c8549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83d314a194cb3" /><Relationship Type="http://schemas.openxmlformats.org/officeDocument/2006/relationships/notesSlide" Target="/ppt/notesSlides/notesSlide29.xml" Id="R49132b8b87e441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cee9b4fee406d" /><Relationship Type="http://schemas.openxmlformats.org/officeDocument/2006/relationships/notesSlide" Target="/ppt/notesSlides/notesSlide30.xml" Id="Refdfbe4714c04a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3fce0a6734215" /><Relationship Type="http://schemas.openxmlformats.org/officeDocument/2006/relationships/notesSlide" Target="/ppt/notesSlides/notesSlide31.xml" Id="R361baa656450460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e88c2432e4d64" /><Relationship Type="http://schemas.openxmlformats.org/officeDocument/2006/relationships/notesSlide" Target="/ppt/notesSlides/notesSlide32.xml" Id="Rf6ff606b49264d0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bcf99716f4511" /><Relationship Type="http://schemas.openxmlformats.org/officeDocument/2006/relationships/notesSlide" Target="/ppt/notesSlides/notesSlide33.xml" Id="R60a75e9122634b8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a3fec0bbc405e" /><Relationship Type="http://schemas.openxmlformats.org/officeDocument/2006/relationships/notesSlide" Target="/ppt/notesSlides/notesSlide34.xml" Id="Rb177e9250706479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f6ce9f09c440c" /><Relationship Type="http://schemas.openxmlformats.org/officeDocument/2006/relationships/notesSlide" Target="/ppt/notesSlides/notesSlide35.xml" Id="R3c0171fd8b26429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cbeb6758e485f" /><Relationship Type="http://schemas.openxmlformats.org/officeDocument/2006/relationships/notesSlide" Target="/ppt/notesSlides/notesSlide36.xml" Id="R2bb467ab169944c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7fd3726cd45b9" /><Relationship Type="http://schemas.openxmlformats.org/officeDocument/2006/relationships/notesSlide" Target="/ppt/notesSlides/notesSlide37.xml" Id="Rebc3bae73360415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cc14d57c9424d" /><Relationship Type="http://schemas.openxmlformats.org/officeDocument/2006/relationships/notesSlide" Target="/ppt/notesSlides/notesSlide38.xml" Id="R4deb8d83b6ff4b3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337b824349a3" /><Relationship Type="http://schemas.openxmlformats.org/officeDocument/2006/relationships/notesSlide" Target="/ppt/notesSlides/notesSlide39.xml" Id="Re3c6588dfa5b444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ebbe5536f4221" /><Relationship Type="http://schemas.openxmlformats.org/officeDocument/2006/relationships/notesSlide" Target="/ppt/notesSlides/notesSlide40.xml" Id="R4a000d84067e45f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2c7b4030c4d75" /><Relationship Type="http://schemas.openxmlformats.org/officeDocument/2006/relationships/notesSlide" Target="/ppt/notesSlides/notesSlide41.xml" Id="R225edae8d43c417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269c76c744c9e" /><Relationship Type="http://schemas.openxmlformats.org/officeDocument/2006/relationships/notesSlide" Target="/ppt/notesSlides/notesSlide42.xml" Id="R86d6203847564b1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d965cbd4a41bb" /><Relationship Type="http://schemas.openxmlformats.org/officeDocument/2006/relationships/notesSlide" Target="/ppt/notesSlides/notesSlide43.xml" Id="R966bf5e271cc410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c504cfd7649f7" /><Relationship Type="http://schemas.openxmlformats.org/officeDocument/2006/relationships/notesSlide" Target="/ppt/notesSlides/notesSlide44.xml" Id="R304e5fdcc97c435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ab72560024806" /><Relationship Type="http://schemas.openxmlformats.org/officeDocument/2006/relationships/notesSlide" Target="/ppt/notesSlides/notesSlide45.xml" Id="R62fd8715ec0d45a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5470000d14416" /><Relationship Type="http://schemas.openxmlformats.org/officeDocument/2006/relationships/notesSlide" Target="/ppt/notesSlides/notesSlide46.xml" Id="Re6ce7a61b438442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958a10a144e46" /><Relationship Type="http://schemas.openxmlformats.org/officeDocument/2006/relationships/notesSlide" Target="/ppt/notesSlides/notesSlide47.xml" Id="Rca017d8b4a18423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1f458eb044b3c" /><Relationship Type="http://schemas.openxmlformats.org/officeDocument/2006/relationships/notesSlide" Target="/ppt/notesSlides/notesSlide48.xml" Id="Rd75d5757ba50471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806cb9add4a7f" /><Relationship Type="http://schemas.openxmlformats.org/officeDocument/2006/relationships/notesSlide" Target="/ppt/notesSlides/notesSlide49.xml" Id="R42a355cbb2fa41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FAE73-26E9-4672-A5F0-D4A364DB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BE0ED-4470-4C67-8F72-F2CA918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64188-A23A-4156-93A6-E44A9BB1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65855-84C2-40F1-9549-AE4A71C8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CD4D7-E937-4562-9452-1FC8CAC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Turing Machines and Undecidability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9EEA3-7148-4190-90D4-30B37DA4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Theory of Computation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56426-13B1-47C7-801F-7A32682E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FB54C-AF40-4120-BD49-5CC5541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378F7-39F4-4D5E-A60A-A930224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A4CE4-5602-4099-A3A8-8443677D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9E92E-5194-4ED3-8501-436BD042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891A6-990A-462A-87A0-7177465E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563200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F0D2E-C755-4E31-AC62-EE3DB7C9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9FAFF-663E-4687-AFFE-27F3182A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8AF2D-D398-4A45-8B4D-E1ACA3B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C1721-7741-4E65-8F5E-8B8C5EAA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5E092-1E29-4118-ABF1-A31C090F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F2969-3ED3-434F-B670-CF3BC14F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14BCD-251E-46D5-9CBB-B565225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624F8-8A9B-4C5E-9D73-52CB04F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AF50D-73C6-4BA8-A34F-E5D35EC7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E246A-C24F-400A-AEFB-5224689D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DDFF6-B5C6-4CD2-831A-FFEB219E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18DD-9A07-47B4-8C64-0C9FB5CB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172EB-DB99-46AE-BF65-F167688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701661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912BE-D595-434F-ACF0-FB89A20A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BC303-FECC-481B-920E-67BD6AE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C59D9-B644-4E5D-85BE-D67454B9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CDD65-4A84-4CF0-815B-9096045C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E6086-D370-4C48-9305-5525FAED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EF1D9-58E3-4AB8-B30C-FC20EF5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0BAE3-0444-4971-B572-1199C7FF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Problems computers cannot solve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81E02-10B3-4161-8AA6-B1B8EE8D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F70E0-B79B-4F4D-802E-7289DDEF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Turing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21059-B750-4B81-8552-0D9A3C2C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00868-A5EC-48A4-8F46-CD214163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Programming techniques for Turing machines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CF296-6C33-4EBB-A46B-3D465B7F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123A4-2819-41C2-90B3-A78052CE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Extensions to the basic Turing machine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B6A00-D8B9-4E2A-A9EB-85B7DE0C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DAB15-DB20-47DA-810D-9A91707C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Undecidability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74800-AC91-4762-AE1D-3B7E08FF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48C85-8812-432E-9211-7A4B6783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Language not recursively enumerable</a:t>
            </a:r>
          </a:p>
        </p:txBody>
      </p:sp>
    </p:spTree>
    <p:extLst>
      <p:ext uri="{BB962C8B-B14F-4D97-AF65-F5344CB8AC3E}">
        <p14:creationId xmlns:p14="http://schemas.microsoft.com/office/powerpoint/2010/main" val="1348212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A6C3B-17A0-43A2-A4EC-FA744EE4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29B36-5300-43C5-9B4F-FDA1DE0B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6089D-5F5A-4C59-B085-4E47A095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F0AA6-F61C-474B-AF3F-FE2136C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6CDE4-5E64-4BE2-8FC6-9F28A4C5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Problems computers cannot solve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FA692-4B8F-4D4A-9347-7D6778FD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09135-8479-4556-B84E-AB2F8E3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Problems computers cannot solve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6C4C6-5F82-44F2-9559-2322FDF1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FEE3B-63A1-4A3B-8CFC-8D54FEAD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9D51B-CCD9-4284-8A72-95405F81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B8DBC-42CB-4553-8A8F-1CF0506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45E61-EE19-496D-B61D-8480A188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E0EC5-9217-4B78-9CA7-59A9B839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8828A-8E85-4C93-8526-E96C97C5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C1AF7-3F29-460C-85A6-DCA443C0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DE30A-053D-46F1-A5D3-41678E1E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0273D-C200-4F2C-BE28-C723CC7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FE1A3-3189-4B44-A329-5AE4F088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problems computers cannot solve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58052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B2326-0C0D-41E2-A386-EB17759E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997F0-7A15-47D8-A1C4-96AEC3B4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1D3CB-6C27-4BBB-8A43-D104890B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85607-93C3-4D7D-A7F7-B53FEB8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9E249-F0CF-481C-87B8-E6F77B7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Problems computers cannot solve: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E5ADF-98E1-4D15-9295-3188405B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C456A-A3D8-4F14-87B5-EA1D3B9E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98CD8-2D3C-4B67-BC0F-64C8F0C5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FA3EF-1A76-4311-A52B-BC04417F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334330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61614C-CC9C-4875-9771-47E9A96A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A9BAC-E25C-45D5-B222-AFF1CE75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984AF-DBD7-475A-B51A-0E989CC5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E19C4-D316-471C-96EB-0AADC31F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21161-ADDC-4481-89FF-89D9ED43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Problems computers cannot solve: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DFF66-7B20-418F-B904-676058A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63DCF-3F53-43D2-BD2A-4C352A13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2591C-B2B2-4D16-829F-F563B78F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1DBF4-028A-42F0-8D3D-6B626F9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8C9A4-0C17-4C80-8CF8-F5BE79D2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76936-417A-443B-8B2B-FA971837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74E81-4961-4F11-BDCC-B89AE256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05653-3CB3-4576-91A8-9FD67A7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051B3-8CC8-4BD1-A784-66B2DE1E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70B31-5F6D-43E0-8539-63ECBB9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CB24C-D37A-4E60-8B0F-8E49EC28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CDEBB-BC80-4A7E-BEB8-64D46492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7396B-E9BA-4827-BCB3-6D4F558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A6912-BE15-40F2-9067-B0C7102D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2DF52-10A6-479F-B7D7-6653A5A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3A219-2560-4AC1-8B46-1A2EDDB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84D73-02F6-421F-8CED-277D4E6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BA443-F8BD-43B7-92AE-37FBCB08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FB734-F400-4925-A9D6-BB0FFA61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7DD11-79F1-4FF5-A59B-F5A11099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BD1D9-A6B0-461C-8B40-97CE9B3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0DD27-2E01-4C0B-BBAA-70D75572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D4688-581B-4772-A607-6D18E1FC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FDDA0-5414-4013-B0EF-0A8F1804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F6A116-E230-44F9-88F5-53CE7133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548DE-7AE1-435D-BB9D-5FDA7A94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problems computers cannot solve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11919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8A2B2-93BF-46EB-84C6-29BF08B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3C1B1-0B9D-4F3D-882C-3B8889A1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DC2CB-9720-494F-9185-3962A4F8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4CE54-EC4A-4E0A-B1D0-C92F77CA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7AC15-E99D-4E87-B937-4346FFCF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The Turing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90413-D335-4947-8766-76403A2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2ECFF-E4A8-4EC5-8623-F07AF9AA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Turing machine is best taught as a tape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B0547-68E2-454B-813B-E459DD24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7EECB-546D-4AE0-A87F-22D69ABD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head with state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4778B-5405-4A0D-AAD3-F246FE29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A453F-0E69-42B8-A1D8-51CAB532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transition and halt/accept/reject.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52E1C-DE70-4A98-BB7C-D52691A0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F88A1-B2E1-49A7-BBE4-F7DC9A72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A1C53-D0BA-4DA2-9B85-CF84AE37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7A7E9-2CF0-406D-8C84-615131A0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BEF81-04E7-4BF0-98C3-28B496E3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halt/accept/reject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240F6-8F5B-4A94-9EDF-C0847498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B8D8D-CAEB-4FE5-B7CE-3FE2D5EA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the turing machine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22445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DCD0A-DF4D-4020-8C3B-F6C0F93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D7A8C-058B-4F3B-A53C-BE9922D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78931-0440-41AA-9D7D-450F9AFC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2ED28-9E3C-4B23-891C-72B5220F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DC052-3507-4639-BB2C-19BB224A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The Turing machine: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CA32E-D08D-4CED-8403-2392317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8E51C-08C7-4C29-A611-6259B50F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4F0E4-F306-457F-9AF5-DEFF358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540D8-CB8B-457E-ADF3-1EEC1FC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266287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03259-119C-40B6-9AC6-DBBD9368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54B8E-2DA7-469D-92BE-436EFF50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2B549-58B4-4AE2-9CDA-1F806A44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88872-2886-41AE-B02F-B7267F9D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1BE65-5B4D-4A9F-903F-DB018F26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The Turing machine: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6048A-269B-47EA-A4CE-CC7AF254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78109-CD55-4B9D-B491-AB0A2908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2FAE7-20F5-46B0-B22D-79E989A1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24060-1444-4C55-A099-E4524FC3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DE4DB-6654-480B-A59F-8E8713A1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ABE86-8C6F-486D-9F73-34607C24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72795-5EE4-45B1-8809-77386203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7827A-44E3-428B-A987-373D9EA0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ACA25-E3E6-4BC7-80A6-E10C1AB6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36E42-5080-4AE1-8EB1-046EDFE8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C609B-FB2F-4933-990F-2139C4A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9FC57-C2BA-4889-A0F6-1D54F50F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7A055-5929-4929-9DF2-B5003E1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457CA-EE3D-40B5-B083-49E8D3E2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D5940-F53F-4161-B51A-AFB5B9B5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CCB57-90D1-4B55-BB84-7B9B59FA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1BB69-2BFC-457F-BC59-849388F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3879E-27B1-4EFF-9F59-8DE545BA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5137F-38CD-4A1D-BBF9-0B144C39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F4390-49E4-4BFB-B133-CC70F24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FB7C1-4FE7-43CD-8EDE-3666A9D2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004A4-E5C3-43A2-9AA5-AD071AD4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58FE2-C292-4248-9626-DC68F9D4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89671-7AA6-41EF-B0AA-32AEF26F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halt/accept/reject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91D2B7-C8EE-4555-9DA9-939BB7B4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1B30E-1EE5-4B26-8AAA-9DE5BB58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the turing machine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39455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2EEB2-98C9-4892-B995-EF2482A7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B5F77-4397-4DD1-B0CE-0FB4B4F3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2882A-8974-4770-945A-8F50EFCF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5AB42-DC5A-458B-9B5A-FDD3B7A4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99C0F-027C-4515-9BCD-A9EFB9B1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The Turing machine: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AF634-CC43-4D10-A927-82845083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F4796-50BE-4E35-A7E2-5347795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B1E17-7715-4CE9-91C6-F44405E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78064-8CE7-43A2-A5E1-E61AC24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5B6C2-8F22-4F74-8273-3437069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7CD1E-803D-4E84-8270-9435B5A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The Turing machine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AAA50-DB78-4407-9770-52704703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570ED-FE0B-4830-B2A0-037E311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tape -&gt; state -&gt; halt/accept/reject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B02A8-CA0C-4EC2-A494-6D5895F7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AE265-D0C7-4C9C-B08B-701C0489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37074-D532-4AFD-8243-E43383E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3CE55-5C7C-4EC5-8CAE-469300F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2177A-D534-42C2-B6EC-6D68C144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66702-D623-459F-BAC9-BDE70BC4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A1BEE-1F66-4D9F-AE32-9C2DA8ED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E2AFB-4605-4502-BB15-3862A499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tape, head, state</a:t>
            </a:r>
          </a:p>
        </p:txBody>
      </p:sp>
    </p:spTree>
    <p:extLst>
      <p:ext uri="{BB962C8B-B14F-4D97-AF65-F5344CB8AC3E}">
        <p14:creationId xmlns:p14="http://schemas.microsoft.com/office/powerpoint/2010/main" val="823640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C7178-F6F8-4C51-B5C5-806D0857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4C885-0E23-4F5D-B1DE-BA708B7E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271CB-7C25-490E-8925-0EFE5440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050EF-3130-4D0D-B4A7-55A633EF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4CB7C-E038-4B23-B5D5-B23F7A4E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Programming techniques for Turing machines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6973-E41B-478B-94E8-6A89A45A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20C0B-E4A5-45A8-A74E-EF3862C8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Programming techniques for Turing machines is best taught as a tape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50F01-5871-4C1E-957F-1608F9E9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04E6B-441B-4B5B-992F-039ED3FC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head with state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63D81-6DAA-461D-ABB1-D5198908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96BC6-9968-4490-8D22-11754DD4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transition and halt/accept/reject.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C99FB-B58A-4DEA-9287-8B11677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1CA8A-7CA3-4C27-B9A8-03B35513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3BAA1-8705-442E-A951-1B1A4D0D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74A88-3359-495E-886B-3962C0C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979B1-0CFF-46FD-9BBE-5F66ADBD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halt/accept/reject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25E38-488C-4380-A017-4386F5ED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6CFD6-C19E-4370-8E7B-D26FDE0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programming techniques for turing machines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39351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80373-9606-4BE2-8ACA-3F3683C2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6D9E7-F14C-4B24-B658-A58FA8C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4059B-14FC-48BE-B87F-54E7190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725BB-249B-4868-B1F8-3B99EFD7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87475-FEF2-4967-9A57-72A09D2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Programming techniques for Turing machines: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F9245-AE1F-4125-8394-355CA447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60D06-5B5E-4393-BE72-F34EC16C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B8815-D549-4394-9A35-F6924FF8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2BD2C-50FE-4753-A788-359411F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9839319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8CEF4-69A0-434C-891C-2E5E7A6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9A30F-E35A-432B-8AFD-DE150FA1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2E08B-BA4E-4B0F-903F-0E5AE93A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4DC7A-873C-4F53-898A-956AADC0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4337C-3139-412D-B499-DE9E56C8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Programming techniques for Turing machines: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6EFFE-F92D-4E7C-AF03-E6D85F8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77BAD-8F79-49FC-94FC-000B3965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07D2C-9E2F-476A-B2B8-C00FB8DF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107DE-15D1-4413-8465-09D9E7EE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14FBF-DFC3-4396-B4BA-64DD029E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EFFC0-2F2E-4EE0-A655-67688B4C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E7640-412A-4013-ADFB-3FBD4A4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8F5B7-0596-406E-AA23-7FDDC92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61723-F14E-45E3-A2EE-7891593A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48930-B636-43DD-A9E8-E80F546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9DE06-D215-471F-B4BA-4791EBED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E1ADC-909E-467D-A991-8D38628A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6202B-FF1C-4CEA-9824-94746EB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0452D-9605-463E-A43A-3B20C2DB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3FC7C-2CEE-4ACF-993F-389ADCB8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90F93-5B2C-46DD-B011-6F87910D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79CDB-494D-495C-A524-CEBA1B9E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4C6F4-BE28-4B26-873F-42DBBCC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811D1-B1CE-4131-BC73-85690174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97670-BAE1-470B-8D02-84C8B1B9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9FCD2-AF25-4E0E-9E9A-60CAD190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3B8E6-084E-4EDF-B3DF-CC2F47C1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6CCFD-4AA4-4809-B6E0-3079522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AEDB9-0992-425B-AD79-5C511B55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halt/accept/reject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BB9C4-0042-4525-9F86-9693A590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D15878-2854-445E-BD91-3C233F15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programming techniques for turing machines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031151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8F611-C491-47F2-8597-CAE175C2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19FFD-DB5F-4888-ACE9-CC1E7472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650C1-F720-43E0-810A-98D4F50F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3E2B3-9E8D-4EB6-AF48-10AC85DF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93823-CA88-44D1-9DDD-9385DB62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Extensions to the basic Turing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E53A0-AF22-4ECD-8099-49DDA663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AE40-4AB3-47E2-92A8-D38F81E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Extensions to the basic Turing machine is best taught as a tape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0DCE4-9A19-4F63-B2BC-8A254AC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E9A18-8EF1-483B-99AB-4DEB92CA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head with state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F8B28-90D0-4146-BBED-A1AFC8F9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4B4B5-A882-4467-9F5B-EA54014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transition and halt/accept/reject.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0655D-A167-422F-80FF-FFF6B98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FE066-B058-4AE6-9922-9023083B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BB603-7B9B-41F6-B640-39B43B9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C504D-DA9A-4276-920A-35ED78DA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F5B47-1C79-4133-B81B-8EF1EB6A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halt/accept/reject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3F351-311A-4A3F-9E75-416E4726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6089B-B4A0-4196-85F2-FFEFFF5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extensions to the basic turing machine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038283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2214A-0E5D-4F41-B014-7E74B47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DBE51-C654-4838-9440-BC2096B8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3DD06-38A4-4BF9-952C-FA1EC362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3B89E-CCF9-42BC-B41A-F93D0F20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1B86D-A83E-4583-8F41-9EEDA4DE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Extensions to the basic Turing machine: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F061D-DBCC-460A-81D1-376DD953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14568-EE94-4F5A-814D-E2F4215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D248F-9FD2-40DB-BEFB-CEF18D84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05877-9D58-447E-9914-0BFCA4B5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2806250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5CF18-2173-477F-9951-5F11207A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35CDB-6E77-48FF-9EB1-D6CD7985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F2C10-60B2-4A68-A3E2-61E1BAE2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79430-08F0-4DD3-8D74-0FEA41B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FAC2-3956-4F08-9094-37B61ED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Extensions to the basic Turing machine: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054C9-C2AF-4865-A7CF-740BBBCC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8F4A5-584C-4083-B26F-B432D91D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DE228-1E10-45BC-946B-D7A35E23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B1319-0339-4944-8FF1-FA3F0DBD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5CE80-5A1A-4D17-B841-3FE1FB4A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0E2A2-237A-481C-81AE-080CCD15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40DA8-7776-4E0D-A202-227C6D90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F3AAC-BBF0-4420-9ECB-E1F9A17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5B0B5-3F45-4998-B020-4FF404B0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500B9-54AB-4054-B4DD-A0460E8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77192-D978-4C81-BC20-82CB790B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3ABDB-098A-4AC4-BADA-41475C01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BD434-FED5-4C88-B683-1F9618D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6F43A-521C-450C-A824-8763590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3ED0F-9FFD-4AD1-85CF-5B1EA0DA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E6271-0C81-4E3F-9E4E-3E9DB78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FF30E-9B45-46A9-9B36-DEB77A60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868A7-C8A0-4F9C-BF51-0458BBF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E0AE7-4518-4F92-B664-A074EAA2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AF483-86D2-45BE-9261-013D15F2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17274-D365-4962-BC51-EF8DD49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D33CD-C865-4CB2-B361-B6E81D94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E45CC-FEC1-4BBD-995C-66552FD5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3DD174-065F-4BE6-BC83-261172D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halt/accept/reject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D128E-4409-46A4-B780-F9795F2D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864D9-BD97-4E60-ABCC-296741C9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extensions to the basic turing machine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921100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9AAE1-8E20-42BD-9CAB-C38F6FBC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495A0-8F84-46D6-9B87-1A03A0AD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E6C2C-5EA8-4066-B30A-9D77ADEE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6B16A-B10A-42F4-92E8-6AE116A2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CA6E8-E18B-416D-B5DB-EE226E4E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Undecidability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59FE2-14E0-4672-8F16-A4A87EE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7514C-15CE-4A1C-AA18-A688425C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Undecidability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9256B-DDFB-458C-A3D2-CA147E04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20C0F-5BBA-4704-89CC-65C19545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B1E21-DEDA-4072-9907-38A3B4CC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EDD0A-6D74-47A1-A355-17B3F1E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9BC35-8C94-4091-A6B4-790A5FD6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8BBEE-C3BE-441E-8366-F9FB0314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2CD4D-17AA-4D13-8BDD-386D85CE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3CCF2-73B9-4F27-BD7F-905C42B5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5953C-E69A-4514-A112-9968957B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754D7-C2F6-40C7-B15B-AF218CF6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0EFDD-5736-40F9-AE16-99615F5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undecidability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085230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79E92-5669-4BE3-A0D4-E7056DF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4C503-3C2B-4A22-947B-A1D0BAF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3BA56-0FA7-4EF0-8193-2CF52923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C593-073D-4179-98FD-CC7077AE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CB66A-4949-4C10-9BF3-180161F0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Undecidability: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39999-A5DC-40DE-B731-18D2552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999C1-964D-43D6-AADD-CCFE4665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25679-4760-41C0-A42A-0EED64F8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2EA82-6458-4F40-83AB-4FFF82AB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5220933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D0862-0CB2-4960-B8C5-5CC2C4A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A9F05-386A-45B0-A8AF-8F677F2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62CF0-F188-4DE8-9576-D47E6E93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7FDB4-7D04-4DCA-8040-E28D8BEC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23996-1A7A-4B02-ACD7-AA3E928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Undecidability: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553CC-0B44-4945-B60E-8490D2F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AFDF1-E716-4BD0-A8D2-C21F4840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758A0-2AFD-49BE-9D48-A78E3F41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E82C-5362-4643-8035-AF21D7A8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34C2B-508B-4C45-A866-18915AEA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3146C-CA11-4980-8136-251E0EB0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D56A8-4AB8-43CE-B744-BBD047D5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06098-D3F7-4E6A-88E8-145BD7E9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FAEA6-167A-47D7-B041-8E4581B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F04E5-148E-4AD5-8EB6-B26938F5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9927A-B6D5-41E6-8521-C867937F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1ADD5-9A2B-48CF-95A0-D4008346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E5146-2083-44A0-99A2-63E96F8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8389F-81CF-4B57-AA42-777B175F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1E88D-E3F9-43DC-BB66-A29B4D3F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9F770-CD1F-48C8-A4AC-8C5C1926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34B28-CDB4-4D0C-B0CE-AE2115E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D039C-3C22-4853-BC80-B137283E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C1FF0-E671-446F-905F-AC04FE2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408BD9-099F-406B-9D8A-6AEAD8B8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F7760-E143-49FA-80D4-2711782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3A459-3616-40CB-BD0C-CF61A37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73640-BC3D-441F-A456-97EB6191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EE2B5F-58D3-431D-8E50-9CDCC110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31047B-D938-4C8A-99D5-2A6F97EF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C1554B-1223-4033-BDA5-B000FEC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undecidability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470013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8695F-8AB4-4B5A-BB4E-8DC2199C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C4219-0D97-4C96-9D73-B9AAB3D4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6CFF4-714B-4114-AA4D-C53B0ED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463ED-6613-4C9A-A890-49DD71D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5D6AC-8501-4784-803A-0452591E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Undecidability: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E7C70-DD93-4AFC-9652-5799D66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4A4CE-11BD-41B4-B1C5-94145025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7BA69-D464-4AA5-AC01-2CD54626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A83D7-C3EA-4AA2-94E4-978ECDF2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0ECE1-AAFC-4923-B46F-A928ACAE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081BE-1ABD-4F8E-A3BB-977EBAFF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Undecidability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EFBAB-EF00-4033-A927-5724BE1B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5BF74-5106-4722-B041-9965261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C7039-3004-48F1-ACEB-A5D3ADB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8C5C8-AF3B-4E15-9676-CEFAD28B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763F8-3E37-44E1-8DA3-826BC80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429B2-F6B5-4C4D-8E37-58AEFA97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8773E-ACD5-4D29-8DE2-A499B80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312C6-8C00-4C3C-A5AD-12A752A0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18704-786A-4D3A-B310-A5ABC6F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B3B55-6D68-489E-BC8F-8B3E467A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18328141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78935-46BF-489A-9DCE-6FEF8873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42403-5636-46A7-BEB1-8061B49F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0CFDB-22CA-4B21-99EB-B70B202B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FCC35-9179-4FA9-94F0-536298A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C8354-154E-43E8-973C-1DF79922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 not recursively enumerable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C0398-C3DE-4F63-AC72-B7B62B8B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5ACF9-731F-474F-A9DA-9E95BCBA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Language not recursively enumerable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E8967-6F53-4BDB-9BAD-474A534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FF811-AAA5-4988-A54F-493B714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334BD-142E-4282-ADFB-CD6B0294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62064-EB92-4BA7-B781-C71503E7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48FAB-D4F1-4706-9440-E6489511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0668A-3A5F-484B-B73F-CC0AF3C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A49AB-4B7C-45AB-BD30-B0C37BD0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D24ED-1621-4FB9-9A21-C66008C2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CD890-824E-4B1D-B595-64A5FC9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DC29E-FBA9-4D40-A8B1-63BCFF0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A7128-33DF-4AC1-A5F3-63410899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language not recursively enumerable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089367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8D47C-C8B1-4BC8-A81A-97A3D45F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8B329-A313-4588-AC90-B60B631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8CE9A-D27B-432B-9C14-4D91A8DD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902C5-928D-4AAE-992E-064F2E85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3FA64-B858-4693-BC77-61C072E2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 not recursively enumerable: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A2109-07DC-4588-B1D6-80491C8C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223F6-1418-4E7F-A8FA-BF7AF34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02B28-71BF-4311-880B-42B54FD2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8F725-0082-4F30-8BCD-E6654E6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6751545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298B8-A97D-4909-9B11-9CCB92E3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A4A06-5D1A-49AE-ADC9-B2B4915D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4DDB3-36E5-4EB2-B990-DB5F435D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1EDA1-09CD-4A84-BE51-F0845E5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E282B-8BD8-4B25-8970-CEFA74D9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 not recursively enumerable: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D30EA-3C53-416E-9F45-49FFE182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25A95-D0AE-47BE-A468-1C58104C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4B46C-FAE9-432C-908E-967B64EE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51702-98E8-4597-8125-B0DE347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8F866-41AF-4282-9A61-380204F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1C3B4-EBC3-46E2-A9D8-C5E7282E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D38EB-7AE8-4F0E-AB17-64679910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0637C-C067-4EE1-8FC2-210E7C67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04072-08E9-4EAC-8ED6-1B73B014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E8B22-9953-4C8F-972D-4B24BA1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FA3FC-7948-47F6-8921-4C284BAA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A7964-FFB1-4AB2-9056-609B1904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FAF91-85B1-4F9A-AC40-1739BCAD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B93A2-06FD-4E1D-A65B-8DED3680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1DB5E-587F-4FF5-856E-FFEF00C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23BA6-DED4-496E-A726-3E62AF2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B567E-37F1-4E7F-9F8F-13BEF6CC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09555-72E5-4E2D-92A8-48BBDB4C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B1DE8-ACC4-4EC5-9E2E-9F048708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DFFD04-9040-4C9E-A63D-A13A0BD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78A74-7C4B-46A8-BD95-1241A36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33472-1E63-4E97-8A3C-3526CA9B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EB031-9951-4052-9C48-B640AA41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53A2AE-53C7-41C2-9E2D-F95C388E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64024-3036-44CD-BCF3-967437A8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3098E0-54EA-4B44-978F-441719C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language not recursively enumerable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317253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45407-B1F3-4EB5-B4AC-2A883E32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7F3F4-9F0C-4E3C-895E-65FF4D64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9601E-0B9E-4D38-8B0B-D0BD3045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C4652-8820-4873-85C9-9DD50E8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AB378-A3BD-415A-B470-A7EE964E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Problems computers cannot solve vs The Turing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136F7-489A-456D-95D3-0F58E97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1EF09-3EEF-4D42-8E0B-727D4B47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7017-B75F-4D6C-B76B-D3224DB5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Problems computers cannot solve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A333D-ADF4-4C54-9499-AD7917C4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Turing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A11D2-C8C2-4E5C-8C14-439D528D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3EB80-AB67-42C7-B2A1-D176B7AA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7D2F4-370F-46C2-BB2B-3B87AE8C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C344D-CDB6-4B95-9F09-BB55002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CD77A-188B-446B-A99D-002C67B2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C1167-84C7-4081-B45C-D7526F3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C8615-ECEA-4485-9717-87DBCA95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86ED0-9A11-46DF-90D0-6B2B722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D2566-7C00-4F57-8793-D1F96F1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BB277-B98A-48CC-868D-307EF7B7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3FE0A-70F3-4B58-8F63-633780D4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26257-554D-4EF6-AB1E-87C659F1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007C6-5DB0-43F3-B881-7AB7BCF3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71CA5-7189-4663-AB65-F8A106EA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764A5-BA9C-438D-98E8-BD5B864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08E12-1E70-4B3E-BA94-24E570C6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0423940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980C7-BE66-4238-B634-A284A79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3E80D-9DB8-47E9-86B7-4ADEAFB3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4890B-3C6D-4184-879E-BCB0A74F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80CC0-2626-4236-956D-F5C13913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4FD7E-1053-408C-9FC3-0B6B5BF2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Extensions to the basic Turing machine vs Undecidability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057DD-0E1F-4556-AEE6-35FCB48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84911-9F92-4DF3-8949-C05BFEA5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F660E-FB72-4502-93C4-E860989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Extensions to the basic Turing machine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CD10E-8124-4ED2-9CDC-F2EAB7B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Undecidability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6B3F9-EC07-42B9-A0E9-0D83425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1E2C2-6CC0-4C06-A72F-95B8024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BED34-5B96-4D5F-B945-33DC2052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8BE58-7610-44B4-98C0-8D81215B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3E036-83E8-4521-B214-FDA06C05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5DB4F-04FE-45D7-A17A-F273E7B6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87C8B-F472-4D36-AAF2-9318E0E4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12D7D-C7B9-4535-85D4-75329818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DF3B9-553B-4183-BF87-E75EE12D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D7967-5999-4A21-A0BE-36B1C94E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C0682-2B95-4BFC-A61D-8D1A668D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A3A8A-0F5F-45FA-AC0E-46348864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502ED-877B-4A4E-89A6-A4E4C055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24213-7894-415F-BF85-DBAEB783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02B38-8B54-484D-8944-1B9C6CE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44783-577E-460C-A27A-08F154EF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0063695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078F8-9C30-4451-B73F-AC7A7DF9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F9DBE-1CB8-4C5B-9675-B3F745C3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47CB3-8902-4AB6-92A9-1B2771E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F6ED7-A166-47BF-86A7-145F8457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2FA24-80E5-4454-B3A1-5B22F944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BD332-3B4C-4AA0-A875-FE1C7EE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0D43-0199-49F7-83AF-5E9B6C21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8BC4-B7C1-4BB2-B81D-D54D385E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3D694-02BA-4121-A39E-20DFD5BC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7B5A7-802F-4627-970A-14AE9B8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8371B-EC47-4D90-88C7-1FB3C61D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D6F7C-8E72-472C-BBDC-7D223A7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Problems computers cannot solve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4F70F-61F3-45C8-9C32-67A0921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DAD6E-6A61-4596-B465-5E673DBA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The Turing machine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617D5-3A76-4153-AA98-CAB867EF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4815A-7A3D-4C6E-BF8B-7F19D8DD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Programming techniques for Turing machines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14630-21CB-4179-B309-9E9CD8F1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0E09F-17F0-4DEA-8917-BEC594C5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Extensions to the basic Turing machine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D97EE-3E84-4934-BB9F-CAE9199E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476F1-6010-4A44-84B7-2949A27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Undecidability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33F54-A84F-4E1A-AE19-B8F906F1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F3E24-369D-4FC2-899B-EE96EC24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Language not recursively enumerable</a:t>
            </a:r>
          </a:p>
        </p:txBody>
      </p:sp>
    </p:spTree>
    <p:extLst>
      <p:ext uri="{BB962C8B-B14F-4D97-AF65-F5344CB8AC3E}">
        <p14:creationId xmlns:p14="http://schemas.microsoft.com/office/powerpoint/2010/main" val="15098328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DBAB9-910E-4456-9AC1-20B2F71E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ED413-A18A-4A0F-8C51-C6703012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B0509-5C96-403D-9ABE-956CEC4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42302-5861-4AFB-AFCC-84149CE5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BD1A3-EFE2-46D8-A844-8466508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E88FF-6E50-4468-BE02-5F6DF1A2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D0A33-4AD0-4451-BBD5-ABEBA0C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7EC98-9FF1-4336-850B-E3738A3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955A0-DCCC-4D4E-8706-D753EE1A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DEBAD-475D-4DF8-9915-8677DAD1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8FC4B-86CA-4E5F-963B-184E2B9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Problems computers cannot solve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A9BC8-A438-4D8F-A744-5C43982C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49ABA-9967-4E38-8F3F-824A5265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19D14-681C-48A6-AFC4-ED62CEAC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7280A-EC77-4758-BE9F-B0F354EF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Turing machine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EA31C-BE5E-4E68-BDB4-A5EBFAFD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C57D2-73E6-4DA7-8DE4-60AB5FC9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A4DB5-AEE7-4BAC-B4F0-04D454B3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FF375-7DD4-4FF5-B036-EFB4DE5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Programming techniques for Turing machines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6A227-40F2-4B06-8687-82F86259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F4DA6-E33B-49EE-A19B-6758C3D9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E33B6-3315-4D8F-BA0A-70DA3D2F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E7FF5-C886-4F29-9722-69F95BC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Extensions to the basic Turing machine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430E1-BF17-4502-B3B0-66760D33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5C697-CCD3-4E93-B4E2-A84531A5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5581676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80545-A52B-4288-976A-8A92BD7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CBEBF-F82E-48EE-A7D1-846C0E4A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502FE-3115-458B-AAD1-A25B0F81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7EFDB-CD31-4B14-B2B0-1EE1EB8B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9E96E-D487-4522-8C47-7887BC4B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24923-22E3-4E92-A0DA-36864E3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823F2-80A7-4C4F-9E51-9C190A03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10DBA-6627-4D0B-A6AB-B6B0E7BB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BBA88-2099-4472-9F79-677577A9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E7B60-4B0B-4E54-A4A1-D7233C7B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3F664-4EDD-439C-B0B4-D181DAE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422CB-10BD-4E66-9778-DF9C12EA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1DB06-5E12-4C0A-BB36-9F498D79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8859650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F9BB0-27CD-4156-9539-F3C171BF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2FE2-EA9C-4D73-95BE-0F2F7EFC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6427E-0837-4AD0-A585-2D94776E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18116-1116-42AA-87E1-BA982400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C872B-A736-4127-9782-7C55D7B0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B9564-7A0C-4698-A716-EB177771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B6993-EE74-4C25-A645-96C3A498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B0B15-12D6-47DC-BE89-E12F8C54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AD95F-5738-410C-AADD-5DF2CD0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3C0F1-4E0C-4F72-9B4C-7B303DCB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5E3ED-E601-4384-AE8C-BA565B9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DA8A7-9FE2-4CC3-A8D5-FAB0489D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7D880-ADE5-49AF-A252-370F6ABB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E41E6-C8DD-45D2-825E-FF23B17F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2A527-B31D-4E29-94E7-031D96D1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5600998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F7966-5D83-4720-97D2-0805EFC9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C8658-433B-4BD0-AB9F-403D80BA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B420E-9AE7-40B8-9DAF-7FA65840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66091-E481-4279-855D-BEB2C760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13A94-516A-4985-A246-48AA998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D6064-5492-41ED-8B31-07760FF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48CAB-8098-4E72-82C0-347372A4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A207A-5C94-480C-8F45-E902220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5CA37-0A2D-49F4-B1D7-DD04C857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607F9-9C5C-4F12-8CB0-D3708F4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06E07-8FAF-48B7-9A9B-9BD5DCA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76768-5EC4-4807-B13E-04604B73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6B7C3-EE39-4569-96C2-014E0CC5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AB555-809F-4DC8-BBD9-AD513890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21ABE-BBA7-41D1-A8F1-08E12B51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6977B-D3E5-486F-9CD8-B78A7C0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01F6E-C34B-44E4-B426-DF649AB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1840A-A06A-4788-96C6-6BEE004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B14AE-8D5F-419F-9223-4229A2B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65342-3B00-4FF4-B76A-32AC42C2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4E77C-9812-4822-8508-2B5F6F9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54598-BEB3-4B84-8CAE-724A71E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006B9-2432-468F-8C86-D4C8D5E8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AA5CD-731E-4843-8670-5EAA71D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76FF4-B307-4738-B80C-9B58EDE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4090435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377C6-0058-48D6-B965-2568CFFA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25A44-3118-495E-AA7A-F39622B9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90EB6-DB94-4723-A3DB-C6F9202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379E7-B55C-4DBF-BBE0-E947C0D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C6125-2E99-4A94-B2D2-BBB2DDB4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F2038-0573-4889-9B92-C54CA02B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BC134-7C04-4009-993E-46E9045B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Explain Problems computers cannot solve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D27DF-7A4F-47FA-BAA6-63FE472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EA99B-2C4F-44BC-8BC4-8AE1B8C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Compare two approaches from Turing Machines and Undecidability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664CC-472A-4122-A189-6A7C620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5EF55-B069-4E7E-859E-B4132993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Solve a small worked example involving Programming techniques for Turing machines.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FBE7F-3F51-40FE-8AB7-9CE7901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9260E-D4D8-4061-A69A-77A3019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List common mistakes and how to avoid them in Turing Machines and Undecidability.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09302-3FD2-4721-A30C-4D41CFB3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01CE1-204B-462F-9030-F84C9EB2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5487559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3971D-4BFC-4901-986B-44262261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6443E-9AF1-416F-9BFA-91C37435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99027-BCA0-4852-BB34-DDA19CF1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FC2D4-0B1F-4FAD-BBEE-D77A1CF2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E0676-AD5D-4310-ABFB-039D7F91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Problems computers cannot solve vs The Turing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9433F-FE84-4D2D-8062-838945A6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492F1-C0FB-4394-AB7A-DEFDAD93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F99FB-CD0C-4D22-9F63-CF80E006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Problems computers cannot solve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A5EFE-B692-44D5-9885-6C985E7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Turing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33A02-D848-4801-997E-BA6B69DC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AF94A-E98E-44DA-92C1-8379D57D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DE328-5AF1-41FF-BFF5-D99E14B6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4C09A-B00D-42E5-83C4-5433EF7B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B8826-1C9C-4911-A2E9-2502EB23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C0544-1342-4D5C-BBEF-849F1D69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AC79F-B612-4BD1-86C4-68435AD3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903EE-B840-4121-A2F3-6DB1FC4C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F7BA4-4C2D-425C-A74C-8BB1082F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84972-026D-47EA-A00F-F7CFF38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6A3D2-F628-457C-9582-181A58EF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74C48-51E5-4B83-8F4F-00A16986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BE469-FB86-47DD-A608-35EF2D1B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7CB1F-B00D-4B45-8FA1-166E5E5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CD0F1-55E2-479E-8BE4-D87CA756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371AC-AD76-4476-8237-259CF3C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489610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B277F-E3DA-44A0-A9B1-FEBD2004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BAE35-CAAC-4BA1-8DF1-EE71B73B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005FF-590C-470B-88F3-6B8F5234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BBBF1-ED02-4A32-B590-95B87C7D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3E0ED-4A85-4F9F-8B85-6BEF53AC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The Turing machine: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CFE4D-4523-4289-B7E5-13FD8333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5DD65-0279-4176-B0CC-C7DA5BCB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9B715-D55E-4A10-B7CD-2A286D0D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4A32B-557D-45DE-AFF2-97E64AD5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BEE5C-63A9-46AD-B538-91103B46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69532-3C29-4C2C-899D-B8501170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078BB-9D0F-4B8A-88F3-0993A666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90DA7-EF4F-469F-BEDA-3758CF32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03DDD-F06A-4C04-9D02-1E381B1F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10955-E50C-48CC-817C-0B7ECA9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FFDA9-345D-4EBB-87E6-1B8B8EE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0A354-C8D9-4AC1-904D-546BE468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01ADA-542E-4593-80D2-14291BC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B9314-23FF-4812-AAF9-DB1DD8E5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4A522-F3A8-4898-9FCA-2CE90E55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EC509-E8B3-4AEC-BFF6-4E4C6939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23ED6-184D-4DAB-8748-B7CFD0BB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39225-1237-44FC-82C0-C89B53F6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A5252-1E55-48C8-8851-69225E42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9CCD0-A197-49DD-BC2B-EF3DDC3D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402BF-1C67-4B63-8FA0-0AB97E21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6F964-8972-4D0E-B5DC-3D6A38A1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2BFDD-4855-45EB-A539-97518E5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7F180-98F5-4E49-9D7D-96B58D0B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halt/accept/reject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0260A-C9F5-4BB5-9823-F9CBF4D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2D38C-7B4A-4067-9908-3981695D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the turing machine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379770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62799-C030-491E-88EA-1CA3F4F0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D7B54-B7DA-4B7A-B8F3-FA41EF6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C40A0-BC3A-43EA-B246-ABC22F3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9970-D5A2-4E8A-83D4-E415A90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92EA8-95F3-4A68-AE97-3E022A8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Programming techniques for Turing machines: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B6697-62DF-4A8A-8A3F-CCC4395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5818A-1320-4445-B5E1-9E7FDF55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B386D-69E5-4098-9295-DF146D44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DBA9E-F2A0-4E1D-885C-EBAD3F73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0C7B7-B569-4481-BAB4-65F40684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3788A-049E-4DBC-A30B-9E6E3045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Programming techniques for Turing machines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FEE3B-B836-40EE-95B1-1483CBDF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BE18C-5001-43BC-9C42-D397E8C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tape -&gt; state -&gt; halt/accept/reject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3F985-47D5-4B48-B4CB-6941308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83499-0A7B-443F-992C-E8E426F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7A993-3026-40D9-9ECC-F566C7D6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B0FD2-15CA-41EB-8C3F-014FA088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98D02-AF07-465C-887F-91FEC167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3DED1-CF10-451F-A0B5-BA79351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FD248-7D8C-4B8B-BE11-C5227990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5DCA7-580B-4F41-9627-39133085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tape, head, state</a:t>
            </a:r>
          </a:p>
        </p:txBody>
      </p:sp>
    </p:spTree>
    <p:extLst>
      <p:ext uri="{BB962C8B-B14F-4D97-AF65-F5344CB8AC3E}">
        <p14:creationId xmlns:p14="http://schemas.microsoft.com/office/powerpoint/2010/main" val="88005755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65478-8605-4C24-9CD2-34C069F0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62E7F-3D2E-4D00-BE31-6C8A2F7E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38ED9-87F0-4781-A0BE-7BE5070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C11AA-DC73-4E63-A09A-4E7C54F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E6399-A327-4CBD-B333-A1005AFC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Extensions to the basic Turing machine: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2656C-82DF-48A0-A07D-0F3CA30D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57A7F-2C89-4F2B-B923-CA8FF64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FB630-2DDE-4BBE-8C1D-1E82F108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F4976-1F72-4913-8B44-15070574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25630696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2CF0D-03B8-4D88-B20B-6548CA62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20253-CF34-47D7-A880-D64CBCD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055FB-B0AF-4925-9919-031D4F8C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4B9F0-8C90-49B8-988C-B1EC1C2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CE68F-9197-4943-B3D9-B3FBA24E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Undecidability vs Language not recursively enumerable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B1A41-D7AA-42D8-9D6B-CB529C0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2A6B8-FEA4-4C14-8871-08BCD6C7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E2976-4B1F-4EBD-9418-2C589EBC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Undecidability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222A6-426C-48F7-83EC-1C5416F8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Language not recursively enumerable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3AED0-0174-42E5-B7B0-36D66B5E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53D5A-7CC0-4325-BF1F-1C4E5419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A71AE-DC95-4C90-A79A-A84D5EB9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DF538-ED2E-4AFB-A753-4AEA7949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F8B73-B2D0-43C1-88F3-28480DE8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9FD1D-F271-4324-8942-7B75860B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711E5-6812-446A-856D-C4C3F062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BEF54-99BA-4A1E-9668-E7D8C327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4B0AA-1660-4F90-B678-5E6B67C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C02D6-7D2F-4274-8967-52B9C45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D1485-965F-4E6F-967F-548BA23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293D1-B06B-4F6D-A66A-2ADBA25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1310C-9E4F-47A7-9DB9-D4E12307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D98D5-EC19-405D-A6AC-8D274E29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EF779-F187-4574-B7EF-617555D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B20AC-4DA4-4D6C-9CE1-EE301603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877454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5CF5A5-F713-4480-B516-74E59FA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4870-F49C-4590-8730-D0440D04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43A15-7B70-497D-91D7-8EF07DCE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B7C1E-D639-4EBB-B16B-422B482A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317E7-F9E5-475E-A4D4-0B608E86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 not recursively enumerable: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58CC2-8856-44DB-825F-931728DE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97B36-B08B-4C08-B4F4-813D0C9A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32C7D-3A7E-4C71-8637-128F7A8B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470E7-6C1D-4B80-83FA-7C7605C6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F9035-E192-4CCC-A45C-FC7D6D2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18D9D-B702-49C2-9A65-80C795D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1FDE7-4569-474D-ADCC-A73DD70F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45938-AF01-42B8-A1AF-08B29CA3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7D5DD-1752-41E1-83B6-B92B60D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51CB1-C7FE-4020-9565-BA9CF2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38826-9BDF-453A-A1BB-C4051A57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BCECD-380B-49FD-BEAF-FE2EC41A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A3DD5-50CE-4169-8362-5AE04941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0CED3-B1C9-41B2-8CE9-3D2FB94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96DC1-8DFA-40F3-9B99-92A5CD9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4A641-8BC7-4B98-9C91-CD88FB22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266CE-019F-4CB2-B0CF-60C0516A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FA887-5607-4CF3-B9D7-FE81541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085DC-E00B-4538-A06B-3D279F0E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5C66C-B8B8-4E84-A2B5-3B44949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D36C9-7926-4E7A-9AC4-6BD67903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296CE-DBA3-45F1-A1DB-3BD84134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103A08-1974-453C-A0DE-45E06B8F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7A082-E874-490F-A35A-9AAD1258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9D7BD-18CB-4E44-A045-114E5F1C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AA1E5B-159D-433D-B024-1D38ADAF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language not recursively enumerable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147094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D71E7-461A-4807-8E0D-A4190A67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BCE1B-F03F-427D-BAB1-A96E7F6A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65CA2-F74D-44C5-A53E-0C416945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4F6B2-60BD-4DAD-B339-D079C02B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E6F77-00F9-4750-B1D6-384C5776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Problems computers cannot solve: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3BFDF-5972-4EA5-874D-8A38BC23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31713-087D-4FF8-9D36-E84FABB2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E74C-C751-454F-A459-B961E058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2A56E-E53F-44BA-AC25-B898AF71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634E0-A0E8-4FA3-9BBC-488D720F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149FF-1435-45EB-8D6C-A1EDEB2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Problems computers cannot solve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D304E-D3A8-4991-95ED-26E2B439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F8E9A-206F-4AED-AFCE-31464C9B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FE76B-E004-4B3F-9407-DEDFCBAE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FAE4D-1F04-46CD-A5F1-DFE50A5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C8174-A089-4DAA-A2CB-6E11E85F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E4685-67DD-4BCB-B89C-C6F16471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8017C-D7F4-4232-AE90-508DBD36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45C10-52CD-4246-821B-728A8ED9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3F241-D1AF-40F0-9A2D-E82FF610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18D34-AB54-4060-81E8-F53DC8B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6642307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46831-C0EF-4F48-B1AC-79A4E2B9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41973-5850-439C-A826-A4BE913A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9BF26-2F43-4D7D-9430-B07ACB3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C2A0A-D119-4DAB-92C1-885787E7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A4C43-1ED1-4FAD-A5EB-63CFBCF2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The Turing machine: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5000-86DA-4C75-9E02-93FE3613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17A8-119F-49C8-81F9-1BA3AF73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E83DA-E5FF-4CBD-AD3E-E4894BFC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A8381-F10F-4668-A931-B9673F60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3944141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71B87-C843-4A2E-910F-B7E3DE4A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02BBC-A510-4535-925D-62CE564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3B93-118C-4EB5-8045-E0980BE0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8C302-DBA4-4C7C-9275-8A7DE9A3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03E82-FC64-4DCD-95BB-B60ACA36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Programming techniques for Turing machines vs Extensions to the basic Turing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83F0C-32B9-4F1A-839E-D1CDEFA5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44252-1604-4287-873A-7B6BD7EA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EA7E6-CBC4-4DAF-8A1B-BE45E46E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Programming techniques for Turing machines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51E93-5B49-4827-BCEB-C52A8707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Extensions to the basic Turing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1546E-821E-4D0E-A9A8-8BC09A4A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5AC95-6B7B-4913-B6F3-94CC3E78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17969-DDE6-44CF-B507-F8D54E1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DB05C-48EA-438B-B405-FF99DC86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DB490-01B7-4620-B537-C26F3EE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A1667-8DAA-4FFB-A0CD-E7E9C0E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D47EA-D846-4013-9A9F-3C0A244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C3527-0885-4C31-84CE-AEE0C5E2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048D0-E54E-467B-B155-5E5DCCD3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96216-F27D-4535-80D5-5882DC0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FF7C1-5482-4066-8241-5D2400F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9EB0C-6584-4697-BFFD-1BC4C111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949B7-7D30-4ED3-A2AB-D3D60655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177BA-7F6E-4C04-BEEC-3FF249A4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7BF9-251F-4E75-B14D-2887F71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21F97-018F-4CD5-A8C5-F2C99883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9131219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DF8351-17BB-441F-B37D-F58A3ECA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6D579-9B33-4711-8273-3B81223A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03CF7-F5E2-4DB5-B274-00B7469C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D6645-D665-46FA-95F8-49CD106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16A08-C695-4902-B747-F043F1F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Extensions to the basic Turing machine: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028FB-72FE-42CD-A2B2-8CA1568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6B476-8324-46D8-90ED-FB53728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78BB8-251B-43B3-AABD-1CDFFB85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06B50-829C-4C6B-B287-E2D71037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486D5-F6EF-43FC-B8C9-9BE514E9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C3639-7908-4F9E-9F0D-5322580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16870-44C9-48B4-8586-A84E990B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8EC24-C25E-4FD6-8A64-5F19954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F48C6-8408-49D2-AA74-31DCC9E2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027DF-EF21-4AB5-AB83-BFFB158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8C8D3-A00C-4C90-A98B-2C7CB32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4D35C-AA34-4927-B5F2-49ACDF8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42235-FCEB-4195-A6B1-A3A8FF6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6839E-C927-4244-A607-6CA90884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026F0-9081-44C2-8C60-E8E3967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0CB6C-5B3E-4B72-951C-C3F2105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02FD5-DA6C-42A1-A99D-AA9AB1C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19AF5-401B-4875-85AB-D89A929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AC184-6A05-4D53-9E71-6C00C538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D5F69-3681-4711-8197-8449033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1B506-82F6-43FA-8356-630F148C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74F2C-6FB5-4207-AAD9-554B6ADA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E040F-C567-4467-8639-4F717E9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0FA97-8FAE-4C4C-96A8-11CBE7CD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halt/accept/reject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41EC0-0440-4158-AB2B-3AC41A7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548AD9-93B4-44F1-AFA5-85FBD050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extensions to the basic turing machine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792723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3FF29-DB82-4A72-8035-F932825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E6D52-8741-4BFB-BF1A-419E3F4D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AF7DF-B71A-4062-A6E8-5DA61B46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66580-F325-4651-AF6D-18E83C9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7996F-649B-4B07-9B97-D444B114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Undecidability: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A64AB-748F-40EA-9AF3-D63C97F0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CD568-8736-4CD7-B035-9204DAA7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E62BA-06E6-4140-BFA2-11612FC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08723-7BF2-4998-B43C-4FB11F7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261E8-A386-4A4B-82E1-9F420F0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51ED7-E38A-4BFE-9DF9-E9898120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Undecidability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11390-35F3-403B-AE5D-5E0FC89C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3B403-D855-4D97-A7B1-D91B4AC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AAA03-C129-4A0D-9DCD-1B6D41C2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60365-865D-4725-A840-F8D2192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19872-764A-4A31-B969-F980D0D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1ADBA-0FAD-4D69-BA92-06E545D2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A293E-8640-4243-A393-6176786E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9DF4C-73FA-4628-B3A1-D5B070DA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0D647-0596-4B09-BBA4-664E32D9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BC0A8-E287-454B-8564-18B4C3E7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102870671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CABE9-7970-41A1-91F1-D3FD7144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21D64-2F51-4572-BE1C-FDAF056E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B6D12-D544-413D-B976-16B154F3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E2855-967F-491E-A194-E309F96B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E0013-D629-4C2E-8150-BA6E526F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 not recursively enumerable: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40542-2AE7-4F68-9717-8902F6A3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3F236-DC2B-4534-9290-CFCF3622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6C8AC-F349-497F-BDE3-FF73B563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DF777-4DB4-41F0-A5BD-D943A501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200386743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FFC60-260A-44A3-A6C9-AF67F92A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C2370-FA78-4814-8E22-58725F96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451D0-75E1-4DF8-929F-55771295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FBA48-C53C-4B0E-B9AF-CD48B5F1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4876C-77EF-49A0-946C-18D89845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Problems computers cannot solve vs The Turing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4E1A9-92AB-440D-BE38-3AD048B1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8E7A8-BC4D-45BB-A8E4-D1B1ECB3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DF9FB-296A-4927-9587-9C90B49B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Problems computers cannot solve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3A2B7-F8C2-4B35-85F6-39D44EA8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Turing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DD5F8-F36E-483C-A590-D64024C6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C3D29-C0F6-4227-9731-20156997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AD629-1F87-46AC-B1CC-D8A60E91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B36E1-4202-4004-9FAC-8249C545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50C8A-D67B-4669-9011-4B37163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30111-B1A7-4D53-A07E-24D27A1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AF031-D1A1-409D-A1E2-6A78C44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15B9E-DD72-449D-98EC-C6442562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46CDE-9026-4655-95C8-49DC8368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3D0CE-6826-4D97-BA4C-AB8B80AD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F04CC-2CC3-48DF-967F-60338C92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0BC8A-9EFC-4A57-A541-28E1EC0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DC6F3-F38F-48BE-AB0E-65A695B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E8E46-DC01-4C97-96CF-32CB37DE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43C52-9EA0-4C69-97A1-6498644A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0B8D0-AC16-4E03-B890-360D137D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2517638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53829-C0D4-4F74-B9BE-1A9EC60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D5297-272D-4586-90A4-ADE464AF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5E191-A311-45BE-8A7E-C08ED0E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FC4CA-E93B-48D6-B22A-41FD541D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19F58-147F-49F6-A3F0-4CC9039A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The Turing machine: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47ED5-F30B-4E9D-8D3A-7DA65D4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D8AD3-454D-4258-8E6E-4E315E8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C0025-D1F9-4BEB-AA1F-6EEC1808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5E28D-8A80-4F72-BC94-104C2377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5D6E5-9E2A-4688-9049-1EB19334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75AD1-3F9D-4906-83A4-6A6E841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CA8F4-A27B-4499-9A8D-98EFBE72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4F754-5EAA-45C2-9FC3-2CE31757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2A082-308F-4F81-B8C9-E4F9CAE8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79625-0689-4FE0-B3C3-03C843F2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26DE1-BB17-4A06-B44D-222B3B18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B76F-AD54-43AA-ADF8-6F72951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53A8F-933A-47D5-B1D0-E3D4B913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B9620-EAE9-4B25-BC98-7A0D1544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34046-911B-417D-96F0-A574113D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9D82B-922B-4D5F-BDF4-CDBB0FD0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B8658-E15F-44DE-B066-BB09517C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DB42F-8C63-46B6-AFB0-26B8C6B8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F2AEA-C4E2-48CB-B13A-4747151F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transition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77EC3-FB3E-4C85-BC36-841E0CA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5E1D1-04A3-4459-96AF-4E990A8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0E0A7-F2D9-46CE-B9C4-D445DE0C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04DD3-F01E-4332-90E5-AED2AC77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DBA66-926B-4FE1-B138-2C56FA1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halt/accept/reject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40181-4C7A-4FF6-9998-B4F711E1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0A29E-6E43-4CA3-87BA-79DCD8F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the turing machine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9634561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5A44D-DEF1-45AB-B012-606E15F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85C30-A447-4817-BE0F-265C3C1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B31C4-1D27-4485-880E-FC580DD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4CDDD-4580-44FD-8C41-4C0FAC06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C4ECA-F048-4718-ADFE-794282B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Programming techniques for Turing machines: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9787E-8B36-42FB-B4DC-67582D4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65207-8B56-4048-A095-FE9E709F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143C7-9096-4626-B45C-D89601B1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BFBEE-47BF-44D3-82EB-2EEA50ED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EBC51-7D4B-4078-8C3F-DCBEABD2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EEF9C-E3F7-42FC-A5B1-1BB81AA3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Programming techniques for Turing machines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E8A5D-D425-4AC6-8081-5C36646F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7559C-CEC1-4C86-BE1F-3526E0A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tape -&gt; state -&gt; halt/accept/reject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94D58-DE1B-46CA-9E1A-85320D7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A46A5-2771-478B-987C-21EB200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EBFB5-A611-43A0-A2C3-FD14C750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692CC-5DDB-47B9-B0BD-2824044C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60904-F3F2-446A-86E3-5265B22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8D327-71B7-4A1F-AD05-A0B090AB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0F171-BF2E-4BA2-BF75-CE0C16F3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B8206-C525-420F-A9A6-BFF0E6C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tape, head, state</a:t>
            </a:r>
          </a:p>
        </p:txBody>
      </p:sp>
    </p:spTree>
    <p:extLst>
      <p:ext uri="{BB962C8B-B14F-4D97-AF65-F5344CB8AC3E}">
        <p14:creationId xmlns:p14="http://schemas.microsoft.com/office/powerpoint/2010/main" val="28778671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2AEC8-95CB-4891-B29B-F56D7549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4A0D8-D2DF-4D19-BAA1-A37E0C8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8D0D1-56E6-41CF-A5F4-4B786936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80A3B-88CF-4F66-9CB4-44F1A7AB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4F6FD-4355-4AD3-9C61-544B5EDA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Extensions to the basic Turing machine: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B567D-74EF-47CD-9C0A-C46EE9E9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98C26-77B8-407B-B007-92CEB69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046E2-224D-4F61-AE19-1032ABF1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5FC13-DD56-490E-BEE2-EC779909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74557392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6924F-0E17-4AEA-A696-8D101652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ADAD3-7CD7-4B46-B502-2221BF6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1D134-7E6A-4E13-A161-356C49A5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2793B-E3E3-448E-8728-588C5B31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6BC92-D904-4AFC-80A5-8E3A9D2A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Undecidability vs Language not recursively enumerable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644B3-DD36-4052-AD3F-3278EA01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224E1-B39E-44EF-9FAC-53E1D33D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5DD3D-B44F-4E05-96EE-637FC342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Undecidability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0BDBC-2D6C-4547-8990-BAED1413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Language not recursively enumerable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1B5DF-CBDA-4B72-9AC4-0CBAA8E8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312BB-C223-456C-A0E8-578587FC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2C769-3CF1-46E2-9566-76C5F270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490B7-223A-4BA6-BE15-3C9ADF2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B58DC-47A9-43F8-B6D9-51CAE47C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C4472-BE04-44B2-BB23-6E49E0DB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67F7F-3ECD-41AD-BF8A-467F16A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1725E-8361-41F5-B6AF-EA603815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3CC3D-D28B-4C35-B923-49D73FD0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F9284-AF24-4586-88FC-2E96B8FC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338DC-10DE-4A84-9910-18DC80F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B68C8-C35F-45BF-B6F5-C1233710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3D71D-A832-4DC9-8463-0AADA02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82FCE-1087-4C64-8F5E-785AF4BC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98B54-8F7E-4B07-A0DE-87C46634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E419A-C0BA-4323-9842-25BAA175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82571471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B9D32-0E19-49D0-BE0C-702CD9D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58515-D83B-4AFF-8176-85B35FB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5: Turing Machines and Undecidability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44445-0D78-4CC5-A6EE-055DBE4B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7068D-F3CE-4BCD-BCC4-181C6413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92C07-04FF-411F-854A-5A2CF6DF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DF14C-CE97-43B8-99A8-06E3238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0E75E-E4F9-4DF9-AAC4-D3073DF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16D02-04B0-4241-A726-4F11F80D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D9AB0-36BF-49F8-9729-13198BB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AC02A-F3A2-440D-9516-70B42044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31A33-27C2-423E-B7C8-48DC6C64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DAF6C-27D9-40A4-8D5A-ED871CAB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956891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2026-08-24T06:04:40.6240000Z</dcterms:created>
  <dcterms:modified xsi:type="dcterms:W3CDTF">2026-08-24T06:04:40.6240000Z</dcterms:modified>
</coreProperties>
</file>