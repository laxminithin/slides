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a70ae4de5c4911" /><Relationship Type="http://schemas.openxmlformats.org/officeDocument/2006/relationships/extended-properties" Target="/docProps/app.xml" Id="Rdc89bf86a4c1489c" /><Relationship Type="http://schemas.openxmlformats.org/officeDocument/2006/relationships/officeDocument" Target="/ppt/presentation.xml" Id="Rca104c9d8e8b43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497a1099354d89"/>
  </p:sldMasterIdLst>
  <p:notesMasterIdLst>
    <p:notesMasterId xmlns:r="http://schemas.openxmlformats.org/officeDocument/2006/relationships" r:id="Rdfbbee40dce74c02"/>
  </p:notesMasterIdLst>
  <p:sldIdLst>
    <p:sldId xmlns:r="http://schemas.openxmlformats.org/officeDocument/2006/relationships" id="256" r:id="R5ffc60f126404cb3"/>
    <p:sldId xmlns:r="http://schemas.openxmlformats.org/officeDocument/2006/relationships" id="257" r:id="Rba66fb732d4c4198"/>
    <p:sldId xmlns:r="http://schemas.openxmlformats.org/officeDocument/2006/relationships" id="258" r:id="R151926dcdaa04fb6"/>
    <p:sldId xmlns:r="http://schemas.openxmlformats.org/officeDocument/2006/relationships" id="259" r:id="R27ac85caca2b4374"/>
    <p:sldId xmlns:r="http://schemas.openxmlformats.org/officeDocument/2006/relationships" id="260" r:id="R4ded1bbf9c61419f"/>
    <p:sldId xmlns:r="http://schemas.openxmlformats.org/officeDocument/2006/relationships" id="261" r:id="R846053c65ce34188"/>
    <p:sldId xmlns:r="http://schemas.openxmlformats.org/officeDocument/2006/relationships" id="262" r:id="R1002d1bfe00443be"/>
    <p:sldId xmlns:r="http://schemas.openxmlformats.org/officeDocument/2006/relationships" id="263" r:id="Re664e9ce8aba43a5"/>
    <p:sldId xmlns:r="http://schemas.openxmlformats.org/officeDocument/2006/relationships" id="264" r:id="R0dea51722dc547b5"/>
    <p:sldId xmlns:r="http://schemas.openxmlformats.org/officeDocument/2006/relationships" id="265" r:id="Rd8b2df2c9df24376"/>
    <p:sldId xmlns:r="http://schemas.openxmlformats.org/officeDocument/2006/relationships" id="266" r:id="Rc37ed845cc3245b7"/>
    <p:sldId xmlns:r="http://schemas.openxmlformats.org/officeDocument/2006/relationships" id="267" r:id="R5b03dd8cddcc4006"/>
    <p:sldId xmlns:r="http://schemas.openxmlformats.org/officeDocument/2006/relationships" id="268" r:id="Rfed6d2d618c746f5"/>
    <p:sldId xmlns:r="http://schemas.openxmlformats.org/officeDocument/2006/relationships" id="269" r:id="R7729708a37604979"/>
    <p:sldId xmlns:r="http://schemas.openxmlformats.org/officeDocument/2006/relationships" id="270" r:id="R2c8fd1d400a7449b"/>
    <p:sldId xmlns:r="http://schemas.openxmlformats.org/officeDocument/2006/relationships" id="271" r:id="R17da7631dbf34e8a"/>
    <p:sldId xmlns:r="http://schemas.openxmlformats.org/officeDocument/2006/relationships" id="272" r:id="R5aaf1a0ca27c42f8"/>
    <p:sldId xmlns:r="http://schemas.openxmlformats.org/officeDocument/2006/relationships" id="273" r:id="R7930a32cfb094780"/>
    <p:sldId xmlns:r="http://schemas.openxmlformats.org/officeDocument/2006/relationships" id="274" r:id="Reb6ff6d7f1034489"/>
    <p:sldId xmlns:r="http://schemas.openxmlformats.org/officeDocument/2006/relationships" id="275" r:id="Ref832f87a3f145c3"/>
    <p:sldId xmlns:r="http://schemas.openxmlformats.org/officeDocument/2006/relationships" id="276" r:id="R5b803edb4a8d4180"/>
    <p:sldId xmlns:r="http://schemas.openxmlformats.org/officeDocument/2006/relationships" id="277" r:id="R8a7367ba8c904ac7"/>
    <p:sldId xmlns:r="http://schemas.openxmlformats.org/officeDocument/2006/relationships" id="278" r:id="R9f0215b9ee264e3e"/>
    <p:sldId xmlns:r="http://schemas.openxmlformats.org/officeDocument/2006/relationships" id="279" r:id="Ra2bfd1b314744d14"/>
    <p:sldId xmlns:r="http://schemas.openxmlformats.org/officeDocument/2006/relationships" id="280" r:id="R002acd3e9aeb450a"/>
    <p:sldId xmlns:r="http://schemas.openxmlformats.org/officeDocument/2006/relationships" id="281" r:id="R11aa5b1bd0f5444e"/>
    <p:sldId xmlns:r="http://schemas.openxmlformats.org/officeDocument/2006/relationships" id="282" r:id="R584842af3ec14ad2"/>
    <p:sldId xmlns:r="http://schemas.openxmlformats.org/officeDocument/2006/relationships" id="283" r:id="Rf417a4514715459d"/>
    <p:sldId xmlns:r="http://schemas.openxmlformats.org/officeDocument/2006/relationships" id="284" r:id="R987b3889c96a48f3"/>
    <p:sldId xmlns:r="http://schemas.openxmlformats.org/officeDocument/2006/relationships" id="285" r:id="R4bffe0719b77499f"/>
    <p:sldId xmlns:r="http://schemas.openxmlformats.org/officeDocument/2006/relationships" id="286" r:id="Rda39407d4312426d"/>
    <p:sldId xmlns:r="http://schemas.openxmlformats.org/officeDocument/2006/relationships" id="287" r:id="R193d72eb7e5d4d09"/>
    <p:sldId xmlns:r="http://schemas.openxmlformats.org/officeDocument/2006/relationships" id="288" r:id="Rc193de13e7144c58"/>
    <p:sldId xmlns:r="http://schemas.openxmlformats.org/officeDocument/2006/relationships" id="289" r:id="Ra03ee98afb07415b"/>
    <p:sldId xmlns:r="http://schemas.openxmlformats.org/officeDocument/2006/relationships" id="290" r:id="R743280cb4ae549f0"/>
    <p:sldId xmlns:r="http://schemas.openxmlformats.org/officeDocument/2006/relationships" id="291" r:id="R1d57ca3b58044ba0"/>
    <p:sldId xmlns:r="http://schemas.openxmlformats.org/officeDocument/2006/relationships" id="292" r:id="Rf559bfe5514a4b4b"/>
    <p:sldId xmlns:r="http://schemas.openxmlformats.org/officeDocument/2006/relationships" id="293" r:id="Rcd66dec1b148493c"/>
    <p:sldId xmlns:r="http://schemas.openxmlformats.org/officeDocument/2006/relationships" id="294" r:id="R215724e01b7c416a"/>
    <p:sldId xmlns:r="http://schemas.openxmlformats.org/officeDocument/2006/relationships" id="295" r:id="R0d760d841d534c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ea3839b28b4c09" /><Relationship Type="http://schemas.openxmlformats.org/officeDocument/2006/relationships/slideMaster" Target="/ppt/slideMasters/slideMaster1.xml" Id="Rcb497a1099354d89" /><Relationship Type="http://schemas.openxmlformats.org/officeDocument/2006/relationships/notesMaster" Target="/ppt/notesMasters/notesMaster1.xml" Id="Rdfbbee40dce74c02" /><Relationship Type="http://schemas.openxmlformats.org/officeDocument/2006/relationships/presProps" Target="/ppt/presProps.xml" Id="R781c890fb5a04335" /><Relationship Type="http://schemas.openxmlformats.org/officeDocument/2006/relationships/tableStyles" Target="/ppt/tableStyles.xml" Id="R7971b78ab0c34203" /><Relationship Type="http://schemas.openxmlformats.org/officeDocument/2006/relationships/slide" Target="/ppt/slides/slide1.xml" Id="R5ffc60f126404cb3" /><Relationship Type="http://schemas.openxmlformats.org/officeDocument/2006/relationships/slide" Target="/ppt/slides/slide2.xml" Id="Rba66fb732d4c4198" /><Relationship Type="http://schemas.openxmlformats.org/officeDocument/2006/relationships/slide" Target="/ppt/slides/slide3.xml" Id="R151926dcdaa04fb6" /><Relationship Type="http://schemas.openxmlformats.org/officeDocument/2006/relationships/slide" Target="/ppt/slides/slide4.xml" Id="R27ac85caca2b4374" /><Relationship Type="http://schemas.openxmlformats.org/officeDocument/2006/relationships/slide" Target="/ppt/slides/slide5.xml" Id="R4ded1bbf9c61419f" /><Relationship Type="http://schemas.openxmlformats.org/officeDocument/2006/relationships/slide" Target="/ppt/slides/slide6.xml" Id="R846053c65ce34188" /><Relationship Type="http://schemas.openxmlformats.org/officeDocument/2006/relationships/slide" Target="/ppt/slides/slide7.xml" Id="R1002d1bfe00443be" /><Relationship Type="http://schemas.openxmlformats.org/officeDocument/2006/relationships/slide" Target="/ppt/slides/slide8.xml" Id="Re664e9ce8aba43a5" /><Relationship Type="http://schemas.openxmlformats.org/officeDocument/2006/relationships/slide" Target="/ppt/slides/slide9.xml" Id="R0dea51722dc547b5" /><Relationship Type="http://schemas.openxmlformats.org/officeDocument/2006/relationships/slide" Target="/ppt/slides/slide10.xml" Id="Rd8b2df2c9df24376" /><Relationship Type="http://schemas.openxmlformats.org/officeDocument/2006/relationships/slide" Target="/ppt/slides/slide11.xml" Id="Rc37ed845cc3245b7" /><Relationship Type="http://schemas.openxmlformats.org/officeDocument/2006/relationships/slide" Target="/ppt/slides/slide12.xml" Id="R5b03dd8cddcc4006" /><Relationship Type="http://schemas.openxmlformats.org/officeDocument/2006/relationships/slide" Target="/ppt/slides/slide13.xml" Id="Rfed6d2d618c746f5" /><Relationship Type="http://schemas.openxmlformats.org/officeDocument/2006/relationships/slide" Target="/ppt/slides/slide14.xml" Id="R7729708a37604979" /><Relationship Type="http://schemas.openxmlformats.org/officeDocument/2006/relationships/slide" Target="/ppt/slides/slide15.xml" Id="R2c8fd1d400a7449b" /><Relationship Type="http://schemas.openxmlformats.org/officeDocument/2006/relationships/slide" Target="/ppt/slides/slide16.xml" Id="R17da7631dbf34e8a" /><Relationship Type="http://schemas.openxmlformats.org/officeDocument/2006/relationships/slide" Target="/ppt/slides/slide17.xml" Id="R5aaf1a0ca27c42f8" /><Relationship Type="http://schemas.openxmlformats.org/officeDocument/2006/relationships/slide" Target="/ppt/slides/slide18.xml" Id="R7930a32cfb094780" /><Relationship Type="http://schemas.openxmlformats.org/officeDocument/2006/relationships/slide" Target="/ppt/slides/slide19.xml" Id="Reb6ff6d7f1034489" /><Relationship Type="http://schemas.openxmlformats.org/officeDocument/2006/relationships/slide" Target="/ppt/slides/slide20.xml" Id="Ref832f87a3f145c3" /><Relationship Type="http://schemas.openxmlformats.org/officeDocument/2006/relationships/slide" Target="/ppt/slides/slide21.xml" Id="R5b803edb4a8d4180" /><Relationship Type="http://schemas.openxmlformats.org/officeDocument/2006/relationships/slide" Target="/ppt/slides/slide22.xml" Id="R8a7367ba8c904ac7" /><Relationship Type="http://schemas.openxmlformats.org/officeDocument/2006/relationships/slide" Target="/ppt/slides/slide23.xml" Id="R9f0215b9ee264e3e" /><Relationship Type="http://schemas.openxmlformats.org/officeDocument/2006/relationships/slide" Target="/ppt/slides/slide24.xml" Id="Ra2bfd1b314744d14" /><Relationship Type="http://schemas.openxmlformats.org/officeDocument/2006/relationships/slide" Target="/ppt/slides/slide25.xml" Id="R002acd3e9aeb450a" /><Relationship Type="http://schemas.openxmlformats.org/officeDocument/2006/relationships/slide" Target="/ppt/slides/slide26.xml" Id="R11aa5b1bd0f5444e" /><Relationship Type="http://schemas.openxmlformats.org/officeDocument/2006/relationships/slide" Target="/ppt/slides/slide27.xml" Id="R584842af3ec14ad2" /><Relationship Type="http://schemas.openxmlformats.org/officeDocument/2006/relationships/slide" Target="/ppt/slides/slide28.xml" Id="Rf417a4514715459d" /><Relationship Type="http://schemas.openxmlformats.org/officeDocument/2006/relationships/slide" Target="/ppt/slides/slide29.xml" Id="R987b3889c96a48f3" /><Relationship Type="http://schemas.openxmlformats.org/officeDocument/2006/relationships/slide" Target="/ppt/slides/slide30.xml" Id="R4bffe0719b77499f" /><Relationship Type="http://schemas.openxmlformats.org/officeDocument/2006/relationships/slide" Target="/ppt/slides/slide31.xml" Id="Rda39407d4312426d" /><Relationship Type="http://schemas.openxmlformats.org/officeDocument/2006/relationships/slide" Target="/ppt/slides/slide32.xml" Id="R193d72eb7e5d4d09" /><Relationship Type="http://schemas.openxmlformats.org/officeDocument/2006/relationships/slide" Target="/ppt/slides/slide33.xml" Id="Rc193de13e7144c58" /><Relationship Type="http://schemas.openxmlformats.org/officeDocument/2006/relationships/slide" Target="/ppt/slides/slide34.xml" Id="Ra03ee98afb07415b" /><Relationship Type="http://schemas.openxmlformats.org/officeDocument/2006/relationships/slide" Target="/ppt/slides/slide35.xml" Id="R743280cb4ae549f0" /><Relationship Type="http://schemas.openxmlformats.org/officeDocument/2006/relationships/slide" Target="/ppt/slides/slide36.xml" Id="R1d57ca3b58044ba0" /><Relationship Type="http://schemas.openxmlformats.org/officeDocument/2006/relationships/slide" Target="/ppt/slides/slide37.xml" Id="Rf559bfe5514a4b4b" /><Relationship Type="http://schemas.openxmlformats.org/officeDocument/2006/relationships/slide" Target="/ppt/slides/slide38.xml" Id="Rcd66dec1b148493c" /><Relationship Type="http://schemas.openxmlformats.org/officeDocument/2006/relationships/slide" Target="/ppt/slides/slide39.xml" Id="R215724e01b7c416a" /><Relationship Type="http://schemas.openxmlformats.org/officeDocument/2006/relationships/slide" Target="/ppt/slides/slide40.xml" Id="R0d760d841d534c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fcd9174fba44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684748912415c" /><Relationship Type="http://schemas.openxmlformats.org/officeDocument/2006/relationships/notesMaster" Target="/ppt/notesMasters/notesMaster1.xml" Id="Re5f59996690a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9051a56004c9a" /><Relationship Type="http://schemas.openxmlformats.org/officeDocument/2006/relationships/notesMaster" Target="/ppt/notesMasters/notesMaster1.xml" Id="R626a6f5256bb4f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00dc860f4646b5" /><Relationship Type="http://schemas.openxmlformats.org/officeDocument/2006/relationships/notesMaster" Target="/ppt/notesMasters/notesMaster1.xml" Id="R794ff6b2bc3a4c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3dd5f37d304901" /><Relationship Type="http://schemas.openxmlformats.org/officeDocument/2006/relationships/notesMaster" Target="/ppt/notesMasters/notesMaster1.xml" Id="R47a75be2e4b0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88047a2de34238" /><Relationship Type="http://schemas.openxmlformats.org/officeDocument/2006/relationships/notesMaster" Target="/ppt/notesMasters/notesMaster1.xml" Id="Rf9d1c3c07933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e0092d7f0a488f" /><Relationship Type="http://schemas.openxmlformats.org/officeDocument/2006/relationships/notesMaster" Target="/ppt/notesMasters/notesMaster1.xml" Id="R6dd2ce3fe4b0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bc0abfcac2462a" /><Relationship Type="http://schemas.openxmlformats.org/officeDocument/2006/relationships/notesMaster" Target="/ppt/notesMasters/notesMaster1.xml" Id="Reb8687e21f1747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10a1e3d09346c0" /><Relationship Type="http://schemas.openxmlformats.org/officeDocument/2006/relationships/notesMaster" Target="/ppt/notesMasters/notesMaster1.xml" Id="Rc3ad1353afac49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bdeb7635cf4387" /><Relationship Type="http://schemas.openxmlformats.org/officeDocument/2006/relationships/notesMaster" Target="/ppt/notesMasters/notesMaster1.xml" Id="R9409ee9da3c141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5bc8c5b2504eb4" /><Relationship Type="http://schemas.openxmlformats.org/officeDocument/2006/relationships/notesMaster" Target="/ppt/notesMasters/notesMaster1.xml" Id="R2a7ce775ae114f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662477cb1f48bc" /><Relationship Type="http://schemas.openxmlformats.org/officeDocument/2006/relationships/notesMaster" Target="/ppt/notesMasters/notesMaster1.xml" Id="R324a3c86027e4a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3492c7f8e740f7" /><Relationship Type="http://schemas.openxmlformats.org/officeDocument/2006/relationships/notesMaster" Target="/ppt/notesMasters/notesMaster1.xml" Id="R18cd842cc4a046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b14c4b9ab54f23" /><Relationship Type="http://schemas.openxmlformats.org/officeDocument/2006/relationships/notesMaster" Target="/ppt/notesMasters/notesMaster1.xml" Id="R29fdd34338a847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786811ccd44bf4" /><Relationship Type="http://schemas.openxmlformats.org/officeDocument/2006/relationships/notesMaster" Target="/ppt/notesMasters/notesMaster1.xml" Id="R2ca8a18a0f9b46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69b288d9c3413b" /><Relationship Type="http://schemas.openxmlformats.org/officeDocument/2006/relationships/notesMaster" Target="/ppt/notesMasters/notesMaster1.xml" Id="R90a99ae60b2c4a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121102ca344c43" /><Relationship Type="http://schemas.openxmlformats.org/officeDocument/2006/relationships/notesMaster" Target="/ppt/notesMasters/notesMaster1.xml" Id="R236bd4bb3e7a4f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ba75da4ef8e4bf1" /><Relationship Type="http://schemas.openxmlformats.org/officeDocument/2006/relationships/notesMaster" Target="/ppt/notesMasters/notesMaster1.xml" Id="Rea5089637f3b42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3488ce54464cf8" /><Relationship Type="http://schemas.openxmlformats.org/officeDocument/2006/relationships/notesMaster" Target="/ppt/notesMasters/notesMaster1.xml" Id="R399bf312c2664c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d279f48d304a9f" /><Relationship Type="http://schemas.openxmlformats.org/officeDocument/2006/relationships/notesMaster" Target="/ppt/notesMasters/notesMaster1.xml" Id="R433c7cdc25df4b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88266e30314d49" /><Relationship Type="http://schemas.openxmlformats.org/officeDocument/2006/relationships/notesMaster" Target="/ppt/notesMasters/notesMaster1.xml" Id="R4c182578e37649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c1ef136d553411d" /><Relationship Type="http://schemas.openxmlformats.org/officeDocument/2006/relationships/notesMaster" Target="/ppt/notesMasters/notesMaster1.xml" Id="R92f39b5e304147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7e1913011634672" /><Relationship Type="http://schemas.openxmlformats.org/officeDocument/2006/relationships/notesMaster" Target="/ppt/notesMasters/notesMaster1.xml" Id="R4b519a34fbb14bc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4609dfa25a41f6" /><Relationship Type="http://schemas.openxmlformats.org/officeDocument/2006/relationships/notesMaster" Target="/ppt/notesMasters/notesMaster1.xml" Id="R1e831c10b71e4b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06f6d2d6d4d43e3" /><Relationship Type="http://schemas.openxmlformats.org/officeDocument/2006/relationships/notesMaster" Target="/ppt/notesMasters/notesMaster1.xml" Id="Rd85b1137f63444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4cc7f4a8524b3a" /><Relationship Type="http://schemas.openxmlformats.org/officeDocument/2006/relationships/notesMaster" Target="/ppt/notesMasters/notesMaster1.xml" Id="R70840513fca54f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7ddd55e2d234c73" /><Relationship Type="http://schemas.openxmlformats.org/officeDocument/2006/relationships/notesMaster" Target="/ppt/notesMasters/notesMaster1.xml" Id="R471c071cd5c04a4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b9bd5b6f3140a5" /><Relationship Type="http://schemas.openxmlformats.org/officeDocument/2006/relationships/notesMaster" Target="/ppt/notesMasters/notesMaster1.xml" Id="R66541b9625aa4ba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f945b203c984a3b" /><Relationship Type="http://schemas.openxmlformats.org/officeDocument/2006/relationships/notesMaster" Target="/ppt/notesMasters/notesMaster1.xml" Id="Rb6fa8cecd9b049e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03fadecfd84815" /><Relationship Type="http://schemas.openxmlformats.org/officeDocument/2006/relationships/notesMaster" Target="/ppt/notesMasters/notesMaster1.xml" Id="Rf09ddd196b0540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bc757358044d24" /><Relationship Type="http://schemas.openxmlformats.org/officeDocument/2006/relationships/notesMaster" Target="/ppt/notesMasters/notesMaster1.xml" Id="R60cc19dc38bd45f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448ba0514143c9" /><Relationship Type="http://schemas.openxmlformats.org/officeDocument/2006/relationships/notesMaster" Target="/ppt/notesMasters/notesMaster1.xml" Id="R04c4ba2a758a4cd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f0285cbcb7248ec" /><Relationship Type="http://schemas.openxmlformats.org/officeDocument/2006/relationships/notesMaster" Target="/ppt/notesMasters/notesMaster1.xml" Id="R97cfc3f4462b495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9c11bf804a44b82" /><Relationship Type="http://schemas.openxmlformats.org/officeDocument/2006/relationships/notesMaster" Target="/ppt/notesMasters/notesMaster1.xml" Id="R23bc6c0c882148c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26f4467440e4f59" /><Relationship Type="http://schemas.openxmlformats.org/officeDocument/2006/relationships/notesMaster" Target="/ppt/notesMasters/notesMaster1.xml" Id="R38b39aa341a342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4072382985f4709" /><Relationship Type="http://schemas.openxmlformats.org/officeDocument/2006/relationships/notesMaster" Target="/ppt/notesMasters/notesMaster1.xml" Id="Re8fb3ca8aa954b8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cdc4029ed94422" /><Relationship Type="http://schemas.openxmlformats.org/officeDocument/2006/relationships/notesMaster" Target="/ppt/notesMasters/notesMaster1.xml" Id="R1d33c4e743fc464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36d10f77e834a64" /><Relationship Type="http://schemas.openxmlformats.org/officeDocument/2006/relationships/notesMaster" Target="/ppt/notesMasters/notesMaster1.xml" Id="Rbb55bc7ff7a34fb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ed7f477dbde4cc2" /><Relationship Type="http://schemas.openxmlformats.org/officeDocument/2006/relationships/notesMaster" Target="/ppt/notesMasters/notesMaster1.xml" Id="R46b4cfd66d594a1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62ccc1c6dc541e0" /><Relationship Type="http://schemas.openxmlformats.org/officeDocument/2006/relationships/notesMaster" Target="/ppt/notesMasters/notesMaster1.xml" Id="Ra19f6c29463f4b6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0063030843a4618" /><Relationship Type="http://schemas.openxmlformats.org/officeDocument/2006/relationships/notesMaster" Target="/ppt/notesMasters/notesMaster1.xml" Id="Rf86ca0bf6a3a46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8b9866d3846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dd5781b7f9458a" /><Relationship Type="http://schemas.openxmlformats.org/officeDocument/2006/relationships/slideLayout" Target="/ppt/slideLayouts/slideLayout1.xml" Id="Rec74e3bfb2ee41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74e3bfb2ee41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fed2b21b048f4" /><Relationship Type="http://schemas.openxmlformats.org/officeDocument/2006/relationships/notesSlide" Target="/ppt/notesSlides/notesSlide1.xml" Id="Rfb6de61f33c04c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09d2ffada4a23" /><Relationship Type="http://schemas.openxmlformats.org/officeDocument/2006/relationships/notesSlide" Target="/ppt/notesSlides/notesSlide2.xml" Id="Rb85a5ea7afef4f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989b019984667" /><Relationship Type="http://schemas.openxmlformats.org/officeDocument/2006/relationships/notesSlide" Target="/ppt/notesSlides/notesSlide3.xml" Id="Rbd3e40dc824640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50bded25d4676" /><Relationship Type="http://schemas.openxmlformats.org/officeDocument/2006/relationships/notesSlide" Target="/ppt/notesSlides/notesSlide4.xml" Id="R7c59a931d1bf4b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b965fd9ea4bac" /><Relationship Type="http://schemas.openxmlformats.org/officeDocument/2006/relationships/notesSlide" Target="/ppt/notesSlides/notesSlide5.xml" Id="Rac9741371d9149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5dc2fca074154" /><Relationship Type="http://schemas.openxmlformats.org/officeDocument/2006/relationships/notesSlide" Target="/ppt/notesSlides/notesSlide6.xml" Id="Rfb219e8155e840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024af48a54f7d" /><Relationship Type="http://schemas.openxmlformats.org/officeDocument/2006/relationships/notesSlide" Target="/ppt/notesSlides/notesSlide7.xml" Id="R665be760d99d43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50d9406b7456f" /><Relationship Type="http://schemas.openxmlformats.org/officeDocument/2006/relationships/notesSlide" Target="/ppt/notesSlides/notesSlide8.xml" Id="Rbd3a33b9277d48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793d377a640c2" /><Relationship Type="http://schemas.openxmlformats.org/officeDocument/2006/relationships/notesSlide" Target="/ppt/notesSlides/notesSlide9.xml" Id="R4858e0fc365e43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8c7ef151b4de8" /><Relationship Type="http://schemas.openxmlformats.org/officeDocument/2006/relationships/notesSlide" Target="/ppt/notesSlides/notesSlide10.xml" Id="R9108773efd0041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21fbafc9344cf" /><Relationship Type="http://schemas.openxmlformats.org/officeDocument/2006/relationships/notesSlide" Target="/ppt/notesSlides/notesSlide11.xml" Id="R73ce70697e7148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d19387d954cce" /><Relationship Type="http://schemas.openxmlformats.org/officeDocument/2006/relationships/notesSlide" Target="/ppt/notesSlides/notesSlide12.xml" Id="R96cc771fa4c941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39d8a347749b0" /><Relationship Type="http://schemas.openxmlformats.org/officeDocument/2006/relationships/notesSlide" Target="/ppt/notesSlides/notesSlide13.xml" Id="R9757053d8c7a4a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82de24e94232" /><Relationship Type="http://schemas.openxmlformats.org/officeDocument/2006/relationships/notesSlide" Target="/ppt/notesSlides/notesSlide14.xml" Id="Rac2b9132531542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1375606634c42" /><Relationship Type="http://schemas.openxmlformats.org/officeDocument/2006/relationships/notesSlide" Target="/ppt/notesSlides/notesSlide15.xml" Id="R47887c58eace49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0cac1f78f4724" /><Relationship Type="http://schemas.openxmlformats.org/officeDocument/2006/relationships/notesSlide" Target="/ppt/notesSlides/notesSlide16.xml" Id="R1122020e096c41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a53cc37894e07" /><Relationship Type="http://schemas.openxmlformats.org/officeDocument/2006/relationships/notesSlide" Target="/ppt/notesSlides/notesSlide17.xml" Id="R988ea7e3d2c74a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3956dbc1e4794" /><Relationship Type="http://schemas.openxmlformats.org/officeDocument/2006/relationships/notesSlide" Target="/ppt/notesSlides/notesSlide18.xml" Id="R570de46b7cf04a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cdb17f5fa48b8" /><Relationship Type="http://schemas.openxmlformats.org/officeDocument/2006/relationships/notesSlide" Target="/ppt/notesSlides/notesSlide19.xml" Id="Rfe30b1bdfcc64d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f34fe169946fc" /><Relationship Type="http://schemas.openxmlformats.org/officeDocument/2006/relationships/notesSlide" Target="/ppt/notesSlides/notesSlide20.xml" Id="R67841b0c9d4248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c916e82a9416f" /><Relationship Type="http://schemas.openxmlformats.org/officeDocument/2006/relationships/notesSlide" Target="/ppt/notesSlides/notesSlide21.xml" Id="Ra6c55d3fabae41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3558b4d2d4490" /><Relationship Type="http://schemas.openxmlformats.org/officeDocument/2006/relationships/notesSlide" Target="/ppt/notesSlides/notesSlide22.xml" Id="Rd6bb6a9b95c64f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f9b0da2794c26" /><Relationship Type="http://schemas.openxmlformats.org/officeDocument/2006/relationships/notesSlide" Target="/ppt/notesSlides/notesSlide23.xml" Id="R2de4720a55db41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7fff1c0e448bc" /><Relationship Type="http://schemas.openxmlformats.org/officeDocument/2006/relationships/notesSlide" Target="/ppt/notesSlides/notesSlide24.xml" Id="R938ae7d202f54d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e241355934a9f" /><Relationship Type="http://schemas.openxmlformats.org/officeDocument/2006/relationships/notesSlide" Target="/ppt/notesSlides/notesSlide25.xml" Id="R3c19546d4f3b42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fdb310a5349a9" /><Relationship Type="http://schemas.openxmlformats.org/officeDocument/2006/relationships/notesSlide" Target="/ppt/notesSlides/notesSlide26.xml" Id="R74554e2ddb0047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4edfc7a4c4d00" /><Relationship Type="http://schemas.openxmlformats.org/officeDocument/2006/relationships/notesSlide" Target="/ppt/notesSlides/notesSlide27.xml" Id="R0466365d8cbc4a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0342cf2794586" /><Relationship Type="http://schemas.openxmlformats.org/officeDocument/2006/relationships/notesSlide" Target="/ppt/notesSlides/notesSlide28.xml" Id="R8a20afb8e41a43f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1496de4334797" /><Relationship Type="http://schemas.openxmlformats.org/officeDocument/2006/relationships/notesSlide" Target="/ppt/notesSlides/notesSlide29.xml" Id="Reb8a377869c746a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cc68d25e54397" /><Relationship Type="http://schemas.openxmlformats.org/officeDocument/2006/relationships/notesSlide" Target="/ppt/notesSlides/notesSlide30.xml" Id="R48247ca29059477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2960a11804de9" /><Relationship Type="http://schemas.openxmlformats.org/officeDocument/2006/relationships/notesSlide" Target="/ppt/notesSlides/notesSlide31.xml" Id="R208239ef2b1d4e8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aac0212334328" /><Relationship Type="http://schemas.openxmlformats.org/officeDocument/2006/relationships/notesSlide" Target="/ppt/notesSlides/notesSlide32.xml" Id="R41e5469098144b5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e8bf5cf894d82" /><Relationship Type="http://schemas.openxmlformats.org/officeDocument/2006/relationships/notesSlide" Target="/ppt/notesSlides/notesSlide33.xml" Id="R003f3f312e094ed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a67a8033943fe" /><Relationship Type="http://schemas.openxmlformats.org/officeDocument/2006/relationships/notesSlide" Target="/ppt/notesSlides/notesSlide34.xml" Id="R077481050b1d4c3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d14215b514816" /><Relationship Type="http://schemas.openxmlformats.org/officeDocument/2006/relationships/notesSlide" Target="/ppt/notesSlides/notesSlide35.xml" Id="R649f8cbabe784a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a05f41fe14aad" /><Relationship Type="http://schemas.openxmlformats.org/officeDocument/2006/relationships/notesSlide" Target="/ppt/notesSlides/notesSlide36.xml" Id="Rd49b16f733e94dc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3a4f84bf64d17" /><Relationship Type="http://schemas.openxmlformats.org/officeDocument/2006/relationships/notesSlide" Target="/ppt/notesSlides/notesSlide37.xml" Id="Rcb32a25d5d45461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5d872ef1a42d7" /><Relationship Type="http://schemas.openxmlformats.org/officeDocument/2006/relationships/notesSlide" Target="/ppt/notesSlides/notesSlide38.xml" Id="Rc34936233a744a4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cb2890bc34f1b" /><Relationship Type="http://schemas.openxmlformats.org/officeDocument/2006/relationships/notesSlide" Target="/ppt/notesSlides/notesSlide39.xml" Id="R1fce0cef0093441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6ab449e534c13" /><Relationship Type="http://schemas.openxmlformats.org/officeDocument/2006/relationships/notesSlide" Target="/ppt/notesSlides/notesSlide40.xml" Id="R1ea324e6037648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AF0BC-B9B3-4E0F-8516-FA95834A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765B5-DAAD-4911-B348-F679D2B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Engines: Introduction, petrol engine, diesel engines, Working of four Stroke engines, applications. Insight into Future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E02AB-5802-4E3B-BA18-666BCEE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9D25-BFAF-4038-AE43-6F6A68DF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02034-A07A-4BC7-8FE9-170BD398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0EAB-A09E-4F52-805D-C20C66FC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6F807-B1DC-45EB-872F-F15E3420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A3660-A2D9-4225-A8C3-CDE1709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DD13F-E682-468B-AECE-E5D66DF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7F00A-A5CF-44DC-BB8F-CDA60B9F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99039-71BB-4C65-9370-E16A31F1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52FCB-A8E1-415C-B4E8-361DF4A7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BCB6E-1D63-4600-A417-A147BA81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3182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72305-A2A9-4A7C-9720-B6D1B0DF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C7506-7AFC-44A6-906C-E4A02598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0F8F5-DF9A-4072-9D02-EC19EDE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C848C-3B33-492F-BD56-F434AA46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5F9E1-A125-468D-B822-CC505015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C9FE3-14A4-42B0-A591-5136B3D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AA453-8169-40AB-93FF-BABC4091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F4C2D-6D01-4884-9B7A-19DCA743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3A349-4760-4C19-AEE6-84075943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08DBB-D69E-4374-9E64-B21AA694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A2E65-68BE-4F4C-A084-B386709D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BF2E2-3B41-4F7A-81A2-B3FAEBCD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4C012-3331-4904-853D-8ADA2CBD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CD589-0603-40D4-BF31-72552C6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16C9F-6B98-47C4-8448-8D1C7BF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8469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A477E-CAE5-4616-BD00-2A638DCB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2FB6E-9A62-4E72-94DD-1C2381BD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C1F26-E3A7-46B7-87CD-03AC3C8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BA9BB-C296-461E-BD98-290F3408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5D706-B465-4D27-AB1E-6289BFC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CF5F3-7251-449E-83C9-5D8C36F6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51AFD-95DB-4BD9-A84A-BACA7386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D666B-AC9F-4C56-A67E-E737D26A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26572-064A-405A-8CAC-3495C3F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Engines: Introduction, petrol engine, diesel engines, Wor...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F1868-5195-4042-8202-5272364A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5491F-9FAB-474D-89FA-B237B77F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8AF12-D7B3-480C-A2D2-998A9B4F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Mobility: Electric and Hybrid Vehicles, Components of Ele...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84CB0-52A3-4943-855A-3360F275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84CFF-25C0-4A43-A5AB-87EEB611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41C6F-138D-466B-966A-09FAA7B5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Advantages and disadvantages of EVs and Hybrid vehicles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F3170-BE14-44A0-B44A-C5BBF4E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F5C02-0802-4522-9666-FB2FDB4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3B7E2-7433-4195-9C58-4C63D5E0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Transmission systems: Classification of gears, simple &amp; 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A7ACB-C573-45B8-B7A6-EA8252B9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75345-8A64-43BA-9B06-6D221FCE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9441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66712-73E5-4EAB-9048-D15D6D79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54CC0-8F97-4425-B011-D8B08613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6B1F5-1D64-4320-ADA4-1F5DAEE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F5016-7B34-4DF0-A161-B2795EA3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80A93-2110-4C80-B28C-E4B1B792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BAEC3-7FE3-4AEB-899B-030C0383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6CA51-AF05-48D9-B076-9D58D395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302B5-9627-4360-A81F-D277D2D6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Engines: Introduction, petrol engine, diesel engines, Wor...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6AC53-A122-4309-9C2E-8EF00A5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12D3C-E75C-4275-A9A3-E87FFC66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528EC-4C83-41C2-8A17-183C5EC9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Mobility: Electric and Hybrid Vehicles, Components of Ele...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CBD38-22AD-4CE3-B3C7-39E17CF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70FCF-E929-4243-9474-F6479F3D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504A9-C4CB-4084-917C-4EB53AC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Advantages and disadvantages of EVs and Hybrid vehicles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3BF81-2CE8-4EE4-BECF-063BE2DE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8AED1-69CC-45BF-B1BA-A07AE28C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7A1B2-3851-40E4-A0EA-39838CDB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Transmission systems: Classification of gears, simple &amp; c...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58BCC-7136-44A3-8E02-58D6AE7B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963A7-F737-442B-96BA-2907437A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46F46-D78C-4A3D-B404-A280AC36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96160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427DE-25F6-4D43-A431-4AFD28D9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73166-0A98-4076-A24F-BA0F5F6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64F87-E238-432F-A6CF-7D2F535C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19785-DE82-484B-8B72-A4DEAE83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40624-D774-428C-85B9-29E7ED0E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5C095-F202-48B2-AB73-C698BFA5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E6946-3043-4EEF-8265-F21CBD65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BEC4E-B8AC-4271-8A60-057D50A8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diesel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47FCB-BE32-46EC-B47C-018F8FC6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Working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F85AD-DC56-49BA-A93F-FBF5558A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EDB2A-AED9-4918-8A03-20E850A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Stroke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FE226-7734-43F2-974F-935764B7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3F36-6DB7-4D74-8CA0-0AC23B49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36F1A-9A6C-4923-83CD-91EB2BF9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37463-C5C0-49D5-81D6-89489B8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53687-F282-4363-91BC-0CDE4C77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20745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53100-9D24-48EC-BFA2-8DC175CA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42DF9-986D-474D-8D8C-1863E3B4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86647-2FE9-4192-A0C1-7A9F060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8E77E-DCD9-4971-A068-72A53C1B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E3FFD-C5D1-4993-880A-93F67AD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Engines: Introduction, petrol engine, diesel engines, Working of four Stroke engines,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46BF0-1910-4733-B24F-1135614D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Engines: Introduction, petrol engine, die...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92893-F8BC-432D-9AD5-DB499039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AFF7E-DE1E-4142-83D7-A84D6F0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A12F6-88E8-4D08-8B17-7FE7C5B6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967D3-02C6-4D80-AF3E-AB956332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F5987-4FCD-4759-B908-1E995DC4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167D2-75E3-46A7-A88A-A2227F60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C4E06-268A-4FB0-B377-0916BC84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AC842-7851-49F9-921F-BACBC9B8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5A6E4-7277-47BB-9C22-FC08564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068B2-DAF0-4664-9E73-C1448BD5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5718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95370-C9C3-4C2A-B3FB-7229ABF2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64EF9-397F-4BBD-96F2-FA1D214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193B2-A7CC-4355-BD57-D6EE750A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1EDE8-21EE-4107-8017-D8060176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4CE2D-AC96-4995-8F18-42DAA97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4497C-5CFF-4D95-828F-A52F0352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B9A2B-1420-4DAF-931A-86509C4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54B19-EBD8-4F3D-87CF-38AD766C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E0093-7F11-4AF6-ABDF-64B8A5B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Engines: Introduct...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C7C72-0D9D-4F94-BA61-90315DCB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2B61F-BF94-4F01-96E4-D2E81A3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8AD42-C227-4C08-9C1C-5D75B30F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Engines: 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AD0B8-7924-4525-B1EB-396784DB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B4E45-1653-4FC0-B79F-70D79D07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44812-03C2-4DE3-A810-A3E50C94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Engines:...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21CFB-2402-42FB-8784-E9FD9D3A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4DE99-4AC6-4348-9830-231E4FA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29EAD-0ABB-4752-A1D8-87DAC87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Engines: Introdu...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69735-C6D9-433C-85EA-6C32A633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740DA-5D6B-44FF-BEFB-C214F69A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1BB34-C718-4A24-8D18-AF909BAC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Engines: Intro...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5A2DD-1F9D-40D8-B20B-5AA7AA45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B3A96-4A8E-46AD-BED3-3470869A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90162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13A3B-C184-48C9-AE22-76842ADB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C525D-3347-45E9-8B82-53903D3A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AD9B8-4544-43FA-B81E-4DDC555B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2340C-B2A7-466E-88C2-EEC5BB89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45232-49E8-403A-BFAE-35095A8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83645-3251-41BE-A73F-172BBDB7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40A05-6E65-4822-9DD0-3D0A0AD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2CEBE-8706-4E96-B9DE-21DAB8A0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45C50-CBF4-45F5-BC72-CE2999D0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1EAC5-CC19-4370-B3EF-A28BADAA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13C60-BB8D-4447-A679-631647A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D6078-61A9-4C9D-99AA-F637942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91B3D-43BB-433F-A27B-EFDCC93C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2CC6C-59E4-4347-8E50-9248C1E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0951B-157B-4908-894D-FC1E29C1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035102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2E996-3F87-4BE6-ACB2-E454A4FF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F75F0-81B3-4D35-B4D8-33C3E76A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8E2B8-A336-413E-8B8D-E8B40D3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170E2-90AD-4AF0-AF1C-15E38388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0BC78-2A7A-4794-BDF2-F67821C0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8993F-9B2B-41F5-A2EB-925417A2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Engines: Introduction, petrol engine, diesel engines, Wor...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ADCC6-2E36-4FEC-8632-8849F7F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A0F70-1DD7-492C-A2ED-B95CBBC2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95192-16CE-4DCF-942E-E904AE97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FD6FC-2010-4317-A65D-CFC6013F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DD1D3-4AF0-4762-AE44-B618AEE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02166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414DC-F4BB-46C0-B73B-B90A2C5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37C81-D1E7-469E-AA2B-8374A65B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38B7A-2122-4010-8D01-874DF16A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5019C-3CB0-4650-ABF7-60F3FA51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F5E98-B282-4D9D-9CC9-ED96143F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Mobility: Electric and Hybrid Vehicles, Components of Electric and Hybrid Vehicles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BF977-4545-4EB7-BC68-5BAF6376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Mobility: Electric and Hybrid Vehicles, C...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78D41-3763-4453-A601-9358DF1A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4BE63-B489-4735-93D0-6C284DD4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9BA6C-1B6A-4432-934E-2C1FFCE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2A169-6055-4D25-AB29-08E5F2CC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1FD69-F7A4-4A9C-809E-1A34B828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72E81-F91E-41E3-B093-F494AF6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56449-089C-496F-962E-C96420D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B3FBA-9729-4B31-88A6-8C4CB9A0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75B62-6DE2-47BA-9E6A-D5DF8356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8415E-FD16-46D9-BAE3-5229AEEA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0903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BFA6A-E920-403F-A8E5-C11200CF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8D776-F069-4E3F-91D2-F298A4B6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1EB7C-1CA7-48D6-BC2D-8DD90A2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7A373-7A2B-4C29-A606-BEB071D7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30F0D-B9C7-4A4A-913A-1B6C2AC1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6834-7E8C-4AC8-A612-95D9EC6A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D4658-B7EB-4786-B89C-6D1E6B44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67876-4729-4AD1-8B34-34EFC755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A6A54-BD3A-445F-BC37-2262848E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Mobility: Electric...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78461-4C95-4C67-B45B-2698CA9F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0E002-8D62-4206-8D5E-CCC735EA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D2F5D-5D9D-427E-A0EE-D0701FC5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Mobility: 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30DDC-61A3-4F58-BA2A-52D70D9E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8430A-C3C2-4B9F-BA98-EC6B0EDC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61BF2-063B-4594-92C3-1654F5CA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Mobility...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6052A-C0A6-44F6-AAC9-D5BB78BB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7BDFC-1D2A-4B80-A386-A6D5C2E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57F7B-CFA4-4C62-BA36-92BDB17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Mobility: Electr...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66608-FD07-42FC-AC8F-44FB85A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10B33-8215-4A4B-8903-A49593EB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BDE9C-569B-4FEA-8C4A-50B2509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Mobility: Elec...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7CC56-946E-4384-8A81-3DEEE88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485A1-5AAF-4505-B65B-3D8B57AC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5149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5938A-5AB5-43B9-A6E2-6DF33216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CE423-E549-4E71-BB72-D806120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3460-D174-4CDF-81DD-D1A28308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A3193-8F4C-46B8-A7CC-D928C9F7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2357B-F3FA-495F-BF27-6253D04A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83D42-CDA0-4786-9B05-6E44F7BE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F978A-4CCA-439A-824C-0C1D9D00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44EC8-8B97-47F9-B0AA-E19BB39C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2EA0D-3AB6-415F-A93D-76CE4950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167AA-1520-4301-B895-FCE39841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EF060-41DD-4297-81D4-B1CD074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2455F-880D-4DBF-8925-E0AB831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0407C-7801-45BA-B61E-2F5F4131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4B5FC-0B58-4D00-BF0E-A93F0B52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19FCB-D968-4454-8ACD-1C31B8E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86196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BB64E-4847-403D-BCC7-372293E0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C6561-13CB-480E-B7F6-B0C83B7D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00184-8AC4-4C5D-B173-9052219D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279D6-3593-430A-B04C-04DDBEBE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47EE6-78C9-402B-95BF-ADEFCFDA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7C78F-E085-4A7F-A0C8-C8A1CC3B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Mobility: Electric and Hybrid Vehicles, Components of Ele...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078F4-6FA1-44A2-85CA-2756D0AE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DA8A3-14EC-4593-803B-9864A4FA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E6C9D-2E50-4542-BDF0-DADF585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24ED2-63A6-444B-B74A-11952EE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49C83-FEA5-437F-98C2-8C5173BE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47957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75C2E-A418-433C-896D-660EE7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D7516-A974-4EBA-AC14-76790AE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3B5D4-2AD3-4322-861E-3AF3177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7470E-7283-4C55-AC62-12CA256E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7B5F-8873-4EC7-A7B3-FEF14E7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Advantages and disadvantages of EVs and Hybrid vehicles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8756D-CD2C-4D05-B7D2-6DFBEBFF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Advantages and disadvantages of EVs and H...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27B8F-A2F8-4EB4-85F6-93A32A30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97743-F155-4F7E-8CA1-F0EE915B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64838-F6A7-4A4A-94C5-34A073A3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6DA8B-4EB2-41C6-8DE0-6CBE07A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4E0CA-83BD-48D6-A004-905C985C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C67E9-D1D1-4A0D-96DE-4250937E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54EDD-1EFE-48DF-8584-41CCE4C8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6CBE5-7947-4BDD-A014-CC0BBB0B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10619-52BF-4829-BB9A-5D53C36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6D3C1-0ABD-491C-B920-E534C5D9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173597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B550E-1B9B-434F-BBE3-91CC3D86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85E4B-38B5-489A-9770-3E276E37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E0035-B9F1-4EC6-A454-642CD80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65759-D629-4A3E-8B1A-9B75EC45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54CA0-71DD-455F-9801-DBC146C1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C33A-3A42-469E-AF38-1A2860C0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9FE67-1081-4D33-AFCA-4D4E20D2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25BF5-24A9-41F2-91EA-9B176AA6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55A72-5C97-426F-AB64-4D80CBFF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Advantages and dis...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6A370-4900-4A99-A083-A730E0E6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F9C8F-4E2C-4B88-B0FA-6A8D776F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EFF5C-08B8-4493-9176-CEC70A5C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Advantages...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04981-34A4-4879-AAB3-DB369AE2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7F310-1F69-48FF-9D27-4E14520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F5E2D-FE01-4DBB-93DD-63812CA8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Advantag...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2D8C7-902E-40AA-B656-4EF7632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2E963-9BC8-4ECB-8083-9333375B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807F3-BFE2-4765-A46D-A255AA7D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Advantages and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68130-F218-43BF-9591-86DE729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CC7B9-4FF7-46FD-9B10-4A39214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7409B-857A-4FB5-8AE2-82404D9A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Advantages and...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D0E8A-9250-4CC2-B9A7-B1093E50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9C4C6-BA55-4F97-9BD7-BFFB5E59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77005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1F88E-7D2A-47D9-A346-A7474AA3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EE5B1-0773-4589-AABB-5ED979C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9113C-AB99-4B8F-9988-76183998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56890-3486-46EC-BFE6-D3283A1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6501F-9A85-4926-9BFE-C83E9A99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5B874-D536-40FE-BCE1-1F7C35F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639B0-6784-4D23-B9CF-BFF329D2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257E8-BF1F-4954-BF77-FBFF693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75207-AA05-4FB7-A142-A751C913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73AD5-5B92-4F6E-8F4C-8BA69B55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3F50F-F28C-410A-83C7-6B2FCAE3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E053A-B136-4D07-97FF-CC22584A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60276-DE4A-4F95-83C6-92F06107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1E6AE-C7DB-4DE4-8A77-9CAED52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5279C-3CF3-4FF5-A461-FAD08834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82745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EB79F-EECD-4B63-8449-45F94236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64B40-2449-4CFD-ACDB-3BA7A824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6B807-9AE2-43C0-820C-EA8D6928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11FBE-6F11-4750-926D-D6F26B54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CB188-4852-4B49-B9D9-371EC3BF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9B0FB-2D73-4520-8E8B-34A81AEE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Advantages and disadvantages of EVs and Hybrid vehicles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25BA4-96BF-4254-B9EA-8B68A65B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8198A-9127-4169-8FB0-6101A7A0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94EF5-6336-425D-901B-274D6E18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2D9A6-FFA9-40C6-8D94-F4F8AC22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9DF0F-5148-4F42-85D0-ABB6AE6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06113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B5864-8066-44A2-8E91-85B78ECA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12D55-46EE-4A6B-B5FF-2B4A4B2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6F5D1-DFC6-4FB3-9993-BCF54CAB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2C089-9A33-4AD0-A4C2-2E840487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C85FC-AF24-40FF-97D8-3DBD6EC6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Transmission systems: Classification of gears, simple &amp; compound gear trains, concepts of automatic and CVT tra...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B5390-EC36-47E6-9C8A-CCAEE5E0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Transmission systems: Classification of 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EBCE9-7868-4B57-A860-1E24438E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013C3-B5ED-48C4-B343-F09522C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B36AA-2BF4-4F1C-B6A4-CA7E49E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98821-D016-472B-8AEC-2E5C80B8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F411B-BFF0-4300-91C7-2B370C93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37CF8-492A-4C91-85D6-56FE870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BF342-8D5A-4D5E-906B-7E233C37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157C3-3F9E-4828-A6F0-1E1644C9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413CB-2C5D-49C4-9F09-D7AABC0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B57F5-CC27-44DE-AB61-2668E9A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893126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AF699-FA03-4164-AD05-AB93581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3AD92-F137-4698-9185-D8EC7DEE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4653D-4B1F-4822-9CAB-AAF778B6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82797-2311-475F-AB88-C0FE31E3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12EDB-5891-430D-AA8A-E06C990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7444E-F2A6-405E-8AFE-781E7BA7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351FC-D6A6-4652-908A-89B14DE4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E5DD4-A9B1-4511-B768-E43FCB72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6BAE5-3C56-4EEB-B7A0-924B9F92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Transmission syste...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4DA5D-E15C-45EF-8A62-F8280CB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A9A99-434B-4BEA-B3DF-9E4B92AC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D5F78-4D58-4F46-ABA9-8AE90EEC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Transmissio...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B1F4F-05C2-4BDF-B763-7927E27E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498D0-5BD0-4223-98F7-425E0D9B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3A220-4D66-4395-9DDA-D76459F9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Transmis...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E17B2-8AE3-4D8C-8FC0-FF826BD2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FCB7F-E383-48D0-90AC-AA5EC22F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E1F69-2344-453F-8E0F-B30B328D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Transmission sys...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11A4D-65B0-4168-BC92-3D353DE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EAA99-8740-4EF7-B078-220AEE44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955F5-79C0-49D4-97C2-C8DAD36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Transmission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F86D4-F977-4D39-A1B6-B3153F2B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BD1B0-4E5F-489D-A7CD-171B5F5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096068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B4154-EE4A-41FF-A95D-2BF601E2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DFDB0-46CF-4B9B-A13C-E0F8E75C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EC678-6F30-43AB-A750-CA998954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2E0FC-096B-493C-A743-2291E4F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9EBC9-63B9-4A34-975A-1931FD6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78E55-816A-4C85-B391-DC2D53D1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377CE-45A7-42C5-BBE5-24FF1493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21A97-ADD2-46EA-87DE-BE0BA2F7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035F4-7B2E-4820-81AD-B7462D6F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C6C60-7FE4-4A15-8173-8A04EC5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76CC4-5814-4AE2-91FE-6E1E7A6C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2FC1B-1DAD-4645-AEBF-13F73939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B43DD-CB01-4050-A035-21AC397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8F598-9094-42FC-BC42-722DB576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5B24E-DF87-4A16-B80B-1969AE35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628470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BB911-6D7B-4B1A-B37E-DED9505F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34A3C-9988-4683-BF6F-7A486310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CDC01-3040-425D-B02C-454EA184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62C6F-8F09-44A1-B064-AA296A03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21251-CA11-433B-B298-2D86BBE5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FB8FA-02D0-4ECA-B257-3AC3B7F5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Transmission systems: Classification of gears, simple &amp; 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41861-7C80-4FA1-BB00-AED70DE4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9B1EE-0A72-4F6D-9B51-E6AD048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5CCCE-3F2E-4C02-9F53-2C6E9D4B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9723D-A9E9-4A45-94A6-B72D26D9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6CC01-D315-4C3D-94C5-79D25E5C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79699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90059-D21D-4BAA-B813-00D384FF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0C34D-B5F6-44DB-B511-B9005168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8CA61-8C07-4D3A-9B42-52D1BFE5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F8DE4-0491-43DD-BE5F-FC6639BF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6D5F4-7B9E-4EAE-B7B2-93E66455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69686-6AC3-4A21-97DA-06923391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33140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5111C-6802-456F-9D4A-3CF07B8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7D850-CD28-4420-BC3D-F4A6AE21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2DFFB-2809-4783-9EBB-9BE519F2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92571-4289-4518-A178-CFC29A3F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5B411-E7FD-462D-A86A-512C0F0E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petrol: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diesel: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4E25F-183B-493C-8257-A8E6FB79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8526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08A32-F372-4290-8204-B629FC4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C7864-E4F9-4554-86A2-6B36EBF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FD7F1-C47A-4E8E-B050-40765A2C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FAE9-2AA9-4C37-88FB-1719BBF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9167C-CFE3-445A-9C85-EE66D932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84AF6-D369-4F19-81F0-8B273395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841035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F163E-63F8-4D7D-BBD9-580E10E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C1A47-19B9-45DB-AF40-B436C3F0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C2E45-7ACB-4026-B75F-21F11224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DB205-A372-442C-B58E-F9A97FC4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DDD14-40E5-4BB3-8281-E51232C2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DB8F2-14EB-4CBC-9520-29B105BF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295683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51347-6E8F-4C28-AF8D-2CAF75A9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FBAB2-FB19-4875-815C-231D18E6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F7CC8-650C-4273-B49B-5C4EA97E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6E567-BD3A-41C8-830B-217B9697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5E9F0-5BCD-4629-A3FA-A727E51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Engines: Introduction, petrol engine, diesel engines, Working of four 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Mobility: Electric and Hybrid Vehicles, Components of Electric and Hybr...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Advantages and disadvantages of EVs and Hybrid vehicles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Transmission systems: Classification of gears, simple &amp; compound gear t...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438B5-5731-4D9A-B29E-CB6A60AE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DF4E7-6740-47A5-8F59-CF337DEC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26670-9188-4F73-9586-6ED09CDD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89148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9A3CA7-10D1-4B2C-A54A-AFA76475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974E-734E-4D9B-9998-47C515E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Mobility: Electric and Hybrid Vehicles, Com...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C75FD-064F-4233-AC09-89340118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9E602-02FD-477F-BE0A-9110B59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CBFE-5EC5-4AEE-96BA-91AC297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FA2E3-FCE8-450E-A745-2EC3248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57B8B-D40A-4C66-ACAF-42CAD6EA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A7542-381E-4CD1-8530-6B38D884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56AFE-BFA3-4A2F-BFF5-E33F47F2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141AC-99D8-4AAB-8776-E4602EF8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259C4-456E-4167-ABD6-3D85498F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973B7-C640-4BD3-8690-FF98F47C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2B55F-DC20-488A-A7D9-072865A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1E783-ADD7-408F-A3B3-035F6492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393E4-1AFF-4E5B-B217-381BBCD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83F37-99D5-4739-8A0D-86CBEDEE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3AD05-A43A-482E-953C-ED25E8F8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A35B4-EDD9-4FFF-A94D-01A9349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8E184-A8CD-4137-9217-B27E416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66713-4187-4A76-9759-231BFFB5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0DDEB-C2CC-483D-869E-5CB92F90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754AD-576C-4CAD-8565-23295A51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880EF-E608-4D31-9ABA-3AC2912D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6F57D6-744B-44DD-AC82-F975DCDC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05662-9F33-49D3-AA70-63406DFF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C483B-04C0-477D-B39B-5D3943A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32499A-5862-4379-BAE8-8170B4B6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780CA-8FB0-4C32-B3AE-D90969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8D86E3-9874-4C18-AE42-B2812492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662F1-5843-49D4-A33F-63AE9631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D0FE2-382E-4810-AB2D-E4006CCF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23475-5212-4913-B45B-4DB46E43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03653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B5206-4ADC-4913-8E18-2CA2E2DB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F7A2A-7A58-4A2B-B82E-94458914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Advantages and disadvantages of EVs and Hyb...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9163F-9AF2-494F-A19B-C316630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68BEC-E528-4748-9F24-FCEDA283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FB737-3121-4D17-AE82-A795C7AB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E833F-EC71-4369-A541-D241C97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6A318-89A1-45C2-BFDA-F42E0473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E6FAC-4AB3-4200-A2B3-F3F3530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74BF2-9A08-48C6-8256-86A38726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56977-58D5-43C0-9911-98D8B5B4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8DE48-A90B-479A-9955-01CAC69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CFF84C-A18E-4FDD-B39B-224D9F6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FDC3D-DA8E-4C4A-BEE8-16E4D8D2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5E060-6C75-49FD-9E06-9FDF93BE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CED20-84BB-4376-8BF2-57843339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57049-A10E-4E7A-95A0-E6639251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EF068-453C-490F-B182-6AF23E4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24AC8-F05C-491B-88B1-529C561D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55959-9D87-45B7-9640-6EAF63D3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D0998-F69E-41EA-9D41-732010BF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1237D-C7A2-4BBA-B694-5B83AD6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27835-961B-4A94-81C3-D3581A5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FC8D6-7DF0-40B3-832F-D91C33C8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2A3B9-EDFC-4EE8-858C-83B60FC8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97CF1-EE73-43AC-AE59-B5042704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4A307-ECC4-47C7-9152-B9ADEFF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7828F0-6118-4B6C-95ED-4E4D65FF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A9BE31-0CE7-4602-885D-81E3E719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F0D4C-86F2-475D-9ECE-984DEF71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5446-227D-47F5-9F45-335A7492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0F45FD-07F3-4A16-8BBE-1DC40AA2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7191DF-9C74-468B-90C7-EDE6F222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4347234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0E188-37E9-4380-A7B8-437572D4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D19A6-40FD-4C7A-BD9A-8ADDCA32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Transmission systems: Classification of gea...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5328A-FFE1-45BA-BD80-FC8D3EAE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09A32-0D8E-4622-B024-213F90B2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F0350-7917-4630-A6CA-FC185999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D0751-72F6-4730-BDD3-FB3D1341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8DEBF-A5AF-4F1A-B973-1990D30E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134E1-634E-4F95-81B1-5358E610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CCEC9-2BEB-4C8F-B489-D4D50F4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02468-6C2F-4362-AA3B-D68195E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2801C-FA75-4EB1-9A24-656D35D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32E76-0BC7-4126-A5BD-2E0A6BE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EC732-ED5E-4E56-AC6D-6396A9EA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0A9AE-B9F7-4F51-88F7-26CFDBD4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0758E-581A-432F-884E-897D0BB1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E6AFB-7479-4577-AEA4-1027D01C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C9169-14E4-4F23-A379-7DA3F92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D4FF4-A230-488A-85A9-2E2173BC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CD566-42DB-48A1-9000-C0D61FEB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7BA1F-87A2-4DE0-B46E-28F1F9AE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77EB5-E89A-4994-A56C-A86B2ABF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F2FE4-A530-4566-A82E-381FF7B0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A5614-D432-4B60-B5BB-661C4CEF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02379-E9A2-4BE5-AF33-B4204A4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FEBEA-CF6C-4938-B01B-2AF33F45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D5812-79F4-4408-A3F9-B011FDCE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50AEE5-77EB-4247-BA9E-94734419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C1296-3466-4646-8012-6936000C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887D77-2C97-4489-99EB-D05950A5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4C3E4-A1A5-48BB-AFC5-6421D81D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45346-0948-4489-B6E2-78D89E6B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759A0-A4D7-4EED-AD03-6A34EDAD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859560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830F3-77F7-41E7-BE0B-4C3C84E3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50946-E92D-4CEE-BFE4-A53DDAB4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Engines: Introduction, petrol engine, diese...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D864B-2F25-4FAE-9887-EB4F1BD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2BC94-232F-48E0-B521-94EAE86B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72B74-971D-4D5A-BE7E-8121CEC2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26ED6-EC93-4DFA-BDDA-B074EF76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0C758-1578-47D0-8806-D84EAECA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C7E8A-D73C-4F4B-960C-024F7D1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D1D37-2923-400D-B137-E42A6295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6642F-6621-4407-81D9-BE3D25A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562ED-2F71-44A0-8D5A-32CE85C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01FC1-BBA5-4C2C-A0E0-FDFF7A65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B5349-EB45-48E1-B12E-EA67ACAC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4B3D1-D38A-4F03-B533-3C75C8A1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1DFA0-5623-41D3-8C57-36578B22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A9906-EEB4-4634-BB47-0E034441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AC816-78FE-4788-B306-7E4C74EB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8E1C0-ADFB-44B1-89B0-6DFF4E75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F1ABB-22E6-47D2-BF4D-3AF7D069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AB0C5-7C73-438B-9501-0D83E23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7B715-4FB7-41A8-884A-4BC0D3A4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90141-2BC8-457B-A7AE-A65D006B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3AF5F-67CD-4B42-A3D6-E5CF47BB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4B961-FCC5-4B04-AF22-4F9288F3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0E55A-2A5C-431A-B5F2-7F29895A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AFB54-8E02-405F-9A34-D623E4BD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22CBD-9A76-472E-B691-BCC4962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65CFA-28B2-408C-925E-74804591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A6D81C-5724-4EEE-AE7D-2CA190C0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3FBAE-56FD-4F19-9734-90DC72F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5F60E-D24C-4C29-A00B-493F5508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9D797-5A52-4A16-9323-DCEFE76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0772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5E0BE6-2228-452E-9251-9264DEC2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06171-D5A6-4980-9465-5C706DB5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Mobility: Electric and Hybrid Vehicles, Com...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CFCAB-36D3-44E5-8C35-670C1EE7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40734-EE58-44C6-9639-EC9EE87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3C1B1-58D7-4F23-9771-AEB83052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00686-11C5-4BC6-8CB4-659FA10E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B751E-5D35-46BC-AE0E-726F3C1A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6C49F-ADE6-47DE-AFAF-6373E55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8CB4B-0110-47C0-B1BA-C9E83B06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0366E-BD12-4184-81C3-84B1DF05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9A045-660C-4FA6-BE37-A1B408CC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64A30-BDA1-4DA9-9753-7CDEF45B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F60B8-E071-4E23-80A6-F1D48EA9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14C7C-1AFA-493D-862B-C0F7050C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6DAA1-A756-4142-B34F-2904683B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84956-2B75-462E-9E0F-52E999DA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0594E-F3A9-4233-BD64-358A2D7E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526B9-00BC-4373-A024-FB9DE353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7E922-A291-4839-B8AE-8721E426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E72C7-667C-4F91-98FA-BA03AEF3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0C860-72E1-48EC-ABA7-EFF85F54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7FC8F-06CA-413F-BA0C-4BFE9E9A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01FAA-EE4C-4669-AB16-BE36AD17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86660-BC47-4B81-80D1-923377D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DE098-96B0-4B74-BD51-DBE48DD4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45B2A-B9F6-4883-9447-08264BA1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7328E-B5A4-4488-A3FE-873BC58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99F0B-DFED-4EE6-A730-422B7928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6CEC2-9D99-4EF4-9947-E9367734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F1D197-8B9B-4E63-80FB-0B32830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89E1A-6EDE-4C89-A6F8-F725BECA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3942B-D0D7-4A88-90A4-81AD66ED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30371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95D42-AA7E-4EE6-9819-EF91CDC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AA410-D5E8-4129-AAB0-98738E1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Advantages and disadvantages of EVs and Hyb...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1150F-2DEF-4AB0-820B-23F69104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4C1BA-DC02-48CD-A723-A0B5EAAE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3957B-328E-4B60-9EA3-EEBB28C1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C0109-3667-411E-B237-911E9659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7A5BF-0988-4969-86D7-09493976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FD157-17FB-4F8F-9EB2-A7444C88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128BC-048A-43E7-8175-E87F866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07BD9-5DBB-4005-9358-B348DF91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54880-7245-494E-928D-BDCCCC36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68B3D-8770-47AF-B276-F11FADCC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4A81F-2865-4830-BA6D-A109AC1E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4C7D7-9EE9-43F0-BEC3-169C4AB9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ED0A4-AB4D-4E12-BDCD-D02FA5AC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74D58-8936-496F-BDBF-112F503C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164E1-A3FB-4D80-93C1-F9D5D3E2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4E4C4-E8FE-4D50-B54C-73D506B3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F9F47-7191-4ADB-8186-F3BF0130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23322-E7B2-41C3-B66A-C5A7518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8234B-1D7A-4394-BD9F-F07DBCB2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55973-8802-4929-AA40-A9B5032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EE6435-9F4D-43D3-BD4F-6757739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006F3-573F-4139-BDBC-F21198D0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705696-B6ED-4943-8404-A2C670E9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E1BC9-ECB8-4C9F-A741-73F2989F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48B6D-6F55-4E74-908D-251538C7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555A74-73A9-4926-8195-373CEF88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F17B9A-1E72-4800-BBF8-D65D8A4C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E1DBA-9414-4899-BC0B-955A559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1EA8CE-26B8-4122-83FA-E94AA149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C3CA41-557D-4C89-B257-E7F25BE0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60581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C6361-EDD9-4B0A-A9CE-ABA62DB1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F39BB-F9AF-4FFC-85D9-9F1FA7D0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Transmission systems: Classification of gea...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26040-8C91-4397-9360-EE5096F6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A60F9-1B51-480D-BB9F-5726A2EC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4194E-DF37-497D-BA11-B2196D98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BD14A-6A32-49BC-B84A-828A272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3CD07-8402-4BB8-BF6A-F4273B35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1DB3B-B75E-4DF9-B124-1505C6E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545D4-E871-4D4F-BC24-55281519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90063-CF08-401C-B51C-CD610226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82BEF-2767-44FC-8C87-7D551C4D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80444-1408-452E-AFBA-D487EF1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0EFE8-31B5-4A1C-A0C1-E9D9D7A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C36EE-E9B0-4303-8300-ED19F22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8D003-982B-440C-B71D-F8C444C0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9706F-06C7-428D-9BC5-A79EF40D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859A9-CA54-43C3-BDD2-3BF4C198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11DB6-8832-4E4A-87B8-92C6D388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8E3F9-8728-4959-A8C4-F9B6FD14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C2F65-8D63-4925-A3D6-3B62D13B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6F932-1F77-4482-8B29-BB4C4954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DE7B4-D60C-43B8-9237-704A3DC2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D26E5-8A19-4D5C-8F7C-A9CFF79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93D14-9141-42B6-BBEE-38CE1627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0B418-208B-4A8A-8B60-D166E1B2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AB885-5888-4897-9260-B35883C9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6CF3E1-169C-4477-B02F-1BD0DC14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34E07-1189-42A2-A65E-6A78304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09C79C-8CE1-40F9-990E-32011583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BEEA8A-4B8B-4888-BEED-BB9C0B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292324-871A-44D3-91EA-7F13389A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E3E66-6C3C-4BFC-B8E3-DC55C10E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5006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6BD8E-552C-49FC-BFFB-222A7C17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5844B-0ECC-48D2-B510-EEA72880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Engines: Introduction, petrol engine, diese...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9A2D2-EB42-4094-9967-16BBCED8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79EF9-13B8-4809-B959-7F16025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2580C-7157-4022-B779-9E9796A8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09F6C-0CA4-4916-A493-569D3C12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24624-5C2F-4428-AC64-9D5F2029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F1CB5-6258-4F62-B002-4582FAB6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2137-0C9B-4614-A81B-6F02E9B5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85E8A-51CE-41A0-BF49-41E8447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7338C-5960-4953-8328-360A76FB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16789-32A4-4387-B947-BE8C3462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926B4-A740-48D2-994B-FF046D6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6725F-E679-4C33-8CB7-B55CDDB2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1669C-4061-4312-9592-D095DF86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6A685-BC88-4007-B4A5-6333677D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D2F47-26D6-421B-AE1A-C7EEF9C6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A483F-0241-4D93-9E7C-6ECC0F3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B6CCC-C288-48E0-85AA-10993A20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F9FD8-BA17-4A7A-94FA-33F7DACB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05F02-77E6-4062-B867-5A1DE86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9367F-DA65-49A9-AF86-452B39DD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8DDA9-22EF-4FA0-AF90-ABAFDD49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758239-2411-4B15-B1E0-B248726C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4A4C7-979D-495C-9BDC-3B58032C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4D25F6-CB96-4711-BC9C-A22CBDFE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27DDE-8841-40F2-B38D-EAFB6835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E4490-DC1B-4164-B8EE-B9D7C3C2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CB279D-AAC5-4DD1-985C-03160A78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421422-3D7A-4281-809C-2047D4F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9A085-1255-4FEE-A572-E3BF7003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4A9C8-D5D2-49C8-B3DC-9CFA973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504477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7F2B58-3069-4564-B8E9-23F52104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A118-74CC-4711-9E9D-788A59E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Mobility: Electric and Hybrid Vehicles, Com...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F5FBA-1321-4185-B722-FBAA0D85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63533-BF84-4B83-89BC-25830A01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8FFF8-BC40-4E3A-9F02-87A9F2F6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FBDE5-0926-42A9-BC46-AC2193E6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FEA7D-765B-4EA9-A8E8-DC7D860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DB7DE-2C0D-443E-8DF2-AB19FFE5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606AA-C551-4D4D-A10D-6CE3D70A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DF6A2-446F-4567-817E-71F14394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631D8-BF3A-4C10-8903-44FD9D66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B5614-B6CB-4900-A960-40E19CA8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B9651-9794-4C32-B001-9223A88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560B2-0941-4506-B621-60355299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7E4B0-52C1-4F70-A6EB-081103C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757E6-850C-4C32-8415-AA2FB02B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9551D-66A6-4313-A7AC-2B2BDBBF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CE1D72-6483-4A79-9961-EEF70E5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CEA85-1432-4C91-B371-06F6CF44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7DBAD-DA0B-443E-8DDB-3407529E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00513-FADB-4C2E-A279-B25F7338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C492C-70FF-4C26-A379-50D3F2D5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AD6E0-7DDD-4C2B-9EAA-E499ABEF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7730C7-55A9-489A-996E-E64A92E9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438C1-859E-428A-938D-9C3A20FE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A57B7-4287-40F7-9698-886A745E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FD7D1-5A93-4E8B-AF1D-163B585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F033D6-CBC8-425C-82B9-9931953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C65AD-6A83-4A6C-BFE4-20BEA64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AD534-17FC-4B35-BAB6-59F86D94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863F22-DC20-4A1C-90AD-AE7A3FC6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F490E8-35DE-47F0-B0FA-01F65BF9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76875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0C9FA7-B4E0-44F7-95EF-64DA5A25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8349-47EA-4ECE-BF09-AE46BCD7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Advantages and disadvantages of EVs and Hyb...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FF225-1933-4EF0-9A11-B7620A7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499EA-E640-481E-A5FE-90231B05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0A037-1D22-4663-A5EE-7D050D7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85F34-5F2B-4FC4-9EE6-E6852E2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241E1-6202-447F-9E30-EDD75B3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6F6F2-1A6F-4223-B7C7-E6AE0F48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FD177-CDD8-444D-9997-AC2DFEC1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00684-A332-4970-A2BA-FAD35C25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F8ECA-3A13-4F89-80EC-A50DCC7A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3A78F-4555-43AE-9F98-FD8A493B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21F12-D846-4067-8BF2-2B0FFAF8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913AA-5798-444E-99AF-37899FAA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21CDD-2BEA-4C0D-99AD-4F3ED30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7E432-BD12-4028-A577-E7D2FD10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BD5FD-2257-4CA8-84D3-F586132F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F2C00-FC5F-4F85-8123-9D8F8CCC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BA804-9C7D-43FA-8B71-493F4200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D5027-0153-4D30-BD6B-6A1DF3E6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246DA-CF11-4410-85BE-3E3F06C0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612F7-FC6B-47BC-8D55-96D0F0A0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F5695-9B5B-47D9-A73E-84F0C9B8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F60FE-FCE1-47EC-8746-AF5DF051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00A47-F7DF-4509-8A11-83ACDDA5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383AD-154A-40CB-9DA5-1443241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82057-154E-473E-84CD-3C5763D9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BAFF5-AAFC-46B9-8D6C-80C046D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CD171-8921-4AB8-9406-A548D450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10F85-084A-477C-943A-AC0F4F7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F15EEE-9289-48EC-A62F-E9FFA76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09C83-4907-46D2-8FF8-7D586CCB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7406332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17A00-F714-4596-AD09-E45D2AAD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5FCF8-DE2A-4C8A-98AB-5EE156DB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Transmission systems: Classification of gea...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0AEE5-C53F-4854-8BC8-392CBE82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C8970-1D1E-4479-A292-80DFEDFA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B5468-E52F-4AFE-AB55-DAAB606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FE190-C3C0-4394-A64D-AECE5C58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FEBA2-01E0-437D-B68C-6738443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68F59-1EA2-4A9A-B0BB-3E40DD8B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44323-8A5B-4746-868D-03F2887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412A7-0755-45C8-9E09-02CB6883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61854-12F9-42F4-91A9-7683B10A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7901D-E597-4F83-A49A-501BE080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3C281-BB62-40FC-A07C-63ECE27D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25089-82FD-4971-AAC7-18E38E9F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2A4C5-C179-4062-981A-D1F0E6D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6C0AE-25B2-4DB1-961F-BBB778B0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2A1F3-F8EF-4A55-8E40-B75A89A4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9ADDB-55DB-42D6-ABF7-C1B1B81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53E00-4295-47B5-A4F8-754F50BE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F17AF-05B7-4176-B2DF-1768640A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12B0C-1429-45F5-8A09-49C02BE4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21554-9603-47CA-8E7A-46C2425C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B8120-1599-4DCB-88D1-98777204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E40EE9-72E8-4BFB-AD5E-1C7C432F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54E75-82FD-42CB-A584-EDBF8A0A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21245-6E37-4212-A423-0B10B51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7A9EC-C37C-4A07-9793-5ADF2558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22556C-8CB7-43EA-9AAA-27FC44D4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182C7-3CFE-4E7F-9D2D-9F198398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EC2E39-A9F2-4386-9EA9-DBE3C911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5A57D-C99A-4F84-982D-00C2775F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A78934-D51C-4519-B21E-703E91D1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589796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F5CD45-89E9-46FE-A959-A9E053E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82D3F-4B1C-4D8C-9B39-6D0051B2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Engines: Introduction, petrol engine, diese...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69044-94E0-494E-A13F-9C410536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3D754-7C35-48BE-B752-A6E22ACA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41931-6546-4493-ADE5-E82B88B2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7B1DC-0021-416D-8D96-045157F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BE986-64AD-40AF-8425-515E507D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19A20-F7CF-4870-997B-C5F6ADCD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4A7FD-4AA0-4567-BCBA-42094B42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1C90B-FA03-47A4-A519-343FADCF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1B092-9A09-4654-9D8B-A2975563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4A65B-04AB-43C7-AD44-1FE64C1E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6C925-CD01-4E73-BE8A-1A4116FA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20B19-5CB5-4848-AFB5-F448E56B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9B44F-84D9-4058-9DAD-177FAF7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58C19-3103-4B57-9793-2843A25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44035-620D-4A47-86D0-E5A8028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9F15D-56EF-4381-91E8-133B9DD3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B346D-210F-4833-9A22-62E38F13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ED74-AA0F-4FE1-8DAA-80D9E747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689E8-0388-40A5-9C17-CA84DB5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9FF06-A732-4AFB-8234-8331CC21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CDED9-4B98-4E3C-92C5-F831ED2E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3A282-2738-4381-99C7-E72EE2C0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3147D-F559-4825-96A8-66A09BA1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279CA-E6C7-4C3D-B82F-3C57444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28999C-E7CD-4C5E-9B2D-F2E238FF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1B0A1-F11C-4393-82CC-6670EF1F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FF54D-E5AB-4C65-A309-B023CA63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AF1DE-0756-4980-A323-32E4C902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54E2C-FECF-4E29-A2A0-9B5DB980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FED371-6323-40B7-AD2C-A2538BC5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769587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46859B-3472-4ECC-9AE1-350B8BA6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9D8A5-EC0F-4792-A38B-C1BE322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Mobility: Electric and Hybrid Vehicles, Com...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7D34D-1799-40A6-B6AE-8C40C6F1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47DEA-61C2-4643-9A7B-D2B30A5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F0FF6-E0CB-4D00-B3FF-7C3BE41D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E3118-2F22-4716-A829-78239235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41CC5-293C-4710-8D94-0D155CF5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0A4AD-3F89-40C6-A4AB-406E8B9A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CE21D-D5AD-4CEE-B56A-A461A33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D800B-67B0-42D3-9D48-A1D58B15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F5607-9021-49F7-B2FF-E95AD2E1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C8A61-FD78-4FD2-997D-DB2B07B4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3EA60-F6F5-4BA7-99A7-08A9E24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42A2F-F680-4626-B453-C3ABB1CC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61DD2-60E8-4D2E-82F3-F09BC391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9BDD7-8A47-4603-B266-E4A47B8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3DFD6-818E-4CD7-BF2D-67F3E9F9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80130-BA48-40C8-9524-C13C3DF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38024-401D-44B4-9665-0AB31A0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4A04A-99ED-471F-848D-BFDF35B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3ACD9-413A-4A83-B9F1-44F987B8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204BD-BBCB-4E83-815C-0A115AED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C2A7B-258B-4E0C-950B-049EDB1A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B86EA-7759-4BE1-BE70-9B521DE8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8AC66-EE03-4162-B4E1-A197F03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3C6E8-1E6B-45D7-80D3-E32F4819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BE37F-D6D6-4AB8-BFF5-BE161E47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79543-AADB-463E-8B2E-C0C11984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83206-216C-48DE-A1A1-F5A8864C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C5C872-1292-4C04-BB80-32118AB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924BC-5D62-48E3-9475-8E9113A7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4C5300-0AE3-426C-9AAB-32173E4F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84386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BDD5AD-316D-425F-8F8A-0742BAA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6C7C3-80EF-43E4-9CBC-C02DFADB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Advantages and disadvantages of EVs and Hyb...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596D5-D165-410E-A1B2-95D7547C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A3557-2F31-4D36-A584-06EAB048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1602A-27C8-4A3C-BC39-EDD72901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93DEC-3DBB-4615-9A94-40193690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843FB-8985-4105-B7CC-C8C543C1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1A49A-9C34-4AD3-A5B6-468A983E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6D09C-35B1-49D5-A493-23E64D28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44B9-67FA-400C-BBF2-6B39884B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7FD34-B0AE-45D5-930A-3951DB07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3BB23-EFC7-40D5-B94B-EB544BE2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5A77B-8688-422B-9CE6-FA9241F9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67BFF-1208-4523-AE3D-559B82C5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0D3C1-7E64-4014-8236-76CD672E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AFC6C-82AD-4164-945B-3BE8333B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C59B2-E598-4D6A-8F83-3C979CFE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D464D-4D1C-486C-8D07-B26156B0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13B63-5D8E-47C1-A673-4AF274C7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40A5D-84C8-4E5A-80FA-7048D758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A3252-E30F-431C-9A6C-1AC38333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4FFE2-FB4F-4786-8467-0363890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80F43-FEA6-4381-B1BE-9362655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BD827-D21C-4716-9A2B-59AA18C7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F2F12-1F2F-4B10-850B-C0FE03F3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C72A2-630B-4CC5-AEE9-7060CFB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335A7-6E33-4090-B039-036447ED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F5E8F-2C18-44C2-B089-F15623F3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29024-3966-424C-80E8-18CBDFB2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D73C11-64BD-43DA-8816-A0C6BA7A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27C35-F556-4C15-B717-605F58D9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3AB6A2-EF9C-4B5E-8F5B-E6F2D07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52240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2026-08-24T16:02:49.6200000Z</dcterms:created>
  <dcterms:modified xsi:type="dcterms:W3CDTF">2026-08-24T16:02:49.6200000Z</dcterms:modified>
</coreProperties>
</file>