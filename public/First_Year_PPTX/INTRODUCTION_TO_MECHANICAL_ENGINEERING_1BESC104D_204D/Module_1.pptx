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5ad38a7584820" /><Relationship Type="http://schemas.openxmlformats.org/officeDocument/2006/relationships/extended-properties" Target="/docProps/app.xml" Id="R045d246cadb142bb" /><Relationship Type="http://schemas.openxmlformats.org/officeDocument/2006/relationships/officeDocument" Target="/ppt/presentation.xml" Id="R404f87339ec04e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7e92a11146446b"/>
  </p:sldMasterIdLst>
  <p:notesMasterIdLst>
    <p:notesMasterId xmlns:r="http://schemas.openxmlformats.org/officeDocument/2006/relationships" r:id="R26027ced69f44a8d"/>
  </p:notesMasterIdLst>
  <p:sldIdLst>
    <p:sldId xmlns:r="http://schemas.openxmlformats.org/officeDocument/2006/relationships" id="256" r:id="Rbfd8cc00f7254409"/>
    <p:sldId xmlns:r="http://schemas.openxmlformats.org/officeDocument/2006/relationships" id="257" r:id="Rdd93ffd70bf04188"/>
    <p:sldId xmlns:r="http://schemas.openxmlformats.org/officeDocument/2006/relationships" id="258" r:id="R714651106de64c3f"/>
    <p:sldId xmlns:r="http://schemas.openxmlformats.org/officeDocument/2006/relationships" id="259" r:id="Ra03cb64e10c34df0"/>
    <p:sldId xmlns:r="http://schemas.openxmlformats.org/officeDocument/2006/relationships" id="260" r:id="Rbf96c858583844fd"/>
    <p:sldId xmlns:r="http://schemas.openxmlformats.org/officeDocument/2006/relationships" id="261" r:id="Re65d098706724910"/>
    <p:sldId xmlns:r="http://schemas.openxmlformats.org/officeDocument/2006/relationships" id="262" r:id="R41b7dba4a39842da"/>
    <p:sldId xmlns:r="http://schemas.openxmlformats.org/officeDocument/2006/relationships" id="263" r:id="R60a0689bb9504a42"/>
    <p:sldId xmlns:r="http://schemas.openxmlformats.org/officeDocument/2006/relationships" id="264" r:id="R1ccf2dc20c644864"/>
    <p:sldId xmlns:r="http://schemas.openxmlformats.org/officeDocument/2006/relationships" id="265" r:id="R93de362ec18f428f"/>
    <p:sldId xmlns:r="http://schemas.openxmlformats.org/officeDocument/2006/relationships" id="266" r:id="Rd5c06db859a34c47"/>
    <p:sldId xmlns:r="http://schemas.openxmlformats.org/officeDocument/2006/relationships" id="267" r:id="Rfda63742213040a2"/>
    <p:sldId xmlns:r="http://schemas.openxmlformats.org/officeDocument/2006/relationships" id="268" r:id="R2f3816274845478e"/>
    <p:sldId xmlns:r="http://schemas.openxmlformats.org/officeDocument/2006/relationships" id="269" r:id="Rf9e3c35ac37d44b3"/>
    <p:sldId xmlns:r="http://schemas.openxmlformats.org/officeDocument/2006/relationships" id="270" r:id="R03df76b3c38c4036"/>
    <p:sldId xmlns:r="http://schemas.openxmlformats.org/officeDocument/2006/relationships" id="271" r:id="R44c23c0463c54335"/>
    <p:sldId xmlns:r="http://schemas.openxmlformats.org/officeDocument/2006/relationships" id="272" r:id="R94f7415d165b41b9"/>
    <p:sldId xmlns:r="http://schemas.openxmlformats.org/officeDocument/2006/relationships" id="273" r:id="Ra742f0edaa07427c"/>
    <p:sldId xmlns:r="http://schemas.openxmlformats.org/officeDocument/2006/relationships" id="274" r:id="R75bef67abc354f84"/>
    <p:sldId xmlns:r="http://schemas.openxmlformats.org/officeDocument/2006/relationships" id="275" r:id="R11d622d831114ea7"/>
    <p:sldId xmlns:r="http://schemas.openxmlformats.org/officeDocument/2006/relationships" id="276" r:id="R2128a7d9c5504a12"/>
    <p:sldId xmlns:r="http://schemas.openxmlformats.org/officeDocument/2006/relationships" id="277" r:id="R463f50284c554ea5"/>
    <p:sldId xmlns:r="http://schemas.openxmlformats.org/officeDocument/2006/relationships" id="278" r:id="R6fb5ae61edd44cd9"/>
    <p:sldId xmlns:r="http://schemas.openxmlformats.org/officeDocument/2006/relationships" id="279" r:id="Rc64d81077c2744f2"/>
    <p:sldId xmlns:r="http://schemas.openxmlformats.org/officeDocument/2006/relationships" id="280" r:id="Reec5acc1074f46c2"/>
    <p:sldId xmlns:r="http://schemas.openxmlformats.org/officeDocument/2006/relationships" id="281" r:id="R149fd51706aa443d"/>
    <p:sldId xmlns:r="http://schemas.openxmlformats.org/officeDocument/2006/relationships" id="282" r:id="R29cf27bf0b7f4334"/>
    <p:sldId xmlns:r="http://schemas.openxmlformats.org/officeDocument/2006/relationships" id="283" r:id="R96e5fad2431243d4"/>
    <p:sldId xmlns:r="http://schemas.openxmlformats.org/officeDocument/2006/relationships" id="284" r:id="R2b251ceb0c4f4f64"/>
    <p:sldId xmlns:r="http://schemas.openxmlformats.org/officeDocument/2006/relationships" id="285" r:id="R91fd61611b77433f"/>
    <p:sldId xmlns:r="http://schemas.openxmlformats.org/officeDocument/2006/relationships" id="286" r:id="R61a3f4cb3fda4123"/>
    <p:sldId xmlns:r="http://schemas.openxmlformats.org/officeDocument/2006/relationships" id="287" r:id="Rc42bfe5c3a3244cc"/>
    <p:sldId xmlns:r="http://schemas.openxmlformats.org/officeDocument/2006/relationships" id="288" r:id="Rfb17979542a3463b"/>
    <p:sldId xmlns:r="http://schemas.openxmlformats.org/officeDocument/2006/relationships" id="289" r:id="Ra262fe1ae749480b"/>
    <p:sldId xmlns:r="http://schemas.openxmlformats.org/officeDocument/2006/relationships" id="290" r:id="Rf650ac71ec114e45"/>
    <p:sldId xmlns:r="http://schemas.openxmlformats.org/officeDocument/2006/relationships" id="291" r:id="Rd434c84135d246e6"/>
    <p:sldId xmlns:r="http://schemas.openxmlformats.org/officeDocument/2006/relationships" id="292" r:id="Rb36acdde69aa4ad2"/>
    <p:sldId xmlns:r="http://schemas.openxmlformats.org/officeDocument/2006/relationships" id="293" r:id="Rcada659091c74e3d"/>
    <p:sldId xmlns:r="http://schemas.openxmlformats.org/officeDocument/2006/relationships" id="294" r:id="R73b4b4d5cc614d40"/>
    <p:sldId xmlns:r="http://schemas.openxmlformats.org/officeDocument/2006/relationships" id="295" r:id="R2d6d5fef69b640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d70d5f9474b17" /><Relationship Type="http://schemas.openxmlformats.org/officeDocument/2006/relationships/slideMaster" Target="/ppt/slideMasters/slideMaster1.xml" Id="Rbc7e92a11146446b" /><Relationship Type="http://schemas.openxmlformats.org/officeDocument/2006/relationships/notesMaster" Target="/ppt/notesMasters/notesMaster1.xml" Id="R26027ced69f44a8d" /><Relationship Type="http://schemas.openxmlformats.org/officeDocument/2006/relationships/presProps" Target="/ppt/presProps.xml" Id="Rc1342ed5f1e447ab" /><Relationship Type="http://schemas.openxmlformats.org/officeDocument/2006/relationships/tableStyles" Target="/ppt/tableStyles.xml" Id="R634588412d664927" /><Relationship Type="http://schemas.openxmlformats.org/officeDocument/2006/relationships/slide" Target="/ppt/slides/slide1.xml" Id="Rbfd8cc00f7254409" /><Relationship Type="http://schemas.openxmlformats.org/officeDocument/2006/relationships/slide" Target="/ppt/slides/slide2.xml" Id="Rdd93ffd70bf04188" /><Relationship Type="http://schemas.openxmlformats.org/officeDocument/2006/relationships/slide" Target="/ppt/slides/slide3.xml" Id="R714651106de64c3f" /><Relationship Type="http://schemas.openxmlformats.org/officeDocument/2006/relationships/slide" Target="/ppt/slides/slide4.xml" Id="Ra03cb64e10c34df0" /><Relationship Type="http://schemas.openxmlformats.org/officeDocument/2006/relationships/slide" Target="/ppt/slides/slide5.xml" Id="Rbf96c858583844fd" /><Relationship Type="http://schemas.openxmlformats.org/officeDocument/2006/relationships/slide" Target="/ppt/slides/slide6.xml" Id="Re65d098706724910" /><Relationship Type="http://schemas.openxmlformats.org/officeDocument/2006/relationships/slide" Target="/ppt/slides/slide7.xml" Id="R41b7dba4a39842da" /><Relationship Type="http://schemas.openxmlformats.org/officeDocument/2006/relationships/slide" Target="/ppt/slides/slide8.xml" Id="R60a0689bb9504a42" /><Relationship Type="http://schemas.openxmlformats.org/officeDocument/2006/relationships/slide" Target="/ppt/slides/slide9.xml" Id="R1ccf2dc20c644864" /><Relationship Type="http://schemas.openxmlformats.org/officeDocument/2006/relationships/slide" Target="/ppt/slides/slide10.xml" Id="R93de362ec18f428f" /><Relationship Type="http://schemas.openxmlformats.org/officeDocument/2006/relationships/slide" Target="/ppt/slides/slide11.xml" Id="Rd5c06db859a34c47" /><Relationship Type="http://schemas.openxmlformats.org/officeDocument/2006/relationships/slide" Target="/ppt/slides/slide12.xml" Id="Rfda63742213040a2" /><Relationship Type="http://schemas.openxmlformats.org/officeDocument/2006/relationships/slide" Target="/ppt/slides/slide13.xml" Id="R2f3816274845478e" /><Relationship Type="http://schemas.openxmlformats.org/officeDocument/2006/relationships/slide" Target="/ppt/slides/slide14.xml" Id="Rf9e3c35ac37d44b3" /><Relationship Type="http://schemas.openxmlformats.org/officeDocument/2006/relationships/slide" Target="/ppt/slides/slide15.xml" Id="R03df76b3c38c4036" /><Relationship Type="http://schemas.openxmlformats.org/officeDocument/2006/relationships/slide" Target="/ppt/slides/slide16.xml" Id="R44c23c0463c54335" /><Relationship Type="http://schemas.openxmlformats.org/officeDocument/2006/relationships/slide" Target="/ppt/slides/slide17.xml" Id="R94f7415d165b41b9" /><Relationship Type="http://schemas.openxmlformats.org/officeDocument/2006/relationships/slide" Target="/ppt/slides/slide18.xml" Id="Ra742f0edaa07427c" /><Relationship Type="http://schemas.openxmlformats.org/officeDocument/2006/relationships/slide" Target="/ppt/slides/slide19.xml" Id="R75bef67abc354f84" /><Relationship Type="http://schemas.openxmlformats.org/officeDocument/2006/relationships/slide" Target="/ppt/slides/slide20.xml" Id="R11d622d831114ea7" /><Relationship Type="http://schemas.openxmlformats.org/officeDocument/2006/relationships/slide" Target="/ppt/slides/slide21.xml" Id="R2128a7d9c5504a12" /><Relationship Type="http://schemas.openxmlformats.org/officeDocument/2006/relationships/slide" Target="/ppt/slides/slide22.xml" Id="R463f50284c554ea5" /><Relationship Type="http://schemas.openxmlformats.org/officeDocument/2006/relationships/slide" Target="/ppt/slides/slide23.xml" Id="R6fb5ae61edd44cd9" /><Relationship Type="http://schemas.openxmlformats.org/officeDocument/2006/relationships/slide" Target="/ppt/slides/slide24.xml" Id="Rc64d81077c2744f2" /><Relationship Type="http://schemas.openxmlformats.org/officeDocument/2006/relationships/slide" Target="/ppt/slides/slide25.xml" Id="Reec5acc1074f46c2" /><Relationship Type="http://schemas.openxmlformats.org/officeDocument/2006/relationships/slide" Target="/ppt/slides/slide26.xml" Id="R149fd51706aa443d" /><Relationship Type="http://schemas.openxmlformats.org/officeDocument/2006/relationships/slide" Target="/ppt/slides/slide27.xml" Id="R29cf27bf0b7f4334" /><Relationship Type="http://schemas.openxmlformats.org/officeDocument/2006/relationships/slide" Target="/ppt/slides/slide28.xml" Id="R96e5fad2431243d4" /><Relationship Type="http://schemas.openxmlformats.org/officeDocument/2006/relationships/slide" Target="/ppt/slides/slide29.xml" Id="R2b251ceb0c4f4f64" /><Relationship Type="http://schemas.openxmlformats.org/officeDocument/2006/relationships/slide" Target="/ppt/slides/slide30.xml" Id="R91fd61611b77433f" /><Relationship Type="http://schemas.openxmlformats.org/officeDocument/2006/relationships/slide" Target="/ppt/slides/slide31.xml" Id="R61a3f4cb3fda4123" /><Relationship Type="http://schemas.openxmlformats.org/officeDocument/2006/relationships/slide" Target="/ppt/slides/slide32.xml" Id="Rc42bfe5c3a3244cc" /><Relationship Type="http://schemas.openxmlformats.org/officeDocument/2006/relationships/slide" Target="/ppt/slides/slide33.xml" Id="Rfb17979542a3463b" /><Relationship Type="http://schemas.openxmlformats.org/officeDocument/2006/relationships/slide" Target="/ppt/slides/slide34.xml" Id="Ra262fe1ae749480b" /><Relationship Type="http://schemas.openxmlformats.org/officeDocument/2006/relationships/slide" Target="/ppt/slides/slide35.xml" Id="Rf650ac71ec114e45" /><Relationship Type="http://schemas.openxmlformats.org/officeDocument/2006/relationships/slide" Target="/ppt/slides/slide36.xml" Id="Rd434c84135d246e6" /><Relationship Type="http://schemas.openxmlformats.org/officeDocument/2006/relationships/slide" Target="/ppt/slides/slide37.xml" Id="Rb36acdde69aa4ad2" /><Relationship Type="http://schemas.openxmlformats.org/officeDocument/2006/relationships/slide" Target="/ppt/slides/slide38.xml" Id="Rcada659091c74e3d" /><Relationship Type="http://schemas.openxmlformats.org/officeDocument/2006/relationships/slide" Target="/ppt/slides/slide39.xml" Id="R73b4b4d5cc614d40" /><Relationship Type="http://schemas.openxmlformats.org/officeDocument/2006/relationships/slide" Target="/ppt/slides/slide40.xml" Id="R2d6d5fef69b640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c67588b50e48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b94af4ce744d4" /><Relationship Type="http://schemas.openxmlformats.org/officeDocument/2006/relationships/notesMaster" Target="/ppt/notesMasters/notesMaster1.xml" Id="Rcc272aa70793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9e8ad6f7724950" /><Relationship Type="http://schemas.openxmlformats.org/officeDocument/2006/relationships/notesMaster" Target="/ppt/notesMasters/notesMaster1.xml" Id="R0d5870dd75f44d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549d2b04d84d62" /><Relationship Type="http://schemas.openxmlformats.org/officeDocument/2006/relationships/notesMaster" Target="/ppt/notesMasters/notesMaster1.xml" Id="R4c05d0453c6e43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b2bd1f45b1485c" /><Relationship Type="http://schemas.openxmlformats.org/officeDocument/2006/relationships/notesMaster" Target="/ppt/notesMasters/notesMaster1.xml" Id="R7048ad9e4f144d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51c86439d4610" /><Relationship Type="http://schemas.openxmlformats.org/officeDocument/2006/relationships/notesMaster" Target="/ppt/notesMasters/notesMaster1.xml" Id="R543c7ca18e1b4d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d79fb3e2804321" /><Relationship Type="http://schemas.openxmlformats.org/officeDocument/2006/relationships/notesMaster" Target="/ppt/notesMasters/notesMaster1.xml" Id="Rd5c4de9c6be24f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252ec68d7f4a56" /><Relationship Type="http://schemas.openxmlformats.org/officeDocument/2006/relationships/notesMaster" Target="/ppt/notesMasters/notesMaster1.xml" Id="Ra8c6abaecb614e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45873c16bb482e" /><Relationship Type="http://schemas.openxmlformats.org/officeDocument/2006/relationships/notesMaster" Target="/ppt/notesMasters/notesMaster1.xml" Id="R6e2cbe11ea4e43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da5951b08b49ff" /><Relationship Type="http://schemas.openxmlformats.org/officeDocument/2006/relationships/notesMaster" Target="/ppt/notesMasters/notesMaster1.xml" Id="Rdd065da20ee649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b80d8a542446e3" /><Relationship Type="http://schemas.openxmlformats.org/officeDocument/2006/relationships/notesMaster" Target="/ppt/notesMasters/notesMaster1.xml" Id="R46c3107a966e4d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713c05c94d4283" /><Relationship Type="http://schemas.openxmlformats.org/officeDocument/2006/relationships/notesMaster" Target="/ppt/notesMasters/notesMaster1.xml" Id="R9d22d96c8c704a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aff347bbbc4897" /><Relationship Type="http://schemas.openxmlformats.org/officeDocument/2006/relationships/notesMaster" Target="/ppt/notesMasters/notesMaster1.xml" Id="Rdbffbe2776d741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fce07ee07d4cc4" /><Relationship Type="http://schemas.openxmlformats.org/officeDocument/2006/relationships/notesMaster" Target="/ppt/notesMasters/notesMaster1.xml" Id="Raae45fdb319340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9b5b82ad9448fd" /><Relationship Type="http://schemas.openxmlformats.org/officeDocument/2006/relationships/notesMaster" Target="/ppt/notesMasters/notesMaster1.xml" Id="R2a1a69b9576a45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6a4793d6f349ff" /><Relationship Type="http://schemas.openxmlformats.org/officeDocument/2006/relationships/notesMaster" Target="/ppt/notesMasters/notesMaster1.xml" Id="Rf6f1bd21d85f4f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aae17370254f5a" /><Relationship Type="http://schemas.openxmlformats.org/officeDocument/2006/relationships/notesMaster" Target="/ppt/notesMasters/notesMaster1.xml" Id="R1256b3be02314c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abb66a82a4435a" /><Relationship Type="http://schemas.openxmlformats.org/officeDocument/2006/relationships/notesMaster" Target="/ppt/notesMasters/notesMaster1.xml" Id="Rc4834ce164af40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84beb8521e47cc" /><Relationship Type="http://schemas.openxmlformats.org/officeDocument/2006/relationships/notesMaster" Target="/ppt/notesMasters/notesMaster1.xml" Id="R8cfb8b3743f148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7259484adc49a0" /><Relationship Type="http://schemas.openxmlformats.org/officeDocument/2006/relationships/notesMaster" Target="/ppt/notesMasters/notesMaster1.xml" Id="Rc41c03110de148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ed8ffb50f4492a" /><Relationship Type="http://schemas.openxmlformats.org/officeDocument/2006/relationships/notesMaster" Target="/ppt/notesMasters/notesMaster1.xml" Id="R11c0b9a4a7fc43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325a64730944dc" /><Relationship Type="http://schemas.openxmlformats.org/officeDocument/2006/relationships/notesMaster" Target="/ppt/notesMasters/notesMaster1.xml" Id="R1d8e6bb7729941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f1d0a290434d2c" /><Relationship Type="http://schemas.openxmlformats.org/officeDocument/2006/relationships/notesMaster" Target="/ppt/notesMasters/notesMaster1.xml" Id="R851d6a1af9fc44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e121994cdd42b5" /><Relationship Type="http://schemas.openxmlformats.org/officeDocument/2006/relationships/notesMaster" Target="/ppt/notesMasters/notesMaster1.xml" Id="R66cbaedfedb9466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cea1f867b34f60" /><Relationship Type="http://schemas.openxmlformats.org/officeDocument/2006/relationships/notesMaster" Target="/ppt/notesMasters/notesMaster1.xml" Id="Rc5913981b2ac42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f57e4102944023" /><Relationship Type="http://schemas.openxmlformats.org/officeDocument/2006/relationships/notesMaster" Target="/ppt/notesMasters/notesMaster1.xml" Id="R026bf427753e4be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d15223f5ab4e20" /><Relationship Type="http://schemas.openxmlformats.org/officeDocument/2006/relationships/notesMaster" Target="/ppt/notesMasters/notesMaster1.xml" Id="R57265bf75c1a4f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a1db6640584d31" /><Relationship Type="http://schemas.openxmlformats.org/officeDocument/2006/relationships/notesMaster" Target="/ppt/notesMasters/notesMaster1.xml" Id="Ra1fe81a9b82a492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36856fc92a4fc8" /><Relationship Type="http://schemas.openxmlformats.org/officeDocument/2006/relationships/notesMaster" Target="/ppt/notesMasters/notesMaster1.xml" Id="R9de18b434b784d0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5241b72b0344bc" /><Relationship Type="http://schemas.openxmlformats.org/officeDocument/2006/relationships/notesMaster" Target="/ppt/notesMasters/notesMaster1.xml" Id="R42b37d92b2f848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3a85bcd44764e8b" /><Relationship Type="http://schemas.openxmlformats.org/officeDocument/2006/relationships/notesMaster" Target="/ppt/notesMasters/notesMaster1.xml" Id="Rf8b3f741f6fb443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78acc56c9eb4ed8" /><Relationship Type="http://schemas.openxmlformats.org/officeDocument/2006/relationships/notesMaster" Target="/ppt/notesMasters/notesMaster1.xml" Id="Rafef6e18b0bf435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c78db1e53e492f" /><Relationship Type="http://schemas.openxmlformats.org/officeDocument/2006/relationships/notesMaster" Target="/ppt/notesMasters/notesMaster1.xml" Id="R6304ad2a544b49c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6551711ded74884" /><Relationship Type="http://schemas.openxmlformats.org/officeDocument/2006/relationships/notesMaster" Target="/ppt/notesMasters/notesMaster1.xml" Id="R2229dfce333c41e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8eedc4225b4ceb" /><Relationship Type="http://schemas.openxmlformats.org/officeDocument/2006/relationships/notesMaster" Target="/ppt/notesMasters/notesMaster1.xml" Id="Rc5fc72de0829492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26afc2fcf9342fa" /><Relationship Type="http://schemas.openxmlformats.org/officeDocument/2006/relationships/notesMaster" Target="/ppt/notesMasters/notesMaster1.xml" Id="Rab72ac01002a4a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8c4fcfff6547af" /><Relationship Type="http://schemas.openxmlformats.org/officeDocument/2006/relationships/notesMaster" Target="/ppt/notesMasters/notesMaster1.xml" Id="R0f1d24af6f354a0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79277539e2a4f80" /><Relationship Type="http://schemas.openxmlformats.org/officeDocument/2006/relationships/notesMaster" Target="/ppt/notesMasters/notesMaster1.xml" Id="Rba17a32e7e744d0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b601392d3644c9b" /><Relationship Type="http://schemas.openxmlformats.org/officeDocument/2006/relationships/notesMaster" Target="/ppt/notesMasters/notesMaster1.xml" Id="Ra17509331dbb4df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d11641ffc174571" /><Relationship Type="http://schemas.openxmlformats.org/officeDocument/2006/relationships/notesMaster" Target="/ppt/notesMasters/notesMaster1.xml" Id="R5611e7d6cd6143a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c7b2ee193a64f35" /><Relationship Type="http://schemas.openxmlformats.org/officeDocument/2006/relationships/notesMaster" Target="/ppt/notesMasters/notesMaster1.xml" Id="R65389a1b71fe46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8d3d9cd69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30bc28f2a4ef4" /><Relationship Type="http://schemas.openxmlformats.org/officeDocument/2006/relationships/slideLayout" Target="/ppt/slideLayouts/slideLayout1.xml" Id="Rc366e55c623844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6e55c623844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9b688e37e4145" /><Relationship Type="http://schemas.openxmlformats.org/officeDocument/2006/relationships/notesSlide" Target="/ppt/notesSlides/notesSlide1.xml" Id="R6e8cb6392cf848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b6781cacb41fb" /><Relationship Type="http://schemas.openxmlformats.org/officeDocument/2006/relationships/notesSlide" Target="/ppt/notesSlides/notesSlide2.xml" Id="R6472fff795e141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5aead97484cbd" /><Relationship Type="http://schemas.openxmlformats.org/officeDocument/2006/relationships/notesSlide" Target="/ppt/notesSlides/notesSlide3.xml" Id="R26a1f747325f47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112deb73d439d" /><Relationship Type="http://schemas.openxmlformats.org/officeDocument/2006/relationships/notesSlide" Target="/ppt/notesSlides/notesSlide4.xml" Id="R712c9566d811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234c8f4964ae7" /><Relationship Type="http://schemas.openxmlformats.org/officeDocument/2006/relationships/notesSlide" Target="/ppt/notesSlides/notesSlide5.xml" Id="R0917d66b27a044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9895c56234759" /><Relationship Type="http://schemas.openxmlformats.org/officeDocument/2006/relationships/notesSlide" Target="/ppt/notesSlides/notesSlide6.xml" Id="R8521fcce09f6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63c39efc54edb" /><Relationship Type="http://schemas.openxmlformats.org/officeDocument/2006/relationships/notesSlide" Target="/ppt/notesSlides/notesSlide7.xml" Id="Rd210e4640a514d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65a554a4d407f" /><Relationship Type="http://schemas.openxmlformats.org/officeDocument/2006/relationships/notesSlide" Target="/ppt/notesSlides/notesSlide8.xml" Id="R9dc2b2287f5f4e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6ba845f364fc3" /><Relationship Type="http://schemas.openxmlformats.org/officeDocument/2006/relationships/notesSlide" Target="/ppt/notesSlides/notesSlide9.xml" Id="R97ba2c4db6234a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253f32f6040af" /><Relationship Type="http://schemas.openxmlformats.org/officeDocument/2006/relationships/notesSlide" Target="/ppt/notesSlides/notesSlide10.xml" Id="R794ac09867dd44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4df8c0d494c56" /><Relationship Type="http://schemas.openxmlformats.org/officeDocument/2006/relationships/notesSlide" Target="/ppt/notesSlides/notesSlide11.xml" Id="Rf2aaf97c5c0a4d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06fc4c8a4d47" /><Relationship Type="http://schemas.openxmlformats.org/officeDocument/2006/relationships/notesSlide" Target="/ppt/notesSlides/notesSlide12.xml" Id="R25820633a62d48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5bad331a94fba" /><Relationship Type="http://schemas.openxmlformats.org/officeDocument/2006/relationships/notesSlide" Target="/ppt/notesSlides/notesSlide13.xml" Id="Rd3e64f3faba444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f05f77d2442c4" /><Relationship Type="http://schemas.openxmlformats.org/officeDocument/2006/relationships/notesSlide" Target="/ppt/notesSlides/notesSlide14.xml" Id="R7147622a890842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23270b03f49c8" /><Relationship Type="http://schemas.openxmlformats.org/officeDocument/2006/relationships/notesSlide" Target="/ppt/notesSlides/notesSlide15.xml" Id="R8d5dcf7063b543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f8a1b74fd4801" /><Relationship Type="http://schemas.openxmlformats.org/officeDocument/2006/relationships/notesSlide" Target="/ppt/notesSlides/notesSlide16.xml" Id="R6b7a0df5065e4d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c3f10dcb347d0" /><Relationship Type="http://schemas.openxmlformats.org/officeDocument/2006/relationships/notesSlide" Target="/ppt/notesSlides/notesSlide17.xml" Id="R4e70194906654a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edded42164f17" /><Relationship Type="http://schemas.openxmlformats.org/officeDocument/2006/relationships/notesSlide" Target="/ppt/notesSlides/notesSlide18.xml" Id="R9427dea940e548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7f07f02454cb9" /><Relationship Type="http://schemas.openxmlformats.org/officeDocument/2006/relationships/notesSlide" Target="/ppt/notesSlides/notesSlide19.xml" Id="R46a31bcc250848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166847bff4879" /><Relationship Type="http://schemas.openxmlformats.org/officeDocument/2006/relationships/notesSlide" Target="/ppt/notesSlides/notesSlide20.xml" Id="R8f8122dd0abb45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86b6f84b430b" /><Relationship Type="http://schemas.openxmlformats.org/officeDocument/2006/relationships/notesSlide" Target="/ppt/notesSlides/notesSlide21.xml" Id="R2c6c3bb49477475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74df8649f4de1" /><Relationship Type="http://schemas.openxmlformats.org/officeDocument/2006/relationships/notesSlide" Target="/ppt/notesSlides/notesSlide22.xml" Id="R3f2c93d159b047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f593a28684fa4" /><Relationship Type="http://schemas.openxmlformats.org/officeDocument/2006/relationships/notesSlide" Target="/ppt/notesSlides/notesSlide23.xml" Id="R2aad28407d8d49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00faa664f487a" /><Relationship Type="http://schemas.openxmlformats.org/officeDocument/2006/relationships/notesSlide" Target="/ppt/notesSlides/notesSlide24.xml" Id="R73e28dc54f3c48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4109cb58d4ef4" /><Relationship Type="http://schemas.openxmlformats.org/officeDocument/2006/relationships/notesSlide" Target="/ppt/notesSlides/notesSlide25.xml" Id="Rb8bbea0120df41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3cbc6985c4837" /><Relationship Type="http://schemas.openxmlformats.org/officeDocument/2006/relationships/notesSlide" Target="/ppt/notesSlides/notesSlide26.xml" Id="R0c40a02b274a4ad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0571be3f645d8" /><Relationship Type="http://schemas.openxmlformats.org/officeDocument/2006/relationships/notesSlide" Target="/ppt/notesSlides/notesSlide27.xml" Id="Rbc6aa490648d43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28f5557924fab" /><Relationship Type="http://schemas.openxmlformats.org/officeDocument/2006/relationships/notesSlide" Target="/ppt/notesSlides/notesSlide28.xml" Id="R23f156377fd245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774663ee2415c" /><Relationship Type="http://schemas.openxmlformats.org/officeDocument/2006/relationships/notesSlide" Target="/ppt/notesSlides/notesSlide29.xml" Id="Rae12e145d14748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650eaac044fb2" /><Relationship Type="http://schemas.openxmlformats.org/officeDocument/2006/relationships/notesSlide" Target="/ppt/notesSlides/notesSlide30.xml" Id="R1478d4584109478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b35b464ba42e1" /><Relationship Type="http://schemas.openxmlformats.org/officeDocument/2006/relationships/notesSlide" Target="/ppt/notesSlides/notesSlide31.xml" Id="Rbe376989db0d4e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d6314c3794f33" /><Relationship Type="http://schemas.openxmlformats.org/officeDocument/2006/relationships/notesSlide" Target="/ppt/notesSlides/notesSlide32.xml" Id="R4e5278cfd526468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30e8397b54e23" /><Relationship Type="http://schemas.openxmlformats.org/officeDocument/2006/relationships/notesSlide" Target="/ppt/notesSlides/notesSlide33.xml" Id="R65b9cce38aa94a0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b673bd952433b" /><Relationship Type="http://schemas.openxmlformats.org/officeDocument/2006/relationships/notesSlide" Target="/ppt/notesSlides/notesSlide34.xml" Id="R161f92aa65b94ad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9f21d34334cc1" /><Relationship Type="http://schemas.openxmlformats.org/officeDocument/2006/relationships/notesSlide" Target="/ppt/notesSlides/notesSlide35.xml" Id="R9e8107abd0634a3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7b0d11740430c" /><Relationship Type="http://schemas.openxmlformats.org/officeDocument/2006/relationships/notesSlide" Target="/ppt/notesSlides/notesSlide36.xml" Id="Rcfdc98490d334ef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de475d1f642dd" /><Relationship Type="http://schemas.openxmlformats.org/officeDocument/2006/relationships/notesSlide" Target="/ppt/notesSlides/notesSlide37.xml" Id="R3fcac798d23e42e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c22ed043e4359" /><Relationship Type="http://schemas.openxmlformats.org/officeDocument/2006/relationships/notesSlide" Target="/ppt/notesSlides/notesSlide38.xml" Id="Rb638d856d565410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67071e3a444b1" /><Relationship Type="http://schemas.openxmlformats.org/officeDocument/2006/relationships/notesSlide" Target="/ppt/notesSlides/notesSlide39.xml" Id="R4ea786f07b9d494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8b3d06c134189" /><Relationship Type="http://schemas.openxmlformats.org/officeDocument/2006/relationships/notesSlide" Target="/ppt/notesSlides/notesSlide40.xml" Id="Ra7bf4659d8c440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115E5-9C69-4CF2-B0E0-F311B76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FF315-F0C1-4E76-BAA2-32E32518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Introduction: Streams in mechanical engineering and their relevance/significance, role of mechanical engineers in solvin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EFA63-580F-4DB8-A903-6E00249B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4934F-BDC7-4554-B9D4-1496088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EB7A8-7208-414F-80A4-8BFF6A7D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2D913-5629-4B1D-B7C1-7DB9EBB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98C1-337D-4E56-BB69-16628FA8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10E46-E551-411C-BCBD-A64193E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3A336-F638-46E0-B588-1C532E6B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B01A0-7AEB-4074-B6C7-97D8697F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3F09B-A153-42B3-82BC-A893D069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24811-6BD9-46DF-8D83-365A4224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0291F-BE3B-4D9D-B86F-6EEA7DD1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5684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E10F9-9082-4CF9-82DE-C3A47F8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8CFC0-0F5F-4B5B-AD26-20139DE6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C846C-AFCD-440D-844E-E235597E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05DC2-51FE-4DEE-B21C-DBC68E4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6CDA4-402F-4B99-A16F-2C2C66C7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6B21B-3B5A-41C4-8477-D45BAFA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0859A-F769-4C9F-9D66-EA527FE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D000C-3DDB-4BF1-B6CF-5F18028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BD12D-0C28-46F4-8CAD-728CBF89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CED1C-CB1E-4A6E-93E2-600024BD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62C07-C1C4-4EC5-AB64-0789DD08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0D665-E2EF-4ED4-954A-0312F21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E618A-05A5-489E-88A2-3F4D7414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071F5-3C3E-40C8-B492-568B5A09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017CF-075D-4CAE-9FDD-C2A32CC4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99022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E1CEF-1C00-4787-9FE2-0B5B56C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9DFC0-6540-43DD-81F6-E098EFA1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FFAA7-77E2-4B08-AD04-06B7E352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749CD-3E01-403A-AC78-360EB4FE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74435-74B2-4CC1-81CB-2AD0A716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3C910-4A75-4B49-9AF6-E189CD04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E5AC-0BCB-4564-B13C-ED72D5C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40F37-B51F-4ED4-ADF2-76B0FDC6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77701-23AD-4344-B48B-89F038E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Introduction: Streams in mechanical engineering and their...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25EFD-E47C-4BAB-BA27-715DB1C7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877C3-C94F-4876-B00F-7143769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DD8B5-018C-4DD9-9E04-6873B83B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Realization of some of the engineering solutions through...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4618B-BA48-472F-BA8E-3AF2D10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43CCD-1865-4398-8A59-4660537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5D06B-C110-400A-A155-2D2529FA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Energy conversion: Introduction and basic working princip...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11674-DC1A-463E-89D2-F375A0FF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C708C-DE55-4D54-B071-5EA792BC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03E23-1148-4050-9011-7FFDACCA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Vehicle systems: Identification of parts of vehicle syste...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1335A-1845-4578-BE3D-1BA4074A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29F34-AA41-4AC4-9ED7-E39A819A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9D6D5-1C8C-4281-BD88-91FF7479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Flying machines: Classification, basic parts involved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9AEEA-BC23-406D-864C-161EA4C2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EEF34-3B66-43E4-A61D-B930B5C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35DB3-8745-4B7C-82C4-3F6A26C4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Refrigeration and air conditioning principles.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B81A7-082B-41A2-883F-E5677B59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C3EA6C-FB64-496A-B580-83062DD0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7853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2AD09-A610-4E30-B2C7-A1A3854A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3D3CA-6006-4D33-A18A-0E3C831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021C8-07CC-44DB-98D9-D0ED786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4A85-6FD4-4ED5-9444-B466B136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A017A-DBCB-4D1A-AF66-3E0C33BA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B5920-8B16-410C-8F0F-59412137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C7A19-9FF6-400B-B249-9EE79FFB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A68C4-3E99-49E8-9E1D-EF2BB3FE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Introduction: Streams in mechanical engineering and their...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BBE8A-19B5-4FCA-B909-435ED0BB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3BCF7-F5AB-4E8A-8C7A-5D643FF3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959A5-F3B1-4063-8DFE-AA0C57D0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Realization of some of the engineering solutions through....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7D82F-442A-41F5-99E2-C78AF6A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E11F2-555E-4787-B91E-B4148AF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318DA-1161-4B83-BEE8-620AFABA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Energy conversion: Introduction and basic working princip...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B08F7-0EF7-44B3-85E0-EE70354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23C40-B8AD-4527-BC7B-AE9A74A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F6909-E067-43CD-8E88-17FF184C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Vehicle systems: Identification of parts of vehicle syste...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A603F-BF78-4126-9714-D5F5DFC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69431-B2AB-49B5-AF39-FA9690E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32BB9-F5A3-42E1-BF99-8989B774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Flying machines: Classification, basic parts involved in....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71084-36EA-4BD9-9148-05C649B1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C36A0-F469-4733-9371-57DA587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30D89-F0D4-41FA-BB09-30388169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Refrigeration and air conditioning principles.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4F651-A8A6-4286-A035-EA768A15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66321-7FBB-4A09-90C0-5F3C20FE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6E8AC1-7266-4E3F-AE17-5F9B9832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25906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A8907-3C16-4688-9A5E-784A4195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D2ABB-2AF4-4874-BB8B-F64ED724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4E2DC-B6B7-469E-BD22-E1E148A1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3C328-3578-4B40-A152-B3A5044E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33299-F4FF-40C3-9CEF-431F7380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E14DC-E73D-4BA1-B4DA-9E62D703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B035E-9E14-44C2-BB3C-551074E6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25593-607E-4174-80A1-CFB87B89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relevance/significance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2D481-CABA-45CA-AF11-D3CCF3EF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78D27-C22E-4EC1-B4B5-D42433FA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6ED77-B21F-415C-B36F-EFA28689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solvin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E2162-4894-487D-9717-9B1994A7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solving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F56C7-C5A7-4FE0-A7C7-74C29FC5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CA9E9-A5EE-44BA-AF6C-79CF5B25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C8E10-A96A-4D48-9CE2-E1C1E79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EE18E-BD05-45D3-AE2A-8DCCEF13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2705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D84B0-41F3-4631-A97C-F0544A3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E4305-D029-4B76-8EC5-B415B03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609C-26CF-42AA-9BBE-B34E870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A37B2-578D-48E0-AB39-0CDD483C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F5E50-4477-405D-B06F-79C803D3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Introduction: Streams in mechanical engineering and their relevance/significance, role of mechanical engineers...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65BB-8EB7-4B3A-BEBC-B6ACA05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Introduction: Streams in mechanical engin...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B8F21-1E13-488E-9D4F-33323234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5D79F-F386-4977-B35D-8FC96274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8583C-0850-4635-BE4F-5C9F686D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68A10-491D-4AC5-B5FE-C6156556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986BF-ACF7-4195-9B5A-36245F9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D1CFB-2C47-473B-AD01-A80840D9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B823E-18BC-4D28-8394-3251E92B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07DE0-5662-42E8-BF4A-EAF9D1C4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C4158-9859-4905-9DC5-CF8272B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CA72E-CC09-468C-9989-9A492E63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7280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5C1A9-63D1-49EB-8B94-E3B38BD9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1DC6A-205E-4F6A-ACBC-F1044B89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1EB11-A17B-4EB5-964A-CA9A176C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260EB-9596-4E92-BD2E-0EB5C444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1FC82-D8DD-4C85-A1F9-84E7A7CD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AB113-6673-419D-B612-6F18F8A3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9DCEC-A4EF-4270-B121-B202C9FF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9CDBC-8C90-4EB4-9AC8-200EBAB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226BF-E55F-44D2-8AA1-1C93E0D4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Introduction: Stre...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7401D-311F-407A-B765-3F1F13B7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96D99-8970-4E30-9239-3FEBF5FE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D9AA0-72AE-4D13-8D93-7333ABF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F980F-FA3C-4556-8C79-30566A1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B4EF0-5470-4225-B149-5019FDD2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D04B4-A327-4833-8C6A-E53ADF85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0C96E-730A-440E-899F-40C088D8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4864A-97C7-45BD-8513-5E06C24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3B724-A267-491C-8EBE-F14D5DD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Introduction: 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AA926-B858-47BD-8496-EB4F04B2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83434-CD12-47D9-958D-9B43BC2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04C17-752E-43C3-AD43-112664F4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81A86-0FFA-478E-BFC0-3EF3E38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97DEA-CB0F-42DE-9969-E2CE0B81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3417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FC80C-E7BE-4A4C-BC82-6A12CF3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24681-5E82-407E-BB84-38095A56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E2E96-5B9D-40B4-9885-9D17E441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2A796-736B-4DE8-A6AB-E2A033C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A0953-E9B5-4220-B888-5A61D19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23814-7DD6-4921-8917-28BFFB3F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2CFE3-1B38-443B-9713-A1F8EB2F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145A0-412C-4C0D-9793-72F3C012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85725-CA46-4B44-99E1-8F2CB591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48350-FB31-4659-9913-21313D89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3AB14-3219-4BB2-A45B-43F6DBF8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7F93D-C23A-4696-811A-AA5CA078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7A771-6694-4E53-BD27-1018367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C1AB5-48AF-4503-9B23-B8A2972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CA2B2-E969-46F5-98A9-18BB452D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74284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E5647-FA69-4999-870E-53C91CE5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3245A-684C-4982-94BE-6FF40014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96916-AA11-44E5-9720-F08E7A4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799CB-C8C4-4DDD-A999-20A5ED38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90253-B5D4-4033-B819-923EA1A6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7A3AD-E9BC-4698-BFFA-552AC45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Introduction: Streams in mechanical engineering and their...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E0069-8924-4650-B075-46DB3882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29BC4-DF18-4E35-8782-392AA3C3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60774-6376-4B9D-BFEB-E4DC08B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851A4-D324-46D1-963D-4C1943A3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D4413-3814-42DC-BE2E-664F5901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978145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0BB06-EEEA-4A82-A6EC-2206A92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71E34-A9B3-4F0F-BCCA-D768AC6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DDF16-728E-4DF7-9565-91FB953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801E4-3F7C-4E28-8909-E60B2B11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FF4BD-6345-4AD8-BD86-527BDAE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Realization of some of the engineering solutions through principles of mechanical engineering(with a schematic...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684BF-915E-452B-8949-9B2CFD87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Realization of some of the engineering so...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B05D8-A718-4E9C-A900-9F4CAA98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F5158-69D1-47A9-8D0A-55DCEB3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4716E-F83C-40DB-96E2-BD8E33EB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3D995-CAF9-4B7D-84E7-B9F47BA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460C2-8DAD-4231-9F17-41B714A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ED9B2-6511-46CE-8CE7-CCD5F3E7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3BA6D-DFE0-4C79-A889-C514B770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AC491-E6BD-4E26-9834-D879861F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4C5F2-58C7-4289-9F5B-39AB6169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64534-4B12-4744-B9A4-F99DAE1E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79234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CB176-B197-4732-92BF-68BFF02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A8D1F-AFFB-4F10-B9FB-DFFAD06E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310CB-4A1A-46C1-A41E-05313DD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A5779-9B98-43CF-B487-25326928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9D5FA-5C9A-41D8-936F-0F22CFF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71440-C487-49C9-A4A0-2C88F26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48189-5203-4C44-BF5A-086029FB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D6FD0-205A-4CD0-B981-038EB345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9EA3C-259E-42F9-984D-2E282F3D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Realization of som...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00DDC-1EC2-4EFC-92FE-CA92008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79DA1-1099-4172-AF97-40EE18FD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D6C37-BED3-4F72-9C91-BC856E81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Realization...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79857-932F-4130-8469-DCAE2B6D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597A3-B5C5-4ED4-8711-01B82607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2B0BD-D0F4-4C8F-9759-5F14FC69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Realizat...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7C315-B599-4B47-9AC7-47FE06BF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8CBFF-04FE-4E64-AD1E-0F124109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4415C-FCA3-4C49-A89B-7C329EB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Realization of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4D0B8-4D79-4EE8-A908-1ABCD45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F2D3B-F93E-48BF-8292-8EE022C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661A7-238B-4AA7-84BB-3AF5A9E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Realization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2DFE0-F1B2-46C6-A156-02E0B366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BE586-3510-46DB-B074-0376E88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94690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55349-969B-4875-9986-68FAC7C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B7D1F-E4EB-45D1-870A-6D245AA0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BDE2E-CC94-483F-B75D-3D2C0CE5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512B8-5F50-49A2-807E-5168170E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9D026-EC81-4A13-9114-390238A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36D6C-2E1E-4FA6-9984-C226714C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2CE0E-1F83-40D1-9BC3-0ECC8DB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D721E-0E62-45B5-874C-F6343832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A2715-500F-4557-8DE5-013EB28E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39656-E9D5-4169-9037-D13084DE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4945D-74F3-4D3C-90A4-5BE23324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CE500-ACCB-4A92-A303-62DC5CA0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0D685-DB6A-4723-9C0D-04140B11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3B03E-44FE-43CB-91AF-D0CEF1EF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E6C8E-3DB1-45A4-827E-C501400D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5031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B474E-411F-46F2-8C90-11EB5158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4AF95-3E03-47FC-8074-BDBA96D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26ED8-9681-4F1D-8199-76A3011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68A71-6E84-446D-904C-9A59783A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8A1D4-1442-400A-AF98-95742FB9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F3408-48AC-400E-8D9C-6D38F1F9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Realization of some of the engineering solutions through...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842F-5A3C-47B8-96A3-F370BB15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2CDF1-5AD5-46BC-AFA5-A5EE12DD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26E62-E045-44A6-A7F2-43AA1790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20472-0746-4EC3-9FF9-EAAB93EA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82F63-EF6D-412B-ACCB-37AED43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114596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2DE96-79BD-40AD-BF14-6A4EB4A6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40E37-A3E0-4B81-904C-0CC681CD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A7381-E721-4651-9364-0507C8DA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D320D-D511-4540-9D8F-87BC460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CB9AC-B04A-48F0-9C53-28CD4966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Energy conversion: Introduction and basic working principles of Pelton Turbine and Centrifugal pump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5A5F2-6C1E-460A-BB56-0002F78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Energy conversion: Introduction and basic...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F0770-1D92-4EC8-B401-B97E01C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520FC-CB04-49DF-A552-D58881BB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B9E2E-6BB2-4295-9988-7276D7BF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2ECD6-CBFA-406F-818A-A565613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2E15F-AC7D-4C06-84B3-F3A3737A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203DC-F064-4D3C-A199-6378C669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66D19-988D-4819-9793-87B5831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EA1CE-2E01-4D12-96C6-C1B82F18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D4E51-7367-497A-B198-B019EB8F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F136E-D885-4DAE-815D-BAA08956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471065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C9FFC3-FE55-4DFD-899F-8343733C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38DBC-F6CA-4117-88BF-BBBFF3AC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A1A5F-911F-4B66-A03B-D013102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6F62E-5562-4886-B67D-106986E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35383-0A40-4DD7-90D0-7801677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D3196-6C41-46DF-9695-46DF70D9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A8606-D293-454E-967C-E79110A8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73942-9C9E-4D06-BDD3-AC5496C8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B304C-07AB-4084-A582-B021C26D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Energy conversion:...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B9918-6F8E-4E05-B683-754890FC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BAB9E-F66A-4B8E-80C7-C03642A9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3C289-EFE4-4964-B6EA-FE523FF1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Energy conv...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A133D-5312-47F3-97D0-E78B653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E00B3-B08C-48AB-94AA-9843AB2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7B8E9-148F-4682-BBF2-9F6FFBE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Energy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5D7F8-B17C-42DB-91A8-513423B1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97B55-D712-4EC9-99F3-FC92650F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C0C2A-E305-4A93-9248-451C787C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Energy conversio...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A0FB4-7A60-421E-B690-8107485B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F835D-C257-4E1B-B795-E3D872B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103A4-FAFC-42DD-AABE-53F76A8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Energy convers...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9F26F-B112-4C76-85B4-F55A9B3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27F43-C9C3-4764-97F1-E5282F9A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80208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437B4-3922-4C60-B2F3-91B224BE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C5F3E-990F-4547-A83C-21E3C35F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0803D-71E5-4AAC-80D7-B620C315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0201B-360F-4535-A485-C82DDF23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1468B-FFAD-40EA-A10B-6DD210F3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B110A-1DAC-40A3-A588-E308058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5F207-7528-42D0-9063-AD0B0E63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B4FF0-C2CD-4892-A049-9A2E0EC5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91127-4361-4071-9B2F-52A74E97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BDA91-73D1-4815-87B7-5089A0F8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2976F-1E2A-48A7-A17A-D59A0A5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CF6A6-7B69-475C-BBC0-F6948877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49D39-746B-4FC8-91F8-5CB3A1B1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8C5C1-E0FB-454B-8D66-501E480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D9508-B1B0-4719-83E2-670339E9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026849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FDF96-A383-4E04-B28A-27DB5C49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7EBFA-C656-4B84-A856-C256C892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D19E1-F6CE-4914-9EAC-7A6E4B8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53E0A-8395-4354-9705-4BD658FB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7632A-0BE1-42A5-85F0-0A71CC1E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02168-BCCF-4BB1-82CC-9BA0673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Energy conversion: Introduction and basic working princip...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96174-AB34-445B-A620-97C98B85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8D84C-6447-4275-A9DA-D8610FD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3E594-C823-42DB-9874-11DDCDB2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8EF87-6341-4899-9A85-03C55CCD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D2C27-B341-46EE-B6FC-8240CFD9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65980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A2903-078A-4DAD-8CF3-77E96065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B97E3-46A0-4414-92C2-69BF302D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567EC-0190-4808-8310-C167480A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2DF15-A683-4B4E-ABE7-7AE6799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A6E91-2891-42A0-BF4F-DFBC9763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Vehicle systems: Identification of parts of vehicle systems such as steering system, brake system, gear system,...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0F956-67F1-4B17-A8F6-41F40A6F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Vehicle systems: Identification of parts...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3DC0B-77AE-4C92-B5AA-4641E4B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B0910-0817-4191-B0A6-748DC2BE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ACA18-418C-4951-A68C-4EABC89B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88796-4835-4E49-A35F-9849771A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59865-6B5F-451E-91ED-DED016A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25F00-071A-4DAB-B91F-EE38A786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C02DA-2982-4A31-BA62-47208BA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7CE70-2EC6-4B81-B6F5-7DBB44E7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FBFAE-A59A-42EB-87C7-21E8A6C9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D71ED-53FB-4D31-B83A-3877E07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92732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02BA8-59F0-4DB5-B111-F7DE7B11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84423-1697-4926-8403-1866B97D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884C5-CF79-4472-B01B-883173CF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53D6-B70E-4ACF-B576-820D3EB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26C05-F680-4B79-BA97-6B5E4C50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F0C6D-60FD-464B-855F-AE1E5AF1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93EE5-C261-42BE-8195-8760381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5DD33-DE48-4281-BD88-81340A0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7F09F-A576-456A-9446-1579D4F2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Vehicle systems: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9B3A2-F52D-4FF5-A263-ABD9D14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6CACA-6433-4A30-AA3D-95D108F1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2A72B-CF52-4B39-A6C7-66124E2D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Vehicle sys...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E184E-1417-41E1-8053-F5AEEBDC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89DAE-DEB5-45F7-ADE3-8C3D170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042A9-65BD-4F3B-A03B-1F4DF8C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Vehicle...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335F1-3E88-4565-A973-8E7E2424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7383F-1CE6-48D7-BD1E-D897792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F983F-133F-49DF-AEEC-4F10011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Vehicle systems:...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924CA-E4AF-406D-91A1-77CE535E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43BE9-47B4-48D0-BA67-3998CCE6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7E050-BD66-44CE-8E0D-FB767B62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Vehicle system...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9C26B-FB51-45C3-865A-2843BF7A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B4A48-38B3-4FF9-8CEE-2B891C9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12179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B5A30-32B0-41E2-9717-AEB49413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32309-D35F-4864-80AB-B20A6DAB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2D198-82FE-4106-AD09-C536C9BE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96F38-D70E-453F-8FA4-BB543E6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BAF4D-49B8-4790-8261-A1AAE99F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10F03-9934-4BC7-8129-BF3C3E6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B561C-F8DA-4C2E-90A6-B640A741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241D4-535C-4CAA-A864-53841FF3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4D2D7-E57D-4DC0-964C-0C0D245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E5C8A-F37C-4DF5-92FA-CEB6A041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026E2-B21A-4436-907C-83092A73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5EBAE-39A9-4A08-9AE0-2381D7F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28BD2-3B9D-47EB-87D5-68CFB19C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00479-6696-458F-AD7A-9B7479C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B0F38-7CB0-41B9-B154-6FFDE33E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176672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AC130-316F-41F4-9576-9645E8AF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7042D-45F0-4764-8402-D8865FEE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53413-40BF-4A4E-B02C-EAA67E9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FC6C4-058D-45CC-BF1C-5196F538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7C89D-5CA1-47FE-9306-886996D8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4D33C-547E-4336-8644-41638B8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Vehicle systems: Identification of parts of vehicle syste...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F6B01-1D1F-424D-83A8-5582747D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055BA-7F13-4B55-911D-B79BD738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C16AD-F01F-4122-AF35-EBDE09D4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A2302-E195-481D-9660-8B63957B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27902-F90E-4B25-9EDA-5C8A652F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155244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A2D51-E2C6-4EED-8970-47990149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C9E36-F96B-49BE-9E83-3D3F9913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FC38A-446B-4A27-B389-3251050B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3F4A3-25A6-4DE0-84FF-83F5CA6C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588C3-DCCE-486C-A3FC-DC9B8DC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Flying machines: Classification, basic parts involved in drone making, working principle of Drones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4F1D3-F53A-4FF3-AD3A-2597CAA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Flying machines: Classification, basic pa...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D08E9-9672-4454-A85D-86245A0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2D789-0FC8-4554-881A-E47D2E8A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E6E63-4B25-4F1A-9CEE-0332ECE3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4AD8D-C621-4D90-8D78-391B3C0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BAF5B-9277-4934-99A9-8F1AEFD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607BA-01E7-49C2-8596-E0CA363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4DB04-B37A-4001-A898-62DDAC31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FC54F-2C61-4419-82D7-5FFC092C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B1661-6B26-44CC-BDF8-62B4F27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7950A-8618-41C6-8C3F-A029C98C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423942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C7572-3346-4830-8F55-32AF4E8C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9727D-31E4-4235-99D8-5291B919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CDB6C-5E0E-439C-8ECE-6B62F513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04A10-DFA3-4BB7-8CF4-BBBA8DCD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C396A-DCFC-481C-B935-D3AE832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32778-43D6-49E1-A0EA-5A22557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B9596-A9CB-451C-9101-35890DD6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A0720-97B1-4F09-A02B-6612983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2BE40-36A3-4C03-B3D9-1DDCB7C9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Flying machines: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3794B-F6BC-4EEF-B44D-5545FEB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414DF-8EDB-4706-9F40-277B375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6FB38-C7D3-443B-94D9-1333157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Flying mach...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CA73A-580F-4300-9393-71233C9E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C897D-BF21-4D66-9719-1465488F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C597E-A326-4A99-8603-77AFE25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Flying 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3EBAA-0C08-4231-BAA1-56C59436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3FC78-216E-45E8-8ABB-FFEA117F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4C6EA-90B0-4B7E-BB89-F39DEEAC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Flying machines:...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EC365-5B48-45D6-AADA-B2FA9F1F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91C7F-7D84-4F45-9ED4-64068701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B2C65-7132-42AE-B09B-E80EEE2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Flying machine...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501B1-CAFE-4E80-B3FA-4DEC71A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01000-CBA2-4241-947D-6339F623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709940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A1BFD-5C14-409D-9ACE-A68956B9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1AD2D-988F-48B8-84A8-18DEE0A6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79F8D-AF82-4C35-B010-B4C7E4A0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EFBA6-77FF-47CB-8175-09BE921E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33DDB-A4B3-4E17-9507-696E2C53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7D9AC-C68D-4703-AD01-E63FDC22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04F50-B626-4BC2-AF19-465F277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5CF95-CA07-4F62-964C-5F9CFF5C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01802-9128-410B-BFC7-13C52C74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F2614-8334-4E8A-A158-6EF7DFB9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9F085-5501-4986-8F85-840F4F3C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74C3D-48EE-47C7-8586-5A0FCFC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B4821-1588-446E-B1F9-D482F255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9192D-1BC4-4728-B1B8-0F6CFBC2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1AC59-EBA2-40EA-A543-E77D8C84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275313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4CE53-B4C3-471D-80FB-690F3CBE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82CB9-25B0-4A6D-8372-24866DFF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679D6-AB6F-4992-A01D-2E69C6A3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B4A61-097C-4AFE-AB86-97217949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E6281-9D34-4F2F-AA9E-A69414A7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9AF7E-AFBF-4646-A322-C6BA3015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Flying machines: Classification, basic parts involved 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84458-38B3-48C3-9956-3CBF74F8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41D2A-3D39-422B-AC78-B446510D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BEC9A-5797-4051-BA43-A11296EE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0E8F9-3BF6-49B1-BA55-DF5B8C64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C496E-FF60-4630-8ACA-C8F238B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186659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3168B-A156-4F37-8803-F77CCA7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A1504-78E9-4018-8589-7A65E4FA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30EA1-F7FC-4CF0-B76E-6546EC16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6B94C-A640-46E1-818B-ED33D039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E9FC3-E6E9-4811-B391-7C31E5C6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Refrigeration and air conditioning principles.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DC9A6-FA91-475D-958C-879BC809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Refrigeration and air conditioning princi...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BDF98-F2CD-4055-9ADD-D3B9A41C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00D89-8D0C-42AB-8ABB-6B6BC0B8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F3F7F-96C5-4CD8-BC50-B74FF895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25B71-1A17-4B05-8F44-04198D34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841B2-B9B4-4AA5-9313-62960C29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D48FF-D280-4F50-9B23-C3FAD038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A71A7-348B-471F-9CAC-F371535F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07B4E-2498-4F94-AD1B-46D4237C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1697B-3BE0-4BC8-9661-D7AEB6E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AC53E-61F3-45AA-B854-B5933AD1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30344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3C72C-98FF-42C1-B01B-31F565CC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8131C-0AB0-4287-94DB-D8ECAC83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A4EE3-E087-45B7-A7E1-7069719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4F90C-46BB-462C-B964-31970214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178FF-4610-4638-9B9F-9615ED36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30F51-D159-4014-9191-589977E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A494E-DC5E-4A9F-8CC1-5A7FFCB5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FF666-BA80-499B-8C92-0697AE5A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A3D6E-0678-461B-876B-7D22155E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Refrigeration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1768B-B72D-4211-B2E3-A3ADA2B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5E222-BFE3-4F71-B293-E2575013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E4F91-1341-45CA-99C7-0D79213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Refrigerati...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44D0F-7DFF-4E83-9BDE-17F850AF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31528-9FAE-4D04-BCF5-D9D8BAA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BCC2C-9558-4AF8-963A-3BD50AD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Refriger...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54D0B-7280-4A58-87F6-C4F6880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786E9-E835-482D-A051-38CB5B2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F86C6-F247-410F-A5C9-8E613F9F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Refrigeration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CF676-70B0-4B96-AE23-9C32C80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9D1B4-556B-486C-AC35-BBE3D9E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A5234-72C9-4B44-9BBB-45D8F854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Refrigeration...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14DD7-288D-40A8-93D1-02170700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690EB-4A5D-415D-BFDE-8C9641F6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443861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92DC1-C445-4B17-8E5B-63B23759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9A80F-7E15-4693-855F-92848764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9F3A7-C1C1-4D90-9201-F0285502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0141E-31E1-419D-B90D-6EFF4E73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CCC4-8DDE-4832-83DF-6C006056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57F0A-E0E6-4048-963C-7F46B9A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B80BE-C220-4C72-B207-F58AE6CA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7FFC5-AFD7-46C2-BB7E-B8077769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63F68-46E4-4AA8-B5A7-9B1C49EA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2BBE6-0481-4C7A-B78B-AB642D50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057EA-22EA-4585-B5DD-022994CC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7ABC1-3C44-495F-BB56-4249E911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4641D-F2CC-4B95-9FED-D6927824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98D6F-FA5F-4F53-A53F-5706779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75C1C-43DD-4053-83F8-3E52DE73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01911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E19DB-D583-4FFC-8ECD-3276EBC4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7385C-4BBA-4AB3-88E8-58DB33F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DBD32-0E10-42DB-B0E4-1A528210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03520-DF90-4FCF-A191-406BFC7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F16B7-F01F-43FA-A518-63632ED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C6841-AE89-4623-B7EB-053791E0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Refrigeration and air conditioning principles.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C6C06-A1F1-4FEE-AEFA-BCA4898E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0521B-7292-47C5-AE6F-886EAF93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42F04-D7E9-4D79-BE66-13E9C240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78913-C743-40BD-AEEC-9EE64AA5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CD0DE-3776-4479-AA3B-153DE111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43722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ADD47-F29F-4ACD-B866-7E407F9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F10F4-D4CA-4146-A64D-340DBC95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15136-D646-49F4-99F1-162A0249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C0594-B643-492F-A6AA-94F2486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5FD16-231E-4914-B5AD-90F0215B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4487D-8692-467A-ACAF-D9A3848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06040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FA4C8-DBB8-4ECE-A674-CDEF5737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97F49-0786-4F08-979A-E4A74663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11A9C-E6BE-4CBA-A791-FA7C554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F4DD6-682C-478D-BB01-852583B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F87E1-16BB-4E3E-8F62-465213CD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Streams: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their: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relevance/significance: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705A7-1373-46B4-8ECF-E9A675E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874339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5999E-C4A9-4A74-8E3B-C454B0C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E181F-E4F2-4F5C-9992-696EF1F6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EC709-9039-4C4E-9AF4-42678B7F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4EB1D-868D-4233-B6C8-84F82CCA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ED619-AC92-4B13-8BB8-9C2FCB3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400D1-D3D6-436B-9162-0BCBEE15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510833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630E5-C350-415F-A6E2-3BDA1A41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D0AB8-5F76-4B00-B317-F336A750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053EB-77EF-422D-9610-7B9F4D15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5FFC5-BAA0-436C-96EA-945BE472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B455F-3BD6-4C66-AEFE-DB1A3D46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E19A8-378F-4CAA-84DC-C7D3D82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98368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F82F2-AE14-4A2A-B79F-D5A9828D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A2016-89BC-44D9-ADA7-9EC78671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A5A15-FD84-4CBC-B147-60AA04A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81FB2-FD42-4125-A593-3FF86170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7C3CD-DD21-4203-917E-C99556F5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Introduction: Streams in mechanical engineering and their relevance/sig...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Realization of some of the engineering solutions through principles of...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Energy conversion: Introduction and basic working principles of Pelton...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Vehicle systems: Identification of parts of vehicle systems such as ste...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Flying machines: Classification, basic parts involved in drone making,...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AF4B2-A4D6-4BA0-8AD3-F3C4C07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DD497-B8BF-457E-AD1E-453F1F26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09AC1-32C7-47DB-ACD9-A5A4F97C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627022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B0773-C572-4C97-AA1C-F8422452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B2EA6-8D16-49D9-ADBF-1D1650DE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Refrigeration and air conditioning principl...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FAC5B-BF31-4D92-BFCF-4F283752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548BD-8608-4FC1-9BFA-09AD1265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C0543-FD0F-4406-A6CE-1609142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650A4-E568-4C0A-A300-9EBBF9F5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F8402-61BD-48EB-80B2-D6851E0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35A22-9DB2-4DD0-A41C-FC5D91E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2D194-0843-48CB-BDC9-D3E771B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01395-F125-4006-8E94-7EBADBA9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24F26-6EDE-4AAD-9441-84A5A7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B461-7818-4DF5-9E85-C86276FB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59CE4-3AE6-446B-A8F1-9675C198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7A827-3C38-42A3-99BA-7650625D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93F5F-36AC-48E1-AF5D-1341F5B0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FA840-CC1E-4DDF-B140-167C2AAD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D6BB6-62EF-440D-B708-45961417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A0FD6-9377-4D2D-B545-28C37244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66CE7-B223-4DC7-9935-B43FFF34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DA22D-8137-4223-BF9F-82586EBC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89C36-2BF9-4AEB-A3B1-365A6C8E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3B283-FE2B-4612-B61C-F8E7236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8E010-4614-46DD-8300-D93A7A91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FDDB8-388D-4F40-BA33-8FF09C6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6EEBD-FA3A-4A1A-88D1-28AFEFAD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AA147-1894-48A6-958B-A06F1F19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551DB-6FED-45B0-8331-9675F67D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9A70B0-5501-4BE1-9FE6-AD708D9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A2594-9DE4-49EB-8752-D08B755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B58A22-480C-49CE-957D-BCB17F05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2C9264-547D-42BA-833A-AC61AF92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166C1C-D8F1-4297-8E8C-A3FBC6D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182081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C694A8-3965-4786-A77B-209D2DD0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265A2-619F-4176-9202-F7423AB3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Introduction: Streams in mechanical enginee...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991CB-CE68-4775-9BDA-772C7D3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CD594-EA5B-4A3D-8269-5C1CB83D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E4F31-CB61-4358-B27E-DD5D552B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B3B19-B75C-40EE-ACFE-E1E913D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F43F4-A9F3-4EAD-96A5-E8139275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3EFCC-1E94-4D10-B75F-235DEEA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52F8C-11EE-47AC-9A93-47B6A5AD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44AC9-9F0A-48E1-A40D-3EB2F66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BF106-AB3E-4ED7-AA38-F848123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204C1-2AFA-4957-BED9-F2975E51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C0D02-EE72-4B9D-BF9C-AD8E0443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8733-3EF0-4F8E-941A-805FE18B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A87C7-EA8B-4F01-AA09-8755BC83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FAFFE-ADFD-434C-BC61-8FA30F15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A9717-B184-41CF-B343-168CFB83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F2087-61C9-44DF-BC0C-F7FC3476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800D2-8C85-45FF-AE19-B2B157F8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BA5C6-5B51-42CD-BB19-8396393B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D49EA-754C-422D-B943-012F74DC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E204D-B0E7-4C6B-ADF8-33F63CC5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368DD-011F-45F5-95D6-3CA2BB21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5B640-ABE9-4E19-884A-DAEAEB4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A534D5-2742-47C8-846D-6FC47374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89D57-3BC9-4E9D-83EE-7EE363B9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04C26-98EC-4E89-A34A-987136CF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F218A-1935-488F-BE35-DA6E76F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C1DE0-BF87-43A0-A31A-26542D2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55FF6-D36C-4F16-8ECB-87EFD971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F4EA7-AA6C-4516-AC1A-052A5228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D3F7B9-794E-41FD-B2BB-CB7C6DE4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9122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21A037-4ABF-48F5-BB81-2A8A8879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9E786-712B-408D-8BB7-14189C2D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Realization of some of the engineering solu...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F2F45-B5A3-496D-9A47-438EFCA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B71C9-15F7-4C4A-9BB3-3ED95C25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37024-403B-4E16-A126-0278CB72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3F4B5-3CEF-4D05-AD8B-7545334B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2EC7D-DC39-40E9-953A-C0A4F4A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0697C-BFD7-49C2-9008-7D36A246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9F05D-DD33-49CD-9130-EE97A74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572D0-28B0-4F3A-9A22-D52D685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D7F76-0AA4-453A-BE11-D0EBBAF8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0F427-B440-40B8-8EC2-06EC5658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4ADB2-2C3C-4040-9F97-A89BB753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23373-245A-4B09-AABC-1C57B4B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15F37-35C4-42BB-8506-4D067B3C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B690C-D8C7-4DF0-B449-DEC60857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1281A-0CF0-4963-ADD3-B3E0F7CC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ECD94-8F4F-4B77-BEC2-DBE5B979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B0FF2-D1F6-4B3D-8F96-479B636B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CE59F-9D69-442A-AC17-FF5C265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15D00-A630-4F65-A690-0D280E3D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08A52-0787-40A5-8FD6-81F7A70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678EB-E493-456E-A28B-36F13201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6642B-28DF-46E6-961F-99EEC388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B4ED5-CCC7-4A11-ACCF-E9ECCEBC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710AD4-A7B9-4A69-9135-DC896808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FA2FF-1172-40EC-8588-5AA4BA72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9DD98-BEA0-41A5-B7E0-D5C900CA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F6EE3-4DF7-46EE-B529-BDDD3AD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63D3C-9F84-41C7-82E0-D17AA6EA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E2EB8-5A16-4BD1-8707-325E1DB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BFE524-BB02-45AC-A351-3029340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026633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5C2CCC-928D-4D58-8703-1F7FE6C7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6B9BD-D4F5-4C28-9B12-C1E6601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Energy conversion: Introduction and basic 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F48B4-7297-4CB7-92DC-04C6F504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91F76-D74E-4A6C-AEA3-D959A712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86916-2068-47DF-801C-79DC0D5C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306C8-8C99-4110-9209-FBA21AAD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88723-E603-469B-95D6-621665B0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A4EA3-90A5-4B14-B252-1E1D14C6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0FA91-E5C2-414C-A8A3-52D91E5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A653D-5CEA-48E9-8BFE-ADAE2C92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437D5-FF58-4183-804E-57BBFED4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9E721-AC9E-41A0-9066-EADFD68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27E83-89DD-41CE-95F8-BD5E4E7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65DF1-4F1A-43D5-8D64-331DDFF7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14BC0-F23D-492F-93E5-34D3119F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BA1D8-60FC-4240-99B9-EAB3249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C340C-5217-4C45-A217-6C2B2D15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BDF60-ECE7-44F8-8D95-CD1FF10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F0989-0262-45FA-98D6-55DB928B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9F505-2BB4-441C-9A04-2AEE843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D3965-DA73-4491-B843-80B9D15B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EF2E9-1C6E-45F4-98BE-A6CDF92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F3FB9-238D-4035-80F6-5A4FEB4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5BD8A-1F21-41EC-B9DF-4B8434FF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FE5774-6C66-4E58-8A4B-49F2383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DFF9D-5D3A-452B-B93D-A1CC6258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08857-2C86-41D2-9EFC-50B9D97E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1284A-781C-49EF-B5CC-40D40C65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9CBC7C-E127-49DB-8C2D-AFAEC34E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202106-2184-4D7F-BBE3-D8DECB90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E4A81-C5A6-4698-8F8B-6DA9FDB2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209DEE-D7B2-4491-A369-6162761F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1209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CE31C-F330-436C-85FB-979FA12D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954B5-00D7-47A3-8CD3-26358BAC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Vehicle systems: Identification of parts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BD5E0-FB76-48A3-8E7D-70FEB71B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503E2-9A6C-4F3C-8FB0-6C54256A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F1AA4-E418-496E-A47C-0B2E67EC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72140-6436-449C-A8BB-6B047B3E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85FE3-805F-4F06-A4AE-EE61EA95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D68AB-717C-4182-978C-E53F3E6A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FA53E-8ADE-4A28-8345-B022942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9CFF5-BDDD-4719-91F0-B421463C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EC3A6-F6E6-4FD9-A7BA-7AE9D5F5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DD03A-0FE1-4594-B655-125976BA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EE83C-09F9-4B7E-BB55-EC90C907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FFDE7-EB63-46D2-A87B-D5CA340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2E6E3-7641-4D90-966C-3E9F9C8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EBEB6-3557-4731-828F-C6902BCE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08CCB-86F8-4EA1-9D09-64A71B56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8F06D-38BF-491A-8301-E7922E3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33F3B-47F5-46D2-8F92-BC55128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050BB-9E34-466B-AD77-2B478024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7B79D-54D4-4CA1-9A59-67832593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D0EB4-4617-49BE-A9BD-CEABEEB6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369D8-39E5-41BC-AB8C-D14F0B20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9738E-6157-4A59-9A9F-40327CA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06BD8-B3B8-4076-A11D-73E3AA85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E3B14-02CD-4C7B-9B60-9774522E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BC634-E246-4D11-96A2-06E858B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671ED-A5BE-49F7-A0D1-99449147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43627-9D0A-47AC-847A-EE940CDB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FBA18-AB65-4B56-AD44-CE37EE2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5E6A7-20B4-42F7-B4DE-5B4E70A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E8753C-1568-45FA-953C-6407E6D8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735995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E9714F-1BDC-4C23-A0A7-335B5746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50931-804F-45A1-8ED9-F6C4BDBF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Flying machines: Classification, basic part...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0F138-757E-4F28-BBC3-3BB257A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5D343-DE3B-4B3C-9BA1-8C517A11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CC31B-C3FF-4392-9ABB-5A647E3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9C782-24FC-4E4A-83E4-2383D107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1A46F-D31F-4DB8-8851-A0E24E54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A5EF7-02AA-4CAB-88D9-A5BF5F84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CE0A1-E05C-4BA9-BDF7-280DDB0A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7ABBB-0C42-4647-904B-BE40594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C80E7-8833-4D56-8616-81AA732F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F0CCB-F9C1-4B11-88CF-84E3A81A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CD990-B23F-403F-8FB2-4DBDB0B3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148B6-961C-4094-B0E3-E17AE77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E9B68-4931-44C1-A8FB-BCB6D5E3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80E26-5B1F-4F70-BAB3-7055298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FD25C-292E-422F-B740-0BA62B15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33F2B-EC92-4942-82FE-1DCFD1C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E8507-C379-46D5-9E35-78A340D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42041-F0E2-4D3D-9DCF-FA34E25B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926F7-B943-457C-8F2B-F40EFAEE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A76B5-C9BF-4DA3-B18C-BBFAF3B3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D99DA-1C46-44A2-AC57-6878846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0F7B7-8812-448C-BCD0-A0AFA5FC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48CB2-24A6-45D4-8D74-CB1DB06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7B8C7-3B6B-4CAE-A16A-51DDF28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4ED14-7A28-47E3-9E5E-4B7F05C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14704-7655-484B-854E-70BA11D9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96121-E9F3-4E0B-97DF-1BFD029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F71B3-1BA4-43D3-BD1E-7C2199D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B1753A-BBB8-4AA9-A303-13020CB5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EE1580-57C5-4786-AC5D-B61DBC27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5284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2026-08-24T16:02:49.3770000Z</dcterms:created>
  <dcterms:modified xsi:type="dcterms:W3CDTF">2026-08-24T16:02:49.3770000Z</dcterms:modified>
</coreProperties>
</file>