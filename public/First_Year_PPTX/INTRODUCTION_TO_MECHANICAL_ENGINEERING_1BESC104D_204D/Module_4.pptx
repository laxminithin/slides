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e2bdf16f2a4b0b" /><Relationship Type="http://schemas.openxmlformats.org/officeDocument/2006/relationships/extended-properties" Target="/docProps/app.xml" Id="Raa82368ba0f34e49" /><Relationship Type="http://schemas.openxmlformats.org/officeDocument/2006/relationships/officeDocument" Target="/ppt/presentation.xml" Id="R336adc0075a441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4c3bdf470a4085"/>
  </p:sldMasterIdLst>
  <p:notesMasterIdLst>
    <p:notesMasterId xmlns:r="http://schemas.openxmlformats.org/officeDocument/2006/relationships" r:id="R7ef12671771645ac"/>
  </p:notesMasterIdLst>
  <p:sldIdLst>
    <p:sldId xmlns:r="http://schemas.openxmlformats.org/officeDocument/2006/relationships" id="256" r:id="Rac00a8314ac14b24"/>
    <p:sldId xmlns:r="http://schemas.openxmlformats.org/officeDocument/2006/relationships" id="257" r:id="Rf678e091f8d746e2"/>
    <p:sldId xmlns:r="http://schemas.openxmlformats.org/officeDocument/2006/relationships" id="258" r:id="Rf4b5711ee3fa43e8"/>
    <p:sldId xmlns:r="http://schemas.openxmlformats.org/officeDocument/2006/relationships" id="259" r:id="R4db367f0e2604e6b"/>
    <p:sldId xmlns:r="http://schemas.openxmlformats.org/officeDocument/2006/relationships" id="260" r:id="R341787bae25e45bd"/>
    <p:sldId xmlns:r="http://schemas.openxmlformats.org/officeDocument/2006/relationships" id="261" r:id="R55dba8a893754c99"/>
    <p:sldId xmlns:r="http://schemas.openxmlformats.org/officeDocument/2006/relationships" id="262" r:id="R35642ea31dd64939"/>
    <p:sldId xmlns:r="http://schemas.openxmlformats.org/officeDocument/2006/relationships" id="263" r:id="R04b9d55f8f644d6e"/>
    <p:sldId xmlns:r="http://schemas.openxmlformats.org/officeDocument/2006/relationships" id="264" r:id="Ra531d193c9b54de3"/>
    <p:sldId xmlns:r="http://schemas.openxmlformats.org/officeDocument/2006/relationships" id="265" r:id="Rbc832f7b29a34a3e"/>
    <p:sldId xmlns:r="http://schemas.openxmlformats.org/officeDocument/2006/relationships" id="266" r:id="Rec1d65eb20194777"/>
    <p:sldId xmlns:r="http://schemas.openxmlformats.org/officeDocument/2006/relationships" id="267" r:id="R15c7b069f2b84091"/>
    <p:sldId xmlns:r="http://schemas.openxmlformats.org/officeDocument/2006/relationships" id="268" r:id="R78f06356e1ed4e31"/>
    <p:sldId xmlns:r="http://schemas.openxmlformats.org/officeDocument/2006/relationships" id="269" r:id="R1ed2770c2ee64b89"/>
    <p:sldId xmlns:r="http://schemas.openxmlformats.org/officeDocument/2006/relationships" id="270" r:id="Rbebfcb48165b4f12"/>
    <p:sldId xmlns:r="http://schemas.openxmlformats.org/officeDocument/2006/relationships" id="271" r:id="Rb63fabc7f82147f9"/>
    <p:sldId xmlns:r="http://schemas.openxmlformats.org/officeDocument/2006/relationships" id="272" r:id="Rc13381d5c5c3464b"/>
    <p:sldId xmlns:r="http://schemas.openxmlformats.org/officeDocument/2006/relationships" id="273" r:id="Ra278224989e54228"/>
    <p:sldId xmlns:r="http://schemas.openxmlformats.org/officeDocument/2006/relationships" id="274" r:id="Rba68e82fe0c8409e"/>
    <p:sldId xmlns:r="http://schemas.openxmlformats.org/officeDocument/2006/relationships" id="275" r:id="R083dcb0fc2154dd3"/>
    <p:sldId xmlns:r="http://schemas.openxmlformats.org/officeDocument/2006/relationships" id="276" r:id="R7bf06f9d143940ef"/>
    <p:sldId xmlns:r="http://schemas.openxmlformats.org/officeDocument/2006/relationships" id="277" r:id="R4f4fee7b17044c04"/>
    <p:sldId xmlns:r="http://schemas.openxmlformats.org/officeDocument/2006/relationships" id="278" r:id="Rd6865e76ac594755"/>
    <p:sldId xmlns:r="http://schemas.openxmlformats.org/officeDocument/2006/relationships" id="279" r:id="R084b3fbbf5eb47d0"/>
    <p:sldId xmlns:r="http://schemas.openxmlformats.org/officeDocument/2006/relationships" id="280" r:id="R3788827450f24416"/>
    <p:sldId xmlns:r="http://schemas.openxmlformats.org/officeDocument/2006/relationships" id="281" r:id="R57d7de42c11c4391"/>
    <p:sldId xmlns:r="http://schemas.openxmlformats.org/officeDocument/2006/relationships" id="282" r:id="R69e4825e38c04aff"/>
    <p:sldId xmlns:r="http://schemas.openxmlformats.org/officeDocument/2006/relationships" id="283" r:id="R5d7bc4b370114252"/>
    <p:sldId xmlns:r="http://schemas.openxmlformats.org/officeDocument/2006/relationships" id="284" r:id="R5c20ab42b349453f"/>
    <p:sldId xmlns:r="http://schemas.openxmlformats.org/officeDocument/2006/relationships" id="285" r:id="R0d59b365a9a446cc"/>
    <p:sldId xmlns:r="http://schemas.openxmlformats.org/officeDocument/2006/relationships" id="286" r:id="R80e4411d2948489b"/>
    <p:sldId xmlns:r="http://schemas.openxmlformats.org/officeDocument/2006/relationships" id="287" r:id="Re77a9beebd4b4e94"/>
    <p:sldId xmlns:r="http://schemas.openxmlformats.org/officeDocument/2006/relationships" id="288" r:id="Rc86da79613db4ddc"/>
    <p:sldId xmlns:r="http://schemas.openxmlformats.org/officeDocument/2006/relationships" id="289" r:id="R58615e88f5d14189"/>
    <p:sldId xmlns:r="http://schemas.openxmlformats.org/officeDocument/2006/relationships" id="290" r:id="R51fa86877e5140be"/>
    <p:sldId xmlns:r="http://schemas.openxmlformats.org/officeDocument/2006/relationships" id="291" r:id="R9f69e4ba69a34f99"/>
    <p:sldId xmlns:r="http://schemas.openxmlformats.org/officeDocument/2006/relationships" id="292" r:id="Rce8d5373916640e6"/>
    <p:sldId xmlns:r="http://schemas.openxmlformats.org/officeDocument/2006/relationships" id="293" r:id="R1e34675c4a754e65"/>
    <p:sldId xmlns:r="http://schemas.openxmlformats.org/officeDocument/2006/relationships" id="294" r:id="R6aad4d63a34d4e8b"/>
    <p:sldId xmlns:r="http://schemas.openxmlformats.org/officeDocument/2006/relationships" id="295" r:id="R2a0d5da178464966"/>
    <p:sldId xmlns:r="http://schemas.openxmlformats.org/officeDocument/2006/relationships" id="296" r:id="Rd567e5b0a9494064"/>
    <p:sldId xmlns:r="http://schemas.openxmlformats.org/officeDocument/2006/relationships" id="297" r:id="R0373aeac5ca249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f26e7fe5604ac2" /><Relationship Type="http://schemas.openxmlformats.org/officeDocument/2006/relationships/slideMaster" Target="/ppt/slideMasters/slideMaster1.xml" Id="R3f4c3bdf470a4085" /><Relationship Type="http://schemas.openxmlformats.org/officeDocument/2006/relationships/notesMaster" Target="/ppt/notesMasters/notesMaster1.xml" Id="R7ef12671771645ac" /><Relationship Type="http://schemas.openxmlformats.org/officeDocument/2006/relationships/presProps" Target="/ppt/presProps.xml" Id="R4d2ad89005514c29" /><Relationship Type="http://schemas.openxmlformats.org/officeDocument/2006/relationships/tableStyles" Target="/ppt/tableStyles.xml" Id="Rc5549c6072ce4652" /><Relationship Type="http://schemas.openxmlformats.org/officeDocument/2006/relationships/slide" Target="/ppt/slides/slide1.xml" Id="Rac00a8314ac14b24" /><Relationship Type="http://schemas.openxmlformats.org/officeDocument/2006/relationships/slide" Target="/ppt/slides/slide2.xml" Id="Rf678e091f8d746e2" /><Relationship Type="http://schemas.openxmlformats.org/officeDocument/2006/relationships/slide" Target="/ppt/slides/slide3.xml" Id="Rf4b5711ee3fa43e8" /><Relationship Type="http://schemas.openxmlformats.org/officeDocument/2006/relationships/slide" Target="/ppt/slides/slide4.xml" Id="R4db367f0e2604e6b" /><Relationship Type="http://schemas.openxmlformats.org/officeDocument/2006/relationships/slide" Target="/ppt/slides/slide5.xml" Id="R341787bae25e45bd" /><Relationship Type="http://schemas.openxmlformats.org/officeDocument/2006/relationships/slide" Target="/ppt/slides/slide6.xml" Id="R55dba8a893754c99" /><Relationship Type="http://schemas.openxmlformats.org/officeDocument/2006/relationships/slide" Target="/ppt/slides/slide7.xml" Id="R35642ea31dd64939" /><Relationship Type="http://schemas.openxmlformats.org/officeDocument/2006/relationships/slide" Target="/ppt/slides/slide8.xml" Id="R04b9d55f8f644d6e" /><Relationship Type="http://schemas.openxmlformats.org/officeDocument/2006/relationships/slide" Target="/ppt/slides/slide9.xml" Id="Ra531d193c9b54de3" /><Relationship Type="http://schemas.openxmlformats.org/officeDocument/2006/relationships/slide" Target="/ppt/slides/slide10.xml" Id="Rbc832f7b29a34a3e" /><Relationship Type="http://schemas.openxmlformats.org/officeDocument/2006/relationships/slide" Target="/ppt/slides/slide11.xml" Id="Rec1d65eb20194777" /><Relationship Type="http://schemas.openxmlformats.org/officeDocument/2006/relationships/slide" Target="/ppt/slides/slide12.xml" Id="R15c7b069f2b84091" /><Relationship Type="http://schemas.openxmlformats.org/officeDocument/2006/relationships/slide" Target="/ppt/slides/slide13.xml" Id="R78f06356e1ed4e31" /><Relationship Type="http://schemas.openxmlformats.org/officeDocument/2006/relationships/slide" Target="/ppt/slides/slide14.xml" Id="R1ed2770c2ee64b89" /><Relationship Type="http://schemas.openxmlformats.org/officeDocument/2006/relationships/slide" Target="/ppt/slides/slide15.xml" Id="Rbebfcb48165b4f12" /><Relationship Type="http://schemas.openxmlformats.org/officeDocument/2006/relationships/slide" Target="/ppt/slides/slide16.xml" Id="Rb63fabc7f82147f9" /><Relationship Type="http://schemas.openxmlformats.org/officeDocument/2006/relationships/slide" Target="/ppt/slides/slide17.xml" Id="Rc13381d5c5c3464b" /><Relationship Type="http://schemas.openxmlformats.org/officeDocument/2006/relationships/slide" Target="/ppt/slides/slide18.xml" Id="Ra278224989e54228" /><Relationship Type="http://schemas.openxmlformats.org/officeDocument/2006/relationships/slide" Target="/ppt/slides/slide19.xml" Id="Rba68e82fe0c8409e" /><Relationship Type="http://schemas.openxmlformats.org/officeDocument/2006/relationships/slide" Target="/ppt/slides/slide20.xml" Id="R083dcb0fc2154dd3" /><Relationship Type="http://schemas.openxmlformats.org/officeDocument/2006/relationships/slide" Target="/ppt/slides/slide21.xml" Id="R7bf06f9d143940ef" /><Relationship Type="http://schemas.openxmlformats.org/officeDocument/2006/relationships/slide" Target="/ppt/slides/slide22.xml" Id="R4f4fee7b17044c04" /><Relationship Type="http://schemas.openxmlformats.org/officeDocument/2006/relationships/slide" Target="/ppt/slides/slide23.xml" Id="Rd6865e76ac594755" /><Relationship Type="http://schemas.openxmlformats.org/officeDocument/2006/relationships/slide" Target="/ppt/slides/slide24.xml" Id="R084b3fbbf5eb47d0" /><Relationship Type="http://schemas.openxmlformats.org/officeDocument/2006/relationships/slide" Target="/ppt/slides/slide25.xml" Id="R3788827450f24416" /><Relationship Type="http://schemas.openxmlformats.org/officeDocument/2006/relationships/slide" Target="/ppt/slides/slide26.xml" Id="R57d7de42c11c4391" /><Relationship Type="http://schemas.openxmlformats.org/officeDocument/2006/relationships/slide" Target="/ppt/slides/slide27.xml" Id="R69e4825e38c04aff" /><Relationship Type="http://schemas.openxmlformats.org/officeDocument/2006/relationships/slide" Target="/ppt/slides/slide28.xml" Id="R5d7bc4b370114252" /><Relationship Type="http://schemas.openxmlformats.org/officeDocument/2006/relationships/slide" Target="/ppt/slides/slide29.xml" Id="R5c20ab42b349453f" /><Relationship Type="http://schemas.openxmlformats.org/officeDocument/2006/relationships/slide" Target="/ppt/slides/slide30.xml" Id="R0d59b365a9a446cc" /><Relationship Type="http://schemas.openxmlformats.org/officeDocument/2006/relationships/slide" Target="/ppt/slides/slide31.xml" Id="R80e4411d2948489b" /><Relationship Type="http://schemas.openxmlformats.org/officeDocument/2006/relationships/slide" Target="/ppt/slides/slide32.xml" Id="Re77a9beebd4b4e94" /><Relationship Type="http://schemas.openxmlformats.org/officeDocument/2006/relationships/slide" Target="/ppt/slides/slide33.xml" Id="Rc86da79613db4ddc" /><Relationship Type="http://schemas.openxmlformats.org/officeDocument/2006/relationships/slide" Target="/ppt/slides/slide34.xml" Id="R58615e88f5d14189" /><Relationship Type="http://schemas.openxmlformats.org/officeDocument/2006/relationships/slide" Target="/ppt/slides/slide35.xml" Id="R51fa86877e5140be" /><Relationship Type="http://schemas.openxmlformats.org/officeDocument/2006/relationships/slide" Target="/ppt/slides/slide36.xml" Id="R9f69e4ba69a34f99" /><Relationship Type="http://schemas.openxmlformats.org/officeDocument/2006/relationships/slide" Target="/ppt/slides/slide37.xml" Id="Rce8d5373916640e6" /><Relationship Type="http://schemas.openxmlformats.org/officeDocument/2006/relationships/slide" Target="/ppt/slides/slide38.xml" Id="R1e34675c4a754e65" /><Relationship Type="http://schemas.openxmlformats.org/officeDocument/2006/relationships/slide" Target="/ppt/slides/slide39.xml" Id="R6aad4d63a34d4e8b" /><Relationship Type="http://schemas.openxmlformats.org/officeDocument/2006/relationships/slide" Target="/ppt/slides/slide40.xml" Id="R2a0d5da178464966" /><Relationship Type="http://schemas.openxmlformats.org/officeDocument/2006/relationships/slide" Target="/ppt/slides/slide41.xml" Id="Rd567e5b0a9494064" /><Relationship Type="http://schemas.openxmlformats.org/officeDocument/2006/relationships/slide" Target="/ppt/slides/slide42.xml" Id="R0373aeac5ca249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0d1f682aaf4b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4a6e7c64264219" /><Relationship Type="http://schemas.openxmlformats.org/officeDocument/2006/relationships/notesMaster" Target="/ppt/notesMasters/notesMaster1.xml" Id="Rd3343430e92d4b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f0d8c46aee45de" /><Relationship Type="http://schemas.openxmlformats.org/officeDocument/2006/relationships/notesMaster" Target="/ppt/notesMasters/notesMaster1.xml" Id="R50537c0e83274e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07fb46042442da" /><Relationship Type="http://schemas.openxmlformats.org/officeDocument/2006/relationships/notesMaster" Target="/ppt/notesMasters/notesMaster1.xml" Id="Rf2af9b2ccff24f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1bb8b2f3054320" /><Relationship Type="http://schemas.openxmlformats.org/officeDocument/2006/relationships/notesMaster" Target="/ppt/notesMasters/notesMaster1.xml" Id="R714117c00b8f40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459d2f35954ae2" /><Relationship Type="http://schemas.openxmlformats.org/officeDocument/2006/relationships/notesMaster" Target="/ppt/notesMasters/notesMaster1.xml" Id="Rfd2eb4e59b7c46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1a0b8612064300" /><Relationship Type="http://schemas.openxmlformats.org/officeDocument/2006/relationships/notesMaster" Target="/ppt/notesMasters/notesMaster1.xml" Id="R20e4e0eefc4243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064cf64a134d75" /><Relationship Type="http://schemas.openxmlformats.org/officeDocument/2006/relationships/notesMaster" Target="/ppt/notesMasters/notesMaster1.xml" Id="R53983cef0f2243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8a49bae5b843d3" /><Relationship Type="http://schemas.openxmlformats.org/officeDocument/2006/relationships/notesMaster" Target="/ppt/notesMasters/notesMaster1.xml" Id="R95289f5336a042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e9f9a053be46ca" /><Relationship Type="http://schemas.openxmlformats.org/officeDocument/2006/relationships/notesMaster" Target="/ppt/notesMasters/notesMaster1.xml" Id="R1d96930b08be46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dd3ca6f6f345e2" /><Relationship Type="http://schemas.openxmlformats.org/officeDocument/2006/relationships/notesMaster" Target="/ppt/notesMasters/notesMaster1.xml" Id="R1aef227168754c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997cec6a314392" /><Relationship Type="http://schemas.openxmlformats.org/officeDocument/2006/relationships/notesMaster" Target="/ppt/notesMasters/notesMaster1.xml" Id="Rcd7a59eefae5413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35eaa0a52864887" /><Relationship Type="http://schemas.openxmlformats.org/officeDocument/2006/relationships/notesMaster" Target="/ppt/notesMasters/notesMaster1.xml" Id="R547cad2d54104e4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bdcd743b6584e9a" /><Relationship Type="http://schemas.openxmlformats.org/officeDocument/2006/relationships/notesMaster" Target="/ppt/notesMasters/notesMaster1.xml" Id="Ra80f80a996134e9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6c9a1dc0a824e69" /><Relationship Type="http://schemas.openxmlformats.org/officeDocument/2006/relationships/notesMaster" Target="/ppt/notesMasters/notesMaster1.xml" Id="R31c988eca03644d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8c843f95c5d434d" /><Relationship Type="http://schemas.openxmlformats.org/officeDocument/2006/relationships/notesMaster" Target="/ppt/notesMasters/notesMaster1.xml" Id="Rc50f8cf4bf084df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66538a70dd14e06" /><Relationship Type="http://schemas.openxmlformats.org/officeDocument/2006/relationships/notesMaster" Target="/ppt/notesMasters/notesMaster1.xml" Id="Rbe42bbe14dd5414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40e9e2990074ed6" /><Relationship Type="http://schemas.openxmlformats.org/officeDocument/2006/relationships/notesMaster" Target="/ppt/notesMasters/notesMaster1.xml" Id="Re7633b00e39e4c1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3b20c0c5d4c482d" /><Relationship Type="http://schemas.openxmlformats.org/officeDocument/2006/relationships/notesMaster" Target="/ppt/notesMasters/notesMaster1.xml" Id="R7f2afaaefc4b4c9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f2d684a52b54098" /><Relationship Type="http://schemas.openxmlformats.org/officeDocument/2006/relationships/notesMaster" Target="/ppt/notesMasters/notesMaster1.xml" Id="Rbbdccd0aba6d463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2a56f7b2f444f1e" /><Relationship Type="http://schemas.openxmlformats.org/officeDocument/2006/relationships/notesMaster" Target="/ppt/notesMasters/notesMaster1.xml" Id="R6ff4300d1d3648f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dddc52569684471" /><Relationship Type="http://schemas.openxmlformats.org/officeDocument/2006/relationships/notesMaster" Target="/ppt/notesMasters/notesMaster1.xml" Id="Rf778a2b570dd486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5a2874217244692" /><Relationship Type="http://schemas.openxmlformats.org/officeDocument/2006/relationships/notesMaster" Target="/ppt/notesMasters/notesMaster1.xml" Id="R0c86f109560d4bf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f3fb639386a44fe" /><Relationship Type="http://schemas.openxmlformats.org/officeDocument/2006/relationships/notesMaster" Target="/ppt/notesMasters/notesMaster1.xml" Id="R0ebfdfa1767f448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369f3ce4d31421c" /><Relationship Type="http://schemas.openxmlformats.org/officeDocument/2006/relationships/notesMaster" Target="/ppt/notesMasters/notesMaster1.xml" Id="R83a888a795024bc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a11cd71351d4190" /><Relationship Type="http://schemas.openxmlformats.org/officeDocument/2006/relationships/notesMaster" Target="/ppt/notesMasters/notesMaster1.xml" Id="R490f9ca2840d4b9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5babb7f313545f6" /><Relationship Type="http://schemas.openxmlformats.org/officeDocument/2006/relationships/notesMaster" Target="/ppt/notesMasters/notesMaster1.xml" Id="R0ccf7f25a9c7412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f4a8e92e4b64db3" /><Relationship Type="http://schemas.openxmlformats.org/officeDocument/2006/relationships/notesMaster" Target="/ppt/notesMasters/notesMaster1.xml" Id="Rccab79ea58bc46f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aab3f4d4d1d4bbe" /><Relationship Type="http://schemas.openxmlformats.org/officeDocument/2006/relationships/notesMaster" Target="/ppt/notesMasters/notesMaster1.xml" Id="R02a47c2b897341f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9e6c74377e541a5" /><Relationship Type="http://schemas.openxmlformats.org/officeDocument/2006/relationships/notesMaster" Target="/ppt/notesMasters/notesMaster1.xml" Id="Rb1df98add24240d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e8006425b454039" /><Relationship Type="http://schemas.openxmlformats.org/officeDocument/2006/relationships/notesMaster" Target="/ppt/notesMasters/notesMaster1.xml" Id="R13a679ae85f2481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1a0dd025e8f4400" /><Relationship Type="http://schemas.openxmlformats.org/officeDocument/2006/relationships/notesMaster" Target="/ppt/notesMasters/notesMaster1.xml" Id="R17e3f31edba24d8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e0f38930aa945bf" /><Relationship Type="http://schemas.openxmlformats.org/officeDocument/2006/relationships/notesMaster" Target="/ppt/notesMasters/notesMaster1.xml" Id="Radc97280ef8a495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2eb41cfd61a4016" /><Relationship Type="http://schemas.openxmlformats.org/officeDocument/2006/relationships/notesMaster" Target="/ppt/notesMasters/notesMaster1.xml" Id="R72e2fa9a8ee447a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5c38ffb7cd44450" /><Relationship Type="http://schemas.openxmlformats.org/officeDocument/2006/relationships/notesMaster" Target="/ppt/notesMasters/notesMaster1.xml" Id="R8f019b89e9f24e5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a4da71aac3d4b65" /><Relationship Type="http://schemas.openxmlformats.org/officeDocument/2006/relationships/notesMaster" Target="/ppt/notesMasters/notesMaster1.xml" Id="R56e0fb765edd42a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6b58611e31b48a6" /><Relationship Type="http://schemas.openxmlformats.org/officeDocument/2006/relationships/notesMaster" Target="/ppt/notesMasters/notesMaster1.xml" Id="R39014ad773e34f3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239e702500140d8" /><Relationship Type="http://schemas.openxmlformats.org/officeDocument/2006/relationships/notesMaster" Target="/ppt/notesMasters/notesMaster1.xml" Id="Rf4ad6ba9e0e04e3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14e98012c504d06" /><Relationship Type="http://schemas.openxmlformats.org/officeDocument/2006/relationships/notesMaster" Target="/ppt/notesMasters/notesMaster1.xml" Id="R506259e8f3b54a8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87064183aea4057" /><Relationship Type="http://schemas.openxmlformats.org/officeDocument/2006/relationships/notesMaster" Target="/ppt/notesMasters/notesMaster1.xml" Id="Rcdbec41423144d5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35ca095ca544a23" /><Relationship Type="http://schemas.openxmlformats.org/officeDocument/2006/relationships/notesMaster" Target="/ppt/notesMasters/notesMaster1.xml" Id="Rf090389dc551411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e7c7a87da494523" /><Relationship Type="http://schemas.openxmlformats.org/officeDocument/2006/relationships/notesMaster" Target="/ppt/notesMasters/notesMaster1.xml" Id="R107fb3bbaf2e4de6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fae480fc96bf4e9f" /><Relationship Type="http://schemas.openxmlformats.org/officeDocument/2006/relationships/notesMaster" Target="/ppt/notesMasters/notesMaster1.xml" Id="Rd13787c052e341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f4158d596443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79f50070204d5a" /><Relationship Type="http://schemas.openxmlformats.org/officeDocument/2006/relationships/slideLayout" Target="/ppt/slideLayouts/slideLayout1.xml" Id="R42768416ff964f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768416ff964f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9990584b34b92" /><Relationship Type="http://schemas.openxmlformats.org/officeDocument/2006/relationships/notesSlide" Target="/ppt/notesSlides/notesSlide1.xml" Id="R9e340121d57945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45ca8081241cc" /><Relationship Type="http://schemas.openxmlformats.org/officeDocument/2006/relationships/notesSlide" Target="/ppt/notesSlides/notesSlide2.xml" Id="Re3520be35e9546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be01796804064" /><Relationship Type="http://schemas.openxmlformats.org/officeDocument/2006/relationships/notesSlide" Target="/ppt/notesSlides/notesSlide3.xml" Id="R3be2b075d2284e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ae578ea4d4fd5" /><Relationship Type="http://schemas.openxmlformats.org/officeDocument/2006/relationships/notesSlide" Target="/ppt/notesSlides/notesSlide4.xml" Id="Raca57491580043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4e5e1c53e47b6" /><Relationship Type="http://schemas.openxmlformats.org/officeDocument/2006/relationships/notesSlide" Target="/ppt/notesSlides/notesSlide5.xml" Id="R935593ddfaf048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d62c096aa4106" /><Relationship Type="http://schemas.openxmlformats.org/officeDocument/2006/relationships/notesSlide" Target="/ppt/notesSlides/notesSlide6.xml" Id="R67e20af4822a47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621736311145a5" /><Relationship Type="http://schemas.openxmlformats.org/officeDocument/2006/relationships/notesSlide" Target="/ppt/notesSlides/notesSlide7.xml" Id="Ra5bb55bbf40244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8f46b0e9f4d43" /><Relationship Type="http://schemas.openxmlformats.org/officeDocument/2006/relationships/notesSlide" Target="/ppt/notesSlides/notesSlide8.xml" Id="Rba2202a0539248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a8844361945c7" /><Relationship Type="http://schemas.openxmlformats.org/officeDocument/2006/relationships/notesSlide" Target="/ppt/notesSlides/notesSlide9.xml" Id="R691fd738c15644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9184dd46147d8" /><Relationship Type="http://schemas.openxmlformats.org/officeDocument/2006/relationships/notesSlide" Target="/ppt/notesSlides/notesSlide10.xml" Id="R366ab303e27c45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93f2bb76b485b" /><Relationship Type="http://schemas.openxmlformats.org/officeDocument/2006/relationships/notesSlide" Target="/ppt/notesSlides/notesSlide11.xml" Id="R804154ad2a7c46f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917ea90074245" /><Relationship Type="http://schemas.openxmlformats.org/officeDocument/2006/relationships/notesSlide" Target="/ppt/notesSlides/notesSlide12.xml" Id="Re077e526a9de48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3c219555f4f9f" /><Relationship Type="http://schemas.openxmlformats.org/officeDocument/2006/relationships/notesSlide" Target="/ppt/notesSlides/notesSlide13.xml" Id="R37d4117892974ba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5da8287a8474c" /><Relationship Type="http://schemas.openxmlformats.org/officeDocument/2006/relationships/notesSlide" Target="/ppt/notesSlides/notesSlide14.xml" Id="Rab3354884d6c4d2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45c85932d48a5" /><Relationship Type="http://schemas.openxmlformats.org/officeDocument/2006/relationships/notesSlide" Target="/ppt/notesSlides/notesSlide15.xml" Id="R21213c53b7d74a4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ef2207dfb4edd" /><Relationship Type="http://schemas.openxmlformats.org/officeDocument/2006/relationships/notesSlide" Target="/ppt/notesSlides/notesSlide16.xml" Id="R822382461480456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7c769032c42fc" /><Relationship Type="http://schemas.openxmlformats.org/officeDocument/2006/relationships/notesSlide" Target="/ppt/notesSlides/notesSlide17.xml" Id="Rfe2a75b9360e4df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98b3c9ae04ce9" /><Relationship Type="http://schemas.openxmlformats.org/officeDocument/2006/relationships/notesSlide" Target="/ppt/notesSlides/notesSlide18.xml" Id="R763276773af9426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09c48443245ae" /><Relationship Type="http://schemas.openxmlformats.org/officeDocument/2006/relationships/notesSlide" Target="/ppt/notesSlides/notesSlide19.xml" Id="Rb2930324cfc448c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42fba84694f3b" /><Relationship Type="http://schemas.openxmlformats.org/officeDocument/2006/relationships/notesSlide" Target="/ppt/notesSlides/notesSlide20.xml" Id="Ra912c97a64a5493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1ec8d7cc14cae" /><Relationship Type="http://schemas.openxmlformats.org/officeDocument/2006/relationships/notesSlide" Target="/ppt/notesSlides/notesSlide21.xml" Id="Rda8df8966f544f2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7b2859c7541f8" /><Relationship Type="http://schemas.openxmlformats.org/officeDocument/2006/relationships/notesSlide" Target="/ppt/notesSlides/notesSlide22.xml" Id="Ra147d83c1d514ba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301b706d443b9" /><Relationship Type="http://schemas.openxmlformats.org/officeDocument/2006/relationships/notesSlide" Target="/ppt/notesSlides/notesSlide23.xml" Id="R68642cec941d456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2f0b18ad04e08" /><Relationship Type="http://schemas.openxmlformats.org/officeDocument/2006/relationships/notesSlide" Target="/ppt/notesSlides/notesSlide24.xml" Id="R8d28ce867faf46e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83fbdf667404b" /><Relationship Type="http://schemas.openxmlformats.org/officeDocument/2006/relationships/notesSlide" Target="/ppt/notesSlides/notesSlide25.xml" Id="Rab67602a3cff4da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285a0e96e432d" /><Relationship Type="http://schemas.openxmlformats.org/officeDocument/2006/relationships/notesSlide" Target="/ppt/notesSlides/notesSlide26.xml" Id="R732c587de1d9428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cd7f685434263" /><Relationship Type="http://schemas.openxmlformats.org/officeDocument/2006/relationships/notesSlide" Target="/ppt/notesSlides/notesSlide27.xml" Id="R80360f1815cc4b1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64d2af8d34340" /><Relationship Type="http://schemas.openxmlformats.org/officeDocument/2006/relationships/notesSlide" Target="/ppt/notesSlides/notesSlide28.xml" Id="Rea555ad6f09b408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73be7194c4e50" /><Relationship Type="http://schemas.openxmlformats.org/officeDocument/2006/relationships/notesSlide" Target="/ppt/notesSlides/notesSlide29.xml" Id="R1b5b334b31ed4eb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c11c605444d42" /><Relationship Type="http://schemas.openxmlformats.org/officeDocument/2006/relationships/notesSlide" Target="/ppt/notesSlides/notesSlide30.xml" Id="R03552a78b38d4fd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33a16394414769" /><Relationship Type="http://schemas.openxmlformats.org/officeDocument/2006/relationships/notesSlide" Target="/ppt/notesSlides/notesSlide31.xml" Id="R9d53389f43aa42c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a1de93bee4c6f" /><Relationship Type="http://schemas.openxmlformats.org/officeDocument/2006/relationships/notesSlide" Target="/ppt/notesSlides/notesSlide32.xml" Id="R853182e5d0c0438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1424694f241b2" /><Relationship Type="http://schemas.openxmlformats.org/officeDocument/2006/relationships/notesSlide" Target="/ppt/notesSlides/notesSlide33.xml" Id="Rbab2117a86ad4a3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2f7f858d0465b" /><Relationship Type="http://schemas.openxmlformats.org/officeDocument/2006/relationships/notesSlide" Target="/ppt/notesSlides/notesSlide34.xml" Id="R6c78eb1f7a10486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da3f29b0541b6" /><Relationship Type="http://schemas.openxmlformats.org/officeDocument/2006/relationships/notesSlide" Target="/ppt/notesSlides/notesSlide35.xml" Id="R014dcd2e6cde4b1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10058c3d24d40" /><Relationship Type="http://schemas.openxmlformats.org/officeDocument/2006/relationships/notesSlide" Target="/ppt/notesSlides/notesSlide36.xml" Id="Rb3b7afdee3f0460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e0d004ae34b88" /><Relationship Type="http://schemas.openxmlformats.org/officeDocument/2006/relationships/notesSlide" Target="/ppt/notesSlides/notesSlide37.xml" Id="Re5a4e4cbfaa5449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4125c7ff3409a" /><Relationship Type="http://schemas.openxmlformats.org/officeDocument/2006/relationships/notesSlide" Target="/ppt/notesSlides/notesSlide38.xml" Id="Rd61a7e16eb754ef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c01df05374539" /><Relationship Type="http://schemas.openxmlformats.org/officeDocument/2006/relationships/notesSlide" Target="/ppt/notesSlides/notesSlide39.xml" Id="R418053d734b6496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e6f6343f04885" /><Relationship Type="http://schemas.openxmlformats.org/officeDocument/2006/relationships/notesSlide" Target="/ppt/notesSlides/notesSlide40.xml" Id="R270c12880ecb468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e3b62898b14223" /><Relationship Type="http://schemas.openxmlformats.org/officeDocument/2006/relationships/notesSlide" Target="/ppt/notesSlides/notesSlide41.xml" Id="Ra2fbb67a98804ab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aca5abcfd4bf0" /><Relationship Type="http://schemas.openxmlformats.org/officeDocument/2006/relationships/notesSlide" Target="/ppt/notesSlides/notesSlide42.xml" Id="R542f12bbc4de45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57CD1C-42BB-43AC-9682-3E43B0DD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3FF809-505A-4F6C-A6D9-2D959531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Manufacturing overview, classification of manufacturing processes, process selection criterion. Principles of Welding, 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AC07E-C845-428C-8C64-88E542AA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INTRODUCTION TO MECHANICAL ENGINEERING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1BESC104D/204D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D8BBC-BEED-44BD-9D1D-701F574F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84E756-89E3-4F50-ACC1-9ABFB201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9685E-FE02-4C57-BD5E-B9BA96EB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B5FE0-FA83-4F20-930F-A90B154E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A7639-0BF6-4C2E-BE0A-CEDE053B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5AB67-02B5-4D4A-A772-B31988CC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89AF2-00A0-49C7-A51A-B6A9F39B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C3B03-D801-4C62-A029-1134A0A3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1D0234-C794-41EB-803A-F6847BD3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EED814-028B-420E-8EC4-458327A8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347532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A28F3D-7452-40AA-AE8D-92F39D48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2EAAD-02D7-4005-981E-3CA06574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8D12F-37AF-4831-885C-B9A09946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354CDA-E96E-4261-BBA6-7DC66090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192F4-1543-4F5B-A171-B257745C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55A23-0655-4EEB-8878-BEEFCA29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9A47C7-A3B5-4E64-A6A1-C62A9A6A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1B195-F6B4-4F41-BB85-510F2380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60CE6D-8750-4ABF-AABA-421456DF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BF8726-E040-444A-A366-166A4E6E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93A5E4-6B2E-427E-84FF-B11C641A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A204F6-1694-4CA8-8C02-92626109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5F8544-87BD-49B4-99E7-35C51BD6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B6015F-4DE0-46BA-B4ED-D01138AF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232224-F22E-45A0-BE5D-28F03F61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697719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239280-A949-4CDB-98D8-6E6A0509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D1673-00E2-49EB-81EE-B018919C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F622A-C79A-439B-B5D3-36AA2F62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E2133-679C-45AE-A2C0-CD5FE6EF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775659-93BC-49E3-BADB-5041F428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164D8C-A92B-4FA9-BED0-78603FE1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92DD56-EBB8-4CFB-B992-BCE3A19A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F6929-DAD4-45EF-8A1C-B758E349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43FCC-B80F-48D3-AA28-2993D71A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Manufacturing overview, classification of manufacturing p...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1CF66F-CCAC-4764-A469-3BCA787C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DB91FA-CA7F-4CC8-ACF5-7ECB9BA6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8A10B6-994F-4720-8900-FFBACA60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Principles of Welding, soldering, brazing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C641C6-3641-42C7-BC0C-88177338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A0EC08-42A6-483D-950D-BA7098AA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754C41-6621-47D4-9410-AD07C69D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Introduction to machine tools - lathe, drilling and milli...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A093C3-86A0-4AA2-B7EE-3334B357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B7D60F-162E-4C9E-9445-A0F7A2A1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2D6CBA-4E05-495C-9401-5C5E33FF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Lathe operations: Turning, facing, knurling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B0F45F-8A7F-42B5-B3B2-B3FC984C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9164AC-AF9F-4F95-93C3-80FBFFD0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D4C025-A1BA-4EF1-BD08-84D39CAB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Drilling machine operations: Drilling, reaming, tapping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FB778B-A853-4199-8FEC-DCEE9F7E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A16161-B748-400F-9A68-1B1A968B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31C82E-167D-4B58-B793-6F5F0DAF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Milling machine operations: End milling, face milling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20C656-0E57-4A2D-8A1B-FA8871F1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0265CD-E535-4D45-9417-39BB85F4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3E32A1-B19F-4D34-ABCE-CBE78C6E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Introduction to CNC, components, advantages and applicati...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3F5FC0-8038-4310-958F-58EA93A6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7D45ED-E2A1-4224-B5F0-B248307F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9E6114-060F-4E8A-9CA4-4C9E77E7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Basic principles of 3D printing.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02C5A4-5454-4634-BC59-736FCB6E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847FB4-6224-41B4-8BED-685E568C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887101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F4E2C1-CF4C-4AF4-81D4-AF9B642C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F640C-5830-4E39-9208-6061F847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32BA6-F127-465D-857A-22A8A5F6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16D14-9641-4327-B77C-CEC1F3C4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F0849-4939-469C-B650-233A3F44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BF7BA-87CF-47EF-935B-B1D9C018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0D01C3-512B-43F3-87EE-467E279F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18BC0-049D-41A4-B5F3-B39835E2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Manufacturing overview, classification of manufacturing p...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4D0D3C-1566-4FE5-ABBE-7E721687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08D4B7-4ACE-4BD4-9651-B1F3CCDA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F6C08B-CAEB-48BA-983D-DE5BE0F9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Principles of Welding, soldering, brazing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ADAF1-C274-4691-97EA-1BEF942F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B74101-4565-4048-B2D6-6509EE24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0E903F-0D48-4B62-9726-8D4939AA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Introduction to machine tools - lathe, drilling and milli...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7BD435-DDDF-4D04-8184-A0B1EEE5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7AC06F-83CC-4299-A9E1-1218E7DA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968A63-ADB5-409D-BDD1-52E5F875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Lathe operations: Turning, facing, knurling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EDB623-6295-4341-AE95-CC21DD63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86F861-6723-42A8-B49F-BA1FABB3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A1AA8C-397A-4006-B7BB-CC49BF64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Drilling machine operations: Drilling, reaming, tapping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093A6E-0FB5-42C7-B809-3C5838A8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7B01EE-51D4-4354-8CA0-9FEC9349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9B399B-C1EB-430F-BC75-A3D71090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Milling machine operations: End milling, face milling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EEADDD-8869-485D-9F57-878B4A86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95DBE3-9DF3-479E-828F-FA09E10E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53F5E8-2367-46D4-B20F-2C7D1D0B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Introduction to CNC, components, advantages and applicati...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94DF77-1C60-4801-BBB3-783EB803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FECDD5-2152-463E-8C16-7A682E01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A9E5AA-2BF1-469E-B2AB-5EDDA72F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92998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1EA745-EBAC-4FFD-A19E-F5FAD13D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8C541-2C64-454C-923F-1C76938B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ED9CE-76AD-443B-BA5F-96128A1B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18D3E-2393-443B-A697-F9C6B79F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78470-6E6D-40ED-9335-43BBB4AC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Manufacturing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35D7C1-D048-42C1-9F29-910AE2F3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overview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FA70F-4706-40EE-8DDB-453E3E44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classification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BE925B-237D-412B-B8CE-0B7DFCF6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processes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546F2-1A41-4846-A12B-12F47420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selection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8D224A-835F-4D16-885D-6C6AAD45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criterion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B9D521-B836-4A7E-B40D-E0445E93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Principles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DBB09D-04D9-40CB-A4C6-714695EC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Welding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F83ECB-8775-45BA-BFCA-D02F64CE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soldering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630472-C4BC-4F28-BF9F-8F5CA813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brazing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1DE8D9-426F-48AD-9B72-DC8D5352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F494D6-6CA6-4C0D-BC90-EBB39F21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563041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A1DA2F-96B4-4EE5-BF22-F87D557B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E2A98-DF1B-497B-8B82-9E915327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5D6063-AA4B-43F9-AE54-88BF9F39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D97F9-575C-4F24-B86F-EAA00064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1596C-84F5-4957-85DB-7DEE3767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Manufacturing overview, classification of manufacturing processes, process selection criterion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212C86-7D40-4A5F-B903-1460E8EA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Manufacturing overview, classification of...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196F4-2E0E-4AF9-AACD-434E5B57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6D91A3-0EB6-4280-91FB-A8DE6837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2A1F8E-EFD4-49B2-90D6-09EF890D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0E2558-674E-4893-A28B-F81995BC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0816EB-9162-4645-BAA9-CB6C2EB9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DFDAD-434A-42DC-A675-133F2113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3F5E2-A979-4502-8D3A-750678D8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8576BB-417C-441B-88D8-D1C28014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3C02E4-B114-4F64-B76D-98CD735C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C3496F-0B8F-44EF-BD07-2BF53F04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189273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773B04-55F6-406C-BF1A-A67E8813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DC914C-56AD-4FB5-AE64-88B9BB67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9CC67-01C7-4C21-9193-ADFAD733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B2A48A-08A0-487A-8EFE-5756C729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92545B-D603-44C5-9F54-4953D6F0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511CA-42A4-4C83-BDE0-2E55D3C8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47F50C-77BC-4174-AFFE-6A205868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4C7876-415A-4CB3-AA33-2E125EED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AEAD0D-CAD8-49E6-A2E0-CD807455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Manufacturing over...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87E3F-152F-42D8-8C2B-CE8211F8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F2A99-DD16-404D-A12E-7A8C2B8E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18D65E-F014-4038-A637-A40C378E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Manufacturi...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436F17-68A0-45B6-8125-5615E55C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5F02E6-349B-43FC-A3C5-A11A6208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D86E71-7555-4F23-ADD6-EA6887C3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Manufact...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E8AB81-D668-4F63-92D2-89DF1085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19DFF9-E8D4-4C0D-B7B4-694221BC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C98AF4-E1CD-4B3C-A515-8F2A2AD3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Manufacturing ov...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96CF2C-CF4E-4500-BC2F-15D75AD4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342B93-4E63-49A0-BE35-BB472521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3745C4-B2E1-45A1-8BBF-77F2B6CD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Manufacturing...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F076DE-4201-45E3-B9E4-E54605D9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68A4AE-9EA3-4D30-8D24-AA9E520B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526736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63581-9139-45B4-A584-665843CD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D22DBF-8E05-42E5-9D53-CF1F526B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82BCF8-AA97-4003-AFAE-CACB4A9F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E23067-B42F-4E59-BC8C-5E19E57F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D9E70D-0F14-4A11-AB58-F3DFB89F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6F78B-B691-4749-A059-8EA65D27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F3FCD7-B06F-4856-8155-6D1E7B16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58874A-5598-488F-BC0C-01B4FBFD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2ACAC-6C6D-42CD-BB86-F2C47FB0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C4CB77-684D-4866-A5BA-98DB2E69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D64D8-A546-4612-8E66-75D88A1A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F36178-26AB-42BB-80F3-78C0AD5B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0034C2-4E6D-4214-8288-73878602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6AFF82-E52C-44D0-BF45-CA9216AE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7FAA30-592E-4186-AA1B-A5FFC61E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448304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1B2C6-F700-4B4D-B149-4F13ECEB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11FE3-2F7A-4ED6-A563-38899F73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B81C3-09E3-449C-AE0B-F1207201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6E123-72F7-4C19-8F43-4D38644E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D7AAF-FF02-4495-8334-3573E178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0BA35-39A2-4D55-B417-657FF66B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Manufacturing overview, classification of manufacturing p...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98D7B2-FC9A-45A8-99A2-C2AD9E51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4DDB5-EDBE-4FFF-97A9-91AB28C2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39647A-0167-4E2D-B6CB-7EE36A11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1A62D-1075-4FE4-BFB7-99EC4ED9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32A85A-A2E9-4B1C-8D19-2F18A382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284708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761402-846B-4756-80C3-48FB731B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6ECD1-145F-4712-8525-30C1533E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534B0-1009-4CE7-8E2F-EC4040A5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B3766-4017-4727-9F3A-B0B003FB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6D88B-3D57-45AD-9DEB-B94E5AA3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Principles of Welding, soldering, brazing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24296-ACFA-4113-A08D-F2634041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Principles of Welding, soldering, brazing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24A52C-9AF4-480A-8AAA-80E8D9B6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030F48-DAA9-4142-A507-0C9A81FA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AA1E2-24F1-4B6C-ADF1-0C8EF2EE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C732BE-2E91-431E-8A28-FAF05319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8EA73C-9FC3-4FAF-AB01-347B43FE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F4E8A2-059C-4D55-9597-2A772630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1C8657-3E4C-4E1C-8663-92255CA0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2C9C6A-1FDE-46B0-B1F6-F075E3D5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D4CED7-0BDC-49A6-80CB-7644F364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EF82E6-4518-473E-8914-03247807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064452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B1EB13-5201-4D02-B0D0-94D421F7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19F48-769C-4DB6-BD00-DD85097A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A4573-01E3-43D8-98DC-3FE89CBE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00F91-8A6A-433C-BB13-4C2CC6B6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BA7888-F813-4407-A902-3C305805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61596E-6BDB-4B77-A327-46C74D26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25C5E-40EE-4D2B-B5A0-F1217AAF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855F0-1EB4-4A25-8BE8-C833866E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72077-BD28-46A0-9DB5-CB2C101A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Principles of Weld...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641753-B42F-4666-A115-AAFADBFC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0E5C94-32B2-4262-9F23-8A4F7440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B6862A-8D78-45D6-BC14-1417A51A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Principles...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486A09-F08C-4869-A47F-B97FD571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5E0383-5A00-41CF-82E7-B8924D41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17024E-DB3A-4035-B65B-C0ED5BED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Principl...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CF4AC1-2C52-4414-8015-08F29F90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2B3E16-FA12-435E-841E-6667804B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E4E6AE-BF4D-4EF7-9B68-6C9914D6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Principles of We...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F5F129-2584-4BB1-AA45-FCBEF933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0BE2A8-96C9-4C33-BEE2-D3E55219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3BAEA1-723C-4D4E-A07A-1AFFB95E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Principles of...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EA5DAA-92C8-4B0D-B40E-E0217AE0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1936AD-F914-4E10-BE88-7F777F6B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650430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395796-AB88-4CA8-82A5-5523F1C7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DA2BA-E049-4C4F-A037-872079A6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AF489-9EF4-4AF2-AC78-3F7573F0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3F8D2D-FF4D-4EBC-AF35-861BFAAA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C990C-9219-432D-9C3C-87D46FB7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A5608-950E-4892-8D4D-7E5C4055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7A9437-BB37-4368-8B72-801848B8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E337F-82F7-4576-9CDA-183B3A28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0C696C-BD9B-471E-8565-61237061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A07020-93F6-4304-A80B-3BD7D2B6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5AF0B2-2594-4F84-8F28-2C5BE23A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C4D847-7666-4312-A6CE-320C63CB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731C6F-A852-4C6E-91CF-A93E39F8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C44352-B5C3-4D2F-95E2-65EBD8B1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23B662-55CF-4987-8C64-DF4EB5CD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671587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2983E3-0D46-4D67-A49C-8E1FA567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EB2191-4930-4462-9066-88013526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06318-ABF3-478D-8E35-56F25372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8D5E24-E4F5-4842-9E30-CDABB9F3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78388-9485-43EA-A5BE-1DB1361E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A1BDB7-7954-4675-8E35-8ADDDB03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Principles of Welding, soldering, brazing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9E8D3C-9A13-411D-A18C-D4AE2E6B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844E74-D11F-446E-B8BB-C244ED02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64E2C7-8EAE-4A73-A403-BA8A5AA4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8460F-AD75-4857-AD4D-D0008650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4820C-2BC7-4633-B281-42BFF394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959089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C707EF-DF1A-4C30-982E-21613CFB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C93E4-BE25-47DC-9109-E38FE191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2872D-A202-4784-A4A1-D93F92FE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51444-26B6-4CA1-B08A-AEB818BA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B7673E-6299-44D0-AC86-74BC58E1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Introduction to machine tools - lathe, drilling and milling machine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770D8-C596-49D7-98FE-5A501C0D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Introduction to machine tools - lathe, dr...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31191-6477-4811-B694-99076C80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67112-E622-4CEA-9B48-35C4D836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49AF10-479B-4819-8EEE-695FCDFD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012706-862D-4017-A1E5-E5123E8A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B4C2B8-182D-4D39-8B54-1D8A7998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E38735-8733-4387-A743-4AD0C523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506CAB-6840-4715-ADB4-89254616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CCA347-E89F-4106-A61E-6418EC32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2A9A96-C74E-4395-A552-622786CD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9884D4-6803-4FB1-BF8B-D98E1651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26597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3FA3E6-0A8F-435C-AD81-18647D96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39976-D101-4BF5-B622-B8C183FF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D6DAA-8EF8-47D0-AD91-36F4137B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A8A906-39C1-4A52-BDA4-B10F24F3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9A7A0-6598-440F-AC3D-DB0AE5D6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F97D7-2D5F-4420-B3BE-4709BE8A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871E1-5508-464F-A6E1-C4602EDD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F1D5F-77E5-40CD-B9C0-CC9E4CFD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26EBB-5FE7-4D4F-A27F-343D460E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Introduction to ma...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7F7EF-58EA-436D-AB76-0794D9D9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155C3-88FD-40FD-8331-12FD2066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F78A81-C084-4762-873A-A510B3AB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Introductio...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96D33-4675-40FC-9B89-E95B5E99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CA6C57-D27E-4FF1-A05D-95422C9C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AC83B8-8704-48BF-8602-4094452C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Introduc...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767511-4DC7-4607-ADE8-088CB625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A3D632-FAEB-4CBA-B9F3-417AF48F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83778E-38E6-4F3A-87FC-0ED24251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Introduction to...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604CF4-510E-42AD-ABB2-AF96BD24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A35FB3-26D8-4335-9989-7061F113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208BC5-4D27-4F34-8326-9DAE9E48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Introduction 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D36131-35A6-49FC-8C2D-96799C14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4F44D0-AC60-46DA-82B5-84D5897E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5148265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7EFDCB-0B94-47B4-B8CC-E81B4F3A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0E720-435B-4F45-9C70-A0FD9463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F2DAC-EC4F-476F-A2B1-D400C4CF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79A61-0005-4D28-A896-F19E0DC9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35776-1797-4094-A49D-9862730F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011CBF-3FA7-41C1-805F-B778ADB3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91C585-A97C-4935-9235-A04A2572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D8881-7202-4A18-99DD-D79CEB1E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ADCDE-5F6C-44F6-8F49-EB5EEB2A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90F6B8-69E8-4F27-9EA7-FB1F2260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B4E8BA-69D2-4B8B-BCB8-E50024BD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E9EB6F-03FD-4F28-B869-F9D99D6D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B2DEF8-7898-4AE5-A96B-2DD529C6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228F7C-E5F7-4A5E-971D-F392F880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15C705-60B7-4E83-83C4-521A5F61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635550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BB5ABB-F699-4C71-A1A8-724F894D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74852-0BA1-48EE-B312-ABA91733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788972-B6F8-4537-9FC7-EAB580D5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87A11-16CD-4279-9D20-CACDDFCF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82A7E-455D-41DF-B0FD-61BF6C08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BCEE9E-B589-47D8-86CB-40678416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Introduction to machine tools - lathe, drilling and milli...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769F8-6192-47FA-916B-66003D72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55B8D-529A-4A14-9DF4-9A09B353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2E8683-E45B-49C1-843A-271E9A41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E5AC3-A608-4310-BB6B-1BD84557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D6EC4D-3C05-4335-8FA7-9AAA59C5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953546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8605BF-B6F9-4B5A-A962-9261E301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7D86B-1E61-40F4-8D41-6A5F13A4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014CD-4273-4BD2-BF42-525C147F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2D0EE-4BF8-4DD3-83FA-692A4521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9156D-9FA1-4EEE-A0F9-58DB1915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Lathe operations: Turning, facing, knurling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B0E1F-341A-45A7-909F-55C85CAE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Lathe operations: Turning, facing, knurli...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29DAD-260C-42BE-9577-AC39D576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62EC9C-418A-45CD-8FA9-5102D370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429018-CCE6-486C-A9AD-41FAA387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EFE3C4-D65C-45F4-8A7D-CB1707FB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B8F96-6DB6-4028-A086-9775BAE2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8C0C39-A600-439C-9A3C-E00344EC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EFE028-22BA-44FB-A26A-DA6C52AE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0D503F-EFCD-40D2-AED5-62FAE174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4F46E2-4561-46B3-856F-1652D4DE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2F8138-51DA-4084-AAE8-6F613172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415138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CEE7A0-7018-4124-B57C-E64A0585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8F7E5-0D21-4120-B445-5B385008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DE9C0-CBDD-4E48-9A97-9739258C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E2D97-7DB5-4A28-82FF-6D97029C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5E8E7-C96D-4C14-AC22-402FCD09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2A537-B5CC-4B09-B605-2518439D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CCAA0-0249-4434-8188-E26A2F80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BF41B3-1C78-415E-A549-BF2E8706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04654C-1CB7-4730-904C-102C5A4D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Lathe operations:...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DBD4EA-1C93-4DEE-AC28-4B5BBB17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96B521-F1C1-4F05-8001-A112B295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6411B5-29E1-4C3C-8347-E44747DC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Lathe opera...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CF5092-2830-4957-9B9B-2332AD9E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B7F56E-F6A1-4452-B81F-B3B14BA8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4FA56C-A9A8-4141-AB73-DB0F4500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Lathe op...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0FD6F7-77CF-490C-B463-9C98CC5A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182486-3AED-438D-B1DD-7394A6D6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D79F82-A4B0-439F-A223-E20A3847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Lathe operations...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8C3428-6FD3-43EC-A0C2-886D5203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402950-EEC1-4029-8F78-4CE6D83F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7A331B-C852-43C9-8AD4-A4E2D970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Lathe operatio...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781A7E-51FE-40C5-8902-BB3243FE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82BC0F-F2FF-43FE-AA0F-E92937D5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8990858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E36D3A-DFA5-4D42-A16D-CC3A19AE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2AFDB-803F-4191-A6E9-C14C4319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967380-F949-44A9-9605-5A83F95C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CC46D-8B06-4AB9-B2CD-306CE727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BF41C-B129-44F5-BEC5-96657F05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ACBBC-6D87-45B1-ACEF-89E25695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83DB6-52EF-4E5F-83FD-21FA9DAD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DEFFA-A494-4CE4-A7BC-69515714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5AC778-DEA6-497E-A522-1014A7E8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D57D3-4EA4-42AA-888E-03126EFF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46E137-E989-4AB7-94A1-CED59E40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26A5CA-4C45-4278-806E-8049DC44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C8B580-5FD8-407C-A68D-AB15F411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3383EE-33E0-43C2-ACBC-2F94D643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ABAB28-4F7F-439D-80E8-88BA16EA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6103192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398BE4-87B2-4864-90A5-EDB0D64D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4474D-FB1F-4619-A637-84F4EF46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B5AA19-BE11-459B-B68D-0DB07A7F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AD591-3255-4AD8-819B-7C98E3EC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369CD-54FC-4F09-A1A8-974B1976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0B9C15-206C-4294-AC4E-BD92D038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Lathe operations: Turning, facing, knurling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FAD0C-FB9F-416E-B63C-8FBC1016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AC66A-AD21-41E6-8256-096FCC26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0C593F-EF74-407A-BAD0-3D309AF2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1E54CF-7437-4E22-948D-9B7A171D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4EEDC9-5DE5-4106-B7BF-FD0A487D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7119243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06AF02-AA6F-4CA8-BB79-A9107579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C79AC-8298-4DBD-953B-95660CE5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15807C-CEA4-468C-B114-0D38ACA7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DA00B-4B12-41BC-9613-BEDC1650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7230F-5DC0-42B2-9DB1-D8570171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Drilling machine operations: Drilling, reaming, tapping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33ABC-FA0E-4DFF-BBAC-38C6EAC1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Drilling machine operations: Drilling, re...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B52B4-FEFC-4FE3-BF70-902E8301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7A34F-7A33-4560-8EFA-0CD0FA81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A05C05-7A31-4A59-977D-9B48492C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A65979-9F97-49B8-8022-400807E4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DC5E2-6F32-4F98-ABD1-7FC100C6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2E21BD-A08C-4B1F-82FC-749D0D4F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B6AE22-8718-47C5-860D-E6F8A85F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4F9E0B-CF20-4712-83F6-B0E8ECE5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2942ED-D767-41F9-9935-2ADE2603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21549D-A857-4EA2-9C03-CE1B50E4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5838946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2A366E-71E9-4AE1-9EF1-D10F2538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B4979-4F05-4F56-BF13-05AA25C9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782E7-6803-4D29-8ADA-FBB538A6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155B0-4FD6-4A1C-B469-7A5689E5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4EF3C9-34F7-4CB8-9155-14611C10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11F7C-128C-4ACD-BD44-90C71D00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FCDAD-31C3-4A3B-8D60-D0B3CEED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A42E38-DCC0-4FA0-A3AB-EDB1D429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254EED-FB0B-4EBE-9670-DAC51FF7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Drilling machine 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26A518-BD7C-4AD2-ADE7-E2C007CD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B5C1B-0CED-474E-8F56-112762D7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86A337-849E-4BDF-A5EB-425B7B40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Drilling ma...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BBE5DE-F8D1-48DD-B4C0-6F6FA62B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F2DF29-3A7E-46D5-ACED-E86257C8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2E7186-626D-42E3-86E8-D94C5B9D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Drilling...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FFBF3F-0398-4AEB-A1AA-CA89BBC5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9A076E-C7E0-4851-A538-158323C6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B305B8-0936-425E-9F34-6D45B54B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Drilling machine...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AD5ADE-C548-42B3-9034-003E3993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B1161C-36FF-4810-A9D6-7F8B2CC4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961C03-730C-4372-986F-6A5DC9EB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Drilling machi...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3D2BD4-79FC-4D69-8CFC-D2C5F4D9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76C272-34C8-4962-8912-86052820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1759658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71EAEF-66A8-4B4C-B74D-DA1B5B4D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905FE-1D45-46F1-B030-62472F5D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8ED2AB-8D0C-4C69-B40C-A5E89375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BA4CA-D3ED-4C32-B75F-C0CE75B4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BBF6CC-2C8C-48F3-BEE4-F6BCB8AD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80EEF-4D24-456C-8AA7-40B55C1F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93373-FCF2-4FB0-9E46-322E352C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A1990-E77A-43D5-A638-D194A362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066DCC-E4C3-4B39-96C3-44EDCE2D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2982C4-1A28-474A-B680-3FF23274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D9A9E2-47A4-47A7-95A6-BA996F21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FF71B-8210-4FA5-B4DD-6359F3B3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C9D7CA-2BF9-4F2D-8C40-4BBAA857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D9E7BD-83AB-4507-8915-E62E255B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6E9795-EDB9-4CD9-B06E-0E6AAACF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9665300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4936A1-D171-4ED6-A563-4716887B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15001-9DBA-4A2F-A796-2636001B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FCC51-C99C-4DC3-8901-72758C45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A2A69-6264-4454-BA93-7C511416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D392C-84BE-4D07-9D21-C291FDC9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69BFD-40BF-42D1-BC1B-A5FF94C7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Drilling machine operations: Drilling, reaming, tapping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B0193-E381-4D34-B123-EE80EABB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CE33D9-D848-440B-AAB4-C53D39C7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436257-C88E-4955-A3A5-F57FD83C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1190D6-F3A2-485F-BBAB-0A7A1E83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5E7430-57AA-44A5-92BB-83F055BC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8588937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D660D8-F95A-4780-82E1-8F58AB4B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50DCA-C5E0-49B7-A586-1F604BDC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F84B0-2140-41AF-BF21-20E13760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91D20-B456-4DCE-864C-53535B18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62F4F-388B-48C9-BE59-B6B20209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Milling machine operations: End milling, face milling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C3F76F-C522-4B9C-9618-8B99996B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Milling machine operations: End milling,...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1D5CE2-79DC-4694-956A-9A77CA09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D4C796-1CAC-4178-AFEA-4538FADE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9154CF-5966-43C7-87E1-8CFD1C51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377089-2F38-4567-AB8D-2FC077D4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116FCB-3EF7-4096-A24D-7CB5E3E9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BD494D-D47D-4EBA-A304-9E5BE5FD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065ADC-CD06-40DB-AF44-01D16A5E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746544-B752-4F95-88CD-552ABB10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2B46EF-B1CA-491D-B962-51C17FD1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260752-00D6-46A9-BDE1-17CDAB09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42352539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A452D3-D8A8-403B-8822-D8C18679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A40FF4-FAA7-41DF-B999-DFD3F3A7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60AC2B-2896-4297-841F-B6F2820E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CD342-A13D-45B1-B930-D0D1C768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51B9C-9343-4EE4-BEC6-C3A61C2E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C3FDF-8655-4064-AE27-650A445D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4AA91-2A85-4065-891C-4AB918B1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249B2F-A591-4FA6-B14D-9F6DBFCC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B0B944-6528-42D9-BD8C-A772C7A0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Milling machine op...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715A3-44BB-4F50-979A-D15A58DE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B2AFA6-2A23-4AB4-8817-4454D89F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B0F20-5FD9-497C-B2FE-1CE4603B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Milling mac...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5ACB25-76D9-4A24-B140-38C247AA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44B87B-FC0E-4DB1-BC09-CE75248A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824F03-5BE7-44A9-8C38-7F785950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Milling...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723901-8F04-4136-909E-315E984A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26CACF-6B84-405E-AD75-60A4BBC5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FD0039-0B8A-488B-A45E-1C6EF67B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Milling machine...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DD18EA-83FD-40F5-A03A-79C57376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C2FE20-BB7A-46A6-ABEF-A7866AB2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33185E-380A-48CD-9CCB-7B7F0585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Milling machin...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E90C18-665E-41FC-93BD-80D58B36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A734FD-5DD6-46D2-ADEC-D12CA259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2460119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FC5507-44CF-4612-BA55-FA3A2D1C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3E38F6-85D1-4C06-9E15-6E7F2F9D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99539-1B48-457C-9A89-52F529C1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35067-2C81-43B7-921B-0A84AE51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09523-C2A2-4CEE-980C-7A794E60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8D183C-A199-4B56-96B1-FEE8E0E2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79163-CC9C-40E3-A4DB-77618984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EC0869-C3F7-47CB-A25E-76DA9C01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B0C3B-29A1-4EF7-81BA-9F9BBB56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6CBA50-9C2B-4CB8-9FDF-0EB966B1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992611-A5CD-410B-BEA8-5BABF1A3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909C49-2A4C-4A93-BA89-BBA60F0B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B0731A-EC77-4D09-9E94-CC1B6648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1E8D7A-6D6A-4757-A97B-8820EE04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360FCD-FF9C-4052-8EEB-5956F05B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8668518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5EC94B-56BC-4CB4-A305-AE221AB3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5BB2E-1B1C-4813-86F0-854AFEE8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E0137-359A-4C77-9051-57972488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D9CC6-4925-4734-A80F-E6CCA3A9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8E7F1-1E73-4FBA-BC7B-6AA82D84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9F536-1503-4681-862D-A96A838C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Milling machine operations: End milling, face milling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C2E97-741C-4F11-8B91-3842DBBC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7E446-664D-422F-92B3-CACF7027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5F4A52-E6D3-4ADB-A8DF-B4E35F60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2B9FB-A244-4F76-938A-8B589B4C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254EB7-E451-46F9-BE78-76D5F676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7038063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F498CB-DCAD-4A51-95BF-8E200A6E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2C62C5-25AF-4D85-9292-A8A35302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AB44D-2FE2-4CBF-9701-C371B1ED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692BD-07A9-42CE-9156-CE934097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321B8-1750-496D-B1CC-E2306A16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Introduction to CNC, components, advantages and applications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4843B-7EB7-455B-80E6-1A72CC80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Introduction to CNC, components, advantag...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BDDC81-7D35-4249-868D-E8DE1B64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456CB-EF61-4A68-A28E-834FD151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024C13-7D5A-4A47-BDE1-AE26E305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6691CA-EE04-47C8-A99C-9F5B52BE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20D5AB-5B10-4066-84AB-30E0C028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33956F-14A8-443E-89C0-407AF1AE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F108CD-4921-4193-80FB-323094A1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7576D5-3AFC-4D51-B231-CB48C429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5ECA64-E3C1-4063-8155-090C5B6C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3BE9BF-2338-4881-8642-8A0E4ABC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7687093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D1255D-38FE-4B9C-B9AB-2B4478D1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09E03-1766-41D4-A49D-95CE7CDA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FFCBD-C788-4A94-B3CB-5A8C7964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979E8-6879-4004-BB92-FDF564C0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E8533-2CC3-4135-B529-EF515B7E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B1146-5E38-4447-9297-72F87C67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ED50FF-8696-4E7C-A0ED-6CD3AD34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55A7B5-1C1F-485D-8C76-C2B161D9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D207BF-84F3-476D-848F-93EEE575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Introduction to CN...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FC7F0-75CD-4C27-B3D4-8FC16EBE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717411-3606-4F89-902E-AD435677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D756BD-CC6E-4752-9816-BB297573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Introductio...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540CE0-3F4E-4FF4-BCFB-E25227DF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92DC87-6653-48A4-8981-114D4D42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D47FF0-164F-4336-9173-E22642C7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Introduc...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894743-CC59-45AC-9EA0-FB41A042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6CC3DB-5B1D-4AE9-A457-33AD085D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C94E63-BEA2-4C48-B6EB-DB1EB272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Introduction to...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6CCDC8-6058-48F0-995E-014E9C65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8E3585-639A-4FE1-9787-3E7BABB9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DC1B6D-4CF9-42A7-A81B-BD51F5C0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Introduction 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C376EF-3B08-48E5-9CA3-D162D801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62CADD-007F-4E6A-80D6-B604369E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4814540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2181B5-9AEF-4482-8A5A-FF3F2674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11183-006E-4D99-A82F-81D5099F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CC582-93D7-4CFB-96CD-4C4CDB3D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FE5F0C-5FEA-4265-920C-0A936F0E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40150-144E-434B-BD2C-447C73C0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AE0E07-7177-48E3-A91C-6E4B1CD0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733018-532E-4A51-A266-D15083FC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D35981-694C-4D19-81C7-1308B3E4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105A6-5ABA-47F4-9975-78A22B69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7870D5-FB00-4C7E-B5D7-F92A8C08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D2FBC-4F93-4072-88EB-D33BAEAB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BE886B-7059-4D60-ACC2-E4967367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336197-51D4-4187-A313-46C2441D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AEB74A-D813-4A06-9111-8FDF1EBE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2F421F-75C2-45FE-B26B-A615A1FB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1437143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339313-FEC3-441A-946E-D90AB8C8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5DAB6-8367-4324-A356-1912C464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BE668-7135-47D8-91DC-F83BE315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30A41-AD84-4949-A1F5-19CA0720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3CEF8-7C7E-4E57-B4F7-4918A0AA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7AE700-0113-4D40-8BCC-96D95451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Introduction to CNC, components, advantages and applicati...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BBCD6-6140-4D36-BDFD-16EC70BD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15023-73E9-4EB7-A975-79610584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61278-3659-42C3-9C1B-7155EF10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CC14C-BD88-4E3D-8AB8-BA0D3F38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384A12-433A-4B33-B31D-2D8C6966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582109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8233EB-90B8-4F33-9B0C-64F85E59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46BA3B-B3A3-43B5-B382-527E569E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BA82F7-1C1B-472B-A7FA-9FF4ADE7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54225-9A3A-4D8E-A604-FA08FBBC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F5697-D5FE-4BD7-8C56-156AEB9B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Basic principles of 3D printing.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F437F-B382-4217-B414-41945869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Basic principles of 3D printing.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4419F1-9629-473B-A69D-5CBE5707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7D782-7BEA-43D1-BD7E-320FD59F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3B2B12-DA35-4539-B0F6-942E1EC7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181B0A-A252-4B62-BD2D-98810488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288633-D270-4F08-911B-C06D06E7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09CEE8-B3CE-4B1C-ABBA-1C6FD727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F6E8F5-44A5-4CE9-B471-8918CECC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AB4071-689A-418E-BFA5-AF6293DD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7CFF4A-3011-427A-8E61-DDB01E5B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BA0564-12B3-482A-8C66-CAECFD5C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0355935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7798CB-01A7-4FBA-99A7-D7D69BCB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2E2E5-5F73-45C5-AA30-67D73809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B0DA9-70FA-40B7-B7B0-6CA4A215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12254-A32D-427D-9C8B-FFB568F0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21300-8FE4-4697-920C-B6ED84E4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8E8A8C-B368-46CC-9C06-337D10E0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FE0E74-7FB7-44D8-9E67-1B14D894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8058C7-1ADB-4CA8-AF66-D91D99CE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B41DF-CC23-459B-AD24-A981F501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Basic principles 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A387AD-43E9-4428-900D-957785FA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987E95-CA33-4295-8CEF-CEBE1951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B9C2AB-E6A5-43D1-90B3-B977E3EE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Basic princ...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76947A-765C-4189-8ACA-DEDBA39D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75A380-4849-438C-AA79-C126135A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ED657-AD3C-4B26-9BBA-58CABCF0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Basic pr...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E5ACDE-43FA-4006-A756-8ED30D72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4325C-FC65-461A-81DB-70E210F5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ADEEDE-90CE-4D8B-B509-DD05AAAC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Basic principles...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6790BB-DB1C-447D-B8D0-EDE47138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37B088-6CC9-4D0B-A639-D06DEAE8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68ACD3-0F7E-47FD-A4A2-08CF6132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Basic principl...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806F6E-D7D5-4E79-AEE8-557424AA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38672D-C32E-45A4-B2B3-ECB69E08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3711023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BEDB32-F223-4594-BA65-9D6C152F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B0065-4AFF-4F89-AA78-BC4689BE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6BB6E-FFB9-4807-BF7D-8CC6CD9C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89FAA-4C46-428E-8494-07022AF2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DB2607-F2F4-43A4-852C-347E8863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8E91E-6A09-41D7-BDDF-81D12DEB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ECE6D-9C58-4971-B171-CECAD0B9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F554F-1920-4450-8F0C-E1EC0547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EDB704-7F8D-4759-A1B4-C6815FA3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44E22F-D3FF-45CA-BD3D-9B2E9493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302C4A-5436-48C0-8E7C-C11D78CB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6F02D-4715-442F-AFFD-D88513E3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E3547-D0EA-48A0-91F5-6EDDC72D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DB69F9-9583-476A-8092-FA5D457A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C59FFA-56EF-4755-B3ED-BB7CB963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8745392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776A68-2934-47F5-95F6-C647EE8C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AB30D-4204-495B-9908-5B718B66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A67F8-CDD4-453C-BD78-A1239AF8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0E91F4-1603-451D-9347-CC8D5A4F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7F4EA-FABB-4261-A2AD-9B4018A2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7A067C-6263-4F05-BA35-1F560E5D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Basic principles of 3D printing.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D4FBE2-C440-4EFB-AA28-4272174E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E135A-34E5-4FB1-A9A8-6857EA7A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154C5-AA32-4DDB-B5F2-CEA321BE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8C2ACE-EF25-4CD5-9323-D4953634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FAFF72-E128-44DB-ACA8-894D51C5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8305435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3148F1-75BA-448C-B9AC-3B1B48BB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8E7C42-FA5E-4CB3-B094-A43B9EA0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68CB6-B4D2-49D6-9225-ED8D2B00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D38D2-B72D-4799-B9C1-20083726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47CC6F-8CAB-4A88-8364-1A478BC4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D8D52-FFB7-4373-80F1-583AAA76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9796809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B3268-E0D8-4A15-A6F5-161FF1B3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0E1697-769E-4EB4-AB33-0E2BAA75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2E830-A5DA-4B85-80F2-092450B8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924EF-EFD2-4CF7-84C8-FE244EE7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AAFD70-BADF-4C94-8A8C-1BF02A3B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Manufacturing: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overview: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classification: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processes: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selection: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F523C-DA58-4D4A-83E4-AC1DBD30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5312117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31EB3-F11B-4F02-AAAD-9F053482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C3AD1C-D86E-4ED1-84EE-E1A58950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ABC10-51A8-4285-BEF4-192E36E6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74E09-F8F4-4DF5-ADCC-65028A77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F9747E-0F4A-4C28-9500-DDAD975E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25E7E9-3462-479B-95A5-94AFE5F8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0826570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7A76A-FAD8-4048-BE31-9DC72BAD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AB4321-1220-4A93-B5C1-E40E70DD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BAD6C-24CD-4167-9E7B-B18B7297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1863F-0133-4400-9769-3332E987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EA614-A38B-45BF-91E0-414A844C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0E597-BE8D-41C1-B313-F31CCF59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6752463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44293B-2D0E-4D07-BD4D-6D88B7C2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9E786-C607-4003-8E36-84DDC6D1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1825C-469E-4215-B044-E0A98DA2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8228B-509A-4817-BEAB-DB236336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F13C49-8BCF-426B-BFBA-112FC4C9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Manufacturing overview, classification of manufacturing processes, proc...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Principles of Welding, soldering, brazing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Introduction to machine tools - lathe, drilling and milling machine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Lathe operations: Turning, facing, knurling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Drilling machine operations: Drilling, reaming, tapping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A28BA-741F-43AA-9A37-F63A9CA7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16C1A-8103-4532-A69F-C9FED0E9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1C0C88-1EAF-4C37-96B0-329A9951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182417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2026-08-24T16:02:50.1620000Z</dcterms:created>
  <dcterms:modified xsi:type="dcterms:W3CDTF">2026-08-24T16:02:50.1620000Z</dcterms:modified>
</coreProperties>
</file>