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89e520fda24a78" /><Relationship Type="http://schemas.openxmlformats.org/officeDocument/2006/relationships/extended-properties" Target="/docProps/app.xml" Id="Re4e7da52258a4ecf" /><Relationship Type="http://schemas.openxmlformats.org/officeDocument/2006/relationships/officeDocument" Target="/ppt/presentation.xml" Id="R30c2eaff4f5a45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79f8d2975647a4"/>
  </p:sldMasterIdLst>
  <p:notesMasterIdLst>
    <p:notesMasterId xmlns:r="http://schemas.openxmlformats.org/officeDocument/2006/relationships" r:id="Re3a0a2b2a3174ed1"/>
  </p:notesMasterIdLst>
  <p:sldIdLst>
    <p:sldId xmlns:r="http://schemas.openxmlformats.org/officeDocument/2006/relationships" id="256" r:id="Ra3774b29d9944dae"/>
    <p:sldId xmlns:r="http://schemas.openxmlformats.org/officeDocument/2006/relationships" id="257" r:id="R8288ee0adf824f35"/>
    <p:sldId xmlns:r="http://schemas.openxmlformats.org/officeDocument/2006/relationships" id="258" r:id="R55639dbfd3cc47a4"/>
    <p:sldId xmlns:r="http://schemas.openxmlformats.org/officeDocument/2006/relationships" id="259" r:id="Rbf73ba88d87e4942"/>
    <p:sldId xmlns:r="http://schemas.openxmlformats.org/officeDocument/2006/relationships" id="260" r:id="R6524449a3a3c40c7"/>
    <p:sldId xmlns:r="http://schemas.openxmlformats.org/officeDocument/2006/relationships" id="261" r:id="R6a65fe8c6dcb459d"/>
    <p:sldId xmlns:r="http://schemas.openxmlformats.org/officeDocument/2006/relationships" id="262" r:id="R94443873bb484d40"/>
    <p:sldId xmlns:r="http://schemas.openxmlformats.org/officeDocument/2006/relationships" id="263" r:id="R38c0ca02747b429e"/>
    <p:sldId xmlns:r="http://schemas.openxmlformats.org/officeDocument/2006/relationships" id="264" r:id="R13be3ce44ca64a90"/>
    <p:sldId xmlns:r="http://schemas.openxmlformats.org/officeDocument/2006/relationships" id="265" r:id="R7299565a1c614b52"/>
    <p:sldId xmlns:r="http://schemas.openxmlformats.org/officeDocument/2006/relationships" id="266" r:id="Ra54b9c019f914d46"/>
    <p:sldId xmlns:r="http://schemas.openxmlformats.org/officeDocument/2006/relationships" id="267" r:id="R755608cba73a420a"/>
    <p:sldId xmlns:r="http://schemas.openxmlformats.org/officeDocument/2006/relationships" id="268" r:id="R51ff0b02444940db"/>
    <p:sldId xmlns:r="http://schemas.openxmlformats.org/officeDocument/2006/relationships" id="269" r:id="Rbe88e86398e942ef"/>
    <p:sldId xmlns:r="http://schemas.openxmlformats.org/officeDocument/2006/relationships" id="270" r:id="R84672579c3c842a2"/>
    <p:sldId xmlns:r="http://schemas.openxmlformats.org/officeDocument/2006/relationships" id="271" r:id="R07706c10ccfb4116"/>
    <p:sldId xmlns:r="http://schemas.openxmlformats.org/officeDocument/2006/relationships" id="272" r:id="R0fc7f4ea41b0423f"/>
    <p:sldId xmlns:r="http://schemas.openxmlformats.org/officeDocument/2006/relationships" id="273" r:id="Ra1ad410b332e4bf9"/>
    <p:sldId xmlns:r="http://schemas.openxmlformats.org/officeDocument/2006/relationships" id="274" r:id="R02921e8599d04ed2"/>
    <p:sldId xmlns:r="http://schemas.openxmlformats.org/officeDocument/2006/relationships" id="275" r:id="R29b2903bd2cc4294"/>
    <p:sldId xmlns:r="http://schemas.openxmlformats.org/officeDocument/2006/relationships" id="276" r:id="R0475886961d34f50"/>
    <p:sldId xmlns:r="http://schemas.openxmlformats.org/officeDocument/2006/relationships" id="277" r:id="R6ae51be0c1f74648"/>
    <p:sldId xmlns:r="http://schemas.openxmlformats.org/officeDocument/2006/relationships" id="278" r:id="R812f0a45933f4930"/>
    <p:sldId xmlns:r="http://schemas.openxmlformats.org/officeDocument/2006/relationships" id="279" r:id="Ra60f156820ad4565"/>
    <p:sldId xmlns:r="http://schemas.openxmlformats.org/officeDocument/2006/relationships" id="280" r:id="R74fac3bfab9545f2"/>
    <p:sldId xmlns:r="http://schemas.openxmlformats.org/officeDocument/2006/relationships" id="281" r:id="Rd422afa0b6e74893"/>
    <p:sldId xmlns:r="http://schemas.openxmlformats.org/officeDocument/2006/relationships" id="282" r:id="Rd23618273e1146b3"/>
    <p:sldId xmlns:r="http://schemas.openxmlformats.org/officeDocument/2006/relationships" id="283" r:id="R02ea1bba3e444458"/>
    <p:sldId xmlns:r="http://schemas.openxmlformats.org/officeDocument/2006/relationships" id="284" r:id="R3a345c12829c4fad"/>
    <p:sldId xmlns:r="http://schemas.openxmlformats.org/officeDocument/2006/relationships" id="285" r:id="R5afc846f887540c3"/>
    <p:sldId xmlns:r="http://schemas.openxmlformats.org/officeDocument/2006/relationships" id="286" r:id="R771c65041a42448f"/>
    <p:sldId xmlns:r="http://schemas.openxmlformats.org/officeDocument/2006/relationships" id="287" r:id="R0be8021101744bb8"/>
    <p:sldId xmlns:r="http://schemas.openxmlformats.org/officeDocument/2006/relationships" id="288" r:id="R67c8f26e19214ecc"/>
    <p:sldId xmlns:r="http://schemas.openxmlformats.org/officeDocument/2006/relationships" id="289" r:id="R39c192ab8b6e4792"/>
    <p:sldId xmlns:r="http://schemas.openxmlformats.org/officeDocument/2006/relationships" id="290" r:id="Rd7b295bdfcb84c67"/>
    <p:sldId xmlns:r="http://schemas.openxmlformats.org/officeDocument/2006/relationships" id="291" r:id="Rf023ee04f0384650"/>
    <p:sldId xmlns:r="http://schemas.openxmlformats.org/officeDocument/2006/relationships" id="292" r:id="R0562345344b54263"/>
    <p:sldId xmlns:r="http://schemas.openxmlformats.org/officeDocument/2006/relationships" id="293" r:id="Rbe1e492fc8d4424f"/>
    <p:sldId xmlns:r="http://schemas.openxmlformats.org/officeDocument/2006/relationships" id="294" r:id="R65c859e006844998"/>
    <p:sldId xmlns:r="http://schemas.openxmlformats.org/officeDocument/2006/relationships" id="295" r:id="Rf98a0b3b10b845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da7b0ecb114a45" /><Relationship Type="http://schemas.openxmlformats.org/officeDocument/2006/relationships/slideMaster" Target="/ppt/slideMasters/slideMaster1.xml" Id="Red79f8d2975647a4" /><Relationship Type="http://schemas.openxmlformats.org/officeDocument/2006/relationships/notesMaster" Target="/ppt/notesMasters/notesMaster1.xml" Id="Re3a0a2b2a3174ed1" /><Relationship Type="http://schemas.openxmlformats.org/officeDocument/2006/relationships/presProps" Target="/ppt/presProps.xml" Id="Rddf929e943da4f86" /><Relationship Type="http://schemas.openxmlformats.org/officeDocument/2006/relationships/tableStyles" Target="/ppt/tableStyles.xml" Id="R807ce6e553114d2f" /><Relationship Type="http://schemas.openxmlformats.org/officeDocument/2006/relationships/slide" Target="/ppt/slides/slide1.xml" Id="Ra3774b29d9944dae" /><Relationship Type="http://schemas.openxmlformats.org/officeDocument/2006/relationships/slide" Target="/ppt/slides/slide2.xml" Id="R8288ee0adf824f35" /><Relationship Type="http://schemas.openxmlformats.org/officeDocument/2006/relationships/slide" Target="/ppt/slides/slide3.xml" Id="R55639dbfd3cc47a4" /><Relationship Type="http://schemas.openxmlformats.org/officeDocument/2006/relationships/slide" Target="/ppt/slides/slide4.xml" Id="Rbf73ba88d87e4942" /><Relationship Type="http://schemas.openxmlformats.org/officeDocument/2006/relationships/slide" Target="/ppt/slides/slide5.xml" Id="R6524449a3a3c40c7" /><Relationship Type="http://schemas.openxmlformats.org/officeDocument/2006/relationships/slide" Target="/ppt/slides/slide6.xml" Id="R6a65fe8c6dcb459d" /><Relationship Type="http://schemas.openxmlformats.org/officeDocument/2006/relationships/slide" Target="/ppt/slides/slide7.xml" Id="R94443873bb484d40" /><Relationship Type="http://schemas.openxmlformats.org/officeDocument/2006/relationships/slide" Target="/ppt/slides/slide8.xml" Id="R38c0ca02747b429e" /><Relationship Type="http://schemas.openxmlformats.org/officeDocument/2006/relationships/slide" Target="/ppt/slides/slide9.xml" Id="R13be3ce44ca64a90" /><Relationship Type="http://schemas.openxmlformats.org/officeDocument/2006/relationships/slide" Target="/ppt/slides/slide10.xml" Id="R7299565a1c614b52" /><Relationship Type="http://schemas.openxmlformats.org/officeDocument/2006/relationships/slide" Target="/ppt/slides/slide11.xml" Id="Ra54b9c019f914d46" /><Relationship Type="http://schemas.openxmlformats.org/officeDocument/2006/relationships/slide" Target="/ppt/slides/slide12.xml" Id="R755608cba73a420a" /><Relationship Type="http://schemas.openxmlformats.org/officeDocument/2006/relationships/slide" Target="/ppt/slides/slide13.xml" Id="R51ff0b02444940db" /><Relationship Type="http://schemas.openxmlformats.org/officeDocument/2006/relationships/slide" Target="/ppt/slides/slide14.xml" Id="Rbe88e86398e942ef" /><Relationship Type="http://schemas.openxmlformats.org/officeDocument/2006/relationships/slide" Target="/ppt/slides/slide15.xml" Id="R84672579c3c842a2" /><Relationship Type="http://schemas.openxmlformats.org/officeDocument/2006/relationships/slide" Target="/ppt/slides/slide16.xml" Id="R07706c10ccfb4116" /><Relationship Type="http://schemas.openxmlformats.org/officeDocument/2006/relationships/slide" Target="/ppt/slides/slide17.xml" Id="R0fc7f4ea41b0423f" /><Relationship Type="http://schemas.openxmlformats.org/officeDocument/2006/relationships/slide" Target="/ppt/slides/slide18.xml" Id="Ra1ad410b332e4bf9" /><Relationship Type="http://schemas.openxmlformats.org/officeDocument/2006/relationships/slide" Target="/ppt/slides/slide19.xml" Id="R02921e8599d04ed2" /><Relationship Type="http://schemas.openxmlformats.org/officeDocument/2006/relationships/slide" Target="/ppt/slides/slide20.xml" Id="R29b2903bd2cc4294" /><Relationship Type="http://schemas.openxmlformats.org/officeDocument/2006/relationships/slide" Target="/ppt/slides/slide21.xml" Id="R0475886961d34f50" /><Relationship Type="http://schemas.openxmlformats.org/officeDocument/2006/relationships/slide" Target="/ppt/slides/slide22.xml" Id="R6ae51be0c1f74648" /><Relationship Type="http://schemas.openxmlformats.org/officeDocument/2006/relationships/slide" Target="/ppt/slides/slide23.xml" Id="R812f0a45933f4930" /><Relationship Type="http://schemas.openxmlformats.org/officeDocument/2006/relationships/slide" Target="/ppt/slides/slide24.xml" Id="Ra60f156820ad4565" /><Relationship Type="http://schemas.openxmlformats.org/officeDocument/2006/relationships/slide" Target="/ppt/slides/slide25.xml" Id="R74fac3bfab9545f2" /><Relationship Type="http://schemas.openxmlformats.org/officeDocument/2006/relationships/slide" Target="/ppt/slides/slide26.xml" Id="Rd422afa0b6e74893" /><Relationship Type="http://schemas.openxmlformats.org/officeDocument/2006/relationships/slide" Target="/ppt/slides/slide27.xml" Id="Rd23618273e1146b3" /><Relationship Type="http://schemas.openxmlformats.org/officeDocument/2006/relationships/slide" Target="/ppt/slides/slide28.xml" Id="R02ea1bba3e444458" /><Relationship Type="http://schemas.openxmlformats.org/officeDocument/2006/relationships/slide" Target="/ppt/slides/slide29.xml" Id="R3a345c12829c4fad" /><Relationship Type="http://schemas.openxmlformats.org/officeDocument/2006/relationships/slide" Target="/ppt/slides/slide30.xml" Id="R5afc846f887540c3" /><Relationship Type="http://schemas.openxmlformats.org/officeDocument/2006/relationships/slide" Target="/ppt/slides/slide31.xml" Id="R771c65041a42448f" /><Relationship Type="http://schemas.openxmlformats.org/officeDocument/2006/relationships/slide" Target="/ppt/slides/slide32.xml" Id="R0be8021101744bb8" /><Relationship Type="http://schemas.openxmlformats.org/officeDocument/2006/relationships/slide" Target="/ppt/slides/slide33.xml" Id="R67c8f26e19214ecc" /><Relationship Type="http://schemas.openxmlformats.org/officeDocument/2006/relationships/slide" Target="/ppt/slides/slide34.xml" Id="R39c192ab8b6e4792" /><Relationship Type="http://schemas.openxmlformats.org/officeDocument/2006/relationships/slide" Target="/ppt/slides/slide35.xml" Id="Rd7b295bdfcb84c67" /><Relationship Type="http://schemas.openxmlformats.org/officeDocument/2006/relationships/slide" Target="/ppt/slides/slide36.xml" Id="Rf023ee04f0384650" /><Relationship Type="http://schemas.openxmlformats.org/officeDocument/2006/relationships/slide" Target="/ppt/slides/slide37.xml" Id="R0562345344b54263" /><Relationship Type="http://schemas.openxmlformats.org/officeDocument/2006/relationships/slide" Target="/ppt/slides/slide38.xml" Id="Rbe1e492fc8d4424f" /><Relationship Type="http://schemas.openxmlformats.org/officeDocument/2006/relationships/slide" Target="/ppt/slides/slide39.xml" Id="R65c859e006844998" /><Relationship Type="http://schemas.openxmlformats.org/officeDocument/2006/relationships/slide" Target="/ppt/slides/slide40.xml" Id="Rf98a0b3b10b845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d5bba2a3144d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979353b878411f" /><Relationship Type="http://schemas.openxmlformats.org/officeDocument/2006/relationships/notesMaster" Target="/ppt/notesMasters/notesMaster1.xml" Id="R1ffd5a28f68c4c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0fc6c0f7694532" /><Relationship Type="http://schemas.openxmlformats.org/officeDocument/2006/relationships/notesMaster" Target="/ppt/notesMasters/notesMaster1.xml" Id="R59dfe1bc631a45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5f34cef89d4058" /><Relationship Type="http://schemas.openxmlformats.org/officeDocument/2006/relationships/notesMaster" Target="/ppt/notesMasters/notesMaster1.xml" Id="R0b67db8a787043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c8c4649e19402a" /><Relationship Type="http://schemas.openxmlformats.org/officeDocument/2006/relationships/notesMaster" Target="/ppt/notesMasters/notesMaster1.xml" Id="R1d369e5bef8c4f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af9caa305e4db9" /><Relationship Type="http://schemas.openxmlformats.org/officeDocument/2006/relationships/notesMaster" Target="/ppt/notesMasters/notesMaster1.xml" Id="R22385e28a8b94b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ed3eaa1a06433a" /><Relationship Type="http://schemas.openxmlformats.org/officeDocument/2006/relationships/notesMaster" Target="/ppt/notesMasters/notesMaster1.xml" Id="Ra251105fcf4747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5056d3e5e14e9f" /><Relationship Type="http://schemas.openxmlformats.org/officeDocument/2006/relationships/notesMaster" Target="/ppt/notesMasters/notesMaster1.xml" Id="R5610ebcd0afe49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65bee8af574243" /><Relationship Type="http://schemas.openxmlformats.org/officeDocument/2006/relationships/notesMaster" Target="/ppt/notesMasters/notesMaster1.xml" Id="R904be6077e3445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bda93260a248f1" /><Relationship Type="http://schemas.openxmlformats.org/officeDocument/2006/relationships/notesMaster" Target="/ppt/notesMasters/notesMaster1.xml" Id="Re63e5725b98843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8f7effef2442fb" /><Relationship Type="http://schemas.openxmlformats.org/officeDocument/2006/relationships/notesMaster" Target="/ppt/notesMasters/notesMaster1.xml" Id="R0071d7a90a9f4a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63df2f27c1433b" /><Relationship Type="http://schemas.openxmlformats.org/officeDocument/2006/relationships/notesMaster" Target="/ppt/notesMasters/notesMaster1.xml" Id="R11e38816223242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dffdc08301404e" /><Relationship Type="http://schemas.openxmlformats.org/officeDocument/2006/relationships/notesMaster" Target="/ppt/notesMasters/notesMaster1.xml" Id="Rebf66d519fc941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9a7aaacc1744ac" /><Relationship Type="http://schemas.openxmlformats.org/officeDocument/2006/relationships/notesMaster" Target="/ppt/notesMasters/notesMaster1.xml" Id="R4d0d03f6aac545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4000625b734b35" /><Relationship Type="http://schemas.openxmlformats.org/officeDocument/2006/relationships/notesMaster" Target="/ppt/notesMasters/notesMaster1.xml" Id="Rf4c0bfcb49a94a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2350a7fe794818" /><Relationship Type="http://schemas.openxmlformats.org/officeDocument/2006/relationships/notesMaster" Target="/ppt/notesMasters/notesMaster1.xml" Id="R2dff298ed7fa48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4c0ac2b38d442e" /><Relationship Type="http://schemas.openxmlformats.org/officeDocument/2006/relationships/notesMaster" Target="/ppt/notesMasters/notesMaster1.xml" Id="R99710c436b0046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98967ec7aa4eaf" /><Relationship Type="http://schemas.openxmlformats.org/officeDocument/2006/relationships/notesMaster" Target="/ppt/notesMasters/notesMaster1.xml" Id="R6911e0db3a754d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c39a22730684785" /><Relationship Type="http://schemas.openxmlformats.org/officeDocument/2006/relationships/notesMaster" Target="/ppt/notesMasters/notesMaster1.xml" Id="R4a865af0b30d401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e694bcc8a6444c1" /><Relationship Type="http://schemas.openxmlformats.org/officeDocument/2006/relationships/notesMaster" Target="/ppt/notesMasters/notesMaster1.xml" Id="R91fd46bce06c428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e15a17164544048" /><Relationship Type="http://schemas.openxmlformats.org/officeDocument/2006/relationships/notesMaster" Target="/ppt/notesMasters/notesMaster1.xml" Id="R7797b77fc53e4e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d6dbc624e94f26" /><Relationship Type="http://schemas.openxmlformats.org/officeDocument/2006/relationships/notesMaster" Target="/ppt/notesMasters/notesMaster1.xml" Id="Rbc61bf9e0f9b45f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21c0a13deb4aeb" /><Relationship Type="http://schemas.openxmlformats.org/officeDocument/2006/relationships/notesMaster" Target="/ppt/notesMasters/notesMaster1.xml" Id="Rfbad2c53521f472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996f6fa92f04494" /><Relationship Type="http://schemas.openxmlformats.org/officeDocument/2006/relationships/notesMaster" Target="/ppt/notesMasters/notesMaster1.xml" Id="R436fe7f179ae465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db2d351430a4bdc" /><Relationship Type="http://schemas.openxmlformats.org/officeDocument/2006/relationships/notesMaster" Target="/ppt/notesMasters/notesMaster1.xml" Id="R1162f53d0921448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4244ebaf5fd4dbe" /><Relationship Type="http://schemas.openxmlformats.org/officeDocument/2006/relationships/notesMaster" Target="/ppt/notesMasters/notesMaster1.xml" Id="Rd1be7bda3d8248d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809765e32674cc6" /><Relationship Type="http://schemas.openxmlformats.org/officeDocument/2006/relationships/notesMaster" Target="/ppt/notesMasters/notesMaster1.xml" Id="Rd36ea66f1d0f431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47e78c838c64fe7" /><Relationship Type="http://schemas.openxmlformats.org/officeDocument/2006/relationships/notesMaster" Target="/ppt/notesMasters/notesMaster1.xml" Id="Radb180aa5824448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dd04af5ee9041d9" /><Relationship Type="http://schemas.openxmlformats.org/officeDocument/2006/relationships/notesMaster" Target="/ppt/notesMasters/notesMaster1.xml" Id="R085144ada12a4c7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b8c6ab9de734880" /><Relationship Type="http://schemas.openxmlformats.org/officeDocument/2006/relationships/notesMaster" Target="/ppt/notesMasters/notesMaster1.xml" Id="R537a3a79c8354b0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7774a58f91d4468" /><Relationship Type="http://schemas.openxmlformats.org/officeDocument/2006/relationships/notesMaster" Target="/ppt/notesMasters/notesMaster1.xml" Id="R74281f926f04420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b263857bf05481b" /><Relationship Type="http://schemas.openxmlformats.org/officeDocument/2006/relationships/notesMaster" Target="/ppt/notesMasters/notesMaster1.xml" Id="R01bf767a943e4ac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f245b5d13ba47e5" /><Relationship Type="http://schemas.openxmlformats.org/officeDocument/2006/relationships/notesMaster" Target="/ppt/notesMasters/notesMaster1.xml" Id="Re8f235f3b8e8470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7d9766da1e041ef" /><Relationship Type="http://schemas.openxmlformats.org/officeDocument/2006/relationships/notesMaster" Target="/ppt/notesMasters/notesMaster1.xml" Id="Rbccc07bf1681498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8b11eb38aad48a0" /><Relationship Type="http://schemas.openxmlformats.org/officeDocument/2006/relationships/notesMaster" Target="/ppt/notesMasters/notesMaster1.xml" Id="R18d6aecc7df84b9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23d639844ec407c" /><Relationship Type="http://schemas.openxmlformats.org/officeDocument/2006/relationships/notesMaster" Target="/ppt/notesMasters/notesMaster1.xml" Id="Ra9f40ce2f822414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be04019b5f94f19" /><Relationship Type="http://schemas.openxmlformats.org/officeDocument/2006/relationships/notesMaster" Target="/ppt/notesMasters/notesMaster1.xml" Id="R41f67efab514440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7cc3065dab4423e" /><Relationship Type="http://schemas.openxmlformats.org/officeDocument/2006/relationships/notesMaster" Target="/ppt/notesMasters/notesMaster1.xml" Id="R0d7555f814e84f6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e76e315d57649e7" /><Relationship Type="http://schemas.openxmlformats.org/officeDocument/2006/relationships/notesMaster" Target="/ppt/notesMasters/notesMaster1.xml" Id="R26f0db4ae8214d2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24d782daa914ed4" /><Relationship Type="http://schemas.openxmlformats.org/officeDocument/2006/relationships/notesMaster" Target="/ppt/notesMasters/notesMaster1.xml" Id="R2832df97cf0e4d5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eb352da4a9241dd" /><Relationship Type="http://schemas.openxmlformats.org/officeDocument/2006/relationships/notesMaster" Target="/ppt/notesMasters/notesMaster1.xml" Id="R5e94e3e64a3342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9695fe6d447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7657e6be104b3e" /><Relationship Type="http://schemas.openxmlformats.org/officeDocument/2006/relationships/slideLayout" Target="/ppt/slideLayouts/slideLayout1.xml" Id="R2eac2dc518b94c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ac2dc518b94c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0be84117d4386" /><Relationship Type="http://schemas.openxmlformats.org/officeDocument/2006/relationships/notesSlide" Target="/ppt/notesSlides/notesSlide1.xml" Id="R353ad9a4fbc84e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58a687279464b" /><Relationship Type="http://schemas.openxmlformats.org/officeDocument/2006/relationships/notesSlide" Target="/ppt/notesSlides/notesSlide2.xml" Id="R429aa891258b41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870897cf846cf" /><Relationship Type="http://schemas.openxmlformats.org/officeDocument/2006/relationships/notesSlide" Target="/ppt/notesSlides/notesSlide3.xml" Id="Rf9c07e89bb784a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d9ce022cc47f5" /><Relationship Type="http://schemas.openxmlformats.org/officeDocument/2006/relationships/notesSlide" Target="/ppt/notesSlides/notesSlide4.xml" Id="Rc7708b75d76e4f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2d0b8f6d3471a" /><Relationship Type="http://schemas.openxmlformats.org/officeDocument/2006/relationships/notesSlide" Target="/ppt/notesSlides/notesSlide5.xml" Id="R6d7c7d4ee4e54b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31824607146d1" /><Relationship Type="http://schemas.openxmlformats.org/officeDocument/2006/relationships/notesSlide" Target="/ppt/notesSlides/notesSlide6.xml" Id="Rb001475585b246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96c20624a4969" /><Relationship Type="http://schemas.openxmlformats.org/officeDocument/2006/relationships/notesSlide" Target="/ppt/notesSlides/notesSlide7.xml" Id="R7b846dabaef744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3f38729534f02" /><Relationship Type="http://schemas.openxmlformats.org/officeDocument/2006/relationships/notesSlide" Target="/ppt/notesSlides/notesSlide8.xml" Id="R22670758ad1348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d280908cb4dd3" /><Relationship Type="http://schemas.openxmlformats.org/officeDocument/2006/relationships/notesSlide" Target="/ppt/notesSlides/notesSlide9.xml" Id="R2c645ae1ae5f4f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fbfd5d5ce408d" /><Relationship Type="http://schemas.openxmlformats.org/officeDocument/2006/relationships/notesSlide" Target="/ppt/notesSlides/notesSlide10.xml" Id="R6fce25c492c140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a0ce30e624157" /><Relationship Type="http://schemas.openxmlformats.org/officeDocument/2006/relationships/notesSlide" Target="/ppt/notesSlides/notesSlide11.xml" Id="Rd4124923e0ac40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f362234b94da3" /><Relationship Type="http://schemas.openxmlformats.org/officeDocument/2006/relationships/notesSlide" Target="/ppt/notesSlides/notesSlide12.xml" Id="R941471aae7e340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8177fb1764e09" /><Relationship Type="http://schemas.openxmlformats.org/officeDocument/2006/relationships/notesSlide" Target="/ppt/notesSlides/notesSlide13.xml" Id="Rabba7a610e994f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65a73a8034012" /><Relationship Type="http://schemas.openxmlformats.org/officeDocument/2006/relationships/notesSlide" Target="/ppt/notesSlides/notesSlide14.xml" Id="R418a2348248a4e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67e717c08450a" /><Relationship Type="http://schemas.openxmlformats.org/officeDocument/2006/relationships/notesSlide" Target="/ppt/notesSlides/notesSlide15.xml" Id="R0ef69357935a47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5963392da4261" /><Relationship Type="http://schemas.openxmlformats.org/officeDocument/2006/relationships/notesSlide" Target="/ppt/notesSlides/notesSlide16.xml" Id="R69512b8a00ba42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e686802ac4e85" /><Relationship Type="http://schemas.openxmlformats.org/officeDocument/2006/relationships/notesSlide" Target="/ppt/notesSlides/notesSlide17.xml" Id="Ra2e7e6c36b86415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18cfb22dd445d" /><Relationship Type="http://schemas.openxmlformats.org/officeDocument/2006/relationships/notesSlide" Target="/ppt/notesSlides/notesSlide18.xml" Id="R6c3d8d43343d41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54544d64d4377" /><Relationship Type="http://schemas.openxmlformats.org/officeDocument/2006/relationships/notesSlide" Target="/ppt/notesSlides/notesSlide19.xml" Id="Re7a85ffdb7d6422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69c21ce334ae3" /><Relationship Type="http://schemas.openxmlformats.org/officeDocument/2006/relationships/notesSlide" Target="/ppt/notesSlides/notesSlide20.xml" Id="R860729b015dd470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9557626c74304" /><Relationship Type="http://schemas.openxmlformats.org/officeDocument/2006/relationships/notesSlide" Target="/ppt/notesSlides/notesSlide21.xml" Id="Rf287709a1bd542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5e2e0536f4e7c" /><Relationship Type="http://schemas.openxmlformats.org/officeDocument/2006/relationships/notesSlide" Target="/ppt/notesSlides/notesSlide22.xml" Id="Raa8f856bbf6847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4c07bb6254929" /><Relationship Type="http://schemas.openxmlformats.org/officeDocument/2006/relationships/notesSlide" Target="/ppt/notesSlides/notesSlide23.xml" Id="Redd452679940417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2a2631840417f" /><Relationship Type="http://schemas.openxmlformats.org/officeDocument/2006/relationships/notesSlide" Target="/ppt/notesSlides/notesSlide24.xml" Id="Rca8b064bc768414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057c4ee9c4971" /><Relationship Type="http://schemas.openxmlformats.org/officeDocument/2006/relationships/notesSlide" Target="/ppt/notesSlides/notesSlide25.xml" Id="R7a7d91f66bd4459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f11b4a23e4d63" /><Relationship Type="http://schemas.openxmlformats.org/officeDocument/2006/relationships/notesSlide" Target="/ppt/notesSlides/notesSlide26.xml" Id="R68e71131542440d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9ed6720674194" /><Relationship Type="http://schemas.openxmlformats.org/officeDocument/2006/relationships/notesSlide" Target="/ppt/notesSlides/notesSlide27.xml" Id="Rcef94c05f3684c6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7fced1a9949dc" /><Relationship Type="http://schemas.openxmlformats.org/officeDocument/2006/relationships/notesSlide" Target="/ppt/notesSlides/notesSlide28.xml" Id="R01c7782c3692404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293870177477d" /><Relationship Type="http://schemas.openxmlformats.org/officeDocument/2006/relationships/notesSlide" Target="/ppt/notesSlides/notesSlide29.xml" Id="R594dd60e529244d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fcbb6418d480c" /><Relationship Type="http://schemas.openxmlformats.org/officeDocument/2006/relationships/notesSlide" Target="/ppt/notesSlides/notesSlide30.xml" Id="R7b9d0b3cac0e4ff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5e2f90e6a4174" /><Relationship Type="http://schemas.openxmlformats.org/officeDocument/2006/relationships/notesSlide" Target="/ppt/notesSlides/notesSlide31.xml" Id="R4e381958e9dc4e8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9cd35778244bd" /><Relationship Type="http://schemas.openxmlformats.org/officeDocument/2006/relationships/notesSlide" Target="/ppt/notesSlides/notesSlide32.xml" Id="R98f93db49fde429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d4a4e99994788" /><Relationship Type="http://schemas.openxmlformats.org/officeDocument/2006/relationships/notesSlide" Target="/ppt/notesSlides/notesSlide33.xml" Id="Ra49c84bc3f5e480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2a8a336c14040" /><Relationship Type="http://schemas.openxmlformats.org/officeDocument/2006/relationships/notesSlide" Target="/ppt/notesSlides/notesSlide34.xml" Id="R8cd5d55b00b44c5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5091a337f4386" /><Relationship Type="http://schemas.openxmlformats.org/officeDocument/2006/relationships/notesSlide" Target="/ppt/notesSlides/notesSlide35.xml" Id="Ra0e3ee4c9e09417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8827e223d4749" /><Relationship Type="http://schemas.openxmlformats.org/officeDocument/2006/relationships/notesSlide" Target="/ppt/notesSlides/notesSlide36.xml" Id="Rd7e7065030624c1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22eb7438b4eac" /><Relationship Type="http://schemas.openxmlformats.org/officeDocument/2006/relationships/notesSlide" Target="/ppt/notesSlides/notesSlide37.xml" Id="Ra42371c6f86642a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f8337052149a7" /><Relationship Type="http://schemas.openxmlformats.org/officeDocument/2006/relationships/notesSlide" Target="/ppt/notesSlides/notesSlide38.xml" Id="Ra87f22137fe74f9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be57ee9ba4448" /><Relationship Type="http://schemas.openxmlformats.org/officeDocument/2006/relationships/notesSlide" Target="/ppt/notesSlides/notesSlide39.xml" Id="R65040f58e7d6492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4e2bddfb24fd2" /><Relationship Type="http://schemas.openxmlformats.org/officeDocument/2006/relationships/notesSlide" Target="/ppt/notesSlides/notesSlide40.xml" Id="R69ccabd7264649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7843C-215D-43F6-8209-A0FE3E27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B8990-891A-4989-A330-E810BAC7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Engineering materials: Introduction, Classification, Ferrous and Non -Ferrous metals: Types, Properties and their applic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8285A-1AB7-4601-A7D6-627CB98B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MECHANICAL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1BESC104D/204D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8957C-1DF4-46E3-BB4D-E667D0DC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EF27E-2689-4450-8C4E-F6B71484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A6AE4-2EA6-45CC-A339-4537569E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E1131-DE75-4254-9921-62A9AAAC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57F69-9D34-476A-887F-4EAAF775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94407-8E53-42E1-922C-18738AF9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2867A-A251-4581-B367-492F9395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1FEB6-EC8C-450C-916D-B88F2671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9F771-1E1F-4244-9515-A6720793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8D523-C441-4423-8234-04C11471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27421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4948C-0D0D-4AEB-9539-CF84E85C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7F0CC-723E-40F0-9C0B-336A5ABF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19EE9-4C87-4749-AE35-452C1F99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0C5D4-CE55-4A33-B2AF-E74AA11B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50B86-8761-451B-9E20-B8B60A81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7B07C-7528-4579-8F89-83105E11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E89EF-0CB8-48BE-9424-8477FD47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741E4-EEC1-4B7B-8467-29D60B13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F2029-130F-41A1-8210-5F060F08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45916-74FF-41AC-B78C-1549BA19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41279-AAE5-4540-BD7C-96C660F0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C3869-657C-47E4-8F53-83C307A8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C6B87-AEFB-4CE3-BBE7-48C9F17C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47C2D-7C3F-4664-B79A-25BE157E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503D2-C9B5-42E9-8CE6-BB6398F8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75972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D64D1-8F65-4E52-8843-CAF5D963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BA980-41BB-4581-B632-721A7995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001A0-AB15-47F6-A15D-440E41A2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EC789-DAD2-4FEF-A15A-903DBDFB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956C1-D54A-44DF-9A8C-2AC48113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0B7E4-FAA8-4362-B55B-BB0F982C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CCA69-C597-46E8-B3E2-F975428B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5F9D7-EB80-491B-AC30-1804374C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530F5-7D1D-44C0-B85F-0E556D11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Engineering materials: Introduction, Classification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56DF1-CBD9-48BA-9AE7-CA10F413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A8A3D-62FB-48EC-ADEA-E98D1420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47C8C-D9C3-4DBB-98DA-4F53FEB7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Ferrous metals: Types, Properties and their applications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CBB9F-8E13-40B9-986A-C3BB2407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5DA67-91C9-448C-971B-3DA8A05E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5CF86-0D6A-4277-9B70-D832607B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Composite materials: Introduction, Constituents of a comp...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C30B9-2554-44AC-BD87-602B7885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9288F-D898-47A7-B5BD-777ECA73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80C1F-4F2B-4E82-9C44-6C0C854E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Smart materials: Introduction, Types - Piezoelectric mate...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AD61D-6208-41A1-AC18-01AD8BD4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50A0F3-6869-4D7D-9B27-0CD16A31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87607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4BBC1-AB66-4B76-BDA8-D2AE19E2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4B592-DBC9-40C2-9ADD-17895EF0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8205D-5CA9-4D8E-A631-C6E7D89A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A2420-33C9-4BA7-960D-FCF5F858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C4352-12BD-4834-9E14-87628A58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D5829-14BF-4719-A6B9-CE2CC27A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AFA99-AEF0-43D3-A523-4C466001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A3B0B-E08A-41CA-952C-004658BC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Engineering materials: Introduction, Classification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54F1A-80E7-455F-B71D-46A87FC0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16862-D8DD-4988-AD7E-2A5F9F5D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76841-9776-4B20-BC61-0AB748CD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Ferrous metals: Types, Properties and their applications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33E6C-8936-48C9-8DA9-29CEB17D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73E72-9541-44E8-80D9-B8EA273B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B98B9-4D2C-4147-B93B-41815209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Composite materials: Introduction, Constituents of a comp...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0B6BF-0AA4-4130-98C9-2FBD86B4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892F1-BA2F-48FB-8217-12B91310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99D053-C6DB-4885-9DA0-7C44891E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Smart materials: Introduction, Types - Piezoelectric mate...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3CEC3-1327-446F-B901-B7C01E9E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74FDC-53A6-4064-A24B-41CE83F3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CB80D-59CC-4C88-9A3F-67B30160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088525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F311E-6F36-4FB7-88E7-E130D0FB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D0B86-8EE0-4390-8580-CDF3C98A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E5403-4AA3-415E-96FF-6CCF0A8D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7AE86-4484-4E51-ACA1-913A90A3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837D6-CA44-484B-A8A9-C3A9CC2A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1D668-608F-4D92-B7E5-33CAB89F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Classification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D743A-00CD-4D9A-B90D-D131EB99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Ferrous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81CCE-C66D-4252-B4E5-2F5A0BF7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DE85D-0131-41F9-BFA2-F34F221F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43AA6-8334-4BB6-A01F-5A9B37F1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62B82-7460-4D2B-8922-4B5AAE2F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40A0A-5D4A-4805-9E0C-9A11485A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applic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7058E-C8F4-4F98-8CB0-2E86E466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applications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D3A1F-004F-463B-9520-E48B4753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Composite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BDF104-03A1-4194-92BE-7E9A8029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635AA-DC0D-4D43-B240-37B9A07F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813013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B740B-9C78-43E1-83C0-8ADCE337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93EBB-2CE9-46EE-BCCB-DDEF9FDE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98A7C-5D17-4361-B564-2AB84CF1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8F275-669D-4DBF-8A6B-75B96A0D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DBF0D-29F4-46C3-8B1D-5E65C446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Engineering materials: Introduction, 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F2745-F28C-4CC9-8136-EAD0D94B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materials: Introduction, Clas...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91C5C-7A4F-4E53-9757-0CB7753F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B6F55-DDD9-4D8F-AC1C-1258DEDA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27BB5-6C6B-430E-80B3-35E69954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D71C7-86E6-4495-948F-3DD42C90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22E3D-12BD-46D3-84F9-FA30AFAE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8A2D4-BA66-4945-A758-CCA9328C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C8DBD-1EE6-4F3D-A9DA-223A88AF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EFBFD-AC95-4745-A1AF-5157B638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AF0BE-6313-4274-977E-046B3C2A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DA023-6D6A-4215-B29C-CEDE71F0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004340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8C45A5-38F5-4E59-8275-312F491B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3A1D9-6725-4090-8837-77B0F7B8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BE8F3-47F3-4068-B3F4-8A2AB1DE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13054-9C92-4D03-83E3-BDBC1122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34A7D-9525-4CD3-88F5-EAB0B8E1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C5024-FB6A-4788-98B8-9329DEF9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0FFD7-02F5-4657-9969-D3BD4275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096F2-09B7-4267-BB49-F55BEC27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DD03D-9A51-4A4C-B618-FDD67991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Engineering materi...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3850A-5C51-49B0-9198-51D0D5D3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E2E28-7014-493A-9C99-1949546D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8E19D-FDC4-4068-8C93-A468C807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Engineering...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719DB-B3E1-42EB-91A0-4D29241D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2377F-28C3-4765-8C5F-457A7CBE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F8D65-5E96-4640-AD49-C9DA829E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Engineer...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EA1DC-48A7-4B10-878D-11B023C7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22DF4-5430-412A-8955-B31B6B02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0778E-5FBA-4C8E-B681-D80FEBE9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Engineering mate...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BC7D3-A7FA-4ACF-BE71-00668C21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610A0-FD16-4B16-8199-CA3B5B25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EFDDFF-2D20-4816-88BB-A3D4225D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Engineering ma...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6EBCB4-4F91-439F-B670-B41B62FB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6FEB46-9B7E-4D1F-905D-873BEE48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06708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66165-E23B-4922-AC43-6ED11226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F2D46-35E4-4CCD-9BA5-70F7D3D9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E6939-F361-4F7E-B50A-220577CC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6303E-B06B-4C5C-90E5-8EF09828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64B5A-E063-481A-AA77-588B096E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3CE91-399C-4526-BF2F-8F3C5604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FF350-2AEE-4213-8D6D-7666CF68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51F27-2650-40D0-A84E-9A2D4FB1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A6D8D-0322-4594-9B9A-58F4EA61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DD576-5E9A-4DCE-A2CA-D6AABAFA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8A01D-69BC-43E0-8497-8E326738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F3917-E619-4A8B-A29A-B5A92EF2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20D2E-911F-4864-B8C0-4E804996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A25C5-E776-481C-8EE9-EC0115EB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1B4EB-C80B-45DA-978A-72BD9DE5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93561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F5AC5-598F-40AF-BA55-45C4C985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B1E30-2C67-485C-8B3C-B649700D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12E1E-39FD-4BCD-B94C-AF386073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52DA7-E586-4165-A35D-385B915E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8CEC0-E75E-47E9-90E1-1DFE0660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F6A82-815B-47FB-9D96-AD74CA04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Engineering materials: Introduction, Classification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ACCAE-7FD7-4A84-B82E-1C4B09AB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29DEA-0231-4B64-B539-62A9C36E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B48B2-C72E-42B1-81BD-90181E89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83D5C-0AE1-406C-9D9F-428FD936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4566D-C8EC-4F5C-9002-8416EAFB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980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23624-62C0-42FD-A857-905AF16B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93144-77EC-4472-B91B-6F1CACAC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26E65-5291-478E-98BB-4617D579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FFE96-E7BD-4FAB-B955-80881427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98032-3923-495C-B60A-B70923BB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Ferrous metals: Types, Properties and their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16A37-895A-4D5B-A8C9-436DE56A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Ferrous metals: Types, Properties and the...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A1D51-C082-4098-A5E5-AD4A28DD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AAECC-D8E4-4E77-A1A2-90546666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B0F6D-3971-4003-A267-3178338E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7B765-B142-45B2-A5C4-CCEC0348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85487-A031-469D-B0AC-923573FC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F9E59-1725-4F3C-BF43-4A67F59C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116BD-79C3-48CC-9F51-64E89C5B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80FC3-E27A-4CC1-8BB5-5898D186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F012C-C6B5-4D17-8F99-FE3FA672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94F64-9FE2-485D-BCD2-A133021B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833167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BE2418-921C-4E35-82F1-303632FC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28B13-0667-45D2-93CF-C31865CA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A00FC-B2EF-402B-A942-3F4A3895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52822-0CE6-49B6-8ABC-940CBC7D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386F8-431B-43BA-9848-F3CECB7B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90345-7D7E-4B56-8F88-C6BB9920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23CAC-D337-481D-AF07-7AACFC2F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789D1-F100-4167-B4A5-927C5C1D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9C5D9-9F03-4C08-AF51-5C575A25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Ferrous metals: Ty...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73590-3EC4-4B1E-87BC-B3AC6A58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41BF7-79F3-4C99-9F56-0C6D5B3A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8650A-036D-4535-BF97-FCDB7D13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Ferrous met...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61EFD-D745-423C-8626-F756B966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5F365-CAC2-42D6-9CBA-82E49591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4754F-1A20-405C-BBAA-C87DBFE1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Ferrous...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C2793-6CC3-4AB9-8CE8-75074D8D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86BA6-30F5-491F-B8B6-CA0102A8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3A36E-D6DB-412C-A5E1-31098B22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Ferrous metals:...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292063-2BB6-4D13-B277-C9730DEE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DE818-C823-4C2E-A80E-FA77D1DA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FEB1EB-8967-42EA-BE52-CBC1205B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Ferrous metals...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96736-B882-4B9F-968F-D857B8B3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632A9-1FCC-41C6-AF0D-8DE3A73E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807169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EEA27-9EF9-4EEF-AD63-FEDF3568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8AC8C-DD52-4159-9A0D-B431A6EB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2B802-9FB9-401E-A377-CAD001C9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87C31-6826-4D0F-96EA-40043635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CDE5C-4AE6-451A-8920-1F08BC75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8C25F-5BA2-4846-9185-B94348C2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F0761-5B9B-417D-9343-72F3D8A9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2547B-A754-45FA-A8DA-289F9D88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D8A99-42C9-4867-B5C7-3FF265D2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71475-0958-4FFC-B1E6-953C4F23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EBB45-4418-498F-915A-1622514F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C8592-12C1-474C-AD94-4B529E66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9EFF4-B263-413D-8B90-465BB53E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C55A0-47CA-4FBC-A08D-C81B3EC5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64786-1C11-4723-971A-8A59201C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03695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232F0-5194-4630-8A07-FA57F1AF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99CBA-8B31-42B5-9F54-EC8E794B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69FDF-01C3-4F4F-A874-B2FDFB85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E19E7-D6A6-4A23-84FB-DF748B2D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38162-6854-4C92-BEB5-1CD70DDC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1269F-E860-4FED-B12A-F3A70AC8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Ferrous metals: Types, Properties and their applications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831EA-3657-479F-8D55-11F17A58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E145A-F302-4054-A791-8463BA93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A7588-FCA4-4016-AAC3-38C4430B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25A42-61A6-4159-884C-DDD7567B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4277B-2A37-44AD-9352-5148ADCD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711972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E02FD-1D5E-4A89-9AA2-DF3DB7D6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23A04-D602-4CB8-8134-ABF42559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21281-FB1D-4E8F-84F5-2AB97ED6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9819A-DEE9-4D08-B35A-5CD8F991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1F54F-857E-4330-94A7-D743E673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Composite materials: Introduction, Constituents of a composite, Classification, Types of Matrix and Reinforceme...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565B8-BE3C-4F11-8B7E-2D127825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Composite materials: Introduction, Consti...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12523-4078-4E89-8583-B6F4A647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62E98-B5F2-465D-B55D-B160AFAD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A5423-C4A5-4D8A-918B-9480C6D9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49BB3-7EF2-4954-9783-673738E5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0E650-5663-40A1-8CEE-7DC05E87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D8FE2-4D2F-45CA-BF33-C49A5891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422E8-3D35-42E6-A1D8-908A5EB8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03D9E-61D2-4B21-9135-E4C6CAD4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F28D1-7483-4008-8ADE-8AEDB3D5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A6A16-F5E3-4ED6-AB85-5FFAEB39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836895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E4D60C-9B15-485B-9CB2-0CBCB5D8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9C53E-87E2-4552-A0DC-82E47599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C47B5-B4E7-44AA-B9CF-04751952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610FC-B36E-4FF2-8E9E-8168747A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81C05-A1E0-4053-9500-9C734197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7D899-A62F-4DE6-B41F-6F134D51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4900F-7A17-49AE-9E1F-BB66AC2C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3DC82-6150-4773-9E13-EE3DEBEF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D3574-E144-41CB-9193-F0B2C976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Composite material...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D0B10-FD3E-49B2-9A7A-AD267606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A1248-2ACA-4FA3-86A7-35C9BC15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72947-7B98-43FB-B82B-0C45222D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Composite 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0C3C0-BE0B-4D2F-BC8D-85750F6A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08DF9-6CDB-41BF-A015-240698B3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A687F-BD3E-42BE-BAA8-30AF6BE4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Composit...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3AA12-1C43-47EB-9EEE-F2113E37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5008A-1106-4CA7-89C1-BA5D756E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7B60F-31A0-42C9-B32C-52A14E46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Composite materi...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3CB14A-BC2A-431D-9DD3-E89A7A5B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1F226-1E87-4D22-9D71-F6D06A16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D49E5-6A29-4A36-A41D-12E5E314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Composite mate...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27E78C-405F-48FC-AE29-0E73099C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6D7506-DDBE-4A33-ABA7-057060E2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729188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59DCE-2B33-4E7E-A662-0E330278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394C4-A762-46F7-A33F-1D583361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8C226-92DF-4DFA-BA82-E15B1325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27194-591B-4F01-A6A8-68FEAE92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B7EEE-A64A-4601-A142-41A6D5C2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BF7A0-C3FF-4CF1-A028-EA58A56A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9500D-B435-446A-A48F-537C7442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96C62-016F-4A67-A2CD-156577E1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A55DD-32C9-4E7F-BCB4-B9AD8D25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B3349-9762-4586-BC94-4A63B46C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18C23-0A65-4388-AE65-BE1D924A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C84AC-D8D1-4D8F-B3D8-220CC3E0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017DF-A6F2-43D9-8535-A83C83B9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32FCB-DBB8-455F-BE12-C604C02F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8B8CA0-8BDB-454A-8FA2-ED40D44D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529590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F1552-49CB-41AA-B60D-D71B9FFF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2F493-B33A-4464-8BE5-326BEA2F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2F272-4F12-4E33-AB43-8C3E0306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FE6C3-E5EC-4BBB-83E4-48D15C1C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48A88-0FE9-4D5A-9A64-D2BEE6B9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A796D-731E-45B5-9A16-9A66454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Composite materials: Introduction, Constituents of a comp...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E1443-5B0B-40F3-8293-423B7855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14CF4-6FED-4E26-B466-4FCF87F5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3F074-79E6-4F93-9AA0-8C9C12D4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54835-AD7F-4E0C-B09E-42A7440C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48DAB-51A3-44D0-AA23-61FCE182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650637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E137C-04ED-4C1E-9176-7539F7E2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39B32-DD61-4C60-9B0B-B0826489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D1CD8-2DE1-47FD-81C5-460F5244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34BA8-96CB-4F67-8B8F-F714EAD0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054A7-641B-4DC2-A7E7-2F894562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Smart materials: Introduction, Types - Piezoelectric materials, MR fluids, Shape memory alloys and Advantages,...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7D1EF-D914-44D0-981F-286CD4F1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Smart materials: Introduction, Types - Pi...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4A0ED-10C5-4F86-A9F0-844E03C7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7C062-CCF0-4078-8475-FDA658DF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058E4-8002-4770-806F-3353C7A4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6734C-3FB6-465D-A6AE-C6ABF4EF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E4207-E918-418E-B523-1F520A74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75BA1-D9C8-44B8-A758-E34A7D0B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B062F-CFC6-47E0-AF32-B28F1A88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52CDA-A6E8-44BA-BBBB-BB8388E8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DA85C-DD9B-49E2-A5C9-D07ACA0F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88DF1-CAD9-461B-9181-1C732E46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724235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472F64-447C-4AB9-B123-88475004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F83C1-433F-4EA1-9713-C29F1AC8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5A34D-9C8F-4A7E-8F1F-8ABFF0A1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F7243-1514-4A4A-B575-65C221CC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5CCB3-65C6-4F3F-9641-5BF200A7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57B95-2643-408D-9EED-05F8EB6C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A9812-0AFC-46AC-A842-BEA3490C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57104-0CDC-4028-8996-FB19FB26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31AB8-4362-4EB5-A035-587A6069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Smart materials: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73BD4-6B3B-423C-A761-C9A33718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7B8C4-C71B-48C9-9BE1-FB14BE71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2C779-5E31-4B3C-B43C-887CE85E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Smart mater...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C649B-0636-4CFD-A5E3-39C21415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AEAB1-B5CC-441C-8244-D58313A8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7137C-E190-4C2F-99EA-AECE7B15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Smart ma...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C9650-E550-4657-B1AD-216792AE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7F3CF-44CF-4B8A-8A66-768BB47F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7E078-E2DB-459F-858A-05C0F67B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Smart materials:...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18FD3-23B3-41E9-8050-CA64BF32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C54B0-28AE-4345-9A8A-6DDF3014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645048-6DBD-4E20-8C4E-4FB3928C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Smart material...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97745-B4F6-4C91-BCBA-8900B4D7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CD2B6-EA4E-4A7E-92BC-4E8F0347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978003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3B0B3-CB2F-43B9-85D5-887ED72F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A1289-6AA4-4BD6-A6B6-FF766314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861DA-6A13-4364-95F1-3833E5A4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71942-CBD0-4322-82C7-5F6AE04B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3A0F1-EDAD-415C-A4E1-371C5503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216A6-E3E0-4BBC-9B40-709D3A68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DE8B8-0591-41AD-A1A4-7618F99E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E300D-DE58-4F54-863F-7489D95D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98E82-1324-4BAC-8211-7F238252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FAF1F-F4DC-4EAD-8115-23FB96A9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78C50-4995-473E-848D-426F3A4C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02BDB-0553-4E42-8DD9-986DA288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ACB82-2BA3-4D33-9838-0C29CF6C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6FA77-C264-4980-BF6A-9AF1A42D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582EC3-F076-4B3F-AC1B-A903138A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480280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62340-414A-4E8B-A531-80ADB838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5CBE2-5C55-407A-8FE5-E27116D1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484E6-1405-4D70-A2A1-A947DE97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55536-1BB8-405C-96EB-06825526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F3222-2CDF-4D7F-9E41-B0870D20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6E457-0DE5-4FAE-9355-7C3DB045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Smart materials: Introduction, Types - Piezoelectric mate...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70C1B-717D-45BB-829E-9D87FA62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6DF0F-6ED5-47F8-B435-E09AD47A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ACAAE-19CC-46EE-B43D-305E13E7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7F4A9-F3ED-43F5-81F5-FA13C29F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555F4-80F7-4CD0-926E-55640E56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322675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02076-E423-4B41-AB62-9D9A8F57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33794-8082-474E-A358-5B0E0A78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0157B-AE29-4E5B-8772-513ACC66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0BE78-DF96-45A7-99DB-EBCD11B2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14B9E-AFFF-4606-BBBD-148B274E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93BC3-5655-46B8-B631-57879EB8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821134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82347-5EF7-4256-A207-FB8E9BF7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C7188-5039-4711-A838-7B327FA7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C0081-202B-487E-BE81-C1672F89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2DB33-C0BF-46E8-9E2E-64EDCE3F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48E3E-6FB7-4292-B091-6CE09C8F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Classification: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Ferrous: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91BD9-2C0B-409B-9D8E-7012638E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189313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8E953-D8CA-4483-89E4-1ABE526D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E0DE9-1200-45AB-BCD7-774118C8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D16CD-27A0-402C-BA55-2863198A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97699-E99E-4436-8325-9E9E8052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8E158-7184-43C5-9095-A151EB34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DE618-8FDB-4437-B8FD-1EF14768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080093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713B5-3164-49D3-B62A-9DF55D75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5523A-B9E3-4460-8820-63EF0633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B8A79-8DDB-41F5-8D9E-1ADDFFE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A56FE-67E5-4FC5-9E25-2C97E751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72977-D62B-4934-9944-7C7365B7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FFA89-25D3-4E63-8B45-D703D181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662498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498C7-5DF0-4793-802A-32CC3F79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1842D-7F48-4F5D-ABD5-CEF753C0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32E0B-3A01-46A9-8467-0D65EF82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BE38C-F304-40D7-ADA2-AC244F38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A8AD9-39FE-4B86-A725-77907407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Engineering materials: Introduction, Classification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Ferrous metals: Types, Properties and their applications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Composite materials: Introduction, Constituents of a composite, Classif...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Smart materials: Introduction, Types - Piezoelectric materials, MR flui...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B0D37-DA23-4BF8-9CD0-7ED77081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21138-9373-4102-9381-15326EB9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981F6-B14F-45E0-8B1E-3CADE5AF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329686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0470C4-7E77-43A4-B46B-6C8C4E4F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84055-59B3-4E9B-9D8D-EA5BFC38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Ferrous metals: Types, Properties and their...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98871-6B33-4252-B67A-DD061CE2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6E951-118C-481D-A577-4BBEC4D4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E0E91-AD3F-4255-9AED-C3569793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5E273-4CF4-48C7-B687-D753FFD0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B86B5-E863-45CC-AAC5-E9BDF19C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6E980-795B-47F5-8000-FCD68C2D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DA80C-9913-4B07-A20B-91FDEB93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467B7-5A93-4E51-B313-FE0DA176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9A26F-41E5-46F9-B514-30CEFF76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D82BE-267E-4757-A8A1-95B122D9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07829-EA9F-4AC3-ADE2-A7D53883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0EB96-1E91-412C-A40A-9D518D51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86D50-CB78-495C-88DA-2FC7B3EF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4E957-856B-4A52-BE6C-20F77B60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D92B3-E354-4DB4-95C4-6C1B0266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C83D6-AD98-4FCF-9787-A9CC511C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7E7B7-CCA0-45C0-B6CE-1FD79EEA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6DB4F-A38B-413B-BE38-FB00F4E7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53690-B0F2-45B4-8083-1AF48118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79DCDE-6B38-4C90-8551-12C3AB33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DDADF-C108-4150-871F-5C57CDAD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7964DE-2693-4B9C-9D56-7BD8736E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00F68-D9D6-4095-A70A-6138C562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C0CA07-3A3A-40DF-85FA-B86A4583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A965C6-D3CE-4C84-ACB6-D4AF34CE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4BD6EB-ABE5-40A8-BCF9-6E65A252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173D2A-6553-4958-97F5-3E3722A6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544CFB-028A-4353-8FCA-DFA03533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DA7A8E-BFE7-487A-9955-5F9BFAAA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D53B63-7A64-403A-B4DA-EF6C6809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965671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50409A-825E-4D13-BB90-173B574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F1773-364C-4A9D-978B-72793055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Composite materials: Introduction, Constitu...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6B42A-E4B0-485C-A5FE-95772547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79D69-C36E-4FA1-8DA5-4A83FA6A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88DB1-67CA-4156-9CCB-60882E5D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AB48A-957C-4601-820F-CA6C0A8D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962EB-22DE-451D-A6B8-E06C17E6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B3EFF-2871-49A5-8C04-D69C6241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09075-EA6E-463C-99D6-8ECDEDE8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12BC1-E1FE-44B8-96DC-A07B2BEB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E1DDA-FC08-4259-B3C9-A93AA5CD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D679C-7796-401F-A6B2-86DB8737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24DD8-3D1D-42F0-AE9D-21407436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B7304-D249-4A68-A5F6-B5F1BBB0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909D5-2722-4FA9-8C17-B2FD826F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EEEB-A9E5-431B-B97E-ECE56C3F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7E53C-F330-4AC7-BD68-3BBF0A8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FDAC8-A136-463E-A6C4-F15EB104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DEE088-0574-4886-B356-D292BA92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32440-424B-4477-9653-A6C78559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E9588-8EEE-4430-9855-1D8A4B86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7166C4-CD4E-4CBE-9627-38D582E9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A947D-A25C-4D98-9427-BAC940EB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44419-3AD9-4DEC-8985-F78F02F8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8C52C-46F2-4DFC-84E2-4B735FE4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693073-CA4A-4F82-95A3-28944345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955DDB-513E-46EB-B88B-4F2B03F0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90DC96-0C32-43FA-A9A3-4C4C4A14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59FF02-211A-4F8C-B3D4-18CDE7FF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D567B4-0F0C-40FF-A4B0-5295FD2A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8405D4-2520-42FE-A4E3-11E3C701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1AF238-89B0-41FF-AAF0-ADD941D6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07646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4A8C4F-F166-4E42-A24A-0622B4C8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96EEA-206A-4CBC-8C15-69C1BC53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Smart materials: Introduction, Types - Piez...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D1F22-F581-44E2-B810-AA0A1064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AE698-E159-41B4-9244-59E1A312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5C8C7-B2AF-4B93-8D5C-0778AE63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104C7-57D9-41F8-957F-8BD93726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99D36-3A38-4826-932E-BFB2D204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F3CC8-3EC7-4974-A88B-497B6275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BA79F-B8CD-49B4-B75C-F6043703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C904F-8046-4A63-A34D-85A99545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916F9-C018-4A70-94DE-FCDAB5E9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DB828-5A62-4592-8F6B-3D513EC5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DB4DA-9F9E-423B-A87E-42B7C27C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3108B-A5EE-42D0-894D-32F6A1A8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1B221-920F-4581-9CA4-90FD1EAB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95F5A-6B99-4DAE-AE48-C4399AE0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6A2845-7ABF-4A03-AFEC-15EDFD13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594FB-8896-4ED7-8C9A-9B6D5E3E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2436C8-270A-4368-8A72-EE25B8C1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A8522-AE97-443B-8039-9F8CC8CE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D1E093-1D6A-4163-AAFF-5651F38F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BFAB7-82AC-4D54-9336-CA135DE5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62EB3-ABB1-44EA-914D-2E5AF57D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7DCE3F-EAD7-4AA0-8F1B-49496E1D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62962E-98C8-4DEA-8543-94341318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BD76B6-0E6A-4421-9759-777AB7C2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29922-73D0-430B-A640-169E80B7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02FA4C-2393-4738-8005-5410206F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21D11-DA24-4757-A7D4-77B39812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297740-7514-46C7-95BB-9C41E24D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86D80D-2D4E-4545-A514-B12FE18A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560345-C1D9-40CB-8775-FA4228DF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1916474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E573D-B8C2-4E89-AB94-0BDD4EEF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A9690-8568-4518-BD23-2F0E3671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Engineering materials: Introduction, Classi...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50962-B043-45D0-BC02-8778204F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9865A-9189-4A5A-9A45-D9325E1F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F02C4-02D3-4630-AD7B-7FC90E61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82C3A-4898-4955-9DCC-F5BAA365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F30CB-6A18-4697-BC9F-22386B5D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5BF20-940B-4729-8542-5F135961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18880-46D3-4E6E-AF1E-8DB7AEAF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2439C-D0EF-47CD-9567-5FB6706C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2D705-B9B1-42D6-B8B3-A17E094E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C48DD-3978-476B-BD0C-34AD772D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3CC8E-E644-4FE0-AD6F-A35DE21D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3FC7D-EE28-4359-8F87-1E2E5636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41295-4265-4A18-803C-B15A875F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A165A-A118-41BE-BF56-28688F49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10E22-B21F-4CF6-8703-866946F1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AE311-F8AB-40D6-A8B6-A7E99BF6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C0B4A-3687-4739-8EF4-F9811CF8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E0BC92-8032-4708-840B-165517C8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7A8A8-D70E-479E-B7A6-100D1FAA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CBCB7B-4C69-4CE0-9865-C50E7241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50453-B4AC-454F-B65D-3B5D6591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E2BE42-9D79-4D57-886E-E9F0AAB4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0D41D-707C-41FD-9175-978080BC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08E7F4-F587-4DF7-ACDD-2F39C73F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1FBD09-7BD7-484A-92FE-F8D6F3B0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0E9191-4C63-43D2-AE88-1540BDF4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D850FF-7EDC-4C3E-8B29-8DB2BC96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639611-821B-4192-BBB7-DC09D063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8DEB2E-C107-452A-BBD2-D8972B52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D950E9-DBB7-45BF-B681-3D1FCB96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9645973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89781E-E31C-48F9-B98E-7706A6D1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D80D7-1D62-4F96-8D72-486C135B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Ferrous metals: Types, Properties and their...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7A474-5F00-4A8F-811D-F1764C8F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21F19-C7B6-46DF-9EDB-52714023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C3933-A30A-47C7-B4AD-EFA732A6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E76F8-0D49-4EFF-A970-2A66C20A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92CCC-1375-4B5E-A2B2-B9E4FF41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CEE65-C5B8-448F-8AD2-F80E2BE1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952BC-CD74-48E6-9C30-0AA2E13B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68D24-8708-432E-AF5D-FE7F5E2E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B709A-2CE4-4746-B9EF-1F25A730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6B500-2AEE-4E9B-94E3-A05088EE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C2776-A68B-4910-9B60-B53325E4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E4980-5823-4DCD-9D4B-8DFFAA20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3867B-155A-47AC-8920-B9A7404A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ED79A-C9D6-4562-A1C7-E048F154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04F10-7356-43CD-B40C-368F9A49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9DA7E-CE34-418F-8C74-7BC58118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52651-8BF9-49ED-852E-7BC0283F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A1830-F80C-450B-B218-D700355E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AA8AB-2E79-458B-AFE7-DCD30978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FEF80-0191-402D-8C5E-F367C912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70BB4-2B4F-4905-BF71-60DF75A4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73FF8-A60B-4477-8317-745EF608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02C33-A139-4FD7-9035-36763A44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4ADBBE-F9DC-4E4E-873F-5209492D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DCCB3D-BCE0-4F6E-A44F-73595633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009D2-3BD4-41DB-85DF-BEEBBFC2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35466B-258E-4714-9C76-3B01CB22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8976AE-5112-4083-9AD6-257CEFE5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A426F7-D823-4DC8-95AE-A6ADB08D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C83FB-5D04-4DF2-8106-21C69173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8449470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9671B2-510F-4796-B2F4-A8C9E12B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311A4-6FD3-4669-8CFC-BE0A8321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Composite materials: Introduction, Constitu...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38403-91F8-4A91-8D82-CABEA517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C6503-8C09-481D-9341-61354003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C4AB1-6D1D-4F3D-9367-8BD52E4E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7FA6A-81CC-4812-BCD7-51AFC4E4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5E01E-12CD-4BD3-A98A-4CB03A3F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8085F-851E-4E38-8FFA-9C6E407F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678ED-4B6A-4875-9BF2-CD1B846A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2920B-CCA4-40C1-9150-DA01434A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9277C-B316-46D6-A5D5-5D2CEF27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BDFEE-EA63-475A-934C-A3890658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79AC6-38AB-47D6-8160-67F5AE97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C3D53-6DB2-45A9-9F55-2A9BF526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64EC5-D12D-460E-A199-B2D4A660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81554-5826-4094-A549-0050E15F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7532F-613A-49B9-9024-315E0633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57F3A-1B53-4DF0-893A-E58A0C91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C497C-674A-41FF-93C2-D45085FA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A1B1B-2AE4-4499-ACE5-A320E7CE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4425C-7B68-4C23-A0C9-E61216F8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29483-E066-45A7-BC6C-2E36F31F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266130-2ADE-44C8-85DA-1E67D42B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EC3A3-7500-4E8B-AC6C-666E7E78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8EFB81-8F2E-4ADA-9F57-F67815EA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957F20-394E-4D9F-9E1D-8BE90018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C6C7EE-301E-41AF-BB6D-D5FAFA94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57E4B6-1370-4656-A095-1CCAFB0E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C4395-CC3D-478F-9742-F1F24543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61B467-86E3-48C1-B695-A53D0766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AE58BC-9930-4CE7-B666-6ACCCC5A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0EF4FF-F467-4CDA-8B4A-928FBAD8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0457054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4B9B7F-C67A-4AD6-9ABF-8D069F68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A5289-F2D9-42F4-9EC7-656C8C8F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Smart materials: Introduction, Types - Piez...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DAE5E-EEF9-459E-AC91-E5BBB368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69223-53DF-464D-98E3-7EE7FEB4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1C779-C8CA-4BC6-971C-B81BFD73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B7032-F4AF-430E-BE39-C3A904FC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4F5FA-8E40-4D2C-BE2E-9B9F6538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37AA8-07DA-44EC-8264-27FE2E40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4FDFC-76D8-445F-B870-9E1666A5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9C37C-C582-4712-9DC9-4FF32D34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8D5AE-ADD9-42C5-9ACA-FD65D189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35908-3731-46A6-8B34-059A289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C61CA-6850-42EA-9EDD-44345F7A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B3229-34DE-4971-8ABD-05B65095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A75BC-8F07-459B-8A66-0DF054A7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35F64-D933-4152-8768-A841581A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9273D-3F1D-428C-A648-E11C7D73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B476C-E8E5-4F8A-BDFE-A73B4681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4BE82-2250-41A8-9962-FFF420C9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75F3F-3218-4B6E-8651-C2A562C6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E18F0-D422-437F-BCE4-07820438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418A4-FCEC-4FC8-829A-8EAEA7FE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F94DB9-CD77-489C-90FA-D094C9DA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537857-471F-4878-A86F-F95921AB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5C5455-15EC-4E20-8D11-5F2E5B36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54C462-4785-4461-B3E0-84397B89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92DAAE-1AF2-4257-9721-E56F6FAA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B41856-4763-43F1-B528-914025A4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F3D6B3-249B-4887-8035-8600FC48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6729D7-5E04-4C27-9872-2BF5DBF9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3E5F8-B9F4-470F-9690-979A925F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77CD6E-36F2-434C-8E28-352DFFF2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3756041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03DE63-7E4F-4AF5-AC59-8C2CFC24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7F01E-6ABA-4588-8A74-093737C2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Engineering materials: Introduction, Classi...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C0B94-24BB-41FE-94BC-CFFF1A73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1D922-246F-4532-A158-4E70E019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1866C-B7EF-47BB-9354-F8D56A62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EAA70-70FE-4F70-9332-48E6CAEE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F5703-A7C0-40EF-BB43-CE58E739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14FE9-D08B-4DA9-9829-442DB3B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F7C08-60A9-40F7-BBA6-0EF52D62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974DF-80FC-4AF5-BC81-4AB65A4B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9A1C8-65B2-48C3-A635-2A08547F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748AF-C974-4548-931A-7B046026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78634-C592-4654-9339-252927E8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44DB8-5A0A-4E57-9734-A464454A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DC556-3AEB-4C45-9512-3020BA20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B619F-560F-48F5-B09C-985F93EA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F2BD9-E880-46E1-A8C0-122500F7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4F679-ECD4-45A5-9E79-C6831D4C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9375F-BDC4-41F9-9CCB-1DF3D9CF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0280A-8E52-4B15-B1F1-BFC8ADE6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363E03-9670-4AC3-AE11-9FBC7407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7D85E-865D-414B-A5C0-0C48A308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BB527-D556-4903-98B8-5F244D43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148DDA-8E58-4E5B-B9C4-81E1FE17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F4DD20-CC28-4165-9107-A5BB54AC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526437-9779-4A1E-AB22-1E6D7A69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2A24C-0E1F-4C90-A613-AB134948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B9B57F-B657-4153-8162-77A5F551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DB84BC-B0BB-4888-BDA9-EC3B0C3A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996B0C-DC00-46CD-9042-33DF96CA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D45E88-09D4-4044-8E73-42215A0A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46FF32-EC7D-464C-AF87-55DE2B51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654453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428496-9B47-4D76-B162-9806F1B0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43D7A-8A23-4079-929A-971DA315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Ferrous metals: Types, Properties and their...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B9F27-F37A-461F-90FE-1B2D6075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1C440-5FE5-4B27-B680-A4F4BA8A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44032-B2D6-4399-A427-C9507989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BDC70-0DAE-41C0-B918-A82FDB80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C2F52-FB61-4F06-91C6-DA20CA6D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4BF9D-4DBE-4D45-B83B-7F32D6D9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34C73-4037-4095-A4CC-EA28E697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62472-11E4-49A4-B5B5-D431E1B4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49185-3722-4439-80A2-4138515F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E3748-53C9-47E9-B95D-7EBACFE6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FCB6D-C95E-405A-9451-6E997945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E2FDC-6F5A-44CE-A442-E666BE25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3DB2A-8DD7-4425-AF13-581DD7ED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6EC64-3140-4F48-AF3D-8B5F63F7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5A90C-586A-4E83-B949-0C1024F2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0D246-2FF5-4B8D-BD82-A8AE5E3C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DEE6E-205E-49A1-9F55-71796DFE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08B58-8283-4D2B-B90B-A6A4FF39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E789B-A610-4532-B55C-80483052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9E472B-3B0D-4BC2-A18D-9EF43149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24031-92AF-47EB-9764-1C529182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D48CA-0E44-4E04-A890-DF6B7803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AA4564-9101-4953-A4B4-5A7E0484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AB4FDC-F6D0-429A-9D2F-B8CB3752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CD7B6-FF1C-457B-A569-1E103E77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B0B95C-4ACE-44C1-ABA5-DFF13A2B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E92FB2-F3DF-4D32-A5E8-C81FEF39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D2F85A-E08C-43D6-87BE-C45F4B78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9EF323-165C-456E-8D9D-DD6FCA0C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66A902-744A-4A89-885F-FB3A81A8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874504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E87117-E625-489E-8FCC-00CF866B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2BB68-5ACA-4EC5-B975-2EB7A671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Composite materials: Introduction, Constitu...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E3FF1-D19F-4498-9C6D-5DBE0F9A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C376F-1520-4E8C-8605-334C7A37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62DF6-DCCD-44BE-B5E6-CB6BCEDF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DBDE1-258A-4419-B530-BBA9D759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81BFA-B227-4C41-845F-85154E89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C6C91-FBDA-4F4D-B2FE-E047984E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0DBF8-77D0-4014-AEAE-D319DBC3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B409F-73E6-4FD6-BE76-A9F46594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2B689-9EE2-4D0E-B7AF-ABC3F695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F0C3E-2040-4583-81CB-CB87AAC9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8981F-FF8D-4B0F-9CBE-E4397237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D7E1A-18C6-4BF4-97AC-8211E40C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EADDE-85F9-4C1C-A407-6A64DEFC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AD214-FBE6-4095-8EDD-CA1B6305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67E64-2BF4-49EE-90F5-DE2642B6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C27DD-AA98-4AF7-A0B9-A9283822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E8459-9096-4A9E-A224-D3006541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5EAFD-BFF3-493E-BABB-F545B19D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583D2-8085-447D-B522-80CA5061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ECDC74-21F0-4286-A0B9-8556AE7F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D98CC-AEBC-4217-8536-855017EE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76241-48B5-4CCC-A8C0-CFE8B229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9ED3E4-8542-4658-9DA3-31A131C3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35D655-81C9-47F3-9464-59EE65EA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492B48-B95D-46F4-9547-EB161B96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E5971E-7144-4746-A7AA-DD9FBC93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55962E-DD2E-4D6D-A799-DCC72835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154C73-BE1C-42FD-938C-CAC3C9FE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283D7A-7DCF-45A8-B1F0-2884470F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4EDC9A-68C3-4D0E-8608-385CBD61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7131674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6B9060-59E0-44F3-810B-0CBB0FD7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88400-0B99-44A2-9A46-59E42018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Smart materials: Introduction, Types - Piez...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77070-AB87-4227-A004-A2FCCFBF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1BB18-1879-49D0-8F03-C7F6001B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1090C-B1D0-4805-A19F-38EE2886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C0A00-7DBF-4DAC-8D28-F7600660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699F4-BCB7-48AA-8321-1A9ADB5D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6B74D-5439-43B4-851D-F26C0C94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6D8AD-4925-4895-AB49-169F098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7B88B-C445-4202-8BD8-D347711C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4D9EF-F0BA-4F1C-9C31-AB4EE1C3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84834-F5A9-4E34-8E55-04988ECD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C074C-0071-4147-BFA8-CF7B5360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A3779-7145-4360-B58B-9D9FE60C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9F4A3-ED3B-4D9E-B679-59FB5410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91E68-C9EB-44E4-84C2-77F92577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B7C24-96C3-4042-AF42-4E3F8FA1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AC098-056F-43FF-B409-1C192FEB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5EBBF-BE1E-4845-9963-C054FE40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0016E-B8CB-456E-B918-6C0C9367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1133D-BF2D-4CF3-B982-43F15648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9B17B-B41A-485A-8A23-05F47F9E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E6DE0D-1607-4E56-8E34-4376E064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C7A61-2F22-44E1-9D14-9B507DF9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F849C6-BABF-43CC-A5DD-F3E4F88C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111CF3-5A08-4B55-BA5C-E0A795EE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B8B7BE-42A7-46DF-BFBA-5C3E92A7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D1C752-08C7-4520-814C-7FED7EEF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CE33ED-58B2-4C62-99CD-B592823D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3AA717-D730-4D1C-9B0A-9C5594AD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4EF5EA-A9F3-4723-AD6E-3FCE2376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85FA0F-50E4-4E5B-B901-1E38F70A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5468852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D77177-5767-47E2-A77A-B9D2E2C3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4D863-24F9-4E3C-A5C2-5E5E28F6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Engineering materials: Introduction, Classi...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2FCAC-16A9-488F-84FE-D900FFF4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2444B-7EEE-480D-B4A8-A17A5F73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95E60-771D-4AB7-9539-C5337964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B7395-3533-4C03-AA2E-F555AA38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E7F23-4AF2-4668-A3D3-FB7F9553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EF913-3396-45CE-870A-CD355E15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A04D5-92BC-418F-AA40-5F368C32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6103B-E5D0-410E-A353-43C929E4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640A1-2B7D-4E86-B700-BFD023DC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4B987-3A2C-450B-90BA-0599E772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CF18F-1A5F-44F3-A10D-34558654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EA00E-05D3-4526-84F5-7307F3AE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6923F-BE3B-413A-B3A3-0FADEE07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6E961-2181-4600-B095-88C9D245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9CAB9C-0D52-4C90-A1AF-77AAD233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DB3C3-6E5A-47FF-9C39-061BDF69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3379C-59C0-4D9D-8BC9-6B9FEED3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A08AB-3D3B-40C1-B550-D2A0A589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2FA9DB-EE61-4CCA-8348-182669E7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C2BBD-5CDC-4B9A-9205-96F5CB3C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8A4BBD-E11A-4598-A0C8-C1B3CCEC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2450A-4679-4B07-82EE-7491F62C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A010CF-31A6-443F-8C11-4875B15A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100F6B-7230-4C8E-A175-84EC2D99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A83C57-F3E5-4476-B960-19241E74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AEF070-B8F2-4804-AFF0-FFE33C68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CAC69C-7B43-454B-9120-ED1FCB61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E07AD7-1D5C-4D35-88F1-C1CDCA09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2E7BEA-735A-456F-B573-E230F1FB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29D02E-AED9-41B7-9E8A-2FF7188B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4673384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D13BC4-831E-424B-9FE5-D2EA0598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88F62-2437-4013-86AC-280101DA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Ferrous metals: Types, Properties and their...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E5FE4-48F1-4679-85B9-F3D42012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5B058-83F5-4BE6-BDEB-7BF5AE59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124AF-EC89-474D-9FC3-B8AE94EB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06E5A-2C15-4359-8DE8-A592CAF5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8F4F4-F9DB-4438-8145-C5B09DE8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6F263-F201-4DD8-A5F5-D1DF3D34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A6A22-9E76-4270-AFA5-B9B7F55F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8B9C9-30D6-4280-A86A-516412C7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F33E4-AC1A-45AC-BBF3-5F2679BD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A4FDE-C77D-4614-8AD6-540E1F97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4BDD8-CA6B-4A5D-80FD-263D78C3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6180A-A72A-44CE-88E2-DD6DF431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0733A9-0A5E-4BB3-A958-6202B0C3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C2B10-7DBF-497A-803F-D2C284E6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EEB78-ED71-4541-84E4-AEBE4640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0CFC9-94C5-4299-A258-6AA507EB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9809A-F1E1-4452-AED9-783E0045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123AAC-B597-4CD5-BCD0-34001FC1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C346F5-775B-44D9-94B4-F4947461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701B4-54BF-499B-BD9E-124200D1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ADFCD-035D-4BEB-9385-98B4A221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619C9-C694-4128-B027-2FB01E86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621F7-29B3-488F-B13F-7FD6390A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17740A-062E-47B5-B3AF-42F46586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4A8228-3262-447F-8864-AE7AD8DD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E79910-ABA8-4E70-9BD3-0CCDBD2E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EABE0E-D6D8-4398-A405-FD40F1A4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6B204A-B15E-40E6-ABFC-B0A5F5B7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F502ED-B84C-49CC-B60B-4DF2DAAA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184ED0-2572-47C2-97C1-18E4F836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054737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5DAE2C-237F-45F8-8AC3-FEEBF7FB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7044B-C746-4352-B02F-551BB99C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Composite materials: Introduction, Constitu...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86B0E-A8D8-4BAA-8B1F-C3D9D788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18E0F-AE77-4187-9906-0D6DA7F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34039-436A-4C36-AA78-58B9BEA5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78959-85B2-452B-A2B7-C82B2621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6611D-B8DB-4506-9458-ECF7C93A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A7012-4C26-4B9F-9B4A-B333267C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83DFF-7D53-4D3A-8944-6B00FACB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782EE-ADB6-471C-B848-D9832A73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EAB3C-3949-4D82-8F55-28252907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A9A59-0C83-4134-8586-296FBAC7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5C5C2-3C0F-4276-9E31-7E502E83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F83D9-6CE0-47EE-8B89-C5D043E0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0F798-C3F9-4D94-AC6A-0DCBF156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08986-AC7E-4295-B78E-A4360678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41059-58F6-42F6-A94A-82970EE3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CD0EA-C73F-4A3E-9450-4A5F4D1A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686EE-9B2D-40A6-B1F2-6AE66F9F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D0B20-7543-4760-A0E0-1BF43644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431FE-0D44-42C4-8535-941174CA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1C3A5B-8552-4732-A80D-568F14B0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E712BD-5B14-4E24-AFD4-10988A5A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5BC72A-8376-4B66-B366-D966C557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53179F-FF08-4B9C-8E8F-6E58F84C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34C33-5ED6-4EE5-8F04-9A3911AD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1D9B8-70B7-473C-9ABC-737B1AB5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A9E558-94C9-4E4B-8145-375C2640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5907AA-77A8-48FF-AFBD-B7F5643D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C556C6-1E4E-4AA4-BD38-FE04ED59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E2F62D-E54F-4DB0-99F6-43974514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B49E5A-3B8F-4758-80EF-FC6A2CF5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7296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2026-08-24T16:02:49.8950000Z</dcterms:created>
  <dcterms:modified xsi:type="dcterms:W3CDTF">2026-08-24T16:02:49.8950000Z</dcterms:modified>
</coreProperties>
</file>