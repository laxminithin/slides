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27fba82f4a4877" /><Relationship Type="http://schemas.openxmlformats.org/officeDocument/2006/relationships/extended-properties" Target="/docProps/app.xml" Id="R504e42792eb9493b" /><Relationship Type="http://schemas.openxmlformats.org/officeDocument/2006/relationships/officeDocument" Target="/ppt/presentation.xml" Id="Rf9deade52f304e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bfaddbcae34c17"/>
  </p:sldMasterIdLst>
  <p:notesMasterIdLst>
    <p:notesMasterId xmlns:r="http://schemas.openxmlformats.org/officeDocument/2006/relationships" r:id="R3e56e9d73536495c"/>
  </p:notesMasterIdLst>
  <p:sldIdLst>
    <p:sldId xmlns:r="http://schemas.openxmlformats.org/officeDocument/2006/relationships" id="256" r:id="R1d7c1ec2c6fd4974"/>
    <p:sldId xmlns:r="http://schemas.openxmlformats.org/officeDocument/2006/relationships" id="257" r:id="Red56ee44f08347d6"/>
    <p:sldId xmlns:r="http://schemas.openxmlformats.org/officeDocument/2006/relationships" id="258" r:id="Rf7ab60b96efd4d42"/>
    <p:sldId xmlns:r="http://schemas.openxmlformats.org/officeDocument/2006/relationships" id="259" r:id="R6c299338d37d4fca"/>
    <p:sldId xmlns:r="http://schemas.openxmlformats.org/officeDocument/2006/relationships" id="260" r:id="R89d65918703b4e9d"/>
    <p:sldId xmlns:r="http://schemas.openxmlformats.org/officeDocument/2006/relationships" id="261" r:id="Rbbd0f37a918e4ee3"/>
    <p:sldId xmlns:r="http://schemas.openxmlformats.org/officeDocument/2006/relationships" id="262" r:id="R734c606d910d4ebe"/>
    <p:sldId xmlns:r="http://schemas.openxmlformats.org/officeDocument/2006/relationships" id="263" r:id="Rfff6497959054cfc"/>
    <p:sldId xmlns:r="http://schemas.openxmlformats.org/officeDocument/2006/relationships" id="264" r:id="R5c256915e62c4c52"/>
    <p:sldId xmlns:r="http://schemas.openxmlformats.org/officeDocument/2006/relationships" id="265" r:id="R6970a77c496045aa"/>
    <p:sldId xmlns:r="http://schemas.openxmlformats.org/officeDocument/2006/relationships" id="266" r:id="R94df91f50e72495b"/>
    <p:sldId xmlns:r="http://schemas.openxmlformats.org/officeDocument/2006/relationships" id="267" r:id="R8e7ce347cd504b98"/>
    <p:sldId xmlns:r="http://schemas.openxmlformats.org/officeDocument/2006/relationships" id="268" r:id="Rf1c5c30d57a74b09"/>
    <p:sldId xmlns:r="http://schemas.openxmlformats.org/officeDocument/2006/relationships" id="269" r:id="Rb91f918a36f94286"/>
    <p:sldId xmlns:r="http://schemas.openxmlformats.org/officeDocument/2006/relationships" id="270" r:id="R685c086842394645"/>
    <p:sldId xmlns:r="http://schemas.openxmlformats.org/officeDocument/2006/relationships" id="271" r:id="Ra310f97cefbb4cad"/>
    <p:sldId xmlns:r="http://schemas.openxmlformats.org/officeDocument/2006/relationships" id="272" r:id="R7dbca240284142ee"/>
    <p:sldId xmlns:r="http://schemas.openxmlformats.org/officeDocument/2006/relationships" id="273" r:id="R9ea844dc399a490d"/>
    <p:sldId xmlns:r="http://schemas.openxmlformats.org/officeDocument/2006/relationships" id="274" r:id="R4d8e5fd60a1d4a50"/>
    <p:sldId xmlns:r="http://schemas.openxmlformats.org/officeDocument/2006/relationships" id="275" r:id="R3f8c9fc7a3ee4bf2"/>
    <p:sldId xmlns:r="http://schemas.openxmlformats.org/officeDocument/2006/relationships" id="276" r:id="R5aeabd7b03644691"/>
    <p:sldId xmlns:r="http://schemas.openxmlformats.org/officeDocument/2006/relationships" id="277" r:id="R0b575fc21f064905"/>
    <p:sldId xmlns:r="http://schemas.openxmlformats.org/officeDocument/2006/relationships" id="278" r:id="Rbc8deeffc6af47f0"/>
    <p:sldId xmlns:r="http://schemas.openxmlformats.org/officeDocument/2006/relationships" id="279" r:id="Rea472ac5c5e14dd4"/>
    <p:sldId xmlns:r="http://schemas.openxmlformats.org/officeDocument/2006/relationships" id="280" r:id="Rdc314469a3c1414a"/>
    <p:sldId xmlns:r="http://schemas.openxmlformats.org/officeDocument/2006/relationships" id="281" r:id="Rd061691fd60b4543"/>
    <p:sldId xmlns:r="http://schemas.openxmlformats.org/officeDocument/2006/relationships" id="282" r:id="R4e2882a6cc7c48bd"/>
    <p:sldId xmlns:r="http://schemas.openxmlformats.org/officeDocument/2006/relationships" id="283" r:id="Ra7d0cab58e5245f8"/>
    <p:sldId xmlns:r="http://schemas.openxmlformats.org/officeDocument/2006/relationships" id="284" r:id="R46c66e3546794432"/>
    <p:sldId xmlns:r="http://schemas.openxmlformats.org/officeDocument/2006/relationships" id="285" r:id="Rcc072655b3534097"/>
    <p:sldId xmlns:r="http://schemas.openxmlformats.org/officeDocument/2006/relationships" id="286" r:id="R2842b99793744237"/>
    <p:sldId xmlns:r="http://schemas.openxmlformats.org/officeDocument/2006/relationships" id="287" r:id="R765955b485ec4984"/>
    <p:sldId xmlns:r="http://schemas.openxmlformats.org/officeDocument/2006/relationships" id="288" r:id="R223d5a043aa74118"/>
    <p:sldId xmlns:r="http://schemas.openxmlformats.org/officeDocument/2006/relationships" id="289" r:id="R0dee2f92bf7547ee"/>
    <p:sldId xmlns:r="http://schemas.openxmlformats.org/officeDocument/2006/relationships" id="290" r:id="R4ac86ff4ab594810"/>
    <p:sldId xmlns:r="http://schemas.openxmlformats.org/officeDocument/2006/relationships" id="291" r:id="R0c5b2c00af05429a"/>
    <p:sldId xmlns:r="http://schemas.openxmlformats.org/officeDocument/2006/relationships" id="292" r:id="R69904af1e9ae464a"/>
    <p:sldId xmlns:r="http://schemas.openxmlformats.org/officeDocument/2006/relationships" id="293" r:id="Re7b26826803441ab"/>
    <p:sldId xmlns:r="http://schemas.openxmlformats.org/officeDocument/2006/relationships" id="294" r:id="R55e7e01e9b694c08"/>
    <p:sldId xmlns:r="http://schemas.openxmlformats.org/officeDocument/2006/relationships" id="295" r:id="Rfb729647c79e41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9663b2c71d4bc9" /><Relationship Type="http://schemas.openxmlformats.org/officeDocument/2006/relationships/slideMaster" Target="/ppt/slideMasters/slideMaster1.xml" Id="R5cbfaddbcae34c17" /><Relationship Type="http://schemas.openxmlformats.org/officeDocument/2006/relationships/notesMaster" Target="/ppt/notesMasters/notesMaster1.xml" Id="R3e56e9d73536495c" /><Relationship Type="http://schemas.openxmlformats.org/officeDocument/2006/relationships/presProps" Target="/ppt/presProps.xml" Id="Re19e1d00cee34649" /><Relationship Type="http://schemas.openxmlformats.org/officeDocument/2006/relationships/tableStyles" Target="/ppt/tableStyles.xml" Id="Rd345f98c37cc481b" /><Relationship Type="http://schemas.openxmlformats.org/officeDocument/2006/relationships/slide" Target="/ppt/slides/slide1.xml" Id="R1d7c1ec2c6fd4974" /><Relationship Type="http://schemas.openxmlformats.org/officeDocument/2006/relationships/slide" Target="/ppt/slides/slide2.xml" Id="Red56ee44f08347d6" /><Relationship Type="http://schemas.openxmlformats.org/officeDocument/2006/relationships/slide" Target="/ppt/slides/slide3.xml" Id="Rf7ab60b96efd4d42" /><Relationship Type="http://schemas.openxmlformats.org/officeDocument/2006/relationships/slide" Target="/ppt/slides/slide4.xml" Id="R6c299338d37d4fca" /><Relationship Type="http://schemas.openxmlformats.org/officeDocument/2006/relationships/slide" Target="/ppt/slides/slide5.xml" Id="R89d65918703b4e9d" /><Relationship Type="http://schemas.openxmlformats.org/officeDocument/2006/relationships/slide" Target="/ppt/slides/slide6.xml" Id="Rbbd0f37a918e4ee3" /><Relationship Type="http://schemas.openxmlformats.org/officeDocument/2006/relationships/slide" Target="/ppt/slides/slide7.xml" Id="R734c606d910d4ebe" /><Relationship Type="http://schemas.openxmlformats.org/officeDocument/2006/relationships/slide" Target="/ppt/slides/slide8.xml" Id="Rfff6497959054cfc" /><Relationship Type="http://schemas.openxmlformats.org/officeDocument/2006/relationships/slide" Target="/ppt/slides/slide9.xml" Id="R5c256915e62c4c52" /><Relationship Type="http://schemas.openxmlformats.org/officeDocument/2006/relationships/slide" Target="/ppt/slides/slide10.xml" Id="R6970a77c496045aa" /><Relationship Type="http://schemas.openxmlformats.org/officeDocument/2006/relationships/slide" Target="/ppt/slides/slide11.xml" Id="R94df91f50e72495b" /><Relationship Type="http://schemas.openxmlformats.org/officeDocument/2006/relationships/slide" Target="/ppt/slides/slide12.xml" Id="R8e7ce347cd504b98" /><Relationship Type="http://schemas.openxmlformats.org/officeDocument/2006/relationships/slide" Target="/ppt/slides/slide13.xml" Id="Rf1c5c30d57a74b09" /><Relationship Type="http://schemas.openxmlformats.org/officeDocument/2006/relationships/slide" Target="/ppt/slides/slide14.xml" Id="Rb91f918a36f94286" /><Relationship Type="http://schemas.openxmlformats.org/officeDocument/2006/relationships/slide" Target="/ppt/slides/slide15.xml" Id="R685c086842394645" /><Relationship Type="http://schemas.openxmlformats.org/officeDocument/2006/relationships/slide" Target="/ppt/slides/slide16.xml" Id="Ra310f97cefbb4cad" /><Relationship Type="http://schemas.openxmlformats.org/officeDocument/2006/relationships/slide" Target="/ppt/slides/slide17.xml" Id="R7dbca240284142ee" /><Relationship Type="http://schemas.openxmlformats.org/officeDocument/2006/relationships/slide" Target="/ppt/slides/slide18.xml" Id="R9ea844dc399a490d" /><Relationship Type="http://schemas.openxmlformats.org/officeDocument/2006/relationships/slide" Target="/ppt/slides/slide19.xml" Id="R4d8e5fd60a1d4a50" /><Relationship Type="http://schemas.openxmlformats.org/officeDocument/2006/relationships/slide" Target="/ppt/slides/slide20.xml" Id="R3f8c9fc7a3ee4bf2" /><Relationship Type="http://schemas.openxmlformats.org/officeDocument/2006/relationships/slide" Target="/ppt/slides/slide21.xml" Id="R5aeabd7b03644691" /><Relationship Type="http://schemas.openxmlformats.org/officeDocument/2006/relationships/slide" Target="/ppt/slides/slide22.xml" Id="R0b575fc21f064905" /><Relationship Type="http://schemas.openxmlformats.org/officeDocument/2006/relationships/slide" Target="/ppt/slides/slide23.xml" Id="Rbc8deeffc6af47f0" /><Relationship Type="http://schemas.openxmlformats.org/officeDocument/2006/relationships/slide" Target="/ppt/slides/slide24.xml" Id="Rea472ac5c5e14dd4" /><Relationship Type="http://schemas.openxmlformats.org/officeDocument/2006/relationships/slide" Target="/ppt/slides/slide25.xml" Id="Rdc314469a3c1414a" /><Relationship Type="http://schemas.openxmlformats.org/officeDocument/2006/relationships/slide" Target="/ppt/slides/slide26.xml" Id="Rd061691fd60b4543" /><Relationship Type="http://schemas.openxmlformats.org/officeDocument/2006/relationships/slide" Target="/ppt/slides/slide27.xml" Id="R4e2882a6cc7c48bd" /><Relationship Type="http://schemas.openxmlformats.org/officeDocument/2006/relationships/slide" Target="/ppt/slides/slide28.xml" Id="Ra7d0cab58e5245f8" /><Relationship Type="http://schemas.openxmlformats.org/officeDocument/2006/relationships/slide" Target="/ppt/slides/slide29.xml" Id="R46c66e3546794432" /><Relationship Type="http://schemas.openxmlformats.org/officeDocument/2006/relationships/slide" Target="/ppt/slides/slide30.xml" Id="Rcc072655b3534097" /><Relationship Type="http://schemas.openxmlformats.org/officeDocument/2006/relationships/slide" Target="/ppt/slides/slide31.xml" Id="R2842b99793744237" /><Relationship Type="http://schemas.openxmlformats.org/officeDocument/2006/relationships/slide" Target="/ppt/slides/slide32.xml" Id="R765955b485ec4984" /><Relationship Type="http://schemas.openxmlformats.org/officeDocument/2006/relationships/slide" Target="/ppt/slides/slide33.xml" Id="R223d5a043aa74118" /><Relationship Type="http://schemas.openxmlformats.org/officeDocument/2006/relationships/slide" Target="/ppt/slides/slide34.xml" Id="R0dee2f92bf7547ee" /><Relationship Type="http://schemas.openxmlformats.org/officeDocument/2006/relationships/slide" Target="/ppt/slides/slide35.xml" Id="R4ac86ff4ab594810" /><Relationship Type="http://schemas.openxmlformats.org/officeDocument/2006/relationships/slide" Target="/ppt/slides/slide36.xml" Id="R0c5b2c00af05429a" /><Relationship Type="http://schemas.openxmlformats.org/officeDocument/2006/relationships/slide" Target="/ppt/slides/slide37.xml" Id="R69904af1e9ae464a" /><Relationship Type="http://schemas.openxmlformats.org/officeDocument/2006/relationships/slide" Target="/ppt/slides/slide38.xml" Id="Re7b26826803441ab" /><Relationship Type="http://schemas.openxmlformats.org/officeDocument/2006/relationships/slide" Target="/ppt/slides/slide39.xml" Id="R55e7e01e9b694c08" /><Relationship Type="http://schemas.openxmlformats.org/officeDocument/2006/relationships/slide" Target="/ppt/slides/slide40.xml" Id="Rfb729647c79e41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d8114a45b341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55148d37a84565" /><Relationship Type="http://schemas.openxmlformats.org/officeDocument/2006/relationships/notesMaster" Target="/ppt/notesMasters/notesMaster1.xml" Id="R8801929559314b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87e862c97443b5" /><Relationship Type="http://schemas.openxmlformats.org/officeDocument/2006/relationships/notesMaster" Target="/ppt/notesMasters/notesMaster1.xml" Id="R0cd5aa76595649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860f1d41584e76" /><Relationship Type="http://schemas.openxmlformats.org/officeDocument/2006/relationships/notesMaster" Target="/ppt/notesMasters/notesMaster1.xml" Id="R1ad76d61a84040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9cd70f4e5347ac" /><Relationship Type="http://schemas.openxmlformats.org/officeDocument/2006/relationships/notesMaster" Target="/ppt/notesMasters/notesMaster1.xml" Id="R6b2d9dbbfb4d4b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12c0b8603748d4" /><Relationship Type="http://schemas.openxmlformats.org/officeDocument/2006/relationships/notesMaster" Target="/ppt/notesMasters/notesMaster1.xml" Id="Rf4ffb2d8caba42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92de42421c458f" /><Relationship Type="http://schemas.openxmlformats.org/officeDocument/2006/relationships/notesMaster" Target="/ppt/notesMasters/notesMaster1.xml" Id="R684f17f8b2674e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10a9ce9f024eec" /><Relationship Type="http://schemas.openxmlformats.org/officeDocument/2006/relationships/notesMaster" Target="/ppt/notesMasters/notesMaster1.xml" Id="R2f2b153496c840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9b1a48f4bc43e4" /><Relationship Type="http://schemas.openxmlformats.org/officeDocument/2006/relationships/notesMaster" Target="/ppt/notesMasters/notesMaster1.xml" Id="R0e6ba0a3df9d4e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406ec93ca04441" /><Relationship Type="http://schemas.openxmlformats.org/officeDocument/2006/relationships/notesMaster" Target="/ppt/notesMasters/notesMaster1.xml" Id="Rce775a36933741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0c18b9668843d6" /><Relationship Type="http://schemas.openxmlformats.org/officeDocument/2006/relationships/notesMaster" Target="/ppt/notesMasters/notesMaster1.xml" Id="R0e12a78006024c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404e83ff264fd7" /><Relationship Type="http://schemas.openxmlformats.org/officeDocument/2006/relationships/notesMaster" Target="/ppt/notesMasters/notesMaster1.xml" Id="Re64fed199e9045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d1a4d385b34d25" /><Relationship Type="http://schemas.openxmlformats.org/officeDocument/2006/relationships/notesMaster" Target="/ppt/notesMasters/notesMaster1.xml" Id="R50c3ec4ed6c043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32e04307274037" /><Relationship Type="http://schemas.openxmlformats.org/officeDocument/2006/relationships/notesMaster" Target="/ppt/notesMasters/notesMaster1.xml" Id="R9c1248bfd47e46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d8b5de6db945d9" /><Relationship Type="http://schemas.openxmlformats.org/officeDocument/2006/relationships/notesMaster" Target="/ppt/notesMasters/notesMaster1.xml" Id="R2184fe7cfc8341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848ddb6072742d9" /><Relationship Type="http://schemas.openxmlformats.org/officeDocument/2006/relationships/notesMaster" Target="/ppt/notesMasters/notesMaster1.xml" Id="R99847f1958ae44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782bb1c391468d" /><Relationship Type="http://schemas.openxmlformats.org/officeDocument/2006/relationships/notesMaster" Target="/ppt/notesMasters/notesMaster1.xml" Id="R8331d54460514a3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628b9e1c3664dd6" /><Relationship Type="http://schemas.openxmlformats.org/officeDocument/2006/relationships/notesMaster" Target="/ppt/notesMasters/notesMaster1.xml" Id="R5e5918ccc7db457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686836465024662" /><Relationship Type="http://schemas.openxmlformats.org/officeDocument/2006/relationships/notesMaster" Target="/ppt/notesMasters/notesMaster1.xml" Id="Rc35a4676b98a45b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4cab45572254ff5" /><Relationship Type="http://schemas.openxmlformats.org/officeDocument/2006/relationships/notesMaster" Target="/ppt/notesMasters/notesMaster1.xml" Id="R8fca9849988144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72c67f687474156" /><Relationship Type="http://schemas.openxmlformats.org/officeDocument/2006/relationships/notesMaster" Target="/ppt/notesMasters/notesMaster1.xml" Id="Rfdef274df2084e3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76fa7cbb4a84911" /><Relationship Type="http://schemas.openxmlformats.org/officeDocument/2006/relationships/notesMaster" Target="/ppt/notesMasters/notesMaster1.xml" Id="R94b2ad1d7e844d8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216471accc343d4" /><Relationship Type="http://schemas.openxmlformats.org/officeDocument/2006/relationships/notesMaster" Target="/ppt/notesMasters/notesMaster1.xml" Id="R5e9415a36dc74b4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712bc03733f48fa" /><Relationship Type="http://schemas.openxmlformats.org/officeDocument/2006/relationships/notesMaster" Target="/ppt/notesMasters/notesMaster1.xml" Id="Rcba365b6ba9f43d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7336ea018ba470d" /><Relationship Type="http://schemas.openxmlformats.org/officeDocument/2006/relationships/notesMaster" Target="/ppt/notesMasters/notesMaster1.xml" Id="Re5f9adaae7d746d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337041b67c341ad" /><Relationship Type="http://schemas.openxmlformats.org/officeDocument/2006/relationships/notesMaster" Target="/ppt/notesMasters/notesMaster1.xml" Id="R9d1b396c68ae453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1a5e3a425fe4431" /><Relationship Type="http://schemas.openxmlformats.org/officeDocument/2006/relationships/notesMaster" Target="/ppt/notesMasters/notesMaster1.xml" Id="R49666a67d4ec437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9a71ee7b6e941fe" /><Relationship Type="http://schemas.openxmlformats.org/officeDocument/2006/relationships/notesMaster" Target="/ppt/notesMasters/notesMaster1.xml" Id="R7d6d46ec90c4439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09e1bad410a4f62" /><Relationship Type="http://schemas.openxmlformats.org/officeDocument/2006/relationships/notesMaster" Target="/ppt/notesMasters/notesMaster1.xml" Id="Rfdec0fb267eb45d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7e47a061d794e04" /><Relationship Type="http://schemas.openxmlformats.org/officeDocument/2006/relationships/notesMaster" Target="/ppt/notesMasters/notesMaster1.xml" Id="R8a0caf59d0a5420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af21f87b0924aa2" /><Relationship Type="http://schemas.openxmlformats.org/officeDocument/2006/relationships/notesMaster" Target="/ppt/notesMasters/notesMaster1.xml" Id="R15d15cfc8ed94ef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aecb7ef03ed4b65" /><Relationship Type="http://schemas.openxmlformats.org/officeDocument/2006/relationships/notesMaster" Target="/ppt/notesMasters/notesMaster1.xml" Id="Rd70fa715039a433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ac772cf48d94b44" /><Relationship Type="http://schemas.openxmlformats.org/officeDocument/2006/relationships/notesMaster" Target="/ppt/notesMasters/notesMaster1.xml" Id="Rb468d96cf56443b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a3d62a88392405d" /><Relationship Type="http://schemas.openxmlformats.org/officeDocument/2006/relationships/notesMaster" Target="/ppt/notesMasters/notesMaster1.xml" Id="R4aa8b8f9c9fd485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7607df7ef374030" /><Relationship Type="http://schemas.openxmlformats.org/officeDocument/2006/relationships/notesMaster" Target="/ppt/notesMasters/notesMaster1.xml" Id="R77432eca95764f6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90a1b6208904ed7" /><Relationship Type="http://schemas.openxmlformats.org/officeDocument/2006/relationships/notesMaster" Target="/ppt/notesMasters/notesMaster1.xml" Id="R8e77938035fc494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e7c3d7960ae4eee" /><Relationship Type="http://schemas.openxmlformats.org/officeDocument/2006/relationships/notesMaster" Target="/ppt/notesMasters/notesMaster1.xml" Id="Rf965913084a94a1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5b53bc73c1049ae" /><Relationship Type="http://schemas.openxmlformats.org/officeDocument/2006/relationships/notesMaster" Target="/ppt/notesMasters/notesMaster1.xml" Id="R6cfe0205d4cd4d6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62595ce818e4ec2" /><Relationship Type="http://schemas.openxmlformats.org/officeDocument/2006/relationships/notesMaster" Target="/ppt/notesMasters/notesMaster1.xml" Id="R03b9dbfcf4484b1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e72e54fae00439e" /><Relationship Type="http://schemas.openxmlformats.org/officeDocument/2006/relationships/notesMaster" Target="/ppt/notesMasters/notesMaster1.xml" Id="R6851cf21615f4c8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11a5053632046b6" /><Relationship Type="http://schemas.openxmlformats.org/officeDocument/2006/relationships/notesMaster" Target="/ppt/notesMasters/notesMaster1.xml" Id="R5777298c60a444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6da5638fb445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b950642f3542f0" /><Relationship Type="http://schemas.openxmlformats.org/officeDocument/2006/relationships/slideLayout" Target="/ppt/slideLayouts/slideLayout1.xml" Id="R3e0484d2665343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0484d2665343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989de21344dd2" /><Relationship Type="http://schemas.openxmlformats.org/officeDocument/2006/relationships/notesSlide" Target="/ppt/notesSlides/notesSlide1.xml" Id="R8efe42d30ff740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2daa1d77c42e8" /><Relationship Type="http://schemas.openxmlformats.org/officeDocument/2006/relationships/notesSlide" Target="/ppt/notesSlides/notesSlide2.xml" Id="Rc6814343784b48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02126d79c4f11" /><Relationship Type="http://schemas.openxmlformats.org/officeDocument/2006/relationships/notesSlide" Target="/ppt/notesSlides/notesSlide3.xml" Id="Rca210a9e4c1e40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24135101f44fe" /><Relationship Type="http://schemas.openxmlformats.org/officeDocument/2006/relationships/notesSlide" Target="/ppt/notesSlides/notesSlide4.xml" Id="R7daa79a7fca64c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fcd1d04404f31" /><Relationship Type="http://schemas.openxmlformats.org/officeDocument/2006/relationships/notesSlide" Target="/ppt/notesSlides/notesSlide5.xml" Id="Rf8ca8631a92444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0fb66f5e34a40" /><Relationship Type="http://schemas.openxmlformats.org/officeDocument/2006/relationships/notesSlide" Target="/ppt/notesSlides/notesSlide6.xml" Id="R9fa143d9762846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5b73a3c8d4796" /><Relationship Type="http://schemas.openxmlformats.org/officeDocument/2006/relationships/notesSlide" Target="/ppt/notesSlides/notesSlide7.xml" Id="R6a0b927b6c5a44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6e574794b402b" /><Relationship Type="http://schemas.openxmlformats.org/officeDocument/2006/relationships/notesSlide" Target="/ppt/notesSlides/notesSlide8.xml" Id="Ra5d08425b88948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0b97494ca40a7" /><Relationship Type="http://schemas.openxmlformats.org/officeDocument/2006/relationships/notesSlide" Target="/ppt/notesSlides/notesSlide9.xml" Id="R47386ce7b6ae42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45f0d9e8340d7" /><Relationship Type="http://schemas.openxmlformats.org/officeDocument/2006/relationships/notesSlide" Target="/ppt/notesSlides/notesSlide10.xml" Id="Rd114323a4a7b4a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9526dd909446e" /><Relationship Type="http://schemas.openxmlformats.org/officeDocument/2006/relationships/notesSlide" Target="/ppt/notesSlides/notesSlide11.xml" Id="R8a3dbc5e66b340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db8f2356e4110" /><Relationship Type="http://schemas.openxmlformats.org/officeDocument/2006/relationships/notesSlide" Target="/ppt/notesSlides/notesSlide12.xml" Id="Rf4cd4869aca641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2038abe134ed1" /><Relationship Type="http://schemas.openxmlformats.org/officeDocument/2006/relationships/notesSlide" Target="/ppt/notesSlides/notesSlide13.xml" Id="R0efd3c69b56143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a9ebe693b4f45" /><Relationship Type="http://schemas.openxmlformats.org/officeDocument/2006/relationships/notesSlide" Target="/ppt/notesSlides/notesSlide14.xml" Id="R88a3b5d946d443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c477ea9204d81" /><Relationship Type="http://schemas.openxmlformats.org/officeDocument/2006/relationships/notesSlide" Target="/ppt/notesSlides/notesSlide15.xml" Id="R4908032589eb466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766d8f7a341c8" /><Relationship Type="http://schemas.openxmlformats.org/officeDocument/2006/relationships/notesSlide" Target="/ppt/notesSlides/notesSlide16.xml" Id="R020435a6d8854c4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b7fd07962433d" /><Relationship Type="http://schemas.openxmlformats.org/officeDocument/2006/relationships/notesSlide" Target="/ppt/notesSlides/notesSlide17.xml" Id="R95de3d5cc5f340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c956592724ad0" /><Relationship Type="http://schemas.openxmlformats.org/officeDocument/2006/relationships/notesSlide" Target="/ppt/notesSlides/notesSlide18.xml" Id="R43969532f8574be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bc60225264700" /><Relationship Type="http://schemas.openxmlformats.org/officeDocument/2006/relationships/notesSlide" Target="/ppt/notesSlides/notesSlide19.xml" Id="Redaa04ebdcd14a2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569efa26943b9" /><Relationship Type="http://schemas.openxmlformats.org/officeDocument/2006/relationships/notesSlide" Target="/ppt/notesSlides/notesSlide20.xml" Id="R5b29247d1545430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d536085564e53" /><Relationship Type="http://schemas.openxmlformats.org/officeDocument/2006/relationships/notesSlide" Target="/ppt/notesSlides/notesSlide21.xml" Id="Ra69b332619454d9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9465f66744974" /><Relationship Type="http://schemas.openxmlformats.org/officeDocument/2006/relationships/notesSlide" Target="/ppt/notesSlides/notesSlide22.xml" Id="Rd2f65d701a7445b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497d2eda04fdb" /><Relationship Type="http://schemas.openxmlformats.org/officeDocument/2006/relationships/notesSlide" Target="/ppt/notesSlides/notesSlide23.xml" Id="R3a4e407de2d94ea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6d694446b449b" /><Relationship Type="http://schemas.openxmlformats.org/officeDocument/2006/relationships/notesSlide" Target="/ppt/notesSlides/notesSlide24.xml" Id="R60c5225fb110425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840159c9845d2" /><Relationship Type="http://schemas.openxmlformats.org/officeDocument/2006/relationships/notesSlide" Target="/ppt/notesSlides/notesSlide25.xml" Id="R04fa9afa0ef544a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7ae87c7164c84" /><Relationship Type="http://schemas.openxmlformats.org/officeDocument/2006/relationships/notesSlide" Target="/ppt/notesSlides/notesSlide26.xml" Id="Rddc894cd4f5740f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f23c51fff44b4" /><Relationship Type="http://schemas.openxmlformats.org/officeDocument/2006/relationships/notesSlide" Target="/ppt/notesSlides/notesSlide27.xml" Id="R3a61402e6f7f4c4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7e90ae25d437e" /><Relationship Type="http://schemas.openxmlformats.org/officeDocument/2006/relationships/notesSlide" Target="/ppt/notesSlides/notesSlide28.xml" Id="R0e59f11ca25d479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ed4d127be40cd" /><Relationship Type="http://schemas.openxmlformats.org/officeDocument/2006/relationships/notesSlide" Target="/ppt/notesSlides/notesSlide29.xml" Id="Ra28a531cf5fd402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7fab10b7043f3" /><Relationship Type="http://schemas.openxmlformats.org/officeDocument/2006/relationships/notesSlide" Target="/ppt/notesSlides/notesSlide30.xml" Id="R2da3ebdab73247e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3c147fc5543d6" /><Relationship Type="http://schemas.openxmlformats.org/officeDocument/2006/relationships/notesSlide" Target="/ppt/notesSlides/notesSlide31.xml" Id="R2c5407ba66fd442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bf5a327274ce6" /><Relationship Type="http://schemas.openxmlformats.org/officeDocument/2006/relationships/notesSlide" Target="/ppt/notesSlides/notesSlide32.xml" Id="Rd3eafc46963c406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d3bfc452d42e2" /><Relationship Type="http://schemas.openxmlformats.org/officeDocument/2006/relationships/notesSlide" Target="/ppt/notesSlides/notesSlide33.xml" Id="R1fa61944ab0b49e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2f816eb4c49ce" /><Relationship Type="http://schemas.openxmlformats.org/officeDocument/2006/relationships/notesSlide" Target="/ppt/notesSlides/notesSlide34.xml" Id="R40a43880ada74fc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0baffe9cb4168" /><Relationship Type="http://schemas.openxmlformats.org/officeDocument/2006/relationships/notesSlide" Target="/ppt/notesSlides/notesSlide35.xml" Id="Rc3fbf3a0a72b493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c8ce6c3294576" /><Relationship Type="http://schemas.openxmlformats.org/officeDocument/2006/relationships/notesSlide" Target="/ppt/notesSlides/notesSlide36.xml" Id="Rd206e5b3a16547d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0da80eb34486d" /><Relationship Type="http://schemas.openxmlformats.org/officeDocument/2006/relationships/notesSlide" Target="/ppt/notesSlides/notesSlide37.xml" Id="R570ace98dc02427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39d484c464dd8" /><Relationship Type="http://schemas.openxmlformats.org/officeDocument/2006/relationships/notesSlide" Target="/ppt/notesSlides/notesSlide38.xml" Id="R58ee7190154b4b6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d0fafb847424f" /><Relationship Type="http://schemas.openxmlformats.org/officeDocument/2006/relationships/notesSlide" Target="/ppt/notesSlides/notesSlide39.xml" Id="R39ba53f7f04242d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99d872d3a4633" /><Relationship Type="http://schemas.openxmlformats.org/officeDocument/2006/relationships/notesSlide" Target="/ppt/notesSlides/notesSlide40.xml" Id="R0eeb5896c63647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88E5B-A8CC-4EB4-9BBA-5F0EED22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86ED9-7EB5-4883-B5C5-49932CBD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Advances in mechanical engineering Automation technology: Definition of automation, types of automation, basic elements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EF1B4-F9FA-4C4C-A641-5ECCBE39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MECHANICAL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1BESC104D/204D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8EE2B-FB7B-48FE-A91A-85BBACF5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58D31-2F18-449B-A647-11738160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C58CC-3E23-4EFE-81A8-672674A9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40CD02-C12D-4259-BA03-E24FEB4C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2BA17-0D76-4A0D-AE22-84FE42A0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EA8C9-F7CE-4848-B0D7-F1D69B19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C8020-1783-4354-B775-10E067AF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48F2C-4B29-40F1-B848-1E008442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C633B-6B14-4993-9B71-71CF0872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DFFDE-8C3E-4FB7-9D70-42AD01F2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119566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6486F-DF36-43B7-B090-7041F990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77638-66E7-48FF-82C6-03291F18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9C003-1C8B-4164-8238-202D7AC1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9F163-028B-4DF6-B2D2-1228DC87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F61A8-6067-42B8-8A10-9FB703C9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E2F2D-1167-4437-96B5-A27F05DB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64EFB-4D00-4524-B0AF-4CC6B2AC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7CEDA-6308-4F04-833C-3DB3A2C1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22032-E139-4913-BC15-96760201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34461-0873-4790-BB2B-E344C84E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B11D2-10D4-4CC7-BD00-2CAC0CCD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40EE2-878F-4F2A-AB76-A242017C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F0D45-FD8A-492F-97F6-2D13C98E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D260B-5C76-476A-AE9F-E3CEB006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8D123-8DCF-407F-9A4E-1C7DC557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587024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4833D6-218C-4EA2-B0E6-32484BFF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1881B-A23D-4F17-B24D-FD9FC6AA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0C5E6-AB07-4538-8DF4-8FBF9030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34067-7997-4B02-85BF-01B8F494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A8314-DDDA-4082-83C7-06A58D9B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B93C4-C036-4A8D-9C1D-61F55655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3DDE1-50AA-4AE5-8207-A20FB71A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60371-961A-4B88-B5D2-5ED8D42B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BB924-A75D-42F1-98A2-2354E9EC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Advances in mechanical engineering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EBB3A-98C4-4733-AE67-41920D37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D5C8A-8305-4CA2-9056-4D93D6C5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EA187-B41D-4D24-81FD-42B3DDDA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Automation technology: Definition of automation, types of...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F9E8D-2FDA-4982-B016-15AC4867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CC5AC-5F2B-46D9-A68C-13056C4D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EC18A-89FA-4E70-A5E3-359EC22C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Mechatronic systems: Definition of mechatronics, elements...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0B986-CE3A-4569-A059-78FD22F8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A1B7B-F782-4017-BA1D-5E445DE5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17B9FC-1F61-4329-9F07-D1560565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Elementary sensors: Working principle and applications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F6489F-BE2A-4A69-B795-AC338869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2D759E-587E-4F48-A595-4A8A7D30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BAA49A-BE92-4DCD-B7C4-785E6B02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Integrated system: Need for integration of technologies,...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15358-910E-474E-9048-84B1CE61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6A56B1-459C-4777-B456-02762033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65934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D93043-3C32-45C5-81AD-7B26F1FE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58CC4-FB7F-46C7-AB3E-690B1A15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F5AE6-382D-4F93-95C0-7B33A5B0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62A39-F6FE-4FC1-BB1B-825EB9B6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27EEA-803D-4A95-9D81-A07202CD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7A4E0-3AA7-456F-9789-FA8985B7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00FF7-A48B-4CB7-9A7C-2C6D5762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8179F-E4B2-4055-A314-D695B6F7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Advances in mechanical 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D1111-9E92-470E-AD71-CD403A67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31ED0-C9D4-4F49-8888-9E52F6A9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CDB90-D12E-47F8-B64C-F61FBA32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Automation technology: Definition of automation, types of...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B3675-D0F6-4D60-9724-B8EBDE75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3FD8B-E017-4972-A5D0-ED61D021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636B3-8B84-43DB-8636-BD028F25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Mechatronic systems: Definition of mechatronics, elements...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669C7-B43D-4012-BF10-814405D3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DC14A-8872-472B-ACA9-A937E1C8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336937-4CB7-41A7-B9A2-B49BE5B0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Elementary sensors: Working principle and applications of...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2064C-AA65-407C-99F8-449C33C9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36B54D-618F-45BF-B002-A3A08641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28F652-0383-48CC-88A2-CBED4BF0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Integrated system: Need for integration of technologies,....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43A85-5908-4C0B-92E0-76E9EB44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277A96-07AA-47AD-A922-4B64E71C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4377A9-D9EA-4C12-8FA3-C1686A85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267315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3D8566-4A07-4F16-ADB9-A3982C49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5C9C0-211E-46E6-BB09-7D679CFA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7565A-8886-4901-8256-CFF85336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236A4-BFC0-4FA7-993E-7507C25A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85EE5-A2C3-4BE0-8EBE-73400F5B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Advances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ACEC7-CFC2-4265-A730-6728A833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mechanical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D5314-66A4-4E24-81D0-61ADFF4D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49512-E1D6-43C9-8387-22939831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technology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6F510-2B56-4005-812F-F574CC77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D3211-0188-4636-98C8-E44EDE8A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FAB61-2D75-4065-B769-24F377D8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C483F-8287-4B85-A4F3-34469A2F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Mechatronic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E5EA1-8E36-445D-91E2-59865270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F3D4A-981A-4825-9107-D80A3B39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mechatronics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529F4-C8FB-40EF-87AA-D7EEC55C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DF82F7-7759-47D4-8F6C-170BE392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57125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719CAE-41B4-4F9A-A1B0-D315D13E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BE630-5965-47B0-B750-A02BE67F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6BE15-8B67-4C39-8733-F336AAF8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A8F8C-453B-43E7-A8A1-8DF7A7C0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C1818-800B-4E24-83C0-8674EBB5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Advances in mechanical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4AF88-A39A-45B0-9D7F-42447D5E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Advances in mechanical engineering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5D21C-7A1B-4826-9E82-FF3D2DE7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CBE23-267D-49D4-8F7F-3B3D1782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4EFD8-F030-47DA-8D09-B07155E4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70C1B-9D19-43F7-8AAB-09765B35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3DDE6-D76D-4E3F-8B96-9B3F1B0C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80F3B-90CC-4F8F-A971-33F7D4BF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5976A-E7FC-4419-9DF3-70325861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BD3E38-D260-42F4-B211-80EAA5BE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3B8AC-1FE4-4E6A-A910-104C2538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44146-7C12-47D4-ABF6-F57DA594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581535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21D1FF-9FF8-4B3F-9165-E924CBBC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3D23D-E542-4BD3-A798-1403EAAF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1C34C-4276-49BB-82B6-368C144F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E4351-32EE-4081-809B-9230510B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A19EF-863C-4B48-ADDC-7D1C5E88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26A71-AC25-41BC-BA57-CBAFD392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4854D-50CE-41D9-AE26-B4996EAF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25AD9-E225-4323-9C7D-070F47C8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7DDAC-7E7F-4104-B679-7155CDB2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Advances in mechan...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9B627-57AF-4F59-9398-409E6274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B8D47-6F2C-45A0-A53D-72C862F0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F4B61-5D2C-41D5-940E-6215F315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Advances 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7E317-B338-4FB1-866D-9FC8784A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49B26-B27C-471E-A4E1-31BC144E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6AAA4-893C-48AF-BDC2-3BF8D9C8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Advances...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17DF4D-FA93-4536-9916-2364CBD7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3B6590-3563-4DAD-AD38-D3BFA4D7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207179-60D9-45BC-A1CE-9D010ED1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Advances in mech...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1758D7-FCA7-479E-940F-D1B53569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939FC-E380-4628-8F01-92AF2AAC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C52D1C-5934-4D7F-A01F-2AF58ACE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Advances in me...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E2A91A-9FE9-4D3D-B92A-A57A98E8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CCC491-2D98-48E1-B3B4-F26427AD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1113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5E46C-9206-4A37-A1C1-A723470A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FAAD0-B87D-45BD-8ACB-0E15E7A4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ED3C9-B191-402E-8E53-A5DE689F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93875-2B50-44A6-AC50-B2AD6035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EAD1E-DEA2-415C-84B4-787D9F95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F5DE4-1F6B-4CD0-B524-477C2D85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F981B-E355-46C6-84F9-10E3C9CF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246D5-44FB-49A9-ABAE-8A3FA31A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82392-37A8-4A29-9989-3EA04B0C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15560-E269-44B2-B587-48228CB9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68202-3E4A-4C97-AFAE-947A4ED9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CCC1E-0990-4CB7-9A9C-336DC412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447EB8-85B5-4309-8154-DE9875BB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8F972-42CF-4773-8B82-C2CC8CC9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703D5-FFCE-4398-8171-2BF2B7D0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749006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77DFF-C225-457F-94B0-A4AD46FD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F9B18-1023-4F73-96AC-F5AE8D77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2827E-648F-4712-92D7-38D5BCE1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B39C4-9E44-4BA1-A8D9-130DED67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20A1B-FABC-4B3E-B496-CEE5DEA0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FA56C-BC35-414B-A365-11ACD95E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Advances in mechanical engineering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B1DAA-12C9-4746-B62E-B0D8A8F0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D9291-581F-4376-9250-18E0E6B0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BBB91-0B2B-4B08-AFDA-EB3A38EB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C993A-C6C4-42AA-8B5F-5D3F001B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D478C-E11D-44D9-8E25-EE5078BC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639294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A57BE6-3D05-4710-A399-7DC51A26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2EF5B-4243-4F78-9B69-5574A3A5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4F1B7-8189-40CF-8C08-0B915C9A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53AA1-A861-43B7-9E7C-5BCBF30A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C55F1-AAEF-4F22-9C8E-B98A86C6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Automation technology: Definition of automation, types of automation, basic elements of automation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45B27-B72E-4220-A4EA-F106BB4E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Automation technology: Definition of auto...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2280D-8DEA-49D2-873A-32E656C6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01EC6-4B68-4541-B38E-DBCE3D56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CB67F-B3AE-466C-8799-FC8E3DC0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F0604-8AB8-4A11-963C-54EF5546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4F58E-54D2-4F06-9E5D-25FB43D9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20C18-036D-4AE9-8A9A-E3516E29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B1954-AC8C-4811-ADC8-7D95B8B0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C4C6D-29CA-49E8-8884-DAACB062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7A3B63-BAFF-463D-AEAA-B5DE4A51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4A8CF-DFFB-40DA-8B2D-E75A0B1E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355491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C7A49D-B814-4D85-82F7-438C0B7F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872AC-9BB0-4673-9715-5944EF9F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7B8E4-0857-4AEC-A19D-6CFA46B5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C0D8A-967F-4E59-A9C5-73949568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0094A-CC38-439C-8A06-C5205EF1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BA1B3-D1CE-4262-8661-CB3BB92F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23D88-CF07-460B-A7B3-6E843A68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11390-B2BF-402A-B172-5D5D3177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FDB0B-621B-4FD4-9D18-F16299E4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Automation technol...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E69AB-8FA5-43EC-AAA4-BFB1EE05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F93C4-D4F7-44F5-9200-741DF26D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C2C1E-B863-4E21-90A4-7ADC4FA3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Automation...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9E15D-5A45-4CF9-808D-83E6FF31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3BC40-6C19-45DD-9FC9-990627C3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173F9-63E0-42E8-A2A3-D055C9C3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Automati...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A9E10-D1AE-4B80-B15B-277D5902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EA7F8-85C1-4866-B45A-B7DB3AB1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E66C23-E7CF-4969-BCB0-89EF2323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Automation techn...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DF338C-CA54-44E2-8B9F-48E8ECC2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C0E8A-9BD7-47AF-8DEB-E1133842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02EF87-A154-4A8E-B90F-2D9FEF74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Automation tec...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629623-52B0-4FF8-BC86-965C8623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21D4FE-6656-46CA-9955-B784090B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461287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8712C-5C62-484B-88C5-F76F4EEF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11459-EF3F-410D-B986-B1C70BA1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22D2A-471A-4AAB-8367-96C355B2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5119C-6772-4F9B-B01F-980432D6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35B48-E62C-41A6-AED9-B91EBD50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2A858-22A2-4179-8036-28CF4EDA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53A65-4B91-4A78-A115-DFF38921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30817-995A-4A0A-8A89-0F776B85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B1296-CC46-4EFF-B07F-D4A92932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87C64-E7F7-41D8-8396-447E7ACE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35964-8C3C-4CAE-8DFE-313B9113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D3BFC-C681-494C-AAFD-9BA6F3CD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A4C60-0146-46D1-B6CD-FEFD7E5C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10E81-04D4-479E-BDF9-4735FB92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08ABA-CA65-4E2A-84C7-C546B122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36408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94A32-0D1A-4B1E-ABE2-D20DFA38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72053-C09F-4819-852D-DCFCA194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7C153-CC61-418F-813B-FF55DE5E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15F25-109B-48C8-AAF1-D2C12B55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0B5E4-0095-47D9-A1F9-2B29D3B6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329D0-443B-48C4-817D-7AF82655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Automation technology: Definition of automation, types of...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2D768-F583-4C47-ADF7-F064A681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CEA8C-3EE0-4DB8-AF39-483B90A3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5A5B2-5147-4579-B4DF-BBF49871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D84DD-048C-4E9A-8686-770BB865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7D6AF-3735-4E35-A6EF-6832C5EC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801143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61966E-C627-4FB1-BA93-5987DEAF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1F878-9032-4062-8908-5B1F2D10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92B8E-167B-4C89-89C2-6213A454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AD62C-55B7-4FA3-89C0-9636AD7D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8A52C-20BB-4FE8-BA6D-FD6AD883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Mechatronic systems: Definition of mechatronics, elements of mechatronics systems, examples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FBDE3-D1D4-43F5-A1DD-763621D5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Mechatronic systems: Definition of mechat...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DE2E7-0C9E-46CD-A2C5-B5A67687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C9C42-75B7-43F7-B343-25402FC2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26BE7-E1CD-4115-A57A-DAE621B3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D339B-D464-42E9-BCAE-CAAA7B15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6615E-1F99-44A2-BA20-C6448011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6E9B1-716D-4FC2-AFB8-36825669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C52D2-BA41-4B8A-B596-266410CE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3B572-116B-402B-8AD6-62BE20B5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E3872-952D-4ABC-8AC2-C036774B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533C6-E74A-4907-8D64-237EE2D0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508710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0436E8-7ED2-4B1A-BA35-586B6156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03138-210B-4371-9F43-22987D33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81EBE-9AB6-4980-8736-13D02B24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02896-E5C8-4B6C-9B2C-B568F298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F0B00-8118-49CC-8952-5325D03C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0FE3B-ED4C-4A7E-9F4A-9A8E96A4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7F89A-28E8-4640-95E4-E4D09323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10FF8-2713-4ECF-9922-44DAFAB0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A71D0-EFF6-4EEC-A8EF-1F7D9D5C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Mechatronic system...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4C2B3-917B-47B7-AF08-C3A2D9C5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B7EBA-C995-473B-95BB-7C453E43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9E8D5-19E0-4C36-888D-E422AD71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Mechatronic...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20EC2-D839-46D8-8659-186C1FC9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8B8A4-9B47-4865-B39D-CF404844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D4442-2D24-4DF5-95CA-62659BB0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Mechatro...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1FAC1-AA17-4869-850E-DF411647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E979C-03B2-4FFB-809D-16E7C567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D7801-460F-4385-B3AD-45AEEEC4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Mechatronic syst...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7EE755-21A6-4125-9149-7B73EBA7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047EB3-D2DE-4203-826D-B72639D7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6105EA-78C2-43B2-8D3A-C9FC6E65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Mechatronic sy...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5B213-7D1F-43C6-BAE5-371B4B7E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49D12F-B38E-4B36-853C-C2E9229D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170413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FDE3D-C877-4861-B945-DBB26794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E882F-A1AF-41D8-BFDD-01283F26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C3E9E-CA11-425B-871B-D12B6319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5C381-17CD-409A-81B0-B0D054AE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D4EE3-D4A4-47CC-8A0E-3808A262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EEE4E-A1C2-4F99-9AE7-E39C02C0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19A94-4D3C-4E4E-8589-3A77A8CF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4CB67-0602-4627-B6F9-9EF1253B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E7A48-6321-42D4-AA1B-75F0E4CD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E5BFA-3D55-4E40-A104-E05EB633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9D2C9-7E32-4D98-A29F-1443FF68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744DF-2FC9-4F7D-B8B4-BB7F2180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00621-E8B1-49C6-9F09-E05A235D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029DB-AF92-4CC2-9CF4-FE8B8077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1B1C90-1DDE-4396-A7FE-55274848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083348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AFCF3-6A62-4A52-885D-F635A5A5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4042F-BF01-417E-BCB0-E1DCE41D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2C840-52DA-4853-B02F-163887F0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3E07D-3124-4AFA-8794-F66B6270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A6E74-E98D-4934-903D-8693019D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9B6A6-ABEA-4D9E-961C-AEE488C9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Mechatronic systems: Definition of mechatronics, elements...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15D88-DF7C-4931-B85A-F8225914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C9C0F-42CB-40EF-A50F-3F093378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3D745-7381-4AAF-8BB1-0A27D9EA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25FAB-8C41-4B7D-A23F-09F6DD7D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3F2BF-35E8-4F4F-957C-83A1970E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094158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096FD-32B2-4926-AC81-42C89D0A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BFB83-5273-491A-A182-16486B96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D1157-2D78-407E-93AE-0FF9A7A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EB67F-8C54-4E19-9EC6-81B4E82D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D07E0-3E73-46B2-80A0-3E3B7E5C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Elementary sensors: Working principle and applications of Potentiometer, capacitive sensor and optical encoders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FE42B-8A61-47C0-B945-E1586954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Elementary sensors: Working principle and...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5B9EE-B3F0-44BF-A911-AFBDEFDE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79E2B-7AAF-4DA4-98C1-A1A396AB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A40FE-576B-4AE6-B37D-2A99DCA9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16A9F-8704-473F-B509-C935339D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2073E-17FF-4D8D-B7AC-FEB07829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1D364-3E8B-4AE2-B00B-D2C6AF4B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BC33BA-AE07-470F-9299-F2CF2A43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69664C-6D2B-43C3-B79F-F0E0D409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74B62-AD79-431D-B855-4D439220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E66E3-C941-4073-87E0-0226F9F4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235436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10487-DBA7-409C-9829-2A70D871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4F4C6-AC6E-480A-91C6-4638D167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E5D43-F6C8-45FA-8D29-7AFC248B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A7616-85B8-43F0-923B-2F1D5608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D230F-9F76-4B03-93B0-078FE924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5049F-8ECA-45E8-8FC8-8AE13402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B5919-3CE5-471A-BF38-4E8B1D9E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4F869-D472-45CD-ACCC-E8FBF94E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26A40-E052-40D6-8395-C7953C32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Elementary sensors...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0664F-4620-4F27-BC91-FC97AA7F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3A7E6-92AE-4A83-BDDB-AE6A22E6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914DB-972F-4975-9CB9-C27E0485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Elementary...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F93A5-5293-40FD-93CB-471EC2B4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6FE76-4820-4385-A342-85C10148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6DE8B-B083-4065-8B6C-6580A5C9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Elementa...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910A4-3BAE-4372-9472-5E58D97F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43647-3ED0-4D36-88B6-1041A094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81B28-02C1-4EA5-A77D-E8109C1E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Elementary senso...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8C3C9C-DDAF-4EBD-A848-88A00FD8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5EEDF1-C15A-4178-8372-7DAEDAEB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11283C-D38E-42E6-928F-52B9180A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Elementary sen...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11A7FA-A91B-4F1E-97A1-7AA3AB11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26B68E-920B-48A1-826C-D22A14D9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937622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46AC6-52E6-48A6-BC27-A1B574D9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757B8-5523-472B-8147-27090B17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1780C-4B5A-445F-B796-C9863B0B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2FE5F-44AD-4655-AB03-63FF3FB1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96E9E-AE2B-40B2-80A7-9FDCD1DA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F2F0E-8518-40CD-9AC1-B0D4F40B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92A01-DC8C-416C-8283-B3C62DB1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6A098-835F-4159-BFE2-8274B36E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EC65E-E967-4A17-827B-03096F3D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6D47C-1340-470F-8544-551BC910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E5081-9062-498C-8024-B7C26574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9BD5F-DA69-4CAA-A7AF-1ADD3F7A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9B383-3A05-4520-BC5B-FFFE40F0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249C9-2ECE-4A6C-8B5B-5DE74DCC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77B269-4C2B-4DAB-A3BB-8882769C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963893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E83C9-F075-4DFD-AAEC-0C47927C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03FC3-2D12-48B7-BF47-2B795E33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CF9F0-463F-43F5-826B-7D0806E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7B4A9-D63C-4F06-A504-EC89EBEF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ACDD3-DE15-436F-A803-0BE2051D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77905-A786-4E9D-9F9E-9CC5C5EC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Elementary sensors: Working principle and applications of...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9D37D-A9F3-4448-BFE3-3BBB30D7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9567D-6478-4B54-A1AE-8CD3DBB0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CB16C-F438-4EB8-B3EE-2887A9F4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548F0-05C1-4DF8-8F29-9CE6F29C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1167D-CE17-4CA1-8DC9-51E3FAD8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3975937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5FD54-A8F4-46B9-BD79-F8814284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48ABE-7777-4BBE-B60B-AFA570D4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EA3E6-6E8C-4398-AB72-CD794168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D4797-6C58-40B0-B424-03FC297F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F67F0-6813-424A-BF7F-D2078579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Integrated system: Need for integration of technologies, ADAS (Advanced Driver Assistance System).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8FD07-D22E-4F70-927F-103CC696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Integrated system: Need for integration 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0AE27-2459-4293-83B2-318370B2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110CF-FCC3-4A9C-80D6-95AE77F6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A9F8B-F345-4621-85C7-570F9C8E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05ED3-9454-4887-948B-EAF52C96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90503-E176-493D-827E-34E29845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74108-24C4-4A25-95BC-14F08926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4C520-FE27-48BD-8402-2B4C9436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31640-E797-40C6-93C7-83593F04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82741-A81F-48BA-916D-02EFE544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BE068-8374-44CF-BD40-EDB55AD4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5815192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9F5C99-EDAC-4B49-823D-371A3334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1D06C-AB16-4146-942A-0EFFFDAA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98986-9895-4AC0-AB2A-7C2EE426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AF745-AD1D-4FF8-B769-790ECD17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20C5E-5C81-4C65-AEF9-068EFEDD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82346-9148-4F50-B22A-B657C777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DDFAA-1EAA-4EF0-9044-4B1A15DE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261F3-0295-46AE-8FD9-8B32CE05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8C05C-A1B7-4B0B-AF26-2FAA917E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Integrated system:...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FDFA3-4550-4997-88CB-521A79DC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28D89-3A5A-4DD0-8959-DAF56CFA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D7DB7-62BB-4E9E-9A5C-B58437B0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Integrated...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EE7EE-9D66-464F-940C-964DAB04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CDB1A-7225-41ED-80D7-BA23B577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DAF3BC-3C4D-43CA-B3DC-BB4CA935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Integrat...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1A425-387C-481B-B57A-A1D22AAA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835A4C-A90A-4920-9051-999D490B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5CB9BF-289C-4BB1-8E07-BF73AF5C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Integrated syste...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722179-9CEE-4FC0-A34F-8CF2DB13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489479-38F6-49D6-AF2A-C1BA341F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4519B9-52D7-41D1-AA7A-EAD2BA75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Integrated sys...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186E7-3A2D-4262-98D2-61C38B6B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BD033E-DD56-4DE8-8713-62F4F4FD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1642983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0EC6C-60C9-4F23-BC5E-F0737E8A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353EF-D4C1-45A1-B784-45E918B8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8D54C-4391-48C8-8343-254FE37F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6EC8F-7D27-4CBE-A099-EE3804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0AA3A-E5CF-4A1E-8E25-E438EFAC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AB06A-49A6-48C3-ACEC-DF3E2FCB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94519-9F4B-4F34-8A02-24BC69C5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1B82B-AEBC-4518-8C6C-E09379A0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7711C-2DC1-499B-B89D-395E631F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0C085-8E57-498F-B92F-F5D85CA6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8A9C3-6D37-450E-B2A1-3994A244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0B602-980F-43B8-98C3-ADA70BBD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2C791-B8CC-453F-A87A-F7528E15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22394-7B63-4ED6-AB88-21340926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D662CC-94ED-44DD-87A8-0BEE193E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857602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A48CF-752A-44AD-88CE-B9329206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B65E0-9F94-45A8-84CA-BFE4A4D3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025F5-F02D-4BE9-8BE5-1C72BCE3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E9CB5-EB80-4AC9-B0CC-2A15F7D2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29F61-EEF4-4DDF-AE01-95C4225B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47CAD-47E5-46DF-9014-68E28288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Integrated system: Need for integration of technologies,...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2B16C-2CD0-40F3-A490-25FA250A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8CD48-066E-461B-99EE-CE1887C7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1CA91-7534-4FF0-868E-3A71FB60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8439F-0C01-4C2D-B01D-922E87FA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6A714-5349-4692-B503-DEFBEF2E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407750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17ECC-C1AD-40B3-9284-D17FB954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4AF60-4AAC-41E0-B7D6-8CFC3E0A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12522-DAA9-42B7-85B2-6E4386A4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FF75E-6A3D-4790-A483-0AAF92EF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3A461-3D5F-41D6-B202-03FCD823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CAC77-B193-4BD8-88C6-9712A2EB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7913048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A7330-3C4B-424C-8770-D53D83E3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6B25F-45FD-4049-A18E-B47FF4E1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3065D-AF56-416D-8BA1-63411EDB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92819-334F-4961-B535-24E1B251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94D00-324C-4824-9652-67EF8E47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Advances: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Automation: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technology: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Definition: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6B46B-9FAF-44E1-A2E7-910F2DBF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488198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A2910-50FE-467F-9142-B3FAB459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9E135-B84D-4F75-BF89-4BA362FD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EFC2F-C924-4E89-80E8-9E9A870A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C09D0-F554-48C6-9DDC-C83E8A43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0A5C9-57CD-4B1B-9FFE-B903EC03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33D28-6805-41A5-AB8E-057FBECF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5095258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835C9-E6E1-4994-9B52-5BB0C86B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A9861-7774-4BD5-AE05-7629622E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C7E7C-41B6-4B3B-8E1F-6FBD8F21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80DB3-96E9-4A06-A987-5AEA601D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4A915-2C4D-4319-ABCC-99DED643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9C807-6ED1-4EE8-A473-F66CD605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6622565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A6EB3-2399-4209-B196-1C26B4A4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0C074-D5C8-472F-8988-B8F86BEC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A93B7-618C-4FBA-8C4C-86394958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5127B-E69C-448C-AFA8-E4C5C413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0DF22-2782-4E3C-A4DD-A1AA6FC1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Advances in mechanical engineering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Automation technology: Definition of automation, types of automation, b...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Mechatronic systems: Definition of mechatronics, elements of mechatroni...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Elementary sensors: Working principle and applications of Potentiometer...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Integrated system: Need for integration of technologies, ADAS (Advanced...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C2209-5892-46BD-B834-4D3401F7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8AC1A-8152-4C6B-9FB8-0628AAB9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4476C-3CA0-4355-BEDD-D0DBF203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0463613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41DD79-AE42-433C-A72A-106957FB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84FC2-CAAC-4668-9831-EDA033D0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Advances in mechanical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54519-4599-44DB-BEAA-F0315CDF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BC351-10BF-42F8-BBE9-8E0998C0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3E083-1FE3-4808-9467-A6D14FE6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6F7E9-28E3-40C2-B180-B42436F6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1389D-3EF7-44FF-A9C6-4E643AFC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74536-FED8-4F09-8847-553F1EAB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8E816-13F4-4AA6-8255-80614F5B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3C281-33C3-47C3-8CE4-0FD8576A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580BD-178E-45EF-8EAF-BA50876F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B43E2-E238-4BDD-A7EE-02CAAA43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8D545-B686-4DCB-8281-74190B08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00C5A-B939-4650-A77E-671A2090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D601B-9012-4E3A-80AC-9ED85C61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09E6B-0B28-4D60-97C9-216DDE20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7D388-5D7A-45C1-BF1E-1C40E162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78F88E-770F-49DA-A9F1-A7317C26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BA92F7-D829-47D6-8709-CD2F5868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D7F76E-02C4-4C73-9481-E5980EB7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B4A337-0155-4578-8588-85D8EDC6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53C648-6478-4BE8-8561-3AC4F94F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D7B2D5-2C49-4D61-9844-9BB02005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85D301-AE6E-4C77-9E36-4E03104A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45E20A-3FC9-44B9-81B5-60552EEB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D0F50D-363E-4C1A-905B-53BFE406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EA1579-7328-405F-BDA2-488CA2C9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7134D2-BCE5-4646-8929-7729E06B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CBC71D-1F30-4DB1-BB1C-D44009ED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AC385C-CC4E-4F5D-B6AD-30753952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67928C-41C3-4102-B7F7-468A9E9E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9C8E7B-9EE4-4BAE-B745-003A69D9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4977890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B8A58A-74E9-4F36-BC73-2BB85C81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EC8D0-78A8-495D-AD3D-9A7FD6E3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Automation technology: Definition of automa...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00D96-28A4-4163-A2DC-3C3A5029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C4D8E-9F96-420E-A62C-0E2DC412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55AAF-9A03-4E71-B977-DEB1AD10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EDCE2-59FE-46ED-9A3D-937199F1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973D8-A9AF-4EF9-8C72-E1CC44E2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50CA8-5406-4506-B266-6A1263FD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1CA10-A959-48F8-BFF0-E550EB2B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B8754-B507-45C4-A19F-20792693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35670-6C4D-4DD9-A78E-FFB545FC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CE1D9-CB86-4771-B747-778B0A01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E4460-7198-4ED8-BEE0-6BCED396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34246-7432-45FB-914B-502525DB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ED8A74-2551-4D5A-9142-DC4AD052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8EC5D-631B-44A5-A078-EC9DE1CE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67AC9-6564-4D1F-96C5-469D372E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5DAC44-9C90-46B0-B171-0EB3676F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A5F43-E3D3-4D42-A92D-F134609E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329A11-E5B5-4CD8-927F-5568C26C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C28C90-A8CC-4967-B1FB-3EDA4638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C8ABA1-7F24-4452-8B98-58F4A58B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322C2-1224-466A-B46A-E186E1C1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926FF3-D898-49BA-8389-26C2C45A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06B198-4937-47DF-B100-C51F0460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396CC7-96D1-4DC4-BA47-F2175336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2DBAEF-F821-44AE-BF4A-3C232723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79F4F6-A737-464E-825B-386160C7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E6C01E-B62F-41F3-9639-4ACDD87F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03976A-E056-4C5E-B73E-5B8FC6F5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498407-C92F-4785-8971-4B03BF63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DD1D40-17FF-4054-A6BB-56BB2E08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7308661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3404A4-C935-4567-9A25-372D4E6D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40905-85C7-4CC3-97DA-16C9E478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Mechatronic systems: Definition of mechatro...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FEFA8-A560-4726-8E29-94185009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95BEC-EF1E-47D4-9353-45F97B37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6F55E-F5FE-44E5-847E-DE5D7B72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C30F7-3836-4E3C-8852-5726A35E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BC782-CB7F-4ED1-BE06-B3AF09C9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641FB-0AAF-4A31-A3A9-DBA92BCE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57914-6E4E-4F87-90AD-BCA6468D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705EF-CB24-4215-B120-335EEA4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53639-F3E1-4F47-85BE-33564DF8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29734-09E8-4384-B806-4DB7FF4B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54F8B-3939-4A8B-9EDC-A0351FA9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1710B-6714-4C90-8F63-42BA1CD0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72A7C-DD77-4BAF-BC37-4D6CEF01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EB696-1674-42EE-8F71-FB5EC3D7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9419E2-4E28-4E81-8014-9A367ED7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B9AE56-6F8D-4948-AE78-2A2C3567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315AE-730A-469B-AB71-63C45583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DE2A0-053C-4606-9EE1-8C744D6B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9372F0-F970-4862-BE9D-67009785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50E15C-4C77-4EE7-A44A-88944B14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AB4182-EEE3-4994-A93B-37C98C2B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C9A986-A988-4CB6-8D9B-FE967884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07D198-A488-4913-8250-A0314A03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6F8BBC-3385-4D8E-AD9A-9E37A5C3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163A49-31C5-4D7A-B597-1E2594DE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516E3D-8903-4A1C-927C-6497F76F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470EF1-FC40-4015-B61E-DF0AA418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A3176A-760C-4C05-8015-1E161B65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A7E5AF-52CE-4C8B-9F95-98776148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7FBD3A-9849-4317-9B7E-DBEE8A5B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9082479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1C1892-DE91-4B98-96B3-55C9113E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7BBE0-AA6C-48D3-9D5E-BDA40C96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Elementary sensors: Working principle and 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8A4D3-3E6A-4AD4-A1EF-7FEB7535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9C87D-626D-4FB8-85D7-1274F61D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DE21A-8835-4997-959B-2F1A7757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B1A7D-30C0-4F62-8CA1-06F4EE4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320E6-CE0A-42C3-90A8-FA826B6A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A2773-D8E2-42B8-8C3A-87C9BD12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A7F38-1801-4202-8E26-76ACBC1A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C4037-E114-4101-84FC-864DB4CB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AC78A-D62C-4047-8811-3B844F1D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785CB-6A87-4CFB-A81A-23E96804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D6D7E-AA5E-4B82-BC48-53F34979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04FBC-F254-44DE-BBD3-53223D29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640DC-18A9-4B5F-83A1-96458E15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0848F-E599-4CA8-9D60-BF2787E5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2A8170-5AB1-4DF8-82B3-C4456153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99F6D-5A56-4530-93E7-9A8F78EC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C5F670-EC71-4D14-A070-A8955BE0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4A3080-E47E-4D07-A773-34DD6B27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AB907A-98EC-4FE1-B81A-7214B00A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F30E5E-C26E-47EE-AF7D-151DEA01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875A9-DD18-4CB9-80E3-3FD1FB7D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8298C8-EAAC-4167-928F-CAE05474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2F0A38-2EFB-4E3B-B97A-C36F12E6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447849-6B3C-40C7-8332-150750BB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38AFA1-B37C-487D-B831-15DAA39F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FC84E4-99F3-4FA3-B1E2-7F89126F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5FA57F-41FD-41F3-97F9-8DE46AF4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A1C191-1392-48F2-AE3D-E47F2D26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014F7B-474C-43D2-8D55-35C1DD13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3D470D-2055-49A9-820B-24AB3604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0427103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1C6EA0-B70D-4394-85E1-E2A55F8B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AB6F2-D3AF-4FD9-AEE9-1282F12C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Integrated system: Need for integration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3CBF9-773E-4C25-B242-70C21C56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30DD4-EF32-4ED8-A339-820E2ADC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94ADF-2074-417F-9BEF-907CE81B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BF921-582B-4DDA-998D-DFC48490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0FD3A-9B0A-4353-B489-06F142CB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58A84-676F-4388-9E75-34A5C48C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12575-6E3F-468E-B6E6-7AA51CBF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8C8FE-53AF-4B6A-9777-B785FAE0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673C8-7024-4580-8C10-6E0AA1F8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CA8FF-B4B9-4CA3-BB0D-45540C03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0E956-B203-4BF2-9CA4-E8838344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D1132-4EB6-405C-A2DD-91D830F3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DD5C3-B6C0-4C84-9CF0-C17BBFA5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216F6-1FAC-4121-AB62-3B1BDE07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63FC3-53A5-4577-97F8-E7BCBD00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6E87D6-1680-42BC-87D9-45FE8374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B3C251-059D-4C1D-A4B5-8AAE797A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7D91CD-F69E-40EE-82C1-08E9E84C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DB5EDD-C4C6-49D6-BA95-196A674C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B48A72-8234-45F5-910F-9ED8C533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ABC30F-939A-430C-8F9B-43800162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53DA9E-0379-4FE9-A28D-C966F1B3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96B603-D396-4755-BB94-9645502D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27AEED-8DA9-49E5-BF1F-CA991EFA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65B5BB-38E1-4654-A890-E8FDEE57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9C7A22-7A98-4F73-9594-17F1809D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4CE4D7-C556-408A-9FB5-EFF70B7F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9CF5AB-64FD-4837-91ED-5C182096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0E7E46-1E59-464A-B059-BDB795AE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E1B7AE-ACF6-4E02-9FB4-9A160FA2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433742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6A0BC8-EBAB-4777-A344-EA7EE9C7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1D945-C0DB-48E3-B462-C373395C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Advances in mechanical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0D69F-03A8-4A51-8EF2-7B5D8E30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06F6A-6CF0-4025-A361-C98E74C5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04131-50E5-438B-8694-43C2C628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2B209-646E-4F11-88F7-AA1F711D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6385F-8366-42D8-8FAD-0D00F15D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4CE76-793D-48F8-B14E-B4441841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ED76C-E609-44A1-99DF-0E117A26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08E5F-8543-496D-B326-225C64C3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A9569-26E9-4D24-98C0-9E559600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C0A89-1D76-4846-9F78-508D5AB2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889090-E992-4564-AF38-32A2A401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0C6EA-466F-496E-AC38-D13CBD61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25C65-D994-447A-B9CE-D9C181BB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ACF6B-601A-4175-9E20-C45A628E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0272F-FA05-47BC-A4E6-C6F12F4A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441157-2410-4B69-B33E-1050096D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96C7AC-CECC-4335-B0D0-04849035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BBBF82-6216-413D-84DC-9B43E226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17F88-F39A-4015-BF12-61696F89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B72A68-7755-49C9-B9BE-294F79DB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3A0E59-1451-4771-9184-218AC065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0C9CE8-0E17-4131-A79E-C94121D7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D8881C-E9BF-4D48-9E20-8B927848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5FBCCB-F40B-4442-BCA4-D1CBBCFD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607F76-5A5C-46F2-9C1C-14B39DD4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2D6D4D-7377-4F73-9497-8187BF31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9A48AF-0A21-4B6B-B3A4-C30F1CFC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D9A384-85E7-4EF1-A06A-E9FA6BE2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EB194A-4254-47EB-8857-C1E67FDF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CDF1E0-BCED-4EBF-9D42-9AC9271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5087281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3FB8EB-7AD4-4C22-8578-85BC0160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148DF-15E3-4164-99C6-9E0E3370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Automation technology: Definition of automa...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19052-6CD3-4CF7-B807-A2816188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1B5D9-07C8-4516-827C-742CEDEC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5C6B5-18CA-45E6-8580-2877120F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FF3D1-5993-4B10-8524-A4AE8B06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48382-0827-4E98-8A76-0A5A3E44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F08AF-2B03-4DFE-8B6C-3C4F5157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EDBA8-5A82-4BDB-928A-0F7C28DD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BD979-582B-4FCD-8353-A7E5124C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A1EAC-77A5-4772-9BC4-97E39629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34A47-E475-471F-B0EC-E8288B12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D832F-8AD2-4B89-833A-A27C3BCB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FDA9A-0644-4CDB-AA26-16FFFA51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9FDA6-0107-4F09-8E38-4156D368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2B776-CF3A-46B6-AEE5-AA8867D9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8A6357-8D9C-4336-88FE-1522479D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0EC4ED-72CB-41BD-AEA7-93206241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C269AD-5334-41CA-AB31-EACFD4B7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182D7-F40A-49A6-ABDE-6DBE73C6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6839B-7016-4F2B-94C7-97312308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560990-2035-4EEE-851B-57F85E3C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E03E0-E1C6-4A48-80D6-A1F49D40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089EB5-7652-4761-9673-49956530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CA66FB-3F27-4C14-927E-E312C732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58EA27-DCB2-476C-8E17-3DB748EE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8434AF-D934-4345-87CC-9F116BAA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300E09-DE95-44B0-B9DE-B1DBC3AB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1FBC8D-2552-4BE4-BB31-182EDE2D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E167F3-66D1-4867-9AAF-FA540AFC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86BD7D-6A7E-4886-B15C-BE6AF262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065635-5D10-4D3E-8865-94282C6F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182341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C68B69-538C-4306-B3EB-15229F35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5CBEC-34AE-46FD-8B6C-FC267AA5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Mechatronic systems: Definition of mechatro...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20699-9A74-42B8-A99C-71059E11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22073-3DA8-4230-A9F1-35874BD7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D1C07-D387-42D7-BEC3-98A1871B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B003B-43A9-481E-B9BA-0BED3DFD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3A5A9-FD7A-420A-8814-B5C4A5F1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E9A8D-F8FD-482F-B19A-90488D52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0FF34-CF70-4205-BC0E-EC3BED46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2A9FA-AB77-435B-B6A7-07F4DCD9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D1356-4973-45EB-80EB-2C0EAB13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F9B63-D2A8-4CA2-AF50-9E28B121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A0C0A-8247-4919-A1BA-A21BF48F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746A0-813E-414A-B819-68EAC0CE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B45EE-9E55-4C88-A85E-A6304C08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49226-E9B5-48E9-9C34-131EA599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E598C-D1EE-4E8D-A6C4-DC785E84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07898-1611-4C55-A5F1-32427D0E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0D0F8A-77A7-423E-BD6F-DACAC480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2C7E28-ABDF-422B-923A-24EA81FC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A9B2A5-A302-42D9-A8EC-4A9240F3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90D7BB-44EC-4A35-A945-8401A88F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800CF6-1B26-4768-BA05-D17B9905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14CAD4-4A3C-4206-9726-42B01EAA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103F8D-82A8-4039-8126-24D85799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E271DD-02C5-45F4-9D8E-3B53DD89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8170CB-D118-4628-A5A1-74F50CBB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31C543-7A3B-4E34-B271-1F88192E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2C3392-05CB-4EAB-9EE3-B90CE4DA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CF60DD-55B2-4EE3-AB8B-BF7E219E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523893-B384-420E-B73F-EF2EF83C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CB9F86-1A9F-45EE-8A20-35D4BE73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5715326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48753C-F377-48F5-B1EE-B955B422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8ACB9-3064-42C2-A797-72041101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Elementary sensors: Working principle and 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D1AF0-9A6D-49CD-A50F-9A14DB26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59BB4-3657-45A8-AECF-B768203F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4EE10-84C0-4180-9032-F9A01400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02539-D933-49F3-B416-1ACF9725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0238F-1E80-4C9B-B5E2-A27C0D74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7F408-ACF6-4B9A-935A-BB4B530C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B0EA8-16DA-4416-BBC0-9AD30B03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45BA9-B1C2-4198-B735-8088F4E8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5FC11-6DF0-48B9-BEB6-CCCA443C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7D472-6247-4A09-8CA7-F02539F7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EEE98-676F-4450-B011-50AB3582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85E041-8EA8-4E09-A57F-4A17A81D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EFA29-A0ED-426C-874F-66432EE3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47801-C00E-4C44-9865-7B8F33B6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924270-468C-4101-85BF-24180839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700F0-8DF5-4A59-A23B-73AA5A7F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F7C70-EEF3-4D7B-836D-F2933CB1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5270E5-5723-4385-9804-ED2E40F5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AC1F1B-12A8-4CD6-8461-D4A331B0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8DC26C-7505-4C85-8F76-358DBA8F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4DD89A-9F5B-40FD-90C9-A45D7286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052272-B246-4821-B4C5-20804878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AAFE59-E97B-4E20-8F29-EDB01800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763AA7-250A-4C40-AE28-6A79A20A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D0FF11-5143-4026-8DED-F613752A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D0FEE8-C120-4185-B6F8-F1E10727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17EE1A-D47B-4DE1-8F1A-A92BE734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43139F-56C0-4241-8BFE-8AEABA7C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8CD1BB-3B47-4F13-91F9-A2E42FD7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4BF3CD-0C65-4CDA-B82F-800D1A21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4364117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0FED50-EAB0-4745-8A24-F4F635ED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D6921-E605-464E-97B6-1306D9FC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Integrated system: Need for integration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7337C-6729-48A2-905E-C3A1F96C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F5908-4290-4B15-9CFE-8421AD5B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E2F23-1ABE-4869-9B0C-247F5FF0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D93C3-E8F5-4F0B-B61C-DC2E27CD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E872F-32B7-4602-9562-B7978A12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D820D-84B6-40CC-9A9E-B8EEF851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0F6FB-EE30-40AB-9BB5-AE7BD24D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6E6E2-2FB0-4C8F-B29B-DEEF73E2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15E29-005F-4753-B258-50ABD64B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ED099-FB94-4478-95C9-66B796F7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A6DED-E368-4526-8BEB-712DAC98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08F0D-CF78-4B2C-8673-9D775598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32E3B-8239-4520-B38F-3B4AA25C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61EFAF-D5B3-483E-BCF8-53EBAE70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741B0-C2CD-4CEE-A6E2-773D869A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48C06A-6E1A-4073-9387-F8A62082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1C5FD1-C068-4029-A525-DF3EF134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773917-3F58-48EC-AC0B-33B5CE1E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F635D-29F1-4450-9F1F-D7E37F7A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B61E61-E08A-4BA1-AC45-D0ACE835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F2DE13-F6F1-4F16-B543-805810E8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A40C0D-4921-46CC-97ED-DCA152A7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8A8E5F-83E3-4B89-96A9-B2EC8E00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00A225-33E8-4E29-BA59-BA6E4C43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395F2C-6CDE-47A9-8EF5-C4EA5D65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7B0447-C344-46D1-8D5C-366F06BA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A4223C-F802-46C8-A66E-B9C4560B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D20F47-8931-4B3C-8F56-73D0C571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0EE7A6-61A6-4568-B988-0DEBC541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F01064-459A-4CB4-9FB3-BB5140B9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59737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2026-08-24T16:02:50.4040000Z</dcterms:created>
  <dcterms:modified xsi:type="dcterms:W3CDTF">2026-08-24T16:02:50.4040000Z</dcterms:modified>
</coreProperties>
</file>