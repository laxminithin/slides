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6eb780b8d4f55" /><Relationship Type="http://schemas.openxmlformats.org/officeDocument/2006/relationships/extended-properties" Target="/docProps/app.xml" Id="R0eaa5f640c9a4d63" /><Relationship Type="http://schemas.openxmlformats.org/officeDocument/2006/relationships/officeDocument" Target="/ppt/presentation.xml" Id="R1bdc0b0fbfdd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8fe9f56204dcf"/>
  </p:sldMasterIdLst>
  <p:notesMasterIdLst>
    <p:notesMasterId xmlns:r="http://schemas.openxmlformats.org/officeDocument/2006/relationships" r:id="R134525447b324d8f"/>
  </p:notesMasterIdLst>
  <p:sldIdLst>
    <p:sldId xmlns:r="http://schemas.openxmlformats.org/officeDocument/2006/relationships" id="256" r:id="Rc7f93f2f08404a31"/>
    <p:sldId xmlns:r="http://schemas.openxmlformats.org/officeDocument/2006/relationships" id="257" r:id="R2746b7c9138d4d2c"/>
    <p:sldId xmlns:r="http://schemas.openxmlformats.org/officeDocument/2006/relationships" id="258" r:id="Re97bc7c47ce84f26"/>
    <p:sldId xmlns:r="http://schemas.openxmlformats.org/officeDocument/2006/relationships" id="259" r:id="R5d875e604f11469a"/>
    <p:sldId xmlns:r="http://schemas.openxmlformats.org/officeDocument/2006/relationships" id="260" r:id="R4df41dc4ba5d4b78"/>
    <p:sldId xmlns:r="http://schemas.openxmlformats.org/officeDocument/2006/relationships" id="261" r:id="Ra5a9dcdbb87349cb"/>
    <p:sldId xmlns:r="http://schemas.openxmlformats.org/officeDocument/2006/relationships" id="262" r:id="Rd77c51b31e174ab9"/>
    <p:sldId xmlns:r="http://schemas.openxmlformats.org/officeDocument/2006/relationships" id="263" r:id="Re9899ef4c049489a"/>
    <p:sldId xmlns:r="http://schemas.openxmlformats.org/officeDocument/2006/relationships" id="264" r:id="R9860dc2126a84b21"/>
    <p:sldId xmlns:r="http://schemas.openxmlformats.org/officeDocument/2006/relationships" id="265" r:id="R261d820292c64211"/>
    <p:sldId xmlns:r="http://schemas.openxmlformats.org/officeDocument/2006/relationships" id="266" r:id="Rf30ec10241b64223"/>
    <p:sldId xmlns:r="http://schemas.openxmlformats.org/officeDocument/2006/relationships" id="267" r:id="R6a3a2c5eec554a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51f5387e94f93" /><Relationship Type="http://schemas.openxmlformats.org/officeDocument/2006/relationships/slideMaster" Target="/ppt/slideMasters/slideMaster1.xml" Id="R7748fe9f56204dcf" /><Relationship Type="http://schemas.openxmlformats.org/officeDocument/2006/relationships/notesMaster" Target="/ppt/notesMasters/notesMaster1.xml" Id="R134525447b324d8f" /><Relationship Type="http://schemas.openxmlformats.org/officeDocument/2006/relationships/presProps" Target="/ppt/presProps.xml" Id="R260478b7610a4baf" /><Relationship Type="http://schemas.openxmlformats.org/officeDocument/2006/relationships/tableStyles" Target="/ppt/tableStyles.xml" Id="R1c0996a84fac4454" /><Relationship Type="http://schemas.openxmlformats.org/officeDocument/2006/relationships/slide" Target="/ppt/slides/slide1.xml" Id="Rc7f93f2f08404a31" /><Relationship Type="http://schemas.openxmlformats.org/officeDocument/2006/relationships/slide" Target="/ppt/slides/slide2.xml" Id="R2746b7c9138d4d2c" /><Relationship Type="http://schemas.openxmlformats.org/officeDocument/2006/relationships/slide" Target="/ppt/slides/slide3.xml" Id="Re97bc7c47ce84f26" /><Relationship Type="http://schemas.openxmlformats.org/officeDocument/2006/relationships/slide" Target="/ppt/slides/slide4.xml" Id="R5d875e604f11469a" /><Relationship Type="http://schemas.openxmlformats.org/officeDocument/2006/relationships/slide" Target="/ppt/slides/slide5.xml" Id="R4df41dc4ba5d4b78" /><Relationship Type="http://schemas.openxmlformats.org/officeDocument/2006/relationships/slide" Target="/ppt/slides/slide6.xml" Id="Ra5a9dcdbb87349cb" /><Relationship Type="http://schemas.openxmlformats.org/officeDocument/2006/relationships/slide" Target="/ppt/slides/slide7.xml" Id="Rd77c51b31e174ab9" /><Relationship Type="http://schemas.openxmlformats.org/officeDocument/2006/relationships/slide" Target="/ppt/slides/slide8.xml" Id="Re9899ef4c049489a" /><Relationship Type="http://schemas.openxmlformats.org/officeDocument/2006/relationships/slide" Target="/ppt/slides/slide9.xml" Id="R9860dc2126a84b21" /><Relationship Type="http://schemas.openxmlformats.org/officeDocument/2006/relationships/slide" Target="/ppt/slides/slide10.xml" Id="R261d820292c64211" /><Relationship Type="http://schemas.openxmlformats.org/officeDocument/2006/relationships/slide" Target="/ppt/slides/slide11.xml" Id="Rf30ec10241b64223" /><Relationship Type="http://schemas.openxmlformats.org/officeDocument/2006/relationships/slide" Target="/ppt/slides/slide12.xml" Id="R6a3a2c5eec55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85ba7125c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4770fef8b4c26" /><Relationship Type="http://schemas.openxmlformats.org/officeDocument/2006/relationships/notesMaster" Target="/ppt/notesMasters/notesMaster1.xml" Id="Rca5a34e79465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929bdfa79a43d9" /><Relationship Type="http://schemas.openxmlformats.org/officeDocument/2006/relationships/notesMaster" Target="/ppt/notesMasters/notesMaster1.xml" Id="R4855a9862d79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feba81ec44b76" /><Relationship Type="http://schemas.openxmlformats.org/officeDocument/2006/relationships/notesMaster" Target="/ppt/notesMasters/notesMaster1.xml" Id="Re7b00bb6b75e46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b071cde344486" /><Relationship Type="http://schemas.openxmlformats.org/officeDocument/2006/relationships/notesMaster" Target="/ppt/notesMasters/notesMaster1.xml" Id="R541e52e7762042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c2b4e80ab24ba3" /><Relationship Type="http://schemas.openxmlformats.org/officeDocument/2006/relationships/notesMaster" Target="/ppt/notesMasters/notesMaster1.xml" Id="Rcd2a821f75ef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3725f049274839" /><Relationship Type="http://schemas.openxmlformats.org/officeDocument/2006/relationships/notesMaster" Target="/ppt/notesMasters/notesMaster1.xml" Id="Rdd860d544bfa44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0ac87c75e4014" /><Relationship Type="http://schemas.openxmlformats.org/officeDocument/2006/relationships/notesMaster" Target="/ppt/notesMasters/notesMaster1.xml" Id="R27b634c1b18f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be2b54f4f4e85" /><Relationship Type="http://schemas.openxmlformats.org/officeDocument/2006/relationships/notesMaster" Target="/ppt/notesMasters/notesMaster1.xml" Id="Rf298278d8439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41ade329d64160" /><Relationship Type="http://schemas.openxmlformats.org/officeDocument/2006/relationships/notesMaster" Target="/ppt/notesMasters/notesMaster1.xml" Id="Rb6c248f0a3524b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923e6b789649a1" /><Relationship Type="http://schemas.openxmlformats.org/officeDocument/2006/relationships/notesMaster" Target="/ppt/notesMasters/notesMaster1.xml" Id="R92ce3280d5cc4b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fbd39bdb5a4681" /><Relationship Type="http://schemas.openxmlformats.org/officeDocument/2006/relationships/notesMaster" Target="/ppt/notesMasters/notesMaster1.xml" Id="Rc0fd2c34f91a4d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db10fe7fa0440b" /><Relationship Type="http://schemas.openxmlformats.org/officeDocument/2006/relationships/notesMaster" Target="/ppt/notesMasters/notesMaster1.xml" Id="R299f984d2c4346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c383d0b22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940031e97d4593" /><Relationship Type="http://schemas.openxmlformats.org/officeDocument/2006/relationships/slideLayout" Target="/ppt/slideLayouts/slideLayout1.xml" Id="R47a721641c4c41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721641c4c41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405ee9abf459f" /><Relationship Type="http://schemas.openxmlformats.org/officeDocument/2006/relationships/notesSlide" Target="/ppt/notesSlides/notesSlide1.xml" Id="R46bc30d6fd71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00a3d1d584c1a" /><Relationship Type="http://schemas.openxmlformats.org/officeDocument/2006/relationships/notesSlide" Target="/ppt/notesSlides/notesSlide2.xml" Id="Rce1f867d3e8844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7fc41fe5a477a" /><Relationship Type="http://schemas.openxmlformats.org/officeDocument/2006/relationships/notesSlide" Target="/ppt/notesSlides/notesSlide3.xml" Id="R9889214ba24e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4bce7d95343f4" /><Relationship Type="http://schemas.openxmlformats.org/officeDocument/2006/relationships/notesSlide" Target="/ppt/notesSlides/notesSlide4.xml" Id="Rcf9f87f9eb3047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90910216a44b9" /><Relationship Type="http://schemas.openxmlformats.org/officeDocument/2006/relationships/notesSlide" Target="/ppt/notesSlides/notesSlide5.xml" Id="R83f221f7390e4c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f4a24fefa427d" /><Relationship Type="http://schemas.openxmlformats.org/officeDocument/2006/relationships/notesSlide" Target="/ppt/notesSlides/notesSlide6.xml" Id="R0b1417bfe5f047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79b0d58a44a0a" /><Relationship Type="http://schemas.openxmlformats.org/officeDocument/2006/relationships/notesSlide" Target="/ppt/notesSlides/notesSlide7.xml" Id="R80b0f5986beb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1225853934851" /><Relationship Type="http://schemas.openxmlformats.org/officeDocument/2006/relationships/notesSlide" Target="/ppt/notesSlides/notesSlide8.xml" Id="R14fd302b4af845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232e92ae4006" /><Relationship Type="http://schemas.openxmlformats.org/officeDocument/2006/relationships/notesSlide" Target="/ppt/notesSlides/notesSlide9.xml" Id="R7c7f0b78a64b49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560e6561c4592" /><Relationship Type="http://schemas.openxmlformats.org/officeDocument/2006/relationships/notesSlide" Target="/ppt/notesSlides/notesSlide10.xml" Id="R12111952b2c446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10d3dcbca47fa" /><Relationship Type="http://schemas.openxmlformats.org/officeDocument/2006/relationships/notesSlide" Target="/ppt/notesSlides/notesSlide11.xml" Id="R7b3abf3704a448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0677e6f424680" /><Relationship Type="http://schemas.openxmlformats.org/officeDocument/2006/relationships/notesSlide" Target="/ppt/notesSlides/notesSlide12.xml" Id="R2d98d55e9e79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366A9-C060-4FFD-A9EB-5F9671DE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2D910-2FE9-46DE-A6CB-15243411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Investigation of Op-Amp in Inverting and Non-Inverting Modes with Gain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5854B-97BE-4B6E-9E71-EB2FAFB3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90CC-1A34-426C-A50A-2EB81EC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D623-BDD5-4819-B5AF-EAE2F1EB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84B29-4FB8-48B7-80A9-EA1C909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A9F9E-4C5A-464C-A8D1-47D5A9A7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EC66E-737D-4E1C-80B3-31DD7AD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9FBD1-1D61-4A40-BC22-2BF381D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E7E8-4D53-4090-A5CA-0CB6CF7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48FB0-223A-4B91-B6B5-ABB50A3A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866FF-8C76-4DDF-9A38-72A7DBCD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5F763-3DFD-4213-991A-559CA38C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93505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D0660-945F-4BA2-A93C-BC475128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88697-6251-4587-A30B-C8A40DF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DA2B0-0FA8-440A-884E-7D06E397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1F1C5-F499-42AE-BDD8-0C99069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88609-AB65-4E6A-B771-CEA6E3D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Investigation of Op-Amp in Inverting and Non-Inverting Modes with Gain Measurement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E0C3-4A4E-4423-821B-64D59D17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59664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9C341-DAF1-495E-BF6D-3ABFA01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2A063-579F-4F4F-A867-83125C7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BBBE-5B02-4FA5-B64C-698CE3F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298D4-6ACF-4139-A799-46F30AE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851EE-EDB1-4487-98C0-17BE1F9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Investigation of Op-Amp in Inverting and Non-Inverting Modes with Gain Measurem....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3502C-D29F-4346-A2A1-CF56A10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Investigation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93EA8-2DD2-463B-B531-05A85AC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C3B6A-3817-4D9F-B122-62BBDF03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Op-Amp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F34A0-C8C5-4A6F-8974-9663725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B416D-8EAE-4705-B20F-488D664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Inverting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56505-F44B-4515-B04E-8C069A7B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24A33-8649-4280-8D52-FDF3FC9B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Non-Inverting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60B88-C683-4D25-9DA9-3B16E4D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7F840-7958-4D2F-A668-3B04744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1C7D2-97C7-46F1-BE01-CF16A161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5752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AE10A-B895-4754-ABB9-DD99108F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461B2-537E-4F2E-BC85-379510A1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20089-0481-47EC-9753-32FBE61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23353-568F-41E1-ACA5-0AB4BFFA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E88BC-C81B-4535-BA5C-1BA1C8DD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F09D9-E059-4269-B962-118E9884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92274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6064C-6943-44A8-B4E0-51B0F0C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901D9-8F90-4222-8D5F-53619ACE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630DC-5466-4206-8841-F9DF4E0B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5B7DD-5B73-4E07-8F28-3CF0CAD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A41D-DE83-4A0A-888E-67AA1E7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7A68C-E376-423E-88B8-6848AEF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58241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32DC1-3430-4FA8-B946-70001DAF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21F2C-5D78-4407-8DAC-5C7AEE0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F041-EE49-4E22-9907-17BAA2C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F49ED-865D-4CE6-84B2-430CF523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5EB9F-24C4-4E1A-AB90-43F2B818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F5F5E-F79A-4A6E-A282-0E5E33E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C25A4-1F65-487B-A8ED-5A3648BC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E87F1-3D04-41F8-8744-674B963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B548B-B2EE-4C29-85EC-79A9C60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DD4D6-B520-482F-9FD9-771ED0C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A9E5A-CCDF-4318-A8B2-7AD96229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9A633-354D-4116-ABEE-C0C6C0D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AFC64-1EDB-451A-9734-DC5B18BC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A15D0-496C-4F27-89E0-1B1FF4B6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EDB61-0138-4828-B3E1-A945D982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2801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4EC25-2212-4086-9F10-02A04E3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BD9EC-BC17-4986-BC47-48FFBF2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3073-6306-4AC3-8786-4B36EBA1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07522-3B09-4C5B-81F2-DE11B91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0BF3E-3E08-46BA-8F2B-A9CBA24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B915B-5ACA-4C13-B45E-6EA8F10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C083A-DAE6-4176-B7C9-CD51B190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C8500-D8C0-41E8-9323-0ADF09ED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B8C3C-CA3A-4F05-9A49-B377F21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1661A-810A-4AFD-B4FC-277CF1A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2F93A-EA36-4C2E-89BE-ADE6C78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24BC8-87DC-4A60-9DE2-D32051D5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B6AE-3E44-4C26-BA08-163CF1F5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B2A4C-B9A0-49BA-A80B-D2D0D6F9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16F47-24D9-427C-B05B-B2E26D8E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94B82-29E6-4B24-ABC0-C1278BAE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804D4-0EB5-4EAA-A9BB-5E5AFFA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A8415-B496-41EF-9D4F-6CA4853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EE99C-1CEF-4901-9001-702B43D2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5E443-30C1-48D4-A0FC-36D0E6F5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000D7-913E-4079-A5B1-F259B14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72554-94BF-4BA2-9346-8EEED35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01257-11C6-4F3E-BDCF-63656FA8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482E3-AE6E-4401-B19A-30ADB55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F851B-8B2F-4CB2-84BD-3E90915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31019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93E4-0CF5-42B8-8914-ECBDE86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43A2A-A985-484E-BFA7-0EAFF90F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57944-6EA4-4E2F-95C4-17CF61C3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AE250-56B4-4FB2-BF83-0B205D96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C7116-0640-45D7-92D5-450BBAB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0475D-37AB-4FB8-9DA5-60AA5DA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872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799A2-60EB-4098-A6E5-F473CF8D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59759-E509-4628-AC7A-8536B97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44F43-A548-43FD-AFD5-17E9FD32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F24E6-0C8B-4871-B682-FCB0F8C6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57D85-6BD8-4CA4-AD2C-6CFDFDA2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5ABDC-462B-4FED-9E13-C869C73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98809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04FB9-AEC1-4A35-A355-E2F63B25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394BD-7175-4D41-9188-D6675CA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AFC31-597C-4A2D-BE3C-2E52BC2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1A8A1-55BB-4244-9D10-A92376D6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F1550-B56E-4AD4-95DC-539EC24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Investigation of Op-Amp in Inverting and Non-In...?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F43A3-5F00-40E4-9B33-7E4FA45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65450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02D5-CE07-4B06-BE58-65BBBCD4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4C2ED-2096-4224-BE3D-A8A06B4E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0A5CE-41F1-418E-AE96-D4A2C291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28CDE-D095-4AA2-B37F-51B9663A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FF08-B1A3-44AD-BF21-5514B31B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1BC5F-9B8A-410B-BEE3-BFA954F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65703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340F9-BF81-43AF-B6D4-5696F543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BD2ED-F1E5-455F-BCB0-9FDC4E79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DF552-C699-46F4-B9D2-9C46866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F42C-73FC-4F4F-B535-0857F81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0C028-F06F-486F-B670-8F113920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59714-9138-43B4-9F27-708235C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C7B84-2E5B-492F-BFF7-E04DED98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71464-6293-4462-BC5D-45F62F8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93AAC-D6C8-40B2-A036-B46D6A44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99543-C1D7-49FC-A944-77485F35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250A3-0D17-4071-A22B-94C6598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8B2A8-1086-41BF-946C-B78DAF0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44F67-A8C3-4656-A745-8F1A07E4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FA22C-CD85-4225-A982-446A8E6E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9C344-BC5A-483C-84BD-95C97B5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95C65-5A01-4AF6-B613-3A4288CD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CA5EF-8B37-406C-AB2D-C2B49D02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F1947-E430-42BA-B041-A0DAFE0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C9B13-5824-4F99-BD74-51C9544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06527-10BA-44AB-8D8F-B5CA3F1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9A279-4DB6-429A-8B23-26ADCE05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75684-D594-4609-8753-25978634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1C089-CD5D-4317-9F73-10B3B42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34984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2026-08-24T16:02:39.5870000Z</dcterms:created>
  <dcterms:modified xsi:type="dcterms:W3CDTF">2026-08-24T16:02:39.5870000Z</dcterms:modified>
</coreProperties>
</file>