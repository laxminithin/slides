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bd880f027340d7" /><Relationship Type="http://schemas.openxmlformats.org/officeDocument/2006/relationships/extended-properties" Target="/docProps/app.xml" Id="R609f3f2ff4034070" /><Relationship Type="http://schemas.openxmlformats.org/officeDocument/2006/relationships/officeDocument" Target="/ppt/presentation.xml" Id="R97c3508ff29649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1747655cd64dc6"/>
  </p:sldMasterIdLst>
  <p:notesMasterIdLst>
    <p:notesMasterId xmlns:r="http://schemas.openxmlformats.org/officeDocument/2006/relationships" r:id="Rd725025287354be2"/>
  </p:notesMasterIdLst>
  <p:sldIdLst>
    <p:sldId xmlns:r="http://schemas.openxmlformats.org/officeDocument/2006/relationships" id="256" r:id="R30cbdcd335984cba"/>
    <p:sldId xmlns:r="http://schemas.openxmlformats.org/officeDocument/2006/relationships" id="257" r:id="R32351e891b5e43e8"/>
    <p:sldId xmlns:r="http://schemas.openxmlformats.org/officeDocument/2006/relationships" id="258" r:id="Rcd73ecde2a474462"/>
    <p:sldId xmlns:r="http://schemas.openxmlformats.org/officeDocument/2006/relationships" id="259" r:id="Rc949288c2eb94ba3"/>
    <p:sldId xmlns:r="http://schemas.openxmlformats.org/officeDocument/2006/relationships" id="260" r:id="R3cf2392c89934f8e"/>
    <p:sldId xmlns:r="http://schemas.openxmlformats.org/officeDocument/2006/relationships" id="261" r:id="Ra0fc5860604d4af7"/>
    <p:sldId xmlns:r="http://schemas.openxmlformats.org/officeDocument/2006/relationships" id="262" r:id="Rbf71cd8de80e40da"/>
    <p:sldId xmlns:r="http://schemas.openxmlformats.org/officeDocument/2006/relationships" id="263" r:id="Rb4d3f3b158ca43f0"/>
    <p:sldId xmlns:r="http://schemas.openxmlformats.org/officeDocument/2006/relationships" id="264" r:id="Rd0e68e93a70645ce"/>
    <p:sldId xmlns:r="http://schemas.openxmlformats.org/officeDocument/2006/relationships" id="265" r:id="R5c51369ea230493a"/>
    <p:sldId xmlns:r="http://schemas.openxmlformats.org/officeDocument/2006/relationships" id="266" r:id="R750aa92395ad48b6"/>
    <p:sldId xmlns:r="http://schemas.openxmlformats.org/officeDocument/2006/relationships" id="267" r:id="R928976fd5dc040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86c229cbd54e22" /><Relationship Type="http://schemas.openxmlformats.org/officeDocument/2006/relationships/slideMaster" Target="/ppt/slideMasters/slideMaster1.xml" Id="R601747655cd64dc6" /><Relationship Type="http://schemas.openxmlformats.org/officeDocument/2006/relationships/notesMaster" Target="/ppt/notesMasters/notesMaster1.xml" Id="Rd725025287354be2" /><Relationship Type="http://schemas.openxmlformats.org/officeDocument/2006/relationships/presProps" Target="/ppt/presProps.xml" Id="R978bc22efc0e42e6" /><Relationship Type="http://schemas.openxmlformats.org/officeDocument/2006/relationships/tableStyles" Target="/ppt/tableStyles.xml" Id="R2319a33d42454996" /><Relationship Type="http://schemas.openxmlformats.org/officeDocument/2006/relationships/slide" Target="/ppt/slides/slide1.xml" Id="R30cbdcd335984cba" /><Relationship Type="http://schemas.openxmlformats.org/officeDocument/2006/relationships/slide" Target="/ppt/slides/slide2.xml" Id="R32351e891b5e43e8" /><Relationship Type="http://schemas.openxmlformats.org/officeDocument/2006/relationships/slide" Target="/ppt/slides/slide3.xml" Id="Rcd73ecde2a474462" /><Relationship Type="http://schemas.openxmlformats.org/officeDocument/2006/relationships/slide" Target="/ppt/slides/slide4.xml" Id="Rc949288c2eb94ba3" /><Relationship Type="http://schemas.openxmlformats.org/officeDocument/2006/relationships/slide" Target="/ppt/slides/slide5.xml" Id="R3cf2392c89934f8e" /><Relationship Type="http://schemas.openxmlformats.org/officeDocument/2006/relationships/slide" Target="/ppt/slides/slide6.xml" Id="Ra0fc5860604d4af7" /><Relationship Type="http://schemas.openxmlformats.org/officeDocument/2006/relationships/slide" Target="/ppt/slides/slide7.xml" Id="Rbf71cd8de80e40da" /><Relationship Type="http://schemas.openxmlformats.org/officeDocument/2006/relationships/slide" Target="/ppt/slides/slide8.xml" Id="Rb4d3f3b158ca43f0" /><Relationship Type="http://schemas.openxmlformats.org/officeDocument/2006/relationships/slide" Target="/ppt/slides/slide9.xml" Id="Rd0e68e93a70645ce" /><Relationship Type="http://schemas.openxmlformats.org/officeDocument/2006/relationships/slide" Target="/ppt/slides/slide10.xml" Id="R5c51369ea230493a" /><Relationship Type="http://schemas.openxmlformats.org/officeDocument/2006/relationships/slide" Target="/ppt/slides/slide11.xml" Id="R750aa92395ad48b6" /><Relationship Type="http://schemas.openxmlformats.org/officeDocument/2006/relationships/slide" Target="/ppt/slides/slide12.xml" Id="R928976fd5dc040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aae99ae6bf4d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c37c7d4a7440ce" /><Relationship Type="http://schemas.openxmlformats.org/officeDocument/2006/relationships/notesMaster" Target="/ppt/notesMasters/notesMaster1.xml" Id="R36a8accff98544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9554a8d3cd4d39" /><Relationship Type="http://schemas.openxmlformats.org/officeDocument/2006/relationships/notesMaster" Target="/ppt/notesMasters/notesMaster1.xml" Id="Rf05fea71823e42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41aaca87724c0a" /><Relationship Type="http://schemas.openxmlformats.org/officeDocument/2006/relationships/notesMaster" Target="/ppt/notesMasters/notesMaster1.xml" Id="R7b3f89fdcbde4c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241db15ccd454a" /><Relationship Type="http://schemas.openxmlformats.org/officeDocument/2006/relationships/notesMaster" Target="/ppt/notesMasters/notesMaster1.xml" Id="Rbcebf80c8af546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bab2965af94073" /><Relationship Type="http://schemas.openxmlformats.org/officeDocument/2006/relationships/notesMaster" Target="/ppt/notesMasters/notesMaster1.xml" Id="R8e9156859be947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f1454911524694" /><Relationship Type="http://schemas.openxmlformats.org/officeDocument/2006/relationships/notesMaster" Target="/ppt/notesMasters/notesMaster1.xml" Id="R58428163ff3740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e159567cab49d4" /><Relationship Type="http://schemas.openxmlformats.org/officeDocument/2006/relationships/notesMaster" Target="/ppt/notesMasters/notesMaster1.xml" Id="R244eea2dc66e40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b39bc72d9c402c" /><Relationship Type="http://schemas.openxmlformats.org/officeDocument/2006/relationships/notesMaster" Target="/ppt/notesMasters/notesMaster1.xml" Id="Rd382ba07cc8f40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faed0a40ca4dcd" /><Relationship Type="http://schemas.openxmlformats.org/officeDocument/2006/relationships/notesMaster" Target="/ppt/notesMasters/notesMaster1.xml" Id="Ra7c441b532ce42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6f1921cb264bf4" /><Relationship Type="http://schemas.openxmlformats.org/officeDocument/2006/relationships/notesMaster" Target="/ppt/notesMasters/notesMaster1.xml" Id="R19325f98aea244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7df6a0c3f74d1d" /><Relationship Type="http://schemas.openxmlformats.org/officeDocument/2006/relationships/notesMaster" Target="/ppt/notesMasters/notesMaster1.xml" Id="Radaef6e781894c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c073deb24546bd" /><Relationship Type="http://schemas.openxmlformats.org/officeDocument/2006/relationships/notesMaster" Target="/ppt/notesMasters/notesMaster1.xml" Id="Rd6c3d715d35846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7563db96e4d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e1bfbbec86423c" /><Relationship Type="http://schemas.openxmlformats.org/officeDocument/2006/relationships/slideLayout" Target="/ppt/slideLayouts/slideLayout1.xml" Id="Rcc5981a414e349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981a414e349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9e899bddd4467" /><Relationship Type="http://schemas.openxmlformats.org/officeDocument/2006/relationships/notesSlide" Target="/ppt/notesSlides/notesSlide1.xml" Id="R4f8df7f33f1645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9b343345b47f0" /><Relationship Type="http://schemas.openxmlformats.org/officeDocument/2006/relationships/notesSlide" Target="/ppt/notesSlides/notesSlide2.xml" Id="Rf014f04112ff46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6c71cef3d42ec" /><Relationship Type="http://schemas.openxmlformats.org/officeDocument/2006/relationships/notesSlide" Target="/ppt/notesSlides/notesSlide3.xml" Id="Rf7efd921631c43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604fdecaa489b" /><Relationship Type="http://schemas.openxmlformats.org/officeDocument/2006/relationships/notesSlide" Target="/ppt/notesSlides/notesSlide4.xml" Id="R5a16da83b8c748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c8cfc01d940f5" /><Relationship Type="http://schemas.openxmlformats.org/officeDocument/2006/relationships/notesSlide" Target="/ppt/notesSlides/notesSlide5.xml" Id="Rcc588a7a20fc42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e21e1e08b4b6a" /><Relationship Type="http://schemas.openxmlformats.org/officeDocument/2006/relationships/notesSlide" Target="/ppt/notesSlides/notesSlide6.xml" Id="Ra8b10ade6a2444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1d806499a4b0e" /><Relationship Type="http://schemas.openxmlformats.org/officeDocument/2006/relationships/notesSlide" Target="/ppt/notesSlides/notesSlide7.xml" Id="R6d748349f5a543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4c211c6244995" /><Relationship Type="http://schemas.openxmlformats.org/officeDocument/2006/relationships/notesSlide" Target="/ppt/notesSlides/notesSlide8.xml" Id="R91767e11eea247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bb46bb14a4138" /><Relationship Type="http://schemas.openxmlformats.org/officeDocument/2006/relationships/notesSlide" Target="/ppt/notesSlides/notesSlide9.xml" Id="Raf88feddafbc42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eaf32cd564eb8" /><Relationship Type="http://schemas.openxmlformats.org/officeDocument/2006/relationships/notesSlide" Target="/ppt/notesSlides/notesSlide10.xml" Id="R5262a416ce1e49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f670e5cae4e6d" /><Relationship Type="http://schemas.openxmlformats.org/officeDocument/2006/relationships/notesSlide" Target="/ppt/notesSlides/notesSlide11.xml" Id="Rd000284fe92243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1a067ba8c462e" /><Relationship Type="http://schemas.openxmlformats.org/officeDocument/2006/relationships/notesSlide" Target="/ppt/notesSlides/notesSlide12.xml" Id="Rcc93a4a1eb2f48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6E5B-9552-4A13-ABB2-C03D5865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CBC0E-1C32-4236-ABBB-6D7A447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Design and test a single stage bipolar junction transistor amplifier to obtain desired gai n and bandwidth requirements.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BF691-96EF-4CEC-A32C-A83E49A6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CD56D-25D9-41E6-B39F-9099563D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1367E-1A49-4571-895A-2FD2D091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AD190-DB15-4075-B08C-2F5A1575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8F577-EB8B-401B-8E08-176948ED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D92AE-3C67-44AF-962E-23028255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1A145-AE54-4348-BF85-E21DD3D1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D1300-CECC-4A8B-BF29-982276F8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76D6D-D7D0-4BDC-A693-11C5A0B3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BAE2A-DE20-47BD-BF9F-6F0CEF2F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DDCEB-B53A-4BE8-A105-E3B029DB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0537813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D3823-77D5-4B03-9E22-CA14106B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B8D82-81F2-4D57-AEE5-181F521D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26EF8-1376-40A6-A936-824CC703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A3676-E528-447E-B128-4E9339A5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F3303-CFB5-4078-8233-23EE1F32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Design and test a single stage bipolar junction transistor amplifier to obtain desired gai n and bandwidth requirements.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C5E5C-90D4-4F8A-9D6F-B46F5BFC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913389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A0F2F-A072-4FEA-86C4-A4DD59A0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1B9F0-E086-49D2-A824-1BAD4E9F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CBE91-F69C-42DB-89C0-D7D53BA7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8B8EE-D1C6-40D6-B1F1-A00279E7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C0418-CE62-4E53-9AEA-B4F3CEC0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Design and test a single stage bipolar junction transistor amplifier to obtain....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7D043-7CFD-4A04-ABD7-49487035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57180-FC35-4BEA-B367-9A6AD780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DD7DD-164C-4FF0-9EEB-EBA5DAE5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7C10F-86F5-4ADB-9A56-7E389E5D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ACCC4-DC5A-43AC-B198-945D681E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single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26725-5101-42A9-BFEC-94D6A2C9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5903B-5DF6-45BF-BADF-AE6FE62B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6FB38-8A78-4775-BF82-F5932115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BB2CC-945B-4882-958F-5ACCF106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bipolar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9D400-D735-45E0-A779-40145F09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12342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D5340-0642-4482-ACDE-48A25891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BD6EC-D42A-469A-ADDF-A915ECA0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04881-3753-4C22-83E8-7F0EC91D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966F3-0736-45A4-BD89-7F56B876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51C3F-753C-4B55-AFBC-0C858C9E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1CEB3-4C45-413C-AD71-FC31FBAE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69747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0F326-B3F2-4AA8-95E4-8D1C6D16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4EBB5-B029-46C0-9C4F-B9239EF7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05882-0B15-4FD4-9DE6-2C192820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DA9C9-83EA-4829-B72F-153E12BD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FF0F2-2A65-4EA2-819A-03C7D861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52758-6692-48F7-B253-50E4CFF7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42201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F372D-BC06-4853-98FD-C55D3B0A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F475D-EA9C-4B0F-9658-B1E74D54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187D6-5C8A-4756-A460-0F959B1A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5A1EA-09C5-46BF-A809-1B5EFCC3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5B564-32DD-41FB-B8F9-CCA1DB63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B1B6E-F5E4-4BD8-9649-6581F6E7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20534-3D0A-47BC-AFD1-E6DABC5F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FDA48-E519-4EBE-B760-6E226EFF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E4BBF-62C0-448A-978C-FC13886E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8C09C-B22D-4528-974A-0F832272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0477A-4357-40DB-B261-63150E16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2E2CF-46AA-4E50-BB1C-24CD0EAC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3842A-9551-4813-A6C4-99FB946A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70CA6-4246-496D-B712-9A9B7EDD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10215-C1B0-4288-A0FF-9E91F561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57414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F4336-F100-4326-B43F-F14D1D7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F02B9-62CB-4E10-83FC-0732650B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4C0E9-75E2-4E3D-A66F-29F797D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23B96-A6EC-4DFB-A876-95D025B0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12C70-EDEB-4502-B1CB-EA2E6B4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133C3-2463-4D75-B228-565B21AD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97875-435B-42E3-9FF4-40F7373B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358C6-8DB7-4041-B6DE-0E2AE5E2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F63B2-FAB1-416A-846E-9CBE6F35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31B70-F3D2-4437-B133-ED5C65EA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70B2E-9EB7-4E21-9682-CD2ADF80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706B6-2BD3-4972-A0F6-4540E877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4D98-E40D-4C88-BD71-7C8F0171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8B45E-3DE1-4E2C-837F-0759C01D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10E58-E7D4-4C53-A59D-25216853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5218D-3176-4FF7-9530-5C076115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989CF-F42D-4C5D-AD48-049E2545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14A47-B746-4A5E-803E-19FF8154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A4209-7382-4001-9597-D31B275A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3CF52-A96C-455C-90C5-33388FB3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B152F-220E-4E44-B2FF-5906D3CA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FBEF4-22C3-49C3-A670-EA7E2E55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FE82A-3270-488A-91C0-35BC7827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19E1EB-7100-40A1-AEC4-AEB0F53F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65BAE-AA21-462F-85E4-CB3147C6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816415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93167-01DD-4FC9-AD83-7A6BCD9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C1157-84E0-4156-B73B-94C68F3D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7B492-C3D4-4E4C-A8BC-81B71632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41356-3738-4D8E-B874-F030A96E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16A0D-EF3E-431B-A700-0942D04B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165C4-94B0-417E-93A7-190AE420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147880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D8DC0-2E54-4ED7-9815-BEF88B96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0405C-BBE7-48D4-8F21-EB89A5DE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2C673-EF12-46DC-AC30-04F24344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0371E-5E2A-4DEA-99F9-D482F8F7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846E4-A156-464F-A2ED-2A3BE3C8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7D624-ED6B-49E2-B596-D9F94B7B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184994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21368-324A-41FD-B732-53A92E68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01986-E0B6-4A70-992C-1D6C6ECB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D9541-A512-4FAD-B39E-03AAD1C7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0F6AA-9751-4119-A275-2C6F010F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53C1F-758A-4B12-A2A8-50A207A9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Design and test a single stage bipolar junction...?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BE5A4-1B51-4E36-AE23-7A109FDD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208308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0895B-ECF2-4649-B804-E52D60FA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EAC8D-AF25-4C6F-8C36-C5F57B7E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E38E4-7C16-45DC-ABC5-E154A41F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72295-3E85-4CB1-8526-31636B30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D15CC-9887-49A7-B03D-DE31F0D9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6956A-5BE3-4CB0-A506-C4CF7864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20051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25E563-1BEF-4E1A-81E5-896415D8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D189D-159B-4891-A8E2-03732AFE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BAAC9-44B1-4B5B-93ED-4224C57B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1F29E-AA22-4D05-8B5A-D809254E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35D1E-8D1E-4B2F-9F26-2340FECD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A68E4-0DC7-4595-A36B-0D244F3C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7B031-8515-412D-8639-FC09C9CF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C9E44-8C8C-4DA7-9318-224BAED9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3DD91-D52C-412A-A737-56F1C7CE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B7E00-2419-4FA5-B599-2CA95494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063CC-8489-491E-9B85-D393778A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8B2D4-9BEF-4715-B2A9-F6B7932D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B54CF-373D-431E-B584-2CC1DBE1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69711-4783-4BAA-ABEC-E3656CC3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1549B-9FFD-459F-9420-D8438FA2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3B0C4-E560-41D1-9F2C-6F93AD42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56CC0-9DE8-45F8-94FA-27BC56A4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5CF52-138A-4EAB-98F8-7CB51BA9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81BCD-44BF-43CD-9D68-3844D267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3B929E-1719-4E1F-9F40-CFC1E2F3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3B077-C08E-4998-9EBE-498FDAA4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34F60-6DD9-44A4-91A9-1C909DF6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941FB-24C6-463A-BFF7-A1E044DB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110158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2026-08-24T16:02:39.7600000Z</dcterms:created>
  <dcterms:modified xsi:type="dcterms:W3CDTF">2026-08-24T16:02:39.7600000Z</dcterms:modified>
</coreProperties>
</file>