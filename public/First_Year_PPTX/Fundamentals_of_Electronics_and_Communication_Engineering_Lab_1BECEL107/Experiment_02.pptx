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21238189224e74" /><Relationship Type="http://schemas.openxmlformats.org/officeDocument/2006/relationships/extended-properties" Target="/docProps/app.xml" Id="Rb08b1ab5ebb84f4f" /><Relationship Type="http://schemas.openxmlformats.org/officeDocument/2006/relationships/officeDocument" Target="/ppt/presentation.xml" Id="R6991ab14832c48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e9f43ce61244ad"/>
  </p:sldMasterIdLst>
  <p:notesMasterIdLst>
    <p:notesMasterId xmlns:r="http://schemas.openxmlformats.org/officeDocument/2006/relationships" r:id="R44012e01f651422e"/>
  </p:notesMasterIdLst>
  <p:sldIdLst>
    <p:sldId xmlns:r="http://schemas.openxmlformats.org/officeDocument/2006/relationships" id="256" r:id="Reb77764f49f94a01"/>
    <p:sldId xmlns:r="http://schemas.openxmlformats.org/officeDocument/2006/relationships" id="257" r:id="R68b5e3771dd043db"/>
    <p:sldId xmlns:r="http://schemas.openxmlformats.org/officeDocument/2006/relationships" id="258" r:id="R63037fd14e0f413c"/>
    <p:sldId xmlns:r="http://schemas.openxmlformats.org/officeDocument/2006/relationships" id="259" r:id="R0a9f990da4d14bd9"/>
    <p:sldId xmlns:r="http://schemas.openxmlformats.org/officeDocument/2006/relationships" id="260" r:id="R643c93a528e64f08"/>
    <p:sldId xmlns:r="http://schemas.openxmlformats.org/officeDocument/2006/relationships" id="261" r:id="R087c572336b04cb9"/>
    <p:sldId xmlns:r="http://schemas.openxmlformats.org/officeDocument/2006/relationships" id="262" r:id="Ra2f825af023c4733"/>
    <p:sldId xmlns:r="http://schemas.openxmlformats.org/officeDocument/2006/relationships" id="263" r:id="R6c2814d700134156"/>
    <p:sldId xmlns:r="http://schemas.openxmlformats.org/officeDocument/2006/relationships" id="264" r:id="R263bf4cc113c45df"/>
    <p:sldId xmlns:r="http://schemas.openxmlformats.org/officeDocument/2006/relationships" id="265" r:id="Ra1a0492722ac4ce1"/>
    <p:sldId xmlns:r="http://schemas.openxmlformats.org/officeDocument/2006/relationships" id="266" r:id="R2d4d9b12f6264951"/>
    <p:sldId xmlns:r="http://schemas.openxmlformats.org/officeDocument/2006/relationships" id="267" r:id="R5bc324a2939b4b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4080666c264575" /><Relationship Type="http://schemas.openxmlformats.org/officeDocument/2006/relationships/slideMaster" Target="/ppt/slideMasters/slideMaster1.xml" Id="R95e9f43ce61244ad" /><Relationship Type="http://schemas.openxmlformats.org/officeDocument/2006/relationships/notesMaster" Target="/ppt/notesMasters/notesMaster1.xml" Id="R44012e01f651422e" /><Relationship Type="http://schemas.openxmlformats.org/officeDocument/2006/relationships/presProps" Target="/ppt/presProps.xml" Id="Rec260b30178a4dd4" /><Relationship Type="http://schemas.openxmlformats.org/officeDocument/2006/relationships/tableStyles" Target="/ppt/tableStyles.xml" Id="R7b0a7055b04c411f" /><Relationship Type="http://schemas.openxmlformats.org/officeDocument/2006/relationships/slide" Target="/ppt/slides/slide1.xml" Id="Reb77764f49f94a01" /><Relationship Type="http://schemas.openxmlformats.org/officeDocument/2006/relationships/slide" Target="/ppt/slides/slide2.xml" Id="R68b5e3771dd043db" /><Relationship Type="http://schemas.openxmlformats.org/officeDocument/2006/relationships/slide" Target="/ppt/slides/slide3.xml" Id="R63037fd14e0f413c" /><Relationship Type="http://schemas.openxmlformats.org/officeDocument/2006/relationships/slide" Target="/ppt/slides/slide4.xml" Id="R0a9f990da4d14bd9" /><Relationship Type="http://schemas.openxmlformats.org/officeDocument/2006/relationships/slide" Target="/ppt/slides/slide5.xml" Id="R643c93a528e64f08" /><Relationship Type="http://schemas.openxmlformats.org/officeDocument/2006/relationships/slide" Target="/ppt/slides/slide6.xml" Id="R087c572336b04cb9" /><Relationship Type="http://schemas.openxmlformats.org/officeDocument/2006/relationships/slide" Target="/ppt/slides/slide7.xml" Id="Ra2f825af023c4733" /><Relationship Type="http://schemas.openxmlformats.org/officeDocument/2006/relationships/slide" Target="/ppt/slides/slide8.xml" Id="R6c2814d700134156" /><Relationship Type="http://schemas.openxmlformats.org/officeDocument/2006/relationships/slide" Target="/ppt/slides/slide9.xml" Id="R263bf4cc113c45df" /><Relationship Type="http://schemas.openxmlformats.org/officeDocument/2006/relationships/slide" Target="/ppt/slides/slide10.xml" Id="Ra1a0492722ac4ce1" /><Relationship Type="http://schemas.openxmlformats.org/officeDocument/2006/relationships/slide" Target="/ppt/slides/slide11.xml" Id="R2d4d9b12f6264951" /><Relationship Type="http://schemas.openxmlformats.org/officeDocument/2006/relationships/slide" Target="/ppt/slides/slide12.xml" Id="R5bc324a2939b4b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94860a85d348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8cca85a3bf45fd" /><Relationship Type="http://schemas.openxmlformats.org/officeDocument/2006/relationships/notesMaster" Target="/ppt/notesMasters/notesMaster1.xml" Id="Rf4fdf656ab344e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1459147a1e4c33" /><Relationship Type="http://schemas.openxmlformats.org/officeDocument/2006/relationships/notesMaster" Target="/ppt/notesMasters/notesMaster1.xml" Id="R929db3dbca8046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f1d88031454930" /><Relationship Type="http://schemas.openxmlformats.org/officeDocument/2006/relationships/notesMaster" Target="/ppt/notesMasters/notesMaster1.xml" Id="R83107c243cf942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c9a51b4cd3431d" /><Relationship Type="http://schemas.openxmlformats.org/officeDocument/2006/relationships/notesMaster" Target="/ppt/notesMasters/notesMaster1.xml" Id="R2369004c513041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d6b2dad4714d13" /><Relationship Type="http://schemas.openxmlformats.org/officeDocument/2006/relationships/notesMaster" Target="/ppt/notesMasters/notesMaster1.xml" Id="R4dda025c233049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3e3c7858ad4463" /><Relationship Type="http://schemas.openxmlformats.org/officeDocument/2006/relationships/notesMaster" Target="/ppt/notesMasters/notesMaster1.xml" Id="Rf8513f43939c43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af31a3f90d4b3f" /><Relationship Type="http://schemas.openxmlformats.org/officeDocument/2006/relationships/notesMaster" Target="/ppt/notesMasters/notesMaster1.xml" Id="Ra8114f2b954346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5968c87cdd4a5e" /><Relationship Type="http://schemas.openxmlformats.org/officeDocument/2006/relationships/notesMaster" Target="/ppt/notesMasters/notesMaster1.xml" Id="R0c88117aa3c34c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712e4968f54e41" /><Relationship Type="http://schemas.openxmlformats.org/officeDocument/2006/relationships/notesMaster" Target="/ppt/notesMasters/notesMaster1.xml" Id="R527fa95250bc47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1cdaaecfb648bf" /><Relationship Type="http://schemas.openxmlformats.org/officeDocument/2006/relationships/notesMaster" Target="/ppt/notesMasters/notesMaster1.xml" Id="R6e0a20c643ea41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066c7476f3495b" /><Relationship Type="http://schemas.openxmlformats.org/officeDocument/2006/relationships/notesMaster" Target="/ppt/notesMasters/notesMaster1.xml" Id="R94f9050763204f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2f174290284ffe" /><Relationship Type="http://schemas.openxmlformats.org/officeDocument/2006/relationships/notesMaster" Target="/ppt/notesMasters/notesMaster1.xml" Id="R7677c4b493b845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878742b6844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5054e906bf4078" /><Relationship Type="http://schemas.openxmlformats.org/officeDocument/2006/relationships/slideLayout" Target="/ppt/slideLayouts/slideLayout1.xml" Id="R2bb7a06ee8d04c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b7a06ee8d04c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42e2810314097" /><Relationship Type="http://schemas.openxmlformats.org/officeDocument/2006/relationships/notesSlide" Target="/ppt/notesSlides/notesSlide1.xml" Id="R98929b7ca22446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c5da7edb0477e" /><Relationship Type="http://schemas.openxmlformats.org/officeDocument/2006/relationships/notesSlide" Target="/ppt/notesSlides/notesSlide2.xml" Id="Raf704e5b5c914f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a28a417524100" /><Relationship Type="http://schemas.openxmlformats.org/officeDocument/2006/relationships/notesSlide" Target="/ppt/notesSlides/notesSlide3.xml" Id="R32cb28869ea440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b716c09204414" /><Relationship Type="http://schemas.openxmlformats.org/officeDocument/2006/relationships/notesSlide" Target="/ppt/notesSlides/notesSlide4.xml" Id="Rc8cb89f8189e4d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9abab1eb94b0a" /><Relationship Type="http://schemas.openxmlformats.org/officeDocument/2006/relationships/notesSlide" Target="/ppt/notesSlides/notesSlide5.xml" Id="R3a2c9f76df874d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3b32b4a0440d0" /><Relationship Type="http://schemas.openxmlformats.org/officeDocument/2006/relationships/notesSlide" Target="/ppt/notesSlides/notesSlide6.xml" Id="R3880e5d3b0c54d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24ba4993d4b97" /><Relationship Type="http://schemas.openxmlformats.org/officeDocument/2006/relationships/notesSlide" Target="/ppt/notesSlides/notesSlide7.xml" Id="R1133638d09b14f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1aecd817844cd" /><Relationship Type="http://schemas.openxmlformats.org/officeDocument/2006/relationships/notesSlide" Target="/ppt/notesSlides/notesSlide8.xml" Id="Ree8a99db213541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e5b3b4a1940fb" /><Relationship Type="http://schemas.openxmlformats.org/officeDocument/2006/relationships/notesSlide" Target="/ppt/notesSlides/notesSlide9.xml" Id="R2a2536716a4944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c5f3bb3284230" /><Relationship Type="http://schemas.openxmlformats.org/officeDocument/2006/relationships/notesSlide" Target="/ppt/notesSlides/notesSlide10.xml" Id="R5941525ad83d44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8dd8bc36c4626" /><Relationship Type="http://schemas.openxmlformats.org/officeDocument/2006/relationships/notesSlide" Target="/ppt/notesSlides/notesSlide11.xml" Id="Rb40a8ce4b6f74a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82c0a93cf4258" /><Relationship Type="http://schemas.openxmlformats.org/officeDocument/2006/relationships/notesSlide" Target="/ppt/notesSlides/notesSlide12.xml" Id="R9bba217c22324e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3ECA6-5A62-4AE3-85EB-26B776EE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9C501-BDD9-45A7-B578-D69B4CB8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Design and Testing of Bridge Rectifier With and Without Filter for Determining R ipple Factor, Voltage Regulation, and 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5B50D-B599-494C-A495-948C85B7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C8099-2C37-4345-A2D6-6CC8724B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510A2-64E8-44E6-B945-AC05E918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C70CA-EB7D-4B97-ABB6-492BE6B7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103D4-7EA2-4150-A7B3-D44585BF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62C70-55C8-4181-A9E3-D616CDB6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A2017-8A25-4786-ABA2-A9322056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CC7C8-CB35-457E-89DA-6E03E683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4CBF2-83FF-4A87-9C29-64C9D782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3D7A2-B93B-4845-81B4-3145B289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205469-BFBC-4C33-A204-7EC02FB4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3842108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B9DCC-85B5-4B44-B28F-62085BAF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60A40-B642-44CC-92C9-7B977225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A6077-A499-4E29-9B1F-9F8159EC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2B18E-1395-496A-A3FA-B6ABB45A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2409D-0FFB-404E-BDF0-292739CA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Design and Testing of Bridge Rectifier With and Without Filter for Determining R ipple Factor, Voltage Regulation, and 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A2D46-5AC7-46BF-AFBA-79D0B85C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841396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0E0F66-3DCA-470F-B8CD-144A3BBA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ABB5E-935B-4D56-A226-3832B8A8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00DC9-34D5-4FB8-87BE-949F66B5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D60E7-343B-4ABC-94E3-0F6DA360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F8BF1-E158-4326-9A6D-4E527A9E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Design and Testing of Bridge Rectifier With and Without Filter for Determining....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EAA01-FC02-4DB5-AC22-0E2C4132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72BE0-D172-4F06-9B2F-5D75B9E2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7ABB8-F096-41F6-822D-9EB3635B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D275F-5452-4066-AFAF-5555E9E6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51613-E363-45E7-92B3-6FA19E9C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Bridge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01345-19D5-417A-8878-72A632A4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060B2-6149-4788-BB84-ABDB4F50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Rectifier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70E97-870D-40A4-9954-056353D6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AAA43-8E35-4565-97FE-E6F55B85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Filter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64FF5-22A0-4BE6-B77F-32C94C3C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8422964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DC71C-4FE5-4061-9E4F-F6AE553E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9A622-CF86-4AEE-891D-498D40ED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69E84-315B-484F-9DF0-153FF8E0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B8D45-CE01-45A2-B512-7CC67AF1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6861C-CD0C-413A-A6C1-E533AB45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0F688-6B1B-4490-8127-409C2D1B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3963837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E70D7-5413-415E-8AA7-11EF6F17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2D3FA-16B5-4D8A-BC9E-ACF62698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0DAB3-15A7-4E7A-94E8-8FFD0D3E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E2407-47D2-4004-801E-FF170501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D5048-7B7A-4D4B-9E88-A37D1CF3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F219A-C6AD-44F6-9577-71513981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0568134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440FCD-522E-4997-A94B-1E5842DA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F3F6C-656A-4710-AE80-50420DA3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2DBF2-7CCF-44D0-B5DE-DAF072A1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E3987-8497-4F39-B810-AA6B5F37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5CB82-4A42-48B5-A5F1-F5EB6FC1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FC581-3321-4AD6-BAFB-B5ADACDC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418D1-50B6-478A-B59B-51F94F89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CDAA3-C5F6-4BC9-B2E7-8CBFC021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1E435-9BD2-461D-A363-40AE06FE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C4D22-C17A-4113-B0FB-CC2865CF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CA3A5-307C-4FC3-8E0A-986A15D5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05630-C703-4ED2-8564-9911B4DE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FF62B-490C-41C4-B2DE-F0E433E8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D4E72-5674-4E3B-941E-8B05FD9A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EA3750-8FEA-47C6-8DE9-3D30EAA2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9020551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BD0552-3CA2-49FC-95E5-05C5A1A4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51EFB-02C8-4A57-8233-AEF658F2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B105F-F6E1-4D12-93D6-5A44FB2C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DDB94-519F-4C2F-B668-23F51643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4205B-760E-4572-898E-ECD28349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8955F-EAD2-4F21-ACA3-F22911E4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39B2B-A8CD-4F9C-98E8-2188139F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F91A0-F293-4F5A-98A5-CEEA1857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0724A-A978-4512-93D3-C29CA9DB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A1BFE-12D6-48E2-9591-755FFDFB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1C1514-30D9-4197-92B8-D71B72D0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3FE09-86B2-4BD0-9AF6-B176AE4E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D0C1E2-9A74-4667-85BB-668F08C2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80780-D8DB-4780-AB21-8D94A579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46F32-C353-4A7C-AE13-57673BD2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8BC52-EEA3-4B5C-9F46-7943047C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250E5-007C-4361-BA35-07A363D6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5353B-380F-4E19-8ACB-3841DED9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2B30DF-203C-4C42-9305-A08FF032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C16EED-D629-4089-A416-A9E5407B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A55BE9-0606-481E-AFC0-18236567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A83A52-8969-4EF6-879F-E3A9ED2B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C5EDFD-893A-485F-90D4-9468A921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F8D518-BE39-4A70-9F82-5E1FDEBD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C1493E-7C39-4048-9A92-912AAD12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714288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D30D2-39B1-4D36-A9C6-DA132889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146F9-E96C-409F-A043-4DD449C3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D183A-DA45-4DFA-B3AD-45287C29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4E7B9-A59B-4FA4-86B2-5B846E6A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3483F-7F21-499F-A560-CED33F21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C8A9A-F19C-4712-A8E8-A7767B1A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3381273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AEFBE-601A-4CD4-8D08-FB4425CD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F17F4-03A7-4D8A-883E-2EE74CBD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28080-CBD4-4A6B-B876-B9ED9D68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BD503-14DD-4EC1-8A47-884C21D2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B0124-32B4-4205-8F2E-0444BEF7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FCECB-C849-4508-9F7D-DA043A9B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6276205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3A1A7-F7B2-4145-A6F9-7E2BE9D9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DA5A6-788F-4CFA-99FA-5DA0A7FF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AD9EF-926A-4353-9AE3-72797790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7ABF3-1583-4466-AD50-6718012C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1D2FC-9910-4C00-A997-612CE57F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Design and Testing of Bridge Rectifier With and...?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31ACF-5C9B-492E-87D0-70ABE99A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1915815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D1F9F-6205-4C9E-AD08-30C2339C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B4EAB-1D71-419B-9879-88E6CCA2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53EDA-B216-4ACD-A41A-7A8C19AB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ED3CB-F8A1-498F-A554-D4E4863B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70928-A276-46B1-B83F-BE1F8959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9056A-4F76-4ED4-9315-2AA80A37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4026901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855EA8-6649-4A85-BB59-7C92A491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9BC2C-F6D7-4812-835D-488EA5B5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E7983-5555-47DD-8C3C-58C8B1ED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DD565-0EF0-4997-90A3-A71F8614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1BE80-1972-4BF4-8C78-0EC91D7E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28740-47B8-4A63-910C-EB48D6E2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B3C68-D05C-4589-863F-B192C0B6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A5C1F-2BBA-4355-B919-B5F25A73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95772-9649-4840-867F-7441942B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BC1DB-9920-4F8D-B204-ECBB0ABF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60F8C-A9D3-40C4-81A3-8C8EB8F6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0DC3D-0EEA-4CE5-A3DC-A0CB7C26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0F7EE-3179-4282-9518-8D43D9A0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7DE75F-0845-4565-8618-BDD20C28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33CB1-0A84-45C4-AFE4-88B2851A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85BCDF-8147-495B-863B-2C7DFD17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EF1D9-38A9-4050-8E36-27D6E0D1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557093-2B6E-4DCC-8B87-1D320A60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86D5F-B465-4A8B-8C36-863A5CEC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72E5D2-2FFD-4509-B3C6-F97B9F87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398AB8-368D-4CF7-AE78-B701746D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B719B9-5D10-4029-903A-C9BDD534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F0E05E-2E11-4CE6-8E2C-BB35D75E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5650660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2026-08-24T16:02:39.4120000Z</dcterms:created>
  <dcterms:modified xsi:type="dcterms:W3CDTF">2026-08-24T16:02:39.4120000Z</dcterms:modified>
</coreProperties>
</file>