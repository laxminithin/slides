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897bbcb8e4f14" /><Relationship Type="http://schemas.openxmlformats.org/officeDocument/2006/relationships/extended-properties" Target="/docProps/app.xml" Id="Rb980e9c8db3c4195" /><Relationship Type="http://schemas.openxmlformats.org/officeDocument/2006/relationships/officeDocument" Target="/ppt/presentation.xml" Id="R1f79aeb2f6c14d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94204ed8946e2"/>
  </p:sldMasterIdLst>
  <p:notesMasterIdLst>
    <p:notesMasterId xmlns:r="http://schemas.openxmlformats.org/officeDocument/2006/relationships" r:id="R6b47f61fa3784788"/>
  </p:notesMasterIdLst>
  <p:sldIdLst>
    <p:sldId xmlns:r="http://schemas.openxmlformats.org/officeDocument/2006/relationships" id="256" r:id="R67286c2eae994405"/>
    <p:sldId xmlns:r="http://schemas.openxmlformats.org/officeDocument/2006/relationships" id="257" r:id="R062932f45c614900"/>
    <p:sldId xmlns:r="http://schemas.openxmlformats.org/officeDocument/2006/relationships" id="258" r:id="R4a84d8d1e90c4cbf"/>
    <p:sldId xmlns:r="http://schemas.openxmlformats.org/officeDocument/2006/relationships" id="259" r:id="Rcc84bc0e7472487d"/>
    <p:sldId xmlns:r="http://schemas.openxmlformats.org/officeDocument/2006/relationships" id="260" r:id="Rcbfe4e17acb34336"/>
    <p:sldId xmlns:r="http://schemas.openxmlformats.org/officeDocument/2006/relationships" id="261" r:id="Reb696c96959642dc"/>
    <p:sldId xmlns:r="http://schemas.openxmlformats.org/officeDocument/2006/relationships" id="262" r:id="Rf27c20ee2b9548b0"/>
    <p:sldId xmlns:r="http://schemas.openxmlformats.org/officeDocument/2006/relationships" id="263" r:id="Re09c6a173dde4051"/>
    <p:sldId xmlns:r="http://schemas.openxmlformats.org/officeDocument/2006/relationships" id="264" r:id="Rb99879b0ba114130"/>
    <p:sldId xmlns:r="http://schemas.openxmlformats.org/officeDocument/2006/relationships" id="265" r:id="Rb6f0cfba297a4b9f"/>
    <p:sldId xmlns:r="http://schemas.openxmlformats.org/officeDocument/2006/relationships" id="266" r:id="R742d8795d27a448b"/>
    <p:sldId xmlns:r="http://schemas.openxmlformats.org/officeDocument/2006/relationships" id="267" r:id="Rf5e6d8a6769440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da66fc80224664" /><Relationship Type="http://schemas.openxmlformats.org/officeDocument/2006/relationships/slideMaster" Target="/ppt/slideMasters/slideMaster1.xml" Id="Rf1194204ed8946e2" /><Relationship Type="http://schemas.openxmlformats.org/officeDocument/2006/relationships/notesMaster" Target="/ppt/notesMasters/notesMaster1.xml" Id="R6b47f61fa3784788" /><Relationship Type="http://schemas.openxmlformats.org/officeDocument/2006/relationships/presProps" Target="/ppt/presProps.xml" Id="R1d586940c895400c" /><Relationship Type="http://schemas.openxmlformats.org/officeDocument/2006/relationships/tableStyles" Target="/ppt/tableStyles.xml" Id="R45da23c8db8343a3" /><Relationship Type="http://schemas.openxmlformats.org/officeDocument/2006/relationships/slide" Target="/ppt/slides/slide1.xml" Id="R67286c2eae994405" /><Relationship Type="http://schemas.openxmlformats.org/officeDocument/2006/relationships/slide" Target="/ppt/slides/slide2.xml" Id="R062932f45c614900" /><Relationship Type="http://schemas.openxmlformats.org/officeDocument/2006/relationships/slide" Target="/ppt/slides/slide3.xml" Id="R4a84d8d1e90c4cbf" /><Relationship Type="http://schemas.openxmlformats.org/officeDocument/2006/relationships/slide" Target="/ppt/slides/slide4.xml" Id="Rcc84bc0e7472487d" /><Relationship Type="http://schemas.openxmlformats.org/officeDocument/2006/relationships/slide" Target="/ppt/slides/slide5.xml" Id="Rcbfe4e17acb34336" /><Relationship Type="http://schemas.openxmlformats.org/officeDocument/2006/relationships/slide" Target="/ppt/slides/slide6.xml" Id="Reb696c96959642dc" /><Relationship Type="http://schemas.openxmlformats.org/officeDocument/2006/relationships/slide" Target="/ppt/slides/slide7.xml" Id="Rf27c20ee2b9548b0" /><Relationship Type="http://schemas.openxmlformats.org/officeDocument/2006/relationships/slide" Target="/ppt/slides/slide8.xml" Id="Re09c6a173dde4051" /><Relationship Type="http://schemas.openxmlformats.org/officeDocument/2006/relationships/slide" Target="/ppt/slides/slide9.xml" Id="Rb99879b0ba114130" /><Relationship Type="http://schemas.openxmlformats.org/officeDocument/2006/relationships/slide" Target="/ppt/slides/slide10.xml" Id="Rb6f0cfba297a4b9f" /><Relationship Type="http://schemas.openxmlformats.org/officeDocument/2006/relationships/slide" Target="/ppt/slides/slide11.xml" Id="R742d8795d27a448b" /><Relationship Type="http://schemas.openxmlformats.org/officeDocument/2006/relationships/slide" Target="/ppt/slides/slide12.xml" Id="Rf5e6d8a6769440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777524560c4e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384af718d49f1" /><Relationship Type="http://schemas.openxmlformats.org/officeDocument/2006/relationships/notesMaster" Target="/ppt/notesMasters/notesMaster1.xml" Id="R0e10f1f1a9ea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2fbd151764477a" /><Relationship Type="http://schemas.openxmlformats.org/officeDocument/2006/relationships/notesMaster" Target="/ppt/notesMasters/notesMaster1.xml" Id="R757c529d357541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add296d3334e1a" /><Relationship Type="http://schemas.openxmlformats.org/officeDocument/2006/relationships/notesMaster" Target="/ppt/notesMasters/notesMaster1.xml" Id="R50a6659359df4a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a8886068214d2a" /><Relationship Type="http://schemas.openxmlformats.org/officeDocument/2006/relationships/notesMaster" Target="/ppt/notesMasters/notesMaster1.xml" Id="R1f3ee70b00bb40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5cd64d33714ce0" /><Relationship Type="http://schemas.openxmlformats.org/officeDocument/2006/relationships/notesMaster" Target="/ppt/notesMasters/notesMaster1.xml" Id="R8ee7c8aa8bd14d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efeaf15d6045c1" /><Relationship Type="http://schemas.openxmlformats.org/officeDocument/2006/relationships/notesMaster" Target="/ppt/notesMasters/notesMaster1.xml" Id="Re51a98af747a48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df2267996f4e73" /><Relationship Type="http://schemas.openxmlformats.org/officeDocument/2006/relationships/notesMaster" Target="/ppt/notesMasters/notesMaster1.xml" Id="R0d0597901f6d4a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d197709bb540bf" /><Relationship Type="http://schemas.openxmlformats.org/officeDocument/2006/relationships/notesMaster" Target="/ppt/notesMasters/notesMaster1.xml" Id="R0170f1e0e3574b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d4deb1eb504bd8" /><Relationship Type="http://schemas.openxmlformats.org/officeDocument/2006/relationships/notesMaster" Target="/ppt/notesMasters/notesMaster1.xml" Id="R2d8eeaeeeb5944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048479d2af48a7" /><Relationship Type="http://schemas.openxmlformats.org/officeDocument/2006/relationships/notesMaster" Target="/ppt/notesMasters/notesMaster1.xml" Id="R472351a952784e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b6a05312d848a1" /><Relationship Type="http://schemas.openxmlformats.org/officeDocument/2006/relationships/notesMaster" Target="/ppt/notesMasters/notesMaster1.xml" Id="Rd8557a66b9334e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7cfc089e344b16" /><Relationship Type="http://schemas.openxmlformats.org/officeDocument/2006/relationships/notesMaster" Target="/ppt/notesMasters/notesMaster1.xml" Id="Red133934657542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0b920da0a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0a113786e64b1e" /><Relationship Type="http://schemas.openxmlformats.org/officeDocument/2006/relationships/slideLayout" Target="/ppt/slideLayouts/slideLayout1.xml" Id="Rd6d06d33d31344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06d33d31344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2ddf7d61a4cc6" /><Relationship Type="http://schemas.openxmlformats.org/officeDocument/2006/relationships/notesSlide" Target="/ppt/notesSlides/notesSlide1.xml" Id="R7d606db5cf7f44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aff96629a4c88" /><Relationship Type="http://schemas.openxmlformats.org/officeDocument/2006/relationships/notesSlide" Target="/ppt/notesSlides/notesSlide2.xml" Id="Rd8c53abfff5340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b32d9bc2c4f75" /><Relationship Type="http://schemas.openxmlformats.org/officeDocument/2006/relationships/notesSlide" Target="/ppt/notesSlides/notesSlide3.xml" Id="Re87421d0264148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a65862f234cb2" /><Relationship Type="http://schemas.openxmlformats.org/officeDocument/2006/relationships/notesSlide" Target="/ppt/notesSlides/notesSlide4.xml" Id="R2b77d99e9c2a49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3a01a76f045ff" /><Relationship Type="http://schemas.openxmlformats.org/officeDocument/2006/relationships/notesSlide" Target="/ppt/notesSlides/notesSlide5.xml" Id="R20dd367fc9f9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c088ba81248b4" /><Relationship Type="http://schemas.openxmlformats.org/officeDocument/2006/relationships/notesSlide" Target="/ppt/notesSlides/notesSlide6.xml" Id="R28064c69e0e345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16780c1e74601" /><Relationship Type="http://schemas.openxmlformats.org/officeDocument/2006/relationships/notesSlide" Target="/ppt/notesSlides/notesSlide7.xml" Id="Rcb21353ebd34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308c95ec64615" /><Relationship Type="http://schemas.openxmlformats.org/officeDocument/2006/relationships/notesSlide" Target="/ppt/notesSlides/notesSlide8.xml" Id="R8485b802399342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a203a9b6541df" /><Relationship Type="http://schemas.openxmlformats.org/officeDocument/2006/relationships/notesSlide" Target="/ppt/notesSlides/notesSlide9.xml" Id="R920022f9425041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5860f0c7f4625" /><Relationship Type="http://schemas.openxmlformats.org/officeDocument/2006/relationships/notesSlide" Target="/ppt/notesSlides/notesSlide10.xml" Id="Re10419bf5bfc42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7c0b0cd7d4519" /><Relationship Type="http://schemas.openxmlformats.org/officeDocument/2006/relationships/notesSlide" Target="/ppt/notesSlides/notesSlide11.xml" Id="Ra5abd10b0f904e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64920913a4326" /><Relationship Type="http://schemas.openxmlformats.org/officeDocument/2006/relationships/notesSlide" Target="/ppt/notesSlides/notesSlide12.xml" Id="R379e5d7250c746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894F5-400B-4E37-A381-AD393BFB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AEB0B-3446-456A-B5E7-5E60E00C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Study of Transfer and Drain Characteristics of a MOSFET in Common Source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D29EF-5B5F-4831-8590-A71FE464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C43E3-993C-4082-8550-4A782EB8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8CF85-594F-437A-AED4-9EE897E9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E6EDA-BBBC-4051-9B29-453E29D6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4140A-5719-4AFC-AE01-CE1CA6AE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260F1-B21E-4403-85D4-854F2989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1CAE7-F5BD-42CC-ACB4-BDC0815C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E5C95-B4F1-481D-B8A2-1A3C0033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227B2-D80B-4FE2-B2F6-CD40A3B9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60776-7E8E-4779-ACBB-1D54CF7D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B6C4-AE87-4021-9B35-86BC6F43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38180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59415-2686-4C7A-93A6-41501FDB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FADC9-849E-49EA-A57C-86DB3B50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2BD99-1D2B-47E8-B2E2-3C48DE76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98168-2AFD-47BE-A353-69FF3D30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8C802-38C3-4F96-82D5-64A1C3FC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Study of Transfer and Drain Characteristics of a MOSFET in Common Source Configuration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B998A-C2F4-47DB-8862-70C65A93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09618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95F25-E1A4-4A15-AF5F-6EF7BE48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049CB-2968-4BAD-9C47-DF2E01C7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6023C-42E9-4999-AA87-7A8288CD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D8198-D3CC-4D56-92E0-E12130C4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50179-AAAB-47C3-8393-1689444A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Study of Transfer and Drain Characteristics of a MOSFET in Common Source Config....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D1413-E1AC-4939-A922-6EE1394C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78785-5FC8-4CCB-A220-11F5AE8C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2188C-2636-4EB9-982D-3D880D1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30E15-9608-41DD-8D3D-7F9328F6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0EEDE-3761-4781-87C2-CD035E3E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D4650-FE75-4707-BE9F-37BDD9FB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86844-AA77-4255-9241-DEC39C8B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Characteristics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314B3-87C6-46AB-B6B9-244924EA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75866-3F8C-45FE-8897-DA467A92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MOSFET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5E83C-A1B4-4F3C-AB5E-A0C0925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0618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DED59-7F5B-4568-A031-EE60FB6C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8CD0A-C45F-4FFC-89EB-52E09466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43DDF-B568-4873-84FD-53AE779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E3892-F030-4D3A-B872-734A5AF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079BC-3457-4825-9C53-F72A97F7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CACF2-783A-4633-B3FC-6921344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0199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2DBDB-43AD-4BD1-B682-31DF393F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01FFC-E266-4C73-9A84-831064B8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2B0B6-3F7C-429F-9C0F-6317FA36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C15B3-8E83-4137-BD4F-146B56BA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B4D91-8CF8-4FE7-BC62-F5DC4A54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7A54D-20AF-4710-B984-53EBDE68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5631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A6A13-018E-4C39-A735-770F78CD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1D506-0E3D-4E83-9D61-C349BA90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ADC9E-E485-4E38-9828-38EB6D33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923AD-04CA-4D8B-B965-9F8E6608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762F6-EC0A-470C-9416-26048AE3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66CA5-17AD-4174-AB31-6DE39C03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E7F23-35B9-4EF6-8175-14E33EE8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958BA-D78D-4652-8F2E-CFECED3E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C2E1F-7B00-4063-9832-0EE651C9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493D-B116-4080-9482-BDE16CEC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6CA65-1224-4E9C-ABC6-4F94ECE5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2995C-CA0F-4A45-8135-C5952063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CA9FD-59E9-4B48-84AB-C343EDA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B8156-636E-4CCC-A599-4087C2F6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B6389-D982-49E1-BE99-C00DC77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02278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01ABD-47B4-46BF-9FCB-4D7CA48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202FB-6460-4CE3-AE53-BE53B033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29C36-2A7F-4302-A68F-8DDF137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20656-6C54-4A11-93EF-0B8B5488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F62AC-574F-4C26-99D9-F66C16FA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5FA59-5A34-4388-B851-8A83461D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99C67-24CA-4942-BA50-82B22B2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1FD89-4E3C-4157-A98C-C9BF8F04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BD984-5CDA-46C2-A34A-92C09E73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7D199-32A0-4876-B336-99C02277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ABFA8-95C5-44B5-8170-8B38C80A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04AF0-BD98-4C56-BFF4-0809F8FA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0B60E-23D0-4824-B58B-17956FA0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3E1E2-2ADB-4606-992B-8E5B6DB1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1A5D7-3036-4A1B-840D-79284D0A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B3F39-28B0-46AE-BD45-DBF114C4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7F121-FF88-48B7-ADA7-3EED5EA4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46878-F3C8-4BC1-86E4-59AF1874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8F2B7-E7BB-4303-A942-FCABF1C8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E0884-6FC0-4723-9472-089E7EA4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2C291-04CA-4D4C-96AF-DE8859F8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697CF-B52F-4CDD-B92C-5329525A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87515-056D-46CB-A08B-526F2931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22FC8-10C2-41E4-B935-4C6034A9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A0A17-72E9-4FAA-B75D-CBAF856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58475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1966A-9E2C-43E7-91FB-E1F12898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5F90F-4305-4337-B24E-1638467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F5DE4-9C2B-4DC3-A177-44039171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678C0-3DAD-4B30-801B-B3B76C5A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B79ED-AF99-44AA-8D48-5DCB3667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9A916-62EA-401D-A88B-CB725E02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7802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17FD5-A8C5-4308-9DF3-0F360C0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6F18A-EEAB-4155-8EAB-A78D3D04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707E6-09CC-490F-B892-E1863FF3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F0541-7E20-486C-980C-2DD117EF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3EFFB-D3FA-4B1C-831A-7C0594FD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31607-4C66-4B61-BE58-08F11D6E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630823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E0B04-CB0A-4C46-B70A-4E77FFCC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A9310-5244-4E16-A67A-C46B1EC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06F75-4333-4DD8-9A04-CD9E8259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013C2-41B3-4C49-BD72-883C364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47F28-B144-4E5C-AC21-62FBB3AD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Study of Transfer and Drain Characteristics of...?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AB6C9-7BA2-4409-9C7B-4115DB4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465094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B92B4-E4D2-4FC9-8DCF-1FEE3BA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DACB5-B0BF-47BD-9F6E-A41ABAEF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BDC8C-C9BE-4877-A695-84CBD77E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DEAA3-307A-4CDB-A2BA-2190A79A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25163-36B8-4DD4-83FD-4453F105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D841C-0CF4-40B0-8884-472DC92C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54679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3FEB6-5178-4989-AA9C-87C2435D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50EEA-3F4B-4257-A5E4-A628C19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9709E-A130-4B2D-9198-48B35CA0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D28CF-79C0-454A-9DB1-1F514CB0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766E8-E980-4920-8CA5-B80DD67E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5D65B-DE77-4037-8604-1647A282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04F0F-539D-47CE-A08E-7701C21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D86F2-68D0-48C6-BE3C-86EF5249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1FC03-179B-4060-B5CA-4E9675F3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2780B-469C-4123-96B4-48454B28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D62CE-D05E-401A-866C-BC2086C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EA067-16AC-4082-90FE-349EE21D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925B0-508A-4E43-AD88-14E35E1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35239-015C-409E-87A0-EAD9926D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0631A-A858-4EDE-B73E-552F6F4E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0FA66-5464-4F6E-962F-69EED427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7AA55-37D4-4A8F-8F51-1502B925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8428F-A841-4950-920C-0645D7B8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7E6F3-9FDC-47C4-99FA-A328AEB5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70E8B-B3D3-41FC-84D6-16E529AE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BA901-4530-4A74-A3F5-8BA0E3A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6898C-B5EE-4856-B572-5F80E44F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35769-B276-4FD0-882A-78E3770C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23821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2026-08-24T16:02:39.5280000Z</dcterms:created>
  <dcterms:modified xsi:type="dcterms:W3CDTF">2026-08-24T16:02:39.5280000Z</dcterms:modified>
</coreProperties>
</file>