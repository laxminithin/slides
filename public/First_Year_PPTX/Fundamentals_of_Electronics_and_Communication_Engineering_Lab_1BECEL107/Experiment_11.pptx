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32f90e84404086" /><Relationship Type="http://schemas.openxmlformats.org/officeDocument/2006/relationships/extended-properties" Target="/docProps/app.xml" Id="R13c2ef4eb6894267" /><Relationship Type="http://schemas.openxmlformats.org/officeDocument/2006/relationships/officeDocument" Target="/ppt/presentation.xml" Id="R8619d00afea848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eba2d3994342c2"/>
  </p:sldMasterIdLst>
  <p:notesMasterIdLst>
    <p:notesMasterId xmlns:r="http://schemas.openxmlformats.org/officeDocument/2006/relationships" r:id="Re35ad838e2df4332"/>
  </p:notesMasterIdLst>
  <p:sldIdLst>
    <p:sldId xmlns:r="http://schemas.openxmlformats.org/officeDocument/2006/relationships" id="256" r:id="Rd199a75d0bf744e7"/>
    <p:sldId xmlns:r="http://schemas.openxmlformats.org/officeDocument/2006/relationships" id="257" r:id="Rbc27453f0be04485"/>
    <p:sldId xmlns:r="http://schemas.openxmlformats.org/officeDocument/2006/relationships" id="258" r:id="R99e9af8e7caf447c"/>
    <p:sldId xmlns:r="http://schemas.openxmlformats.org/officeDocument/2006/relationships" id="259" r:id="R573e95b7ede54f3f"/>
    <p:sldId xmlns:r="http://schemas.openxmlformats.org/officeDocument/2006/relationships" id="260" r:id="R5ffc4fe97f124dc2"/>
    <p:sldId xmlns:r="http://schemas.openxmlformats.org/officeDocument/2006/relationships" id="261" r:id="R873977c18fff44a8"/>
    <p:sldId xmlns:r="http://schemas.openxmlformats.org/officeDocument/2006/relationships" id="262" r:id="R175cac0b48ca4da5"/>
    <p:sldId xmlns:r="http://schemas.openxmlformats.org/officeDocument/2006/relationships" id="263" r:id="R0e52fea428f5457c"/>
    <p:sldId xmlns:r="http://schemas.openxmlformats.org/officeDocument/2006/relationships" id="264" r:id="Rb1724d6af4a44538"/>
    <p:sldId xmlns:r="http://schemas.openxmlformats.org/officeDocument/2006/relationships" id="265" r:id="R63a5212fc00b40dd"/>
    <p:sldId xmlns:r="http://schemas.openxmlformats.org/officeDocument/2006/relationships" id="266" r:id="R8284e4f381304e19"/>
    <p:sldId xmlns:r="http://schemas.openxmlformats.org/officeDocument/2006/relationships" id="267" r:id="R3e9626d0c6ce47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4599cc8b01488e" /><Relationship Type="http://schemas.openxmlformats.org/officeDocument/2006/relationships/slideMaster" Target="/ppt/slideMasters/slideMaster1.xml" Id="R6eeba2d3994342c2" /><Relationship Type="http://schemas.openxmlformats.org/officeDocument/2006/relationships/notesMaster" Target="/ppt/notesMasters/notesMaster1.xml" Id="Re35ad838e2df4332" /><Relationship Type="http://schemas.openxmlformats.org/officeDocument/2006/relationships/presProps" Target="/ppt/presProps.xml" Id="Rdf65d9ad49b54b03" /><Relationship Type="http://schemas.openxmlformats.org/officeDocument/2006/relationships/tableStyles" Target="/ppt/tableStyles.xml" Id="R68b844cc3b9c45d2" /><Relationship Type="http://schemas.openxmlformats.org/officeDocument/2006/relationships/slide" Target="/ppt/slides/slide1.xml" Id="Rd199a75d0bf744e7" /><Relationship Type="http://schemas.openxmlformats.org/officeDocument/2006/relationships/slide" Target="/ppt/slides/slide2.xml" Id="Rbc27453f0be04485" /><Relationship Type="http://schemas.openxmlformats.org/officeDocument/2006/relationships/slide" Target="/ppt/slides/slide3.xml" Id="R99e9af8e7caf447c" /><Relationship Type="http://schemas.openxmlformats.org/officeDocument/2006/relationships/slide" Target="/ppt/slides/slide4.xml" Id="R573e95b7ede54f3f" /><Relationship Type="http://schemas.openxmlformats.org/officeDocument/2006/relationships/slide" Target="/ppt/slides/slide5.xml" Id="R5ffc4fe97f124dc2" /><Relationship Type="http://schemas.openxmlformats.org/officeDocument/2006/relationships/slide" Target="/ppt/slides/slide6.xml" Id="R873977c18fff44a8" /><Relationship Type="http://schemas.openxmlformats.org/officeDocument/2006/relationships/slide" Target="/ppt/slides/slide7.xml" Id="R175cac0b48ca4da5" /><Relationship Type="http://schemas.openxmlformats.org/officeDocument/2006/relationships/slide" Target="/ppt/slides/slide8.xml" Id="R0e52fea428f5457c" /><Relationship Type="http://schemas.openxmlformats.org/officeDocument/2006/relationships/slide" Target="/ppt/slides/slide9.xml" Id="Rb1724d6af4a44538" /><Relationship Type="http://schemas.openxmlformats.org/officeDocument/2006/relationships/slide" Target="/ppt/slides/slide10.xml" Id="R63a5212fc00b40dd" /><Relationship Type="http://schemas.openxmlformats.org/officeDocument/2006/relationships/slide" Target="/ppt/slides/slide11.xml" Id="R8284e4f381304e19" /><Relationship Type="http://schemas.openxmlformats.org/officeDocument/2006/relationships/slide" Target="/ppt/slides/slide12.xml" Id="R3e9626d0c6ce47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7336797a6846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600d1263794fa5" /><Relationship Type="http://schemas.openxmlformats.org/officeDocument/2006/relationships/notesMaster" Target="/ppt/notesMasters/notesMaster1.xml" Id="R54d9153a40054e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b0f6da92424ce0" /><Relationship Type="http://schemas.openxmlformats.org/officeDocument/2006/relationships/notesMaster" Target="/ppt/notesMasters/notesMaster1.xml" Id="R5ceb7923087940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498d11cd51452c" /><Relationship Type="http://schemas.openxmlformats.org/officeDocument/2006/relationships/notesMaster" Target="/ppt/notesMasters/notesMaster1.xml" Id="Re22e184a4a9b40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5f4fea767a413a" /><Relationship Type="http://schemas.openxmlformats.org/officeDocument/2006/relationships/notesMaster" Target="/ppt/notesMasters/notesMaster1.xml" Id="Rc52caf23f83740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1af4a627744a92" /><Relationship Type="http://schemas.openxmlformats.org/officeDocument/2006/relationships/notesMaster" Target="/ppt/notesMasters/notesMaster1.xml" Id="R9ad6d5af4a2f47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a038dabe724a55" /><Relationship Type="http://schemas.openxmlformats.org/officeDocument/2006/relationships/notesMaster" Target="/ppt/notesMasters/notesMaster1.xml" Id="R7b63847c5dff44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b68287542242b1" /><Relationship Type="http://schemas.openxmlformats.org/officeDocument/2006/relationships/notesMaster" Target="/ppt/notesMasters/notesMaster1.xml" Id="Raa68828eedd04a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0c8dc151494e4f" /><Relationship Type="http://schemas.openxmlformats.org/officeDocument/2006/relationships/notesMaster" Target="/ppt/notesMasters/notesMaster1.xml" Id="Rdc32c9ce942843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35d682fa004f0a" /><Relationship Type="http://schemas.openxmlformats.org/officeDocument/2006/relationships/notesMaster" Target="/ppt/notesMasters/notesMaster1.xml" Id="R095d8db267474f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2c9a1954844276" /><Relationship Type="http://schemas.openxmlformats.org/officeDocument/2006/relationships/notesMaster" Target="/ppt/notesMasters/notesMaster1.xml" Id="Rf30cfb80aead42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b02f0fb067492f" /><Relationship Type="http://schemas.openxmlformats.org/officeDocument/2006/relationships/notesMaster" Target="/ppt/notesMasters/notesMaster1.xml" Id="Raf8c9280653a469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858f2a15704537" /><Relationship Type="http://schemas.openxmlformats.org/officeDocument/2006/relationships/notesMaster" Target="/ppt/notesMasters/notesMaster1.xml" Id="R5a3a1cfa7fd34f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f4a82724de4c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696d4847344643" /><Relationship Type="http://schemas.openxmlformats.org/officeDocument/2006/relationships/slideLayout" Target="/ppt/slideLayouts/slideLayout1.xml" Id="R98f359084fde4c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f359084fde4c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9023d642b47ad" /><Relationship Type="http://schemas.openxmlformats.org/officeDocument/2006/relationships/notesSlide" Target="/ppt/notesSlides/notesSlide1.xml" Id="Re3fb36bd5a5e45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f86b85e194c7d" /><Relationship Type="http://schemas.openxmlformats.org/officeDocument/2006/relationships/notesSlide" Target="/ppt/notesSlides/notesSlide2.xml" Id="R5ffb1681b3914d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cb49964c54f02" /><Relationship Type="http://schemas.openxmlformats.org/officeDocument/2006/relationships/notesSlide" Target="/ppt/notesSlides/notesSlide3.xml" Id="Rbadcf083df5d4f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6d388648749a7" /><Relationship Type="http://schemas.openxmlformats.org/officeDocument/2006/relationships/notesSlide" Target="/ppt/notesSlides/notesSlide4.xml" Id="R6c9c0bbcfb2642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6fe931473479b" /><Relationship Type="http://schemas.openxmlformats.org/officeDocument/2006/relationships/notesSlide" Target="/ppt/notesSlides/notesSlide5.xml" Id="R30625d5b63a249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b05adc6634b66" /><Relationship Type="http://schemas.openxmlformats.org/officeDocument/2006/relationships/notesSlide" Target="/ppt/notesSlides/notesSlide6.xml" Id="R6e631907d3844f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17c95e893431e" /><Relationship Type="http://schemas.openxmlformats.org/officeDocument/2006/relationships/notesSlide" Target="/ppt/notesSlides/notesSlide7.xml" Id="Rb5dee364b9eb4b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d208c79ff4568" /><Relationship Type="http://schemas.openxmlformats.org/officeDocument/2006/relationships/notesSlide" Target="/ppt/notesSlides/notesSlide8.xml" Id="Rebc8bda9e8a643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a9ee31d904ace" /><Relationship Type="http://schemas.openxmlformats.org/officeDocument/2006/relationships/notesSlide" Target="/ppt/notesSlides/notesSlide9.xml" Id="R420d3aa2bc5841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8ff7b803b4cc6" /><Relationship Type="http://schemas.openxmlformats.org/officeDocument/2006/relationships/notesSlide" Target="/ppt/notesSlides/notesSlide10.xml" Id="Rd33d96acec764e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dbe8031104a5e" /><Relationship Type="http://schemas.openxmlformats.org/officeDocument/2006/relationships/notesSlide" Target="/ppt/notesSlides/notesSlide11.xml" Id="R18c56cc16ca44f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5188b92b544e6" /><Relationship Type="http://schemas.openxmlformats.org/officeDocument/2006/relationships/notesSlide" Target="/ppt/notesSlides/notesSlide12.xml" Id="Rc97598a763314b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AE206D-8A76-421D-8C2F-938EEBC8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862F8-E0DF-4962-9C00-40047C08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Amplitude Modulation using Discrete Components for Given Specifications.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3715C-1D09-40D6-A00D-E29AF21F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Fundamentals of Electronics and Communication Engineering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1BECEL107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C61AF-9A67-4DA9-AA44-15338785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85BBD-C453-43F0-9501-F69EBE70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4CAD2-7AD3-44CE-B6E5-AF12B477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CA8C0-1DCD-4DFF-BDED-A5D3099D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E2963-F40B-47B6-9A98-29F1CF29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8784D-44BD-4EB1-952F-9C207132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EC117-536E-4C74-8879-1B0FE7B7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F1C69-88E2-45C1-BB84-51D69D40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6DF58-DFB4-4D77-999D-C2351462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3B4AA6-0320-4A7A-993E-90B8AF65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533555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F27D0-759C-42D5-B319-755B247F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0561E-1385-4AE3-9A3A-CA24A1AD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7A523-5113-4902-9FC3-3EF2C4BA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DEBC5-4012-4EAA-AE80-D092334B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25057-5DE2-4092-A70A-60621E8F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Amplitude Modulation using Discrete Components for Given Specifications.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ECDB6-1F66-4253-A6F8-6A450ECA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6790095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EA0D8D-DADA-447B-990D-24DA7723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07610-151C-4245-90C4-4448A022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48E1E-AB93-478D-9ED2-1843A728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2AFD9-C867-4192-AA6F-0D0B5456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3AA86-8B41-4121-974F-1F5FD1F5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Amplitude Modulation using Discrete Components for Given Specifications..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FD724-1FA2-44B3-B1F7-47155F76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Amplitude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6B220-F399-4FFB-AB1F-DE41C1C7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2F0F7-6A9E-4126-8DF5-B4E18ED8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Modulation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B8E29-BE2A-4928-A15F-2E530341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BDC0C-3619-49AC-9542-DB2B3E05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Discrete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C9F2D-4B74-4D15-93CE-9AA83BC4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10E3B1-E736-477D-B1CF-FAE67922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5D8E38-5E5F-4360-A1BA-F771F995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89CD5-DF44-4BE6-B79F-62E6EB03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Specifications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521D3D-B2A7-4E92-BDF7-6F71DC05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7937282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225BC-D96C-4903-BEB9-BE14CA6F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30778-34FD-4423-879C-B751C044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274AF-6B70-4B08-823D-54E5CEB7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92662-25BF-4000-BC73-14CD8752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ECAD1-237B-4BF2-B0F3-95050908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EF967-F04E-43F1-A082-45BDD100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4539361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F839D-E16B-4837-AA43-521700DD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C450E-A7A5-435D-84B3-02DB6479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31172-9E78-41B4-8379-B7D0C997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3FA77-C002-4646-B1EB-93272295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4199F-D925-43DB-885A-AC4D9C96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9D6E1-577E-411A-8304-90B2423C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9028833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BCDEC-5A97-424B-8889-52036470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187C3-C593-4957-BAB3-09E38801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17B9A-23CB-4119-BACE-B9BAB7B2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7C7C0-B7D4-48CF-821D-C57C5D0D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C44EF-9CFE-4478-9948-56F8B72B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3DDFF-21D1-42CB-9F44-5DE8606C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04155-3174-490E-9E4D-7FFF5773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6FC30-70C9-486B-A40E-E64B8F4B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923AD-3DE1-494D-90BB-F10AD61A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25649-9630-4869-9FA8-90FFE1E6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AC3D4-4D8E-4D05-9EB8-49001A88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23D39B-698E-4968-9204-D1F66C08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48E3E9-0F08-468E-826F-1E7884B8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7D3374-0B5B-45A6-BD74-7DBA8E4A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E97B95-E6F2-4FFB-9EB1-0CDF128B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7763442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ADF1B2-D40D-4A5C-83C2-7EA90208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775CD-36D0-4711-9316-169C5106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595B9-5731-48A0-81E8-DEBAE081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E23FE-97F1-4FC2-A4C7-4A35CA4B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3F534-81B0-4A8B-91D4-F1A0DDC6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2E6B3-3552-4F06-978B-13ED9149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377EF-52B7-413F-901B-315E18AB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84A96-9E35-4C96-B4A1-1CDD8411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E29D08-FE9F-42FE-A428-EFBFDD4D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30256C-1CD2-4B64-BE16-2B9744F8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81F3A8-77D8-4393-BF76-0C2AD613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F0B5F-6176-4313-B760-F1C5CF5D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B24669-E080-4D02-A40F-C6F5DA1B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524346-048B-4FD3-937D-7DB138CA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802B50-E226-4A42-BFEB-00A106B6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48BC67-8280-4284-A5E2-A1ECCC6E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F1B863-00A5-469A-B5C0-12FF1F5D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0F29DD-0342-41D4-A1A5-2FB3F7A6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CB865E-F5A0-4DBC-BE3B-BE6E3000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C17741-271C-4CA1-82A3-72F817E0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C407FE-B6D3-4C35-BF00-CBBC4085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2BD9DD-4D26-4DD8-96AC-754973C5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FADF24-FEE1-4033-9BC3-800F229E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C3CBFE-9DA7-48BB-8496-D1DA40CF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99882B-ABE0-475D-A29A-03106CC2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4615198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C5AF7-9CEB-46BA-A83F-FB054878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E6169-EDE3-4CDE-8CD4-530DDA3B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B5065-ADB5-493F-A322-12B9B506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99C82-5BEA-499F-BCA6-5CF6D043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F2E6A-E080-46BA-BAAD-3C497B33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018B3-9C5B-44B0-B0F0-9B1568F3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6322812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EB67D3-E88F-4477-A7DD-CA243EE2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B03FA-1288-4CE9-8F62-B0F7DDD5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7DE2E-4680-49DB-9BD5-EC73B164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E27A8-1BA1-470F-B779-AA5CC731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16F27-1175-470D-8C56-0BC708A2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DB1D4-7A95-4FD2-96D2-ACCC0122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8330395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4891A-CBB9-4FC1-BAB3-BBA10BD1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E9A5E-D23E-4184-9A2A-713213EC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2E6DE-698E-44E9-9F08-F4AFA13C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E2ADE-3E84-4F6A-B1BB-C99FC609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BA3A9-0048-49B3-82B4-A1028A2B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Amplitude Modulation using Discrete Components...?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E93BD-7334-4E55-B126-EEBBD211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7328090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3BCC5-03EE-4B65-99BF-E45D8EC8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C2ED8-8C18-4D5F-A934-6F8FC2FD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160AC-3AFF-496E-A305-B5574D6D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49A27-7CEF-442B-BE89-34954739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FD6B6-7867-46DD-8991-B54B7D7C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D0E81-6C79-4307-BC8D-0E562A46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20569107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06BDDE-8EBC-4A0D-8C0A-4E817128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F6F25-79ED-4E8D-BA94-C4714ECA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F7CC5-7035-4CDB-AD2E-BC09317C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ADF8B-CDDE-429E-89B1-67A95C0D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48F76-C77B-4FF9-A386-B5973B40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9631E-67B1-4952-A671-72367795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9C176-5BC5-49A1-816E-EBBF0A7F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76E20-8CBC-4DF0-A846-4ED8CFA1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4A660-B980-4519-B2B5-0EEB36AC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AA124-3DE0-4D4B-AA67-0DF98294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EDD525-35E3-4DB4-BB5F-7F3B95E8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48648-9E76-4A42-881F-43E99934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1BDBF-2482-493F-80EB-CEFB0827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F2748-6A36-4C69-B8D6-34A82220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BCE7D9-1F16-4AD2-9EA9-1582F460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1845DE-A693-4E2E-8FC9-FCB80231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DC0556-4882-408D-BDE9-E080563E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6BA427-3A99-4CAB-99CA-CC974F3A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6C78C8-A49A-4D6D-8148-7EBC4802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ABCED9-88DE-4657-B582-C596CBB6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D0897A-6AC9-4832-9DBB-30D0BE57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B0891C-49A3-499D-878F-BC639F86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31D968-0B53-42A2-8B2E-7255F4F6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282103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2026-08-24T16:02:39.9370000Z</dcterms:created>
  <dcterms:modified xsi:type="dcterms:W3CDTF">2026-08-24T16:02:39.9370000Z</dcterms:modified>
</coreProperties>
</file>