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665b58c5343a2" /><Relationship Type="http://schemas.openxmlformats.org/officeDocument/2006/relationships/extended-properties" Target="/docProps/app.xml" Id="R4ea32b78377f436b" /><Relationship Type="http://schemas.openxmlformats.org/officeDocument/2006/relationships/officeDocument" Target="/ppt/presentation.xml" Id="Rbc852e70901647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661daf252b4502"/>
  </p:sldMasterIdLst>
  <p:notesMasterIdLst>
    <p:notesMasterId xmlns:r="http://schemas.openxmlformats.org/officeDocument/2006/relationships" r:id="R41a0e37cca9d4548"/>
  </p:notesMasterIdLst>
  <p:sldIdLst>
    <p:sldId xmlns:r="http://schemas.openxmlformats.org/officeDocument/2006/relationships" id="256" r:id="R048feb0b5d23401b"/>
    <p:sldId xmlns:r="http://schemas.openxmlformats.org/officeDocument/2006/relationships" id="257" r:id="Re9eb3f47fdbd4522"/>
    <p:sldId xmlns:r="http://schemas.openxmlformats.org/officeDocument/2006/relationships" id="258" r:id="R2835009744f84ca2"/>
    <p:sldId xmlns:r="http://schemas.openxmlformats.org/officeDocument/2006/relationships" id="259" r:id="Rc95be482d6b6474f"/>
    <p:sldId xmlns:r="http://schemas.openxmlformats.org/officeDocument/2006/relationships" id="260" r:id="Rec850fe1e9bb461a"/>
    <p:sldId xmlns:r="http://schemas.openxmlformats.org/officeDocument/2006/relationships" id="261" r:id="R207edf3bb8d349d9"/>
    <p:sldId xmlns:r="http://schemas.openxmlformats.org/officeDocument/2006/relationships" id="262" r:id="R605b37810c5a4ebb"/>
    <p:sldId xmlns:r="http://schemas.openxmlformats.org/officeDocument/2006/relationships" id="263" r:id="R213ded898eba48e8"/>
    <p:sldId xmlns:r="http://schemas.openxmlformats.org/officeDocument/2006/relationships" id="264" r:id="Rb6d68e69cdac44fb"/>
    <p:sldId xmlns:r="http://schemas.openxmlformats.org/officeDocument/2006/relationships" id="265" r:id="Rb4c2a6617bc14426"/>
    <p:sldId xmlns:r="http://schemas.openxmlformats.org/officeDocument/2006/relationships" id="266" r:id="R445bab53d951450c"/>
    <p:sldId xmlns:r="http://schemas.openxmlformats.org/officeDocument/2006/relationships" id="267" r:id="R49d25c564ebb43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55ae1a6914a98" /><Relationship Type="http://schemas.openxmlformats.org/officeDocument/2006/relationships/slideMaster" Target="/ppt/slideMasters/slideMaster1.xml" Id="R6c661daf252b4502" /><Relationship Type="http://schemas.openxmlformats.org/officeDocument/2006/relationships/notesMaster" Target="/ppt/notesMasters/notesMaster1.xml" Id="R41a0e37cca9d4548" /><Relationship Type="http://schemas.openxmlformats.org/officeDocument/2006/relationships/presProps" Target="/ppt/presProps.xml" Id="R0a9adc01ec944250" /><Relationship Type="http://schemas.openxmlformats.org/officeDocument/2006/relationships/tableStyles" Target="/ppt/tableStyles.xml" Id="R24b8ccfee8d043a2" /><Relationship Type="http://schemas.openxmlformats.org/officeDocument/2006/relationships/slide" Target="/ppt/slides/slide1.xml" Id="R048feb0b5d23401b" /><Relationship Type="http://schemas.openxmlformats.org/officeDocument/2006/relationships/slide" Target="/ppt/slides/slide2.xml" Id="Re9eb3f47fdbd4522" /><Relationship Type="http://schemas.openxmlformats.org/officeDocument/2006/relationships/slide" Target="/ppt/slides/slide3.xml" Id="R2835009744f84ca2" /><Relationship Type="http://schemas.openxmlformats.org/officeDocument/2006/relationships/slide" Target="/ppt/slides/slide4.xml" Id="Rc95be482d6b6474f" /><Relationship Type="http://schemas.openxmlformats.org/officeDocument/2006/relationships/slide" Target="/ppt/slides/slide5.xml" Id="Rec850fe1e9bb461a" /><Relationship Type="http://schemas.openxmlformats.org/officeDocument/2006/relationships/slide" Target="/ppt/slides/slide6.xml" Id="R207edf3bb8d349d9" /><Relationship Type="http://schemas.openxmlformats.org/officeDocument/2006/relationships/slide" Target="/ppt/slides/slide7.xml" Id="R605b37810c5a4ebb" /><Relationship Type="http://schemas.openxmlformats.org/officeDocument/2006/relationships/slide" Target="/ppt/slides/slide8.xml" Id="R213ded898eba48e8" /><Relationship Type="http://schemas.openxmlformats.org/officeDocument/2006/relationships/slide" Target="/ppt/slides/slide9.xml" Id="Rb6d68e69cdac44fb" /><Relationship Type="http://schemas.openxmlformats.org/officeDocument/2006/relationships/slide" Target="/ppt/slides/slide10.xml" Id="Rb4c2a6617bc14426" /><Relationship Type="http://schemas.openxmlformats.org/officeDocument/2006/relationships/slide" Target="/ppt/slides/slide11.xml" Id="R445bab53d951450c" /><Relationship Type="http://schemas.openxmlformats.org/officeDocument/2006/relationships/slide" Target="/ppt/slides/slide12.xml" Id="R49d25c564ebb43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d6e27e48a44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e799790d5434f" /><Relationship Type="http://schemas.openxmlformats.org/officeDocument/2006/relationships/notesMaster" Target="/ppt/notesMasters/notesMaster1.xml" Id="Rc1b55d684799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031e75991b459d" /><Relationship Type="http://schemas.openxmlformats.org/officeDocument/2006/relationships/notesMaster" Target="/ppt/notesMasters/notesMaster1.xml" Id="R9cb36893fa774b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4085b9d744877" /><Relationship Type="http://schemas.openxmlformats.org/officeDocument/2006/relationships/notesMaster" Target="/ppt/notesMasters/notesMaster1.xml" Id="R25fbd23517f64c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d6afa289624115" /><Relationship Type="http://schemas.openxmlformats.org/officeDocument/2006/relationships/notesMaster" Target="/ppt/notesMasters/notesMaster1.xml" Id="Rc4e5289853da4d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b48a5e6544688" /><Relationship Type="http://schemas.openxmlformats.org/officeDocument/2006/relationships/notesMaster" Target="/ppt/notesMasters/notesMaster1.xml" Id="Re4df5af042f84a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e8c3a5ac844174" /><Relationship Type="http://schemas.openxmlformats.org/officeDocument/2006/relationships/notesMaster" Target="/ppt/notesMasters/notesMaster1.xml" Id="R7a7aeebb2003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0f6f7e98d54ac2" /><Relationship Type="http://schemas.openxmlformats.org/officeDocument/2006/relationships/notesMaster" Target="/ppt/notesMasters/notesMaster1.xml" Id="R87f04b26b99b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caaadde5144c73" /><Relationship Type="http://schemas.openxmlformats.org/officeDocument/2006/relationships/notesMaster" Target="/ppt/notesMasters/notesMaster1.xml" Id="Rebd89e167a6d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d6f1877ef44984" /><Relationship Type="http://schemas.openxmlformats.org/officeDocument/2006/relationships/notesMaster" Target="/ppt/notesMasters/notesMaster1.xml" Id="R251b224a84c842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223d595f914456" /><Relationship Type="http://schemas.openxmlformats.org/officeDocument/2006/relationships/notesMaster" Target="/ppt/notesMasters/notesMaster1.xml" Id="Rb85a582e786e4b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605a31bead4249" /><Relationship Type="http://schemas.openxmlformats.org/officeDocument/2006/relationships/notesMaster" Target="/ppt/notesMasters/notesMaster1.xml" Id="R5d55cf1ac9a943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20166270f2418f" /><Relationship Type="http://schemas.openxmlformats.org/officeDocument/2006/relationships/notesMaster" Target="/ppt/notesMasters/notesMaster1.xml" Id="R829d4245eebd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3667a878c44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5c6b6168d47e3" /><Relationship Type="http://schemas.openxmlformats.org/officeDocument/2006/relationships/slideLayout" Target="/ppt/slideLayouts/slideLayout1.xml" Id="Re0b33581859c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b33581859c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e0fa798b54035" /><Relationship Type="http://schemas.openxmlformats.org/officeDocument/2006/relationships/notesSlide" Target="/ppt/notesSlides/notesSlide1.xml" Id="R21aff6bd93d641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dfbe9379d4019" /><Relationship Type="http://schemas.openxmlformats.org/officeDocument/2006/relationships/notesSlide" Target="/ppt/notesSlides/notesSlide2.xml" Id="R811a611d49ee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875d45004434b" /><Relationship Type="http://schemas.openxmlformats.org/officeDocument/2006/relationships/notesSlide" Target="/ppt/notesSlides/notesSlide3.xml" Id="Rff7e542ecaf64f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7576db35b4006" /><Relationship Type="http://schemas.openxmlformats.org/officeDocument/2006/relationships/notesSlide" Target="/ppt/notesSlides/notesSlide4.xml" Id="Rea0592f587fe4b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cf22e7de4a36" /><Relationship Type="http://schemas.openxmlformats.org/officeDocument/2006/relationships/notesSlide" Target="/ppt/notesSlides/notesSlide5.xml" Id="Rc2fba7ccc95c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5ec77226d432f" /><Relationship Type="http://schemas.openxmlformats.org/officeDocument/2006/relationships/notesSlide" Target="/ppt/notesSlides/notesSlide6.xml" Id="Rf5ee20942b6c48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f0b5bdcce4991" /><Relationship Type="http://schemas.openxmlformats.org/officeDocument/2006/relationships/notesSlide" Target="/ppt/notesSlides/notesSlide7.xml" Id="R0fff47cd0b3d47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d60024f554b97" /><Relationship Type="http://schemas.openxmlformats.org/officeDocument/2006/relationships/notesSlide" Target="/ppt/notesSlides/notesSlide8.xml" Id="R8a7102c5668440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98d5d11e4452" /><Relationship Type="http://schemas.openxmlformats.org/officeDocument/2006/relationships/notesSlide" Target="/ppt/notesSlides/notesSlide9.xml" Id="R43ff8670ba6847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cabca741e41f7" /><Relationship Type="http://schemas.openxmlformats.org/officeDocument/2006/relationships/notesSlide" Target="/ppt/notesSlides/notesSlide10.xml" Id="Rb89d7183a64f46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6c7463ef4df1" /><Relationship Type="http://schemas.openxmlformats.org/officeDocument/2006/relationships/notesSlide" Target="/ppt/notesSlides/notesSlide11.xml" Id="Rd011c501427146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d8635e81644f5" /><Relationship Type="http://schemas.openxmlformats.org/officeDocument/2006/relationships/notesSlide" Target="/ppt/notesSlides/notesSlide12.xml" Id="R1896e6cce6094a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55088-A654-474D-A908-D70A6DA8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1B354-705A-4897-838F-FFCA9D0E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Design and Testing of Clipping and Clamping Circuits to obtain desired Transfer Characteristics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AA631-0ECE-4C09-A02B-227DF32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C90BE-5A84-4B23-8910-D57417F4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EB58-1C65-4239-B815-7EF311E6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BED7-E4B2-4CAE-B250-5CD1DE32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FA862-8803-450B-864F-62F5EE64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1CDE5-3D1E-45C0-B7D5-3FD5630B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B3771-C9D5-4B18-896F-371274A9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32655-E14E-480D-9622-CA3381F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8DE36-6453-42A6-BA02-2C809CE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98912-294D-4440-B4EF-B3E9DEE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AF8BC-01D4-4892-A306-AA449D3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73301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51D08-A112-43DF-A68A-455F6425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83476-9FC0-45E9-86E9-A2745A2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96582-71E7-41E7-B6FA-0A77D704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23E9C-C554-4478-B599-4CA26495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256FF-4379-4126-9181-0B48DE8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Design and Testing of Clipping and Clamping Circuits to obtain desired Transfer Characteristics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26ED-7E04-4679-B244-60E53F05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44466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C9DE3-919F-415D-A4AB-1B1540FD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2E46D-0176-4BD9-8CDF-BA241899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B9017-3DF9-47FA-AFBF-45299CF8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03231-51BA-4798-A7E3-16F7BC00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4177C-DE64-457C-8F8B-0BFC6D7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Design and Testing of Clipping and Clamping Circuits to obtain desired Transfer....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27085-4972-48DD-9F90-E9765510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B1FBE-1E34-4EBE-8E76-2DDE222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D9EB0-51C9-487C-B61F-03550A6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35333-EAFF-4E6A-A5E5-1F24853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7D9BB-CD1F-442E-A196-0AC019D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Clipping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0DF84-0252-4BC5-BEA8-EAD190CC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055BC-8B1B-40F0-995E-7BC1ACA6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Clamping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E832C-A949-4CB3-A33C-DC35790C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7735A-38D0-41A0-B388-6FC25C2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A9A5E-F38C-4F80-B25C-B1F40A0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74723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5B4A3-9E03-4D4A-82D4-3F405FC3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F7EE4-8854-4E82-962B-1AD1F615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1358C-7FF1-4C81-BDA1-F6C7D37B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E5AB0-BAC8-4ABA-8A70-15A22F48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3DC32-10C6-4436-90BD-7EF9769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C60EC-0697-46E8-9B00-EE6FEBC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08951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F619E-34C6-4CD4-89E3-7315B43F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9F37-C94B-4515-8765-FA46974D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713E1-4D58-4C3B-A252-060B4D0B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0593-330A-4A50-BBDE-EBE6BE2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DC2EE-E838-4208-A98A-54BF800E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3121E-9290-4961-8056-98CB2993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90088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906AB-A8F5-42CA-A28B-79007062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9347D-C5C3-4316-BA41-2DE8C40B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04AC-427D-42A1-B444-C148AECC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E3F6-01BB-409D-A9B2-ABE3849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395DB-7838-4B76-ACC9-67F3DA9F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0811A-3391-4123-A14C-9FBD05C4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99771-18A3-4276-B6C8-0E84696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D9E7A-0B6B-48E3-97CB-82C30AB2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7827E-8EB1-4434-9D01-7C44EAD8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3D200-B587-4821-B913-AD8C5F8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9DFEB-3C76-4FBF-9649-AEF6B98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04399-A350-48E4-BFF3-4F41A6B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C7168-3495-4BA9-8F75-359A6707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91E9F-ABF1-4065-BE1A-279C57A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A9544-4164-4EBD-AAAC-3254BFF3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34791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FA932-04BC-45B9-98E5-A41CE29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D42B1-62D9-4610-9C0E-979CB255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4A504-D550-4D2F-A9A8-DB8DB38E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5860F-DE0E-489E-89EF-F7C0117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35F93-FF7D-4414-A1EB-761CE3B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7AE9-C8F3-4F18-88A1-606C30ED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B4B81-C83F-42B4-ABFA-5CB4FD7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05B9A-6DA1-46A2-A8D9-E22A158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8DEE6-11AA-4ECE-91DD-801606E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269F6-7DB6-4EFA-814F-D77C791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53345-8FA6-4A61-8573-EF74860E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B46AD-E240-4102-B69A-866BBA88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B4D7F-3E69-4C0C-BEE0-1ABF0869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65D1E-0856-461C-82D8-5E1E380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9D89C-9DEA-47CB-82F6-17187DB5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BA541-80FE-4F92-AE00-859EFCF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3F9C7-E62F-4155-8B2B-DBB1CB69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F535C-E0FE-4F7A-AF4D-BCF3B1F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5C84F-A4B9-4713-8295-9E2C823C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85CD6-9D98-41D0-A2C8-EBACADC5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61BBF-713E-4C9B-AA78-174B57C1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8C38D-F39B-46EB-B9BD-BB57D761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01352-C1E5-4338-8412-94BD0AD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827CE-3A71-4FBE-94E9-250381CB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4B817-608C-4ECA-BE11-EFD3F086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5848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41DFC-EEB8-4D6B-B6A2-91145E2D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05774-3CE2-491B-A563-13E185B3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94792-0AFE-4747-880D-6A5CF409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19752-886C-46C4-9463-08557D43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F44C6-D27D-43BA-B946-1275E72C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F5135-3BD6-4A9B-836F-5D8E447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17203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BF20A-579F-440A-A546-02E1A7B3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8CABB-2BDA-4CDD-8C55-77EED9DD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665F8-FFDA-46A6-9855-7E7F6409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07F18-60C9-468D-AFA9-CCA8B7B2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F0FD-1BD4-4E61-8DEF-D3C1EDD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5F69-A3EA-48B8-9641-9582CEC8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47516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100EF-A064-466F-B2A0-66F8E7B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56C3E-C516-4C05-BEC9-99602EF0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B66D6-7327-42EF-B215-7C0163E4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7A030-A740-4873-92E3-4E734E05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6CE87-5BC7-4BDC-98FC-925F464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Design and Testing of Clipping and Clamping Cir...?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44300-88D9-401A-8A23-609C9EEA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42937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EEA3B-9461-446F-9F2B-551F6B6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B1BBB-46E2-47F1-A099-8973A61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6574D-22F6-4AF1-9715-46F72453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82EB2-0D8A-4738-B580-4733AFC5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68C28-388C-404D-BD41-4A050C9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723B9-CD9B-4ABF-93A7-841495A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59407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9C13B-A25B-47A8-9855-DA09BC9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3B50E-31AD-446C-8BB6-60F3CC88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E18DA-18E6-4C3E-8930-A9A2690A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6E629-599B-47AD-A49E-4C3F07F7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AE73D-BFB5-4DC7-B27C-F392CC5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29E55-1C6C-442C-BF6E-1DF6646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B9179-29BF-4DA2-8A3F-B017D29D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5816F-5300-49F4-AA78-0E56EA7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A8BB3-DE84-46CB-9208-EEE585C2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E58E6-0F74-4EEE-B486-44BD97DF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9BE19-496A-42AA-B9BD-F6ADD9F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4EEF1-1348-4662-B267-608F8065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E655C-1B0D-488D-BB4F-D7C0AB75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AFB41-B760-4F1C-8DB1-8EF2A64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9219C-C49E-4C5A-92C8-DF8C46A8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E8DEE-2C10-420A-9B8B-B37B7537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54D1C-3D94-48B0-9E6B-15686457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DF807-7FCF-46CF-AC69-D98A157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5BBAB-589F-4D4F-87AD-CB597732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406B8-6065-4ACA-8369-3C58A461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C6344-D0C8-412E-B128-5AB6DCBA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238E5-188F-4F50-B486-64E67C2D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DBDB4-D40B-47FC-957B-9DD8CFCB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86215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2026-08-24T16:02:39.7000000Z</dcterms:created>
  <dcterms:modified xsi:type="dcterms:W3CDTF">2026-08-24T16:02:39.7000000Z</dcterms:modified>
</coreProperties>
</file>