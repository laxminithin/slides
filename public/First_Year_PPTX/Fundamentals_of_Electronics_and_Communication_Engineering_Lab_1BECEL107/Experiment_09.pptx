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5f9ed8296432e" /><Relationship Type="http://schemas.openxmlformats.org/officeDocument/2006/relationships/extended-properties" Target="/docProps/app.xml" Id="R989d32d0a1ed4253" /><Relationship Type="http://schemas.openxmlformats.org/officeDocument/2006/relationships/officeDocument" Target="/ppt/presentation.xml" Id="Rc696ac200e70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dbac20cee490e"/>
  </p:sldMasterIdLst>
  <p:notesMasterIdLst>
    <p:notesMasterId xmlns:r="http://schemas.openxmlformats.org/officeDocument/2006/relationships" r:id="R6824d25e7f9d423d"/>
  </p:notesMasterIdLst>
  <p:sldIdLst>
    <p:sldId xmlns:r="http://schemas.openxmlformats.org/officeDocument/2006/relationships" id="256" r:id="R7f4dafb64f0146d2"/>
    <p:sldId xmlns:r="http://schemas.openxmlformats.org/officeDocument/2006/relationships" id="257" r:id="R1d273b7feb1e4548"/>
    <p:sldId xmlns:r="http://schemas.openxmlformats.org/officeDocument/2006/relationships" id="258" r:id="R198f09400cfc4ea6"/>
    <p:sldId xmlns:r="http://schemas.openxmlformats.org/officeDocument/2006/relationships" id="259" r:id="Rad7e61a73c254add"/>
    <p:sldId xmlns:r="http://schemas.openxmlformats.org/officeDocument/2006/relationships" id="260" r:id="R982c9de033e54400"/>
    <p:sldId xmlns:r="http://schemas.openxmlformats.org/officeDocument/2006/relationships" id="261" r:id="R6f3b0c28a3d54c9a"/>
    <p:sldId xmlns:r="http://schemas.openxmlformats.org/officeDocument/2006/relationships" id="262" r:id="R9385d6fe83344183"/>
    <p:sldId xmlns:r="http://schemas.openxmlformats.org/officeDocument/2006/relationships" id="263" r:id="R20173f374c4a4ed2"/>
    <p:sldId xmlns:r="http://schemas.openxmlformats.org/officeDocument/2006/relationships" id="264" r:id="Rae9ff29a878541fb"/>
    <p:sldId xmlns:r="http://schemas.openxmlformats.org/officeDocument/2006/relationships" id="265" r:id="R3b484feb9ded4f1d"/>
    <p:sldId xmlns:r="http://schemas.openxmlformats.org/officeDocument/2006/relationships" id="266" r:id="R013003fcc0774ed9"/>
    <p:sldId xmlns:r="http://schemas.openxmlformats.org/officeDocument/2006/relationships" id="267" r:id="R58f1d11440da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c33a5d2594bb1" /><Relationship Type="http://schemas.openxmlformats.org/officeDocument/2006/relationships/slideMaster" Target="/ppt/slideMasters/slideMaster1.xml" Id="R76bdbac20cee490e" /><Relationship Type="http://schemas.openxmlformats.org/officeDocument/2006/relationships/notesMaster" Target="/ppt/notesMasters/notesMaster1.xml" Id="R6824d25e7f9d423d" /><Relationship Type="http://schemas.openxmlformats.org/officeDocument/2006/relationships/presProps" Target="/ppt/presProps.xml" Id="R50113c7e58134285" /><Relationship Type="http://schemas.openxmlformats.org/officeDocument/2006/relationships/tableStyles" Target="/ppt/tableStyles.xml" Id="R57059b472dda4852" /><Relationship Type="http://schemas.openxmlformats.org/officeDocument/2006/relationships/slide" Target="/ppt/slides/slide1.xml" Id="R7f4dafb64f0146d2" /><Relationship Type="http://schemas.openxmlformats.org/officeDocument/2006/relationships/slide" Target="/ppt/slides/slide2.xml" Id="R1d273b7feb1e4548" /><Relationship Type="http://schemas.openxmlformats.org/officeDocument/2006/relationships/slide" Target="/ppt/slides/slide3.xml" Id="R198f09400cfc4ea6" /><Relationship Type="http://schemas.openxmlformats.org/officeDocument/2006/relationships/slide" Target="/ppt/slides/slide4.xml" Id="Rad7e61a73c254add" /><Relationship Type="http://schemas.openxmlformats.org/officeDocument/2006/relationships/slide" Target="/ppt/slides/slide5.xml" Id="R982c9de033e54400" /><Relationship Type="http://schemas.openxmlformats.org/officeDocument/2006/relationships/slide" Target="/ppt/slides/slide6.xml" Id="R6f3b0c28a3d54c9a" /><Relationship Type="http://schemas.openxmlformats.org/officeDocument/2006/relationships/slide" Target="/ppt/slides/slide7.xml" Id="R9385d6fe83344183" /><Relationship Type="http://schemas.openxmlformats.org/officeDocument/2006/relationships/slide" Target="/ppt/slides/slide8.xml" Id="R20173f374c4a4ed2" /><Relationship Type="http://schemas.openxmlformats.org/officeDocument/2006/relationships/slide" Target="/ppt/slides/slide9.xml" Id="Rae9ff29a878541fb" /><Relationship Type="http://schemas.openxmlformats.org/officeDocument/2006/relationships/slide" Target="/ppt/slides/slide10.xml" Id="R3b484feb9ded4f1d" /><Relationship Type="http://schemas.openxmlformats.org/officeDocument/2006/relationships/slide" Target="/ppt/slides/slide11.xml" Id="R013003fcc0774ed9" /><Relationship Type="http://schemas.openxmlformats.org/officeDocument/2006/relationships/slide" Target="/ppt/slides/slide12.xml" Id="R58f1d11440da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0b0e24bbc48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93671bc574e4d" /><Relationship Type="http://schemas.openxmlformats.org/officeDocument/2006/relationships/notesMaster" Target="/ppt/notesMasters/notesMaster1.xml" Id="R7fbc5768da1d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9b98311f4460b" /><Relationship Type="http://schemas.openxmlformats.org/officeDocument/2006/relationships/notesMaster" Target="/ppt/notesMasters/notesMaster1.xml" Id="Rd504b848454b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44b9bf1224538" /><Relationship Type="http://schemas.openxmlformats.org/officeDocument/2006/relationships/notesMaster" Target="/ppt/notesMasters/notesMaster1.xml" Id="Raa32ed04352342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0ae17bfc5e4feb" /><Relationship Type="http://schemas.openxmlformats.org/officeDocument/2006/relationships/notesMaster" Target="/ppt/notesMasters/notesMaster1.xml" Id="R74715a2132ab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7dfffbd434406" /><Relationship Type="http://schemas.openxmlformats.org/officeDocument/2006/relationships/notesMaster" Target="/ppt/notesMasters/notesMaster1.xml" Id="Rc2552f7e59e044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dd04e02905404e" /><Relationship Type="http://schemas.openxmlformats.org/officeDocument/2006/relationships/notesMaster" Target="/ppt/notesMasters/notesMaster1.xml" Id="R42dfdcdd4e7d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8546b86f9b4693" /><Relationship Type="http://schemas.openxmlformats.org/officeDocument/2006/relationships/notesMaster" Target="/ppt/notesMasters/notesMaster1.xml" Id="R8f6e8ece854e44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0488baa6d4140" /><Relationship Type="http://schemas.openxmlformats.org/officeDocument/2006/relationships/notesMaster" Target="/ppt/notesMasters/notesMaster1.xml" Id="R0251213da0954b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07e2d6d864e8d" /><Relationship Type="http://schemas.openxmlformats.org/officeDocument/2006/relationships/notesMaster" Target="/ppt/notesMasters/notesMaster1.xml" Id="Rd201a7c5bca64b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cbdf4e42854c7f" /><Relationship Type="http://schemas.openxmlformats.org/officeDocument/2006/relationships/notesMaster" Target="/ppt/notesMasters/notesMaster1.xml" Id="R9d8bf795865f4e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b4d5fa6b8d4d87" /><Relationship Type="http://schemas.openxmlformats.org/officeDocument/2006/relationships/notesMaster" Target="/ppt/notesMasters/notesMaster1.xml" Id="R8222825fd22c47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f58b25c97a4db2" /><Relationship Type="http://schemas.openxmlformats.org/officeDocument/2006/relationships/notesMaster" Target="/ppt/notesMasters/notesMaster1.xml" Id="R69bcab66ba7b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bab21d88f4c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e0e8077ec4e4a" /><Relationship Type="http://schemas.openxmlformats.org/officeDocument/2006/relationships/slideLayout" Target="/ppt/slideLayouts/slideLayout1.xml" Id="R8dcfc0eaa50045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fc0eaa50045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b988db104874" /><Relationship Type="http://schemas.openxmlformats.org/officeDocument/2006/relationships/notesSlide" Target="/ppt/notesSlides/notesSlide1.xml" Id="Rd1aef59f8de14c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3ef5225c40e7" /><Relationship Type="http://schemas.openxmlformats.org/officeDocument/2006/relationships/notesSlide" Target="/ppt/notesSlides/notesSlide2.xml" Id="R1c1d50db340d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9e99c92fc4969" /><Relationship Type="http://schemas.openxmlformats.org/officeDocument/2006/relationships/notesSlide" Target="/ppt/notesSlides/notesSlide3.xml" Id="Rb51b0df5863e44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d3f4ea59f42e3" /><Relationship Type="http://schemas.openxmlformats.org/officeDocument/2006/relationships/notesSlide" Target="/ppt/notesSlides/notesSlide4.xml" Id="R8d82d7a975be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c0a0c2b004c51" /><Relationship Type="http://schemas.openxmlformats.org/officeDocument/2006/relationships/notesSlide" Target="/ppt/notesSlides/notesSlide5.xml" Id="Rfde4910922b946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d01685f04575" /><Relationship Type="http://schemas.openxmlformats.org/officeDocument/2006/relationships/notesSlide" Target="/ppt/notesSlides/notesSlide6.xml" Id="Rcab7f7b0dd1f41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f2059eb8a4263" /><Relationship Type="http://schemas.openxmlformats.org/officeDocument/2006/relationships/notesSlide" Target="/ppt/notesSlides/notesSlide7.xml" Id="R6bb17a71c172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fdc5ef094f47" /><Relationship Type="http://schemas.openxmlformats.org/officeDocument/2006/relationships/notesSlide" Target="/ppt/notesSlides/notesSlide8.xml" Id="Rdd19083af2cd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0c964d9c14da1" /><Relationship Type="http://schemas.openxmlformats.org/officeDocument/2006/relationships/notesSlide" Target="/ppt/notesSlides/notesSlide9.xml" Id="R8cd2297bbaee48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31549e1c84d0a" /><Relationship Type="http://schemas.openxmlformats.org/officeDocument/2006/relationships/notesSlide" Target="/ppt/notesSlides/notesSlide10.xml" Id="Ra82b9b8af35d48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0d2d3b4414fd5" /><Relationship Type="http://schemas.openxmlformats.org/officeDocument/2006/relationships/notesSlide" Target="/ppt/notesSlides/notesSlide11.xml" Id="R62178e93d8af49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980a3bf4246fd" /><Relationship Type="http://schemas.openxmlformats.org/officeDocument/2006/relationships/notesSlide" Target="/ppt/notesSlides/notesSlide12.xml" Id="R5cb6ee74b323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1CFEC-52B7-4881-A273-364F731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CEF6-F2A8-41CA-A991-28DEFB0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Testing of Op-Amp as voltage follower and a weighted summer with waveform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ED758-BB6E-43FE-8396-911DA502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C05B-BE08-46D9-A1D1-3B441857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EBDE-14F5-452F-9849-934C15B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746C3-F7CB-40E6-8E84-5F0080D3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EE564-1CE6-45ED-8541-CAC4B03F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F1F64-4CCB-4CED-99C3-0E8F0ADA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D5BCD-F0CA-4AEB-B8CC-5647C6CA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B2AEF-FFF4-47B9-9190-92209773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9E62F-C5F2-4363-ADB4-6350D02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3A3AA-8A00-4381-A99C-A57B1FB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DF29F-E8C1-48CB-94F5-8CF04BD1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79467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504EF-68C1-43BC-B9BB-3C80A46A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D1906-33AC-4562-B618-B814381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87551-EEDF-4A10-AE68-8A84D894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156C0-1575-4101-99C2-4097C46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10E70-418B-49CF-97FD-9E116E2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Testing of Op-Amp as voltage follower and a weighted summer with waveform analysis.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95B4D-47BF-416A-BD5B-A2E00B5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99262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18BB-4B8F-4D0C-9C81-81BEB52A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D85E1-8639-430A-B4F9-73877D53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8DF70-61DF-43D7-8A7E-55F1B84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7474E-76F6-43EE-AEA0-CC45B241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2C672-9D57-4838-9087-3B6CBD25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Testing of Op-Amp as voltage follower and a weighted summer with waveform analy....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ED40-C0EF-4E19-808A-30EE4A8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24DC4-DD51-45C9-A6B7-D6524CE7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C1E30-BEF4-409A-ABE5-910FB5B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Op-Amp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26415-18A8-4797-99A9-F239AC96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CAB34-A0ED-4343-ABB1-9271939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98973-0976-46A8-AD7F-956E468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87055-7F86-49C8-9220-15C653F5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follower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0F837-148D-4939-B7D4-F0301262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B8559-6F78-4A14-8197-62112D3A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weighted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C3389-C156-4AEC-A4E5-A5A1240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24371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CEC5F-1178-4B76-9AC8-E67C305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14F20-19D1-484A-80BC-41C97EF9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17D6-88A4-4B5C-9445-8970F711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BD7B2-B630-4D4E-B972-EA91597F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795A6-56A6-4FE5-AA05-6A7B9ECF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BC217-8A00-40ED-A719-36DCCF3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88919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7BEAB-7283-46B7-80AE-F77EA29E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00ED1-23B1-4BF7-9DC0-44971F3D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FA16E-DF90-4307-8DB0-EB60252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47AB4-8197-4841-BE8B-48498DA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DFC14-AAC6-49B7-91F0-20200132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8306A-FC39-4620-84B6-74C7D34B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18163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5BDF0-7CEA-4942-8BCC-E7D9FF7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1A79C-B3B2-4099-BA79-40EFD73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C11C1-9F32-44C1-BFB4-58AA60CB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585E4-3277-45A8-8452-2A59CC48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91078-255E-4905-96E3-45BBDE0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C5F7B-903B-49EA-8C97-4D922961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7D27B-A6A3-40FA-9A5A-D54E432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4BF88-8DB0-4A0B-B407-422CD546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0C393-00EA-474F-9895-9314D6F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D9055-03EC-40C0-A037-A86465E7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4F2B8-5392-496A-B1BA-919CD4E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0C36E-BDB2-4621-A31B-3F10B5D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3B790-21F0-42C3-AC64-67588F0F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B0BA4-0C97-453E-9849-1E1E2DD3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2A299-EF03-4FAF-88FB-37BED79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73180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E8DB2-A2FA-48A7-96E4-037029E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0D4F4-298F-4AC9-833A-E32DFDA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EA570-DD3E-422A-A51A-2C0FD05A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88583-83AE-4EB7-8B61-AB159D1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A4362-EE22-46BC-A122-69C3BB66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8A60F-90F2-4D2D-B389-73283E8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38C46-EFF7-4B42-8DE3-76E719BF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8CF7F-DBA6-4BC3-83B7-4515C58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431B8-B36A-4F80-9587-15B8ECDB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A3FD-F755-42D1-A53B-7238931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7A21B-7AFA-4AD4-A53B-B5A46DC0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4520C-A8C9-4CBC-BF13-B942CE77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00BF7-95B6-435E-97ED-499A9B76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A68B5-7840-4103-9F6B-618591D9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5F269-0C46-4C49-920D-958BC2A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64931-B283-4E25-9A11-353EB9DC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6E400-C172-4E11-9F7C-120498A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66385-28BA-40E2-B61A-AF1D771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105FF-E485-42C7-B511-AFE1C38F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7F38F-7187-49D7-913B-4B1F0239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5E845-9422-42E4-BDEF-6E15340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E01A5-C9AA-432D-9245-09CFF385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A669F-E0BF-403D-8F91-6D6288D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AA554-8D31-41A4-BCCC-EDF9F2EC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01ABB-1C3D-416A-B0D9-6DF8FDBB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9991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6308B-D835-4CF2-80E6-D08A2A7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EEEAE-0602-4A50-9CDA-C393AE9A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359A-750E-4D76-90CA-B76680E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93592-1674-49F0-9067-93D8507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21E68-5799-43E2-A231-268E4604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59B1F-7A5A-4BB3-9A6D-B04FDBFE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46999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D24A9-BFF4-4D46-8ECC-CF065432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F909B-FD31-4405-83CD-B04862F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D30F6-BBF6-40BA-8F3C-EAD5AA7F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35F87-A72D-4641-A727-726DCCFA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B24BA-63A6-46F9-BF2B-F26DB9FC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06DB-3BDF-43E4-8327-3AE20FD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23022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1931B-D87D-4100-B02E-F9AD23B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FB46B-E234-4856-A3C7-C00BFB6B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9117A-F1CF-4154-B4F8-2F27DC0B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57795-97EF-4C34-808F-72D8DC78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6116F-F204-486F-A094-7FA5DE27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Testing of Op-Amp as voltage follower and a wei...?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8CAE4-31CB-44DE-AD90-E889DEF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79609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DD997-2E90-4454-9753-91571128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6F735-55E4-4578-A3A3-0935EF87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35D09-CF5B-4B50-8F53-35EBC28C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86BBE-8033-44F1-89AC-F5720D4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7E0F0-2C80-4BD7-866B-EC139D8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219A1-2E35-4271-B4CF-06A1CFD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4600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BF726-7967-4731-9B64-DB20D9D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E1E44-5E80-4F88-800A-93A4592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A1FD-F557-47CC-9DF0-BB71724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E08B-79D9-401E-9E9C-3310C46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5C30-BD86-4F2B-B6AB-03F520B2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0BDEF-7A02-4945-975C-CC1F55C5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C4D01-2143-4A97-9DA2-3E6A845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DA850-907C-48B0-BEFB-09623ECF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FCD93-05FD-48F7-AA2A-CD7651B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5EA9F-8249-4002-9A77-599BE1D9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D1FA3-2328-4C5A-A7E6-50960305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2F376-D487-478E-A463-F272E76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066B4-815F-4920-B10F-FD5DB82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59004-91AD-4705-BF8A-1DB7FB9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F6E17-48D7-41B1-A322-9A8ED64D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E1826-5AF8-464B-878B-F23D448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7A1E2-EDDA-4D51-A768-71899A98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592AB-C763-4D66-B809-EB328FA3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1334C-E29D-4B2D-8A83-FB4926A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D4B5F-FA52-476C-95F9-BC936E15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3EEC0-FB8E-491E-BD52-2742C9A2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2E613-EE51-494F-AA96-6A1787D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66B28-A24E-4092-8B43-BCFB4FC0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84301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2026-08-24T16:02:39.8200000Z</dcterms:created>
  <dcterms:modified xsi:type="dcterms:W3CDTF">2026-08-24T16:02:39.8200000Z</dcterms:modified>
</coreProperties>
</file>