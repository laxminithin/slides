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a40752d844e52" /><Relationship Type="http://schemas.openxmlformats.org/officeDocument/2006/relationships/extended-properties" Target="/docProps/app.xml" Id="R8ac5a8dc2e104330" /><Relationship Type="http://schemas.openxmlformats.org/officeDocument/2006/relationships/officeDocument" Target="/ppt/presentation.xml" Id="Ra03b80cb579f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4d7a8f0b44545"/>
  </p:sldMasterIdLst>
  <p:notesMasterIdLst>
    <p:notesMasterId xmlns:r="http://schemas.openxmlformats.org/officeDocument/2006/relationships" r:id="Rc95ba387234f4a7c"/>
  </p:notesMasterIdLst>
  <p:sldIdLst>
    <p:sldId xmlns:r="http://schemas.openxmlformats.org/officeDocument/2006/relationships" id="256" r:id="R333cfe446af94b2a"/>
    <p:sldId xmlns:r="http://schemas.openxmlformats.org/officeDocument/2006/relationships" id="257" r:id="R81dfe32f30204ec6"/>
    <p:sldId xmlns:r="http://schemas.openxmlformats.org/officeDocument/2006/relationships" id="258" r:id="Rbbaf4596aa9f4683"/>
    <p:sldId xmlns:r="http://schemas.openxmlformats.org/officeDocument/2006/relationships" id="259" r:id="R0df93f1764f24d77"/>
    <p:sldId xmlns:r="http://schemas.openxmlformats.org/officeDocument/2006/relationships" id="260" r:id="Rd1d55c1de73440c9"/>
    <p:sldId xmlns:r="http://schemas.openxmlformats.org/officeDocument/2006/relationships" id="261" r:id="R02f9c8693193477d"/>
    <p:sldId xmlns:r="http://schemas.openxmlformats.org/officeDocument/2006/relationships" id="262" r:id="Ra64bc002d90b4ca7"/>
    <p:sldId xmlns:r="http://schemas.openxmlformats.org/officeDocument/2006/relationships" id="263" r:id="R42121ee2cc8146e4"/>
    <p:sldId xmlns:r="http://schemas.openxmlformats.org/officeDocument/2006/relationships" id="264" r:id="Rfc19786a094c45b6"/>
    <p:sldId xmlns:r="http://schemas.openxmlformats.org/officeDocument/2006/relationships" id="265" r:id="Re48bd263e2364195"/>
    <p:sldId xmlns:r="http://schemas.openxmlformats.org/officeDocument/2006/relationships" id="266" r:id="R343d54d9e116426f"/>
    <p:sldId xmlns:r="http://schemas.openxmlformats.org/officeDocument/2006/relationships" id="267" r:id="R8ef2886ececd49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348e8ad124b4b" /><Relationship Type="http://schemas.openxmlformats.org/officeDocument/2006/relationships/slideMaster" Target="/ppt/slideMasters/slideMaster1.xml" Id="R9e64d7a8f0b44545" /><Relationship Type="http://schemas.openxmlformats.org/officeDocument/2006/relationships/notesMaster" Target="/ppt/notesMasters/notesMaster1.xml" Id="Rc95ba387234f4a7c" /><Relationship Type="http://schemas.openxmlformats.org/officeDocument/2006/relationships/presProps" Target="/ppt/presProps.xml" Id="R9a279cccbbc54bdc" /><Relationship Type="http://schemas.openxmlformats.org/officeDocument/2006/relationships/tableStyles" Target="/ppt/tableStyles.xml" Id="Rb2c0fb42ebd6463e" /><Relationship Type="http://schemas.openxmlformats.org/officeDocument/2006/relationships/slide" Target="/ppt/slides/slide1.xml" Id="R333cfe446af94b2a" /><Relationship Type="http://schemas.openxmlformats.org/officeDocument/2006/relationships/slide" Target="/ppt/slides/slide2.xml" Id="R81dfe32f30204ec6" /><Relationship Type="http://schemas.openxmlformats.org/officeDocument/2006/relationships/slide" Target="/ppt/slides/slide3.xml" Id="Rbbaf4596aa9f4683" /><Relationship Type="http://schemas.openxmlformats.org/officeDocument/2006/relationships/slide" Target="/ppt/slides/slide4.xml" Id="R0df93f1764f24d77" /><Relationship Type="http://schemas.openxmlformats.org/officeDocument/2006/relationships/slide" Target="/ppt/slides/slide5.xml" Id="Rd1d55c1de73440c9" /><Relationship Type="http://schemas.openxmlformats.org/officeDocument/2006/relationships/slide" Target="/ppt/slides/slide6.xml" Id="R02f9c8693193477d" /><Relationship Type="http://schemas.openxmlformats.org/officeDocument/2006/relationships/slide" Target="/ppt/slides/slide7.xml" Id="Ra64bc002d90b4ca7" /><Relationship Type="http://schemas.openxmlformats.org/officeDocument/2006/relationships/slide" Target="/ppt/slides/slide8.xml" Id="R42121ee2cc8146e4" /><Relationship Type="http://schemas.openxmlformats.org/officeDocument/2006/relationships/slide" Target="/ppt/slides/slide9.xml" Id="Rfc19786a094c45b6" /><Relationship Type="http://schemas.openxmlformats.org/officeDocument/2006/relationships/slide" Target="/ppt/slides/slide10.xml" Id="Re48bd263e2364195" /><Relationship Type="http://schemas.openxmlformats.org/officeDocument/2006/relationships/slide" Target="/ppt/slides/slide11.xml" Id="R343d54d9e116426f" /><Relationship Type="http://schemas.openxmlformats.org/officeDocument/2006/relationships/slide" Target="/ppt/slides/slide12.xml" Id="R8ef2886ececd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8691d5f59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f06e2014946e1" /><Relationship Type="http://schemas.openxmlformats.org/officeDocument/2006/relationships/notesMaster" Target="/ppt/notesMasters/notesMaster1.xml" Id="R382f6186b96e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7af4e65b84622" /><Relationship Type="http://schemas.openxmlformats.org/officeDocument/2006/relationships/notesMaster" Target="/ppt/notesMasters/notesMaster1.xml" Id="R9199e842915b4a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f72ee91ecd43f5" /><Relationship Type="http://schemas.openxmlformats.org/officeDocument/2006/relationships/notesMaster" Target="/ppt/notesMasters/notesMaster1.xml" Id="R875fa374577049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fd8ab26ef4c40" /><Relationship Type="http://schemas.openxmlformats.org/officeDocument/2006/relationships/notesMaster" Target="/ppt/notesMasters/notesMaster1.xml" Id="Rcfd780ae5b24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0d32245024f8a" /><Relationship Type="http://schemas.openxmlformats.org/officeDocument/2006/relationships/notesMaster" Target="/ppt/notesMasters/notesMaster1.xml" Id="R2eb1ef25393b4d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b440b2f3b45c9" /><Relationship Type="http://schemas.openxmlformats.org/officeDocument/2006/relationships/notesMaster" Target="/ppt/notesMasters/notesMaster1.xml" Id="Ra18119e6b7ac43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d82b40ff154f66" /><Relationship Type="http://schemas.openxmlformats.org/officeDocument/2006/relationships/notesMaster" Target="/ppt/notesMasters/notesMaster1.xml" Id="R488ac8bd316048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631301834e4e0c" /><Relationship Type="http://schemas.openxmlformats.org/officeDocument/2006/relationships/notesMaster" Target="/ppt/notesMasters/notesMaster1.xml" Id="Rc7715df8b5ab45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d7636f32524e1a" /><Relationship Type="http://schemas.openxmlformats.org/officeDocument/2006/relationships/notesMaster" Target="/ppt/notesMasters/notesMaster1.xml" Id="Rb17fe7a01d5349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15d71b5a5840ea" /><Relationship Type="http://schemas.openxmlformats.org/officeDocument/2006/relationships/notesMaster" Target="/ppt/notesMasters/notesMaster1.xml" Id="R1022fd8b6b644f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370ed306034a63" /><Relationship Type="http://schemas.openxmlformats.org/officeDocument/2006/relationships/notesMaster" Target="/ppt/notesMasters/notesMaster1.xml" Id="R1a44637c8e884d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8741454cd8461e" /><Relationship Type="http://schemas.openxmlformats.org/officeDocument/2006/relationships/notesMaster" Target="/ppt/notesMasters/notesMaster1.xml" Id="R3094c0616a34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c48c80358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ec8f118db45ea" /><Relationship Type="http://schemas.openxmlformats.org/officeDocument/2006/relationships/slideLayout" Target="/ppt/slideLayouts/slideLayout1.xml" Id="R5dccdf56ea9d44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ccdf56ea9d44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e309e576d4931" /><Relationship Type="http://schemas.openxmlformats.org/officeDocument/2006/relationships/notesSlide" Target="/ppt/notesSlides/notesSlide1.xml" Id="R2629c3c5afea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1ef4065d24ad9" /><Relationship Type="http://schemas.openxmlformats.org/officeDocument/2006/relationships/notesSlide" Target="/ppt/notesSlides/notesSlide2.xml" Id="R036ebac12319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c2398d70344f6" /><Relationship Type="http://schemas.openxmlformats.org/officeDocument/2006/relationships/notesSlide" Target="/ppt/notesSlides/notesSlide3.xml" Id="Rfa872d54b277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30c0816a14328" /><Relationship Type="http://schemas.openxmlformats.org/officeDocument/2006/relationships/notesSlide" Target="/ppt/notesSlides/notesSlide4.xml" Id="Rb543eb680fd0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19304db994780" /><Relationship Type="http://schemas.openxmlformats.org/officeDocument/2006/relationships/notesSlide" Target="/ppt/notesSlides/notesSlide5.xml" Id="Rf2afdaff30aa49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e8917204e4f23" /><Relationship Type="http://schemas.openxmlformats.org/officeDocument/2006/relationships/notesSlide" Target="/ppt/notesSlides/notesSlide6.xml" Id="R09d140b2ee2f40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ce1957264f29" /><Relationship Type="http://schemas.openxmlformats.org/officeDocument/2006/relationships/notesSlide" Target="/ppt/notesSlides/notesSlide7.xml" Id="Re9ab39e889224f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75d3d39c4bc8" /><Relationship Type="http://schemas.openxmlformats.org/officeDocument/2006/relationships/notesSlide" Target="/ppt/notesSlides/notesSlide8.xml" Id="R31e0035acfe84c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5eae87d884708" /><Relationship Type="http://schemas.openxmlformats.org/officeDocument/2006/relationships/notesSlide" Target="/ppt/notesSlides/notesSlide9.xml" Id="Re47e268426f14c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989a2db95436c" /><Relationship Type="http://schemas.openxmlformats.org/officeDocument/2006/relationships/notesSlide" Target="/ppt/notesSlides/notesSlide10.xml" Id="R82135785d57a4f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abd89a172419e" /><Relationship Type="http://schemas.openxmlformats.org/officeDocument/2006/relationships/notesSlide" Target="/ppt/notesSlides/notesSlide11.xml" Id="Rdd9dd7336e9c42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d39752f524c39" /><Relationship Type="http://schemas.openxmlformats.org/officeDocument/2006/relationships/notesSlide" Target="/ppt/notesSlides/notesSlide12.xml" Id="Re63da3352d224b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C6FFE-04F7-4807-8CF8-E084F632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B1A8-EE63-47BB-87F8-F1B1D5B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Realization of Half/ Full Adder and Subtractor using Logic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0C1A5-7F79-4C70-9746-5A755C2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FB50-DE35-4653-AE52-335C4869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EE5BF-D015-45F5-8310-30A3AEA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3685D-2F43-4508-8BCB-89D7F5F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D871E-C429-4522-9E17-35DFDF8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75D61-9BAE-41FD-882D-EE55A04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1D4A6-6488-4F48-A071-9BD60653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A668D-2A21-4E83-83C7-522B489B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C4AE1-AD1F-4A3C-9B76-4E6B8675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8B73F-FCE8-4C07-A7E4-45ABEEB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5B761-89EE-45AA-B838-2F95F2B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67807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515FB-0F78-4295-A03A-DDC3DC11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D45AF-108C-4D02-84CB-7F106EB1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A53E8-07BE-4276-AFFE-B5DD4C5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94CBF-C481-4F0E-897A-E1E21677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B956A-C661-4EE1-B863-3C2C72B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Realization of Half/ Full Adder and Subtractor using Logic Gates.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F8D1C-9F54-4187-B27B-06A1D447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96274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47F0D-BCF9-404B-9D9B-C8D63C7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1B339-5BCD-40C1-919C-BF19212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71B06-54AF-41F0-90D3-87369B24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F8BC5-CF5A-4DFD-9D85-6D71E29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F711-1DCD-4837-8AAD-1291047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Realization of Half/ Full Adder and Subtractor using Logic Gates..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BC002-A9AC-4B2E-A886-25C5AE0E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68E43-B033-40AD-B98B-727101A8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AF574-19DF-4558-8DA5-9BECF9E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Half/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62AAB-7F52-4AB4-8E41-5CF1749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03834-2F2A-4839-B3BB-97871FB3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03D91-9840-4F9B-AD23-42C03D8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D6CD8-A5DB-4B2B-8222-59FB1CC5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2F47A-A1AD-479D-93B6-3030999E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341BB-35AF-4D3B-BDCB-B124C0B4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Subtractor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C6FFF-1DB7-4A25-9D13-D33904F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75318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F089-5CA3-435B-AC61-8E0EEC8C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59001-3C01-40D5-A51E-9CA388B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B4D4A-7D5E-473F-B776-607F016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90BD-07B4-4878-81D6-9D578F91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52020-9825-466A-8663-5C40355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E9BC4-6A27-41CE-B3DC-7E7D279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30181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EE806-1B03-48D5-A191-C29FD4D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EDD49-06A2-4ADA-B3AA-B3B0B7E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66D9F-BDE3-48E5-AE46-84F1383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21315-881E-4FD0-9903-A0119AA1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693E7-1231-4CBB-8E8D-D2906FE0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95EB8-C885-4EBA-9E7C-FE014931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74142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E4932-BDFC-44BB-8544-B1E15E3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803EC-981F-435E-98F3-8241D13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3D36-295D-4DC8-B568-3C68DBF1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E1907-94F0-4665-B45C-DF48374B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68899-76B6-4075-8C2D-18F87F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AA10C-A408-4C83-BCEA-A528EEA1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B4FA3-AEB4-4812-89B3-1373F0B1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F5DA3-99C3-47AC-B0EB-61370D67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720B3-7769-4BD4-B958-EC04455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555CB-2D51-4199-BC84-370005A5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A6621-0544-4B41-99B6-A1EF05D3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29609-63A5-4B40-A24A-BD8AE199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32EE7-EDE8-464C-959B-0365EC83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FA41D-1051-4AC2-B5FD-F58244E0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8EB22-DF47-453C-BFE0-39919285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41285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39A57-FA5F-4DF7-9896-D01281EE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86B0C-55AF-4415-B49E-94453E10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8651C-2B53-4A4B-BF63-9FDAA24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563D6-48FB-4143-87A2-981E2C0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CFA1C-5D3B-4D10-BACF-E161FD6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43ED4-F99F-43A2-906B-937A8876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68778-9FDF-4F4A-8BE2-04E426A4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E8E38-3B86-4799-AF39-FCA959A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5911C-F75C-4376-941C-A4CF5E3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57D4A-E4A4-46F3-945F-831E0A6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5279-903A-4C15-AFE1-5180008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DFE45-499C-4F80-A23C-28B6D77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4A8F2-8640-480E-AF64-9BE9D16E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45D21-1D32-4C76-8CD4-9A5A5A7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D3DCD-37E1-45C8-9F58-028BF638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7D549-D8DD-4324-B855-8AE6E103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99912-6BF9-4C48-BB67-F6C9DEE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FB1BE-6AA2-4101-8596-25EFDE1F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FECCD-77BF-4FD4-854E-A9DC8B7D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42DD5-C4FD-40F0-AE06-801453E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69DDC-603E-4C52-8CEA-C15595E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0F470-6A74-4DBF-81B2-284C5045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1A54C-4626-4A1A-A52F-DE221CE4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C8AB5-9101-4C82-AA17-0B1F20CC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7467F-DF66-4840-BBC2-8E0ECAE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74074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13557-81D0-4D2E-83AE-70E5D854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F79A2-BE21-4EF9-9B11-0075286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CF14B-15D7-45DD-AB8E-8A7D570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2E058-A1ED-4363-A0CA-6AF4EDA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50F72-29D9-42E1-B894-29719DA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B0DEA-532C-4653-B82B-1654E217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28216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DCF71-C9BE-4AFD-AB9E-50BCEA1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2E18A-6AC9-44FC-89E3-D46D42F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D0C7-2AB7-443D-BF22-3770A054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DC813-1FC5-4CE7-B148-15F88F0B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F1834-0EFB-4494-8941-38E5E51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CFBC-137E-4B3E-9A29-BCC85FB0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8046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E4943-6C34-4D5D-9318-07F04C48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B4B49-358D-4A6B-9316-5065222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9073B-375E-4E2C-8596-6E8E7E0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AC641-42A9-424B-9FDC-BDDA9B1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C1C42-34CF-4207-AAC6-2A58054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Realization of Half/ Full Adder and Subtractor...?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6E9D6-871B-4F34-A237-0F2AF7B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24488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14E0-B99B-48D4-8DBA-7385569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FB30D-F4CF-421F-A204-D1FC852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435F-6AC5-4CC1-B78A-298352F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99DA-510F-4EBB-973F-40296CF2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70401-FE67-4E6C-8701-ADD9E1D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ED5F7-C74F-4700-B5A4-8F3952F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64801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42B4B-3E56-4ECE-A2D3-1579A53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CCA83-0280-405F-9991-B9E351C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040B2-791B-4B11-BFFC-389E2A1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E0576-24B3-4460-882B-FF1E7EC6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705CD-7487-43D9-9737-52A8DFB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3B916-A679-436C-BEB4-15BBC6D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290DC-7A3C-490D-AF41-90E115B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CC0D0-6E6B-4491-89FB-56F27428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EE917-51F8-4843-8962-BA40CA74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ADFC1-79F8-48B7-B845-4C6AFD7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D90BB-4EFC-4FDB-A6A0-DADAC81B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49FEF-3B6C-4F5C-B52E-8531EA0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84A64-FCA5-4926-A57E-E2C64597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FA0BE-8D1C-4C4B-9E42-49A85B7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E3F62-185E-46CB-8B10-1F063C4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7ADD-9B09-4C4D-BE97-9E119D7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DCECE-2209-4E5D-B077-519DB61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4A82F-DD93-4E43-94B7-E0A594F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BEB50-3BA1-4A76-A99E-C70EA085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248CC-C3DC-4952-B50A-E38BCAF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C2884-F896-4C95-9F32-C8688B1D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D71A1-0120-4632-A1DC-24949241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3D7EA-D2F6-4414-8186-A7E2231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9634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2026-08-24T16:02:39.9940000Z</dcterms:created>
  <dcterms:modified xsi:type="dcterms:W3CDTF">2026-08-24T16:02:39.9940000Z</dcterms:modified>
</coreProperties>
</file>