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7db02f29be74873" /><Relationship Type="http://schemas.openxmlformats.org/officeDocument/2006/relationships/extended-properties" Target="/docProps/app.xml" Id="Ra4461233026447c1" /><Relationship Type="http://schemas.openxmlformats.org/officeDocument/2006/relationships/officeDocument" Target="/ppt/presentation.xml" Id="R5abe98f27ad34b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010dff499a44554"/>
  </p:sldMasterIdLst>
  <p:notesMasterIdLst>
    <p:notesMasterId xmlns:r="http://schemas.openxmlformats.org/officeDocument/2006/relationships" r:id="R408634a53b844954"/>
  </p:notesMasterIdLst>
  <p:sldIdLst>
    <p:sldId xmlns:r="http://schemas.openxmlformats.org/officeDocument/2006/relationships" id="256" r:id="Rfc4d93aeaf4741dc"/>
    <p:sldId xmlns:r="http://schemas.openxmlformats.org/officeDocument/2006/relationships" id="257" r:id="Rb5e4827b2bd745aa"/>
    <p:sldId xmlns:r="http://schemas.openxmlformats.org/officeDocument/2006/relationships" id="258" r:id="R3b6f8f179a504aed"/>
    <p:sldId xmlns:r="http://schemas.openxmlformats.org/officeDocument/2006/relationships" id="259" r:id="R2a5ba3298b594f28"/>
    <p:sldId xmlns:r="http://schemas.openxmlformats.org/officeDocument/2006/relationships" id="260" r:id="Ra618b9e6ab0e4a39"/>
    <p:sldId xmlns:r="http://schemas.openxmlformats.org/officeDocument/2006/relationships" id="261" r:id="Read3d81e7d6f45ae"/>
    <p:sldId xmlns:r="http://schemas.openxmlformats.org/officeDocument/2006/relationships" id="262" r:id="Rbb7a9659db064377"/>
    <p:sldId xmlns:r="http://schemas.openxmlformats.org/officeDocument/2006/relationships" id="263" r:id="R71cffb9aaf6c406c"/>
    <p:sldId xmlns:r="http://schemas.openxmlformats.org/officeDocument/2006/relationships" id="264" r:id="R55740c4b8d0e40a6"/>
    <p:sldId xmlns:r="http://schemas.openxmlformats.org/officeDocument/2006/relationships" id="265" r:id="Re20c90942c304e34"/>
    <p:sldId xmlns:r="http://schemas.openxmlformats.org/officeDocument/2006/relationships" id="266" r:id="Rfe63815348f34fdb"/>
    <p:sldId xmlns:r="http://schemas.openxmlformats.org/officeDocument/2006/relationships" id="267" r:id="Ra6dbf6e9ff35413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708bec3d70743d2" /><Relationship Type="http://schemas.openxmlformats.org/officeDocument/2006/relationships/slideMaster" Target="/ppt/slideMasters/slideMaster1.xml" Id="Ra010dff499a44554" /><Relationship Type="http://schemas.openxmlformats.org/officeDocument/2006/relationships/notesMaster" Target="/ppt/notesMasters/notesMaster1.xml" Id="R408634a53b844954" /><Relationship Type="http://schemas.openxmlformats.org/officeDocument/2006/relationships/presProps" Target="/ppt/presProps.xml" Id="Rbbfe159048ea4bd9" /><Relationship Type="http://schemas.openxmlformats.org/officeDocument/2006/relationships/tableStyles" Target="/ppt/tableStyles.xml" Id="R64c80a0258dc454a" /><Relationship Type="http://schemas.openxmlformats.org/officeDocument/2006/relationships/slide" Target="/ppt/slides/slide1.xml" Id="Rfc4d93aeaf4741dc" /><Relationship Type="http://schemas.openxmlformats.org/officeDocument/2006/relationships/slide" Target="/ppt/slides/slide2.xml" Id="Rb5e4827b2bd745aa" /><Relationship Type="http://schemas.openxmlformats.org/officeDocument/2006/relationships/slide" Target="/ppt/slides/slide3.xml" Id="R3b6f8f179a504aed" /><Relationship Type="http://schemas.openxmlformats.org/officeDocument/2006/relationships/slide" Target="/ppt/slides/slide4.xml" Id="R2a5ba3298b594f28" /><Relationship Type="http://schemas.openxmlformats.org/officeDocument/2006/relationships/slide" Target="/ppt/slides/slide5.xml" Id="Ra618b9e6ab0e4a39" /><Relationship Type="http://schemas.openxmlformats.org/officeDocument/2006/relationships/slide" Target="/ppt/slides/slide6.xml" Id="Read3d81e7d6f45ae" /><Relationship Type="http://schemas.openxmlformats.org/officeDocument/2006/relationships/slide" Target="/ppt/slides/slide7.xml" Id="Rbb7a9659db064377" /><Relationship Type="http://schemas.openxmlformats.org/officeDocument/2006/relationships/slide" Target="/ppt/slides/slide8.xml" Id="R71cffb9aaf6c406c" /><Relationship Type="http://schemas.openxmlformats.org/officeDocument/2006/relationships/slide" Target="/ppt/slides/slide9.xml" Id="R55740c4b8d0e40a6" /><Relationship Type="http://schemas.openxmlformats.org/officeDocument/2006/relationships/slide" Target="/ppt/slides/slide10.xml" Id="Re20c90942c304e34" /><Relationship Type="http://schemas.openxmlformats.org/officeDocument/2006/relationships/slide" Target="/ppt/slides/slide11.xml" Id="Rfe63815348f34fdb" /><Relationship Type="http://schemas.openxmlformats.org/officeDocument/2006/relationships/slide" Target="/ppt/slides/slide12.xml" Id="Ra6dbf6e9ff35413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3981cf6419e4e4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76184b70c1c4170" /><Relationship Type="http://schemas.openxmlformats.org/officeDocument/2006/relationships/notesMaster" Target="/ppt/notesMasters/notesMaster1.xml" Id="R66e6150d305a4ce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3e983328c494248" /><Relationship Type="http://schemas.openxmlformats.org/officeDocument/2006/relationships/notesMaster" Target="/ppt/notesMasters/notesMaster1.xml" Id="Reec1ada25d034c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260303be4db4f0a" /><Relationship Type="http://schemas.openxmlformats.org/officeDocument/2006/relationships/notesMaster" Target="/ppt/notesMasters/notesMaster1.xml" Id="Rd4491a64faa847b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81f1ce63fed418a" /><Relationship Type="http://schemas.openxmlformats.org/officeDocument/2006/relationships/notesMaster" Target="/ppt/notesMasters/notesMaster1.xml" Id="Re8c8a370b701473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ff5284ed9de43c1" /><Relationship Type="http://schemas.openxmlformats.org/officeDocument/2006/relationships/notesMaster" Target="/ppt/notesMasters/notesMaster1.xml" Id="R7f8128bdef3e44f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8c318fe97d447b2" /><Relationship Type="http://schemas.openxmlformats.org/officeDocument/2006/relationships/notesMaster" Target="/ppt/notesMasters/notesMaster1.xml" Id="R139a9230eb75496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eac7dec242d42fb" /><Relationship Type="http://schemas.openxmlformats.org/officeDocument/2006/relationships/notesMaster" Target="/ppt/notesMasters/notesMaster1.xml" Id="R9d515203d9b6436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178df47abd4b63" /><Relationship Type="http://schemas.openxmlformats.org/officeDocument/2006/relationships/notesMaster" Target="/ppt/notesMasters/notesMaster1.xml" Id="R62262789eaf549a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ac3dbeba16e4d7d" /><Relationship Type="http://schemas.openxmlformats.org/officeDocument/2006/relationships/notesMaster" Target="/ppt/notesMasters/notesMaster1.xml" Id="Rb56ec237bb134fd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5b2af7b59e94163" /><Relationship Type="http://schemas.openxmlformats.org/officeDocument/2006/relationships/notesMaster" Target="/ppt/notesMasters/notesMaster1.xml" Id="R7861f20397f747b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ff4d506b53134f10" /><Relationship Type="http://schemas.openxmlformats.org/officeDocument/2006/relationships/notesMaster" Target="/ppt/notesMasters/notesMaster1.xml" Id="R5fbab290932f42dd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b3461444caf485e" /><Relationship Type="http://schemas.openxmlformats.org/officeDocument/2006/relationships/notesMaster" Target="/ppt/notesMasters/notesMaster1.xml" Id="Rf64efdbfb7ef451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4920fdc1ba4f0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10069acff364969" /><Relationship Type="http://schemas.openxmlformats.org/officeDocument/2006/relationships/slideLayout" Target="/ppt/slideLayouts/slideLayout1.xml" Id="R40bd9294118f445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bd9294118f445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1abfcc10f3467d" /><Relationship Type="http://schemas.openxmlformats.org/officeDocument/2006/relationships/notesSlide" Target="/ppt/notesSlides/notesSlide1.xml" Id="R925987fd885a4f9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91e5a79653451a" /><Relationship Type="http://schemas.openxmlformats.org/officeDocument/2006/relationships/notesSlide" Target="/ppt/notesSlides/notesSlide2.xml" Id="R9c943b370e534ce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33a3815b7a4878" /><Relationship Type="http://schemas.openxmlformats.org/officeDocument/2006/relationships/notesSlide" Target="/ppt/notesSlides/notesSlide3.xml" Id="R432af1214d7f49d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db3707445949c4" /><Relationship Type="http://schemas.openxmlformats.org/officeDocument/2006/relationships/notesSlide" Target="/ppt/notesSlides/notesSlide4.xml" Id="R94a03904cdb5481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2155708e734fe9" /><Relationship Type="http://schemas.openxmlformats.org/officeDocument/2006/relationships/notesSlide" Target="/ppt/notesSlides/notesSlide5.xml" Id="Reac3b2b10e164ab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5390cf8fc04fc8" /><Relationship Type="http://schemas.openxmlformats.org/officeDocument/2006/relationships/notesSlide" Target="/ppt/notesSlides/notesSlide6.xml" Id="R839789b7172f41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aad85323544f57" /><Relationship Type="http://schemas.openxmlformats.org/officeDocument/2006/relationships/notesSlide" Target="/ppt/notesSlides/notesSlide7.xml" Id="R870c967dacc0424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35a1ea9f404265" /><Relationship Type="http://schemas.openxmlformats.org/officeDocument/2006/relationships/notesSlide" Target="/ppt/notesSlides/notesSlide8.xml" Id="R27047554cc444b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22b2caa3964306" /><Relationship Type="http://schemas.openxmlformats.org/officeDocument/2006/relationships/notesSlide" Target="/ppt/notesSlides/notesSlide9.xml" Id="Re9cedca1123a43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1543b153045ab" /><Relationship Type="http://schemas.openxmlformats.org/officeDocument/2006/relationships/notesSlide" Target="/ppt/notesSlides/notesSlide10.xml" Id="R674ace0960ea4e7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db96e023244182" /><Relationship Type="http://schemas.openxmlformats.org/officeDocument/2006/relationships/notesSlide" Target="/ppt/notesSlides/notesSlide11.xml" Id="Ra3c9d1b25e9542c2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339741722a43da" /><Relationship Type="http://schemas.openxmlformats.org/officeDocument/2006/relationships/notesSlide" Target="/ppt/notesSlides/notesSlide12.xml" Id="R6d2579dc4a354d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BB83BD-47EC-4F55-863A-56BA7BAA1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5334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6D28D9"/>
                </a:solidFill>
              </a:defRPr>
            </a:pPr>
            <a:r>
              <a:rPr sz="3450" b="1">
                <a:solidFill>
                  <a:srgbClr val="6D28D9"/>
                </a:solidFill>
              </a:rPr>
              <a:t>Experiment 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5686F3-4684-43D4-8002-65EFD217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8001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33"/>
                </a:solidFill>
              </a:defRPr>
            </a:pPr>
            <a:r>
              <a:rPr sz="2550" b="1">
                <a:solidFill>
                  <a:srgbClr val="182033"/>
                </a:solidFill>
              </a:rPr>
              <a:t>Study of Truth Tables for OR, AND, NOT, NAND, and NOR Gates Using Basic and Universal Gates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1B60E8-B47E-4CF2-B46C-718B5E7A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43250"/>
            <a:ext cx="61912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Subject: Fundamentals of Electronics and Communication Engineering Lab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Code: 1BECEL107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Depth pass: 7 -&gt; 12 slides</a:t>
            </a:r>
          </a:p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84CA5B-11F4-4055-AB75-DA26DEE0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05CE01-E11A-4EC4-82C4-601B272EA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CB917B-EA32-43BF-B219-E120E8AE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44572-FAF4-40BC-97AE-31B0ACC22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545405-8176-41A6-90B6-6F1EE0A5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A804B4-1A2F-4D60-8D58-216442211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D88C8-3A36-4FCB-924E-BEA81F08D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06D2B72-C932-40C8-AEBA-A46F6A4A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3DA289-3E2A-40C9-BE78-3C85A373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7DD477-2815-478C-811F-4279D88DE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843279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FDEC82C-4B0F-466E-BB1D-E1FC2E41D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546B6E-AEE7-4307-8F3B-2B9B086F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1154BC-C837-4435-97A4-28E78CFF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924006-DA67-4A1A-B79D-94B8C344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69BF1-2146-4CB5-8494-F65CDAF1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Study of Truth Tables for OR, AND, NOT, NAND, and NOR Gates Using Basic and Universal Gates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State the measurable or demonstrable outcome before starting.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F48D7D-8E2E-4D39-AD31-04EC9F3A2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4218675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954C2F-6457-4F36-B815-FEB5347BB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83990-4484-4865-8B1A-75395036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817120D-C62D-42BB-93D0-18D33395C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1B3AE2-54CA-4079-BF3C-8CEEFA73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3FFC88-045A-479F-89B8-52D4BD536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This experiment demonstrates Study of Truth Tables for OR, AND, NOT, NAND, and NOR Gates Using Basic and Uni....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Connect the observation to the principle, algorithm, circuit, setup, or design decision.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154668-EA04-4524-A432-68698A23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Study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99F13D-1456-4621-862E-03F2BACD2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709E8A-925B-4A62-9149-1FF65B3F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Truth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F6930-C5AE-4062-84A2-7385A6CA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8F2D7E-8AE5-44B4-8397-2CA5560B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03799C-828B-439D-971A-69D3F1EC3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B0AFB-053C-43AD-8335-1E48B990B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NAND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3A5BE-8483-4385-A054-7B4E143C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1435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7ADE838-3572-4DCC-8808-08EE439B6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9530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Gates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3900C29-7A6D-41A8-8FAD-79A757498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4961680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1750B-93F6-406F-8C00-561ADBADB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B45547-B799-4C95-91FD-4BACAD56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Tools and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BEF9A80-014B-4956-83B3-E6DC8765B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380A4C-BB5C-4D07-B58D-D6AFF1468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DAB15D-0FB6-472E-914F-1FD47619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Required apparatus/software/components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table or lab record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Safety and calibration checklist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99E9746-A385-4962-A046-0A694001C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8431843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EA18D9-6FC8-4AB5-828E-8ECB4EE76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261A7A-7692-4A71-BDDA-80DEE408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B2610D-565E-4B25-8971-E7DA08B1E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E349B5-C8CF-4598-BDB3-0EDF30056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996836-EF09-4190-8930-191C07767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Prepare the setup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Execute the steps in order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readings/output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Verify result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Conclude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A630C8-FA36-41AF-A2F4-17980117B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3709200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F13D45-06FB-48B2-BB2E-3EFAB97A4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F27A3A-FF4A-4007-886D-F2F3BC44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Algorithm / circuit / setup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5CF0B-463A-4825-BF79-364C46FE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06CE85-BF73-4BC1-8751-87E0DCABA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0B89B2-DB19-4732-BFC9-6AB3C4A83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AB05DC-7A36-4763-8700-A34F772E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1E2CDA-751D-4335-81A4-57EF9FCD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Setup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9559B0-42EC-4660-AD13-3B1D5761C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39F77E-7CB4-4096-9905-AA8D856DB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F56C37-CCD5-4105-AF0E-902A0820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B30892-B001-4BDA-BDEE-BD4EA6441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Measurement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367ECB-3410-4AC5-A0D9-3CCFB62B1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1145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236E84-A393-438D-A8C9-171D7D71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240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Result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6C09FD-33DC-4882-8069-6F093AC97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000500"/>
            <a:ext cx="8953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Draw or write the working setup before execution.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Label inputs, outputs, units, and constraints.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004E45-208A-4D77-B78A-FEAE11DC9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8193151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ADB4308-3E5E-471A-9525-A51EE30F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81E192-E3C8-460D-92CB-32D39699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Observation table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6FAD8C-722B-46F4-8ACC-C3727A593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A42B4A-B7F9-4368-97AF-6B971A6FE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3FCAD4-3973-4717-A48B-B6274479E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573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Trial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8C727C-9761-4262-9796-8A4E0DA2D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6573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Input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930202-D99F-4514-B2FD-78A9DA4D5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6573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9BAE30-8F15-4EB7-ADDC-22A67FDC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6573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Inference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755FE-C414-404A-B9A6-3C83F60FB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098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E15BF9E-D9EB-4904-97A0-30B14856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2098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B98006-2C64-450A-B7C9-4860E00AE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2098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917AD5-D461-412B-B671-8E85FD43A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098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75F5EC-7961-448E-A134-DA52D7CF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622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5CD72F-EF37-4FDD-8ECA-8E017F8E6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622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2A96BD-2142-47B8-9DBA-3277FC2F6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7622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9603A0-712F-4BE8-964D-7A1330AE6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622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34C8C1-2500-4554-93B1-29DCA305F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470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ACCB09-416D-4F0A-8DAC-E1602663B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31470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07C69-C2D3-43CC-80BD-07931BA9A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31470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889020-FD1A-4EE5-B9BF-3BEA34FC0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958122F-281A-4FB0-9BAD-F2C129708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1524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4F31A2-E630-4731-872F-4B93705E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3867150"/>
            <a:ext cx="2667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EC71C31-DFEF-4EB8-AB08-F5A9597B8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867150"/>
            <a:ext cx="3048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2A5FDD3-8A0F-49AE-B76F-1E55B3ED5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671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A23971B-4DE4-41F0-A71D-E032498ED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0028975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E8C1FD-25C3-44BA-97F5-8CD2ABE9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C59FEC-2989-4AD9-B800-19A87C1E8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Expected output / 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76A71C7-A004-4C69-9B17-4680C241A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ECAF5A-EC8D-44DC-8FAF-646D75E1F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882C5E-0E8F-481F-8F81-1B34AC1CC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 result should match the stated aim and be explainable from the theory.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Record deviations and possible causes.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214457-2EA1-4270-82C4-3DC70C06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26453158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EB125B-CAB1-4FFA-9C0A-AE4CED34F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0C7B65-953D-4DEF-BDFE-1AD03C83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errors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15682A-8362-4478-9435-D3A8052C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67776C-8F4B-4774-A0D8-30C50AE83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6EE3A26-7F85-4D96-BDD4-E253DAB6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Wrong connection/input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No units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Skipping calibration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Unclear result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C4670B-BF14-4642-AE3E-B201B86F7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49749051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205DA2-42CE-4F6A-A776-74E61AAF0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9F93B0-F0B9-4816-85BA-F45E0B5E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Viva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55891-C08D-473C-B0B0-A446A9B34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0C680D-B6B5-4E61-9978-97FDFA9A4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9353D-F750-473D-BEE9-DEEA2F32D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is the aim of Study of Truth Tables for OR, AND, NOT, NAND, a...?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Which principle is used?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How is error detected?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What changes if input/setup changes?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B2D26-E34D-4F77-9C95-944E0D00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71339875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C3B85-8391-410B-BB40-0F100CFB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9F284E-26DF-4FD4-953E-2363A4029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Lab record checklist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131785-A342-47E0-85DA-FF324D3DF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81BD26-519D-4F86-B91A-9CC53C97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BC0508-676F-48B2-A090-78335726A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52600"/>
            <a:ext cx="9144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Aim written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Theory summarized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Setup labeled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Observation complete</a:t>
            </a:r>
          </a:p>
          <a:p xmlns:a="http://schemas.openxmlformats.org/drawingml/2006/main">
            <a:pPr algn="l">
              <a:defRPr sz="1725" b="0">
                <a:solidFill>
                  <a:srgbClr val="182033"/>
                </a:solidFill>
              </a:defRPr>
            </a:pPr>
            <a:r>
              <a:rPr sz="1725" b="0">
                <a:solidFill>
                  <a:srgbClr val="182033"/>
                </a:solidFill>
              </a:rPr>
              <a:t>• Result stated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DA0AD3B-3248-43C0-BB87-7B94305C4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141936303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DF6157-CF21-4313-8EC9-E43905C19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1BECEL107 | Experiment 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1C4A33-0691-4490-BE46-90815BE0F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Experiment completion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6479E1-A2E5-49C9-A1C4-5D59C172C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3B6EB-E27E-450F-8429-E58D170D5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336956-8BF8-4404-9267-0DA67457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619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Element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D8B50-5384-486E-86CE-8A6B4D00C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1619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Complete when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0246EE-FA96-4863-B293-5EA6D604C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19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Status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944E5A-835D-4137-8564-BB0DB8EA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526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Aim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D8174F6-81D3-4D73-A672-C71425295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526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Outcome is stated clearly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4B45537-83B6-45A9-BC15-FCDC4DD2F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526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D54B42-D8BB-444C-B389-B59BE4936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860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Theory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F17D8C-9865-499E-97DF-2AB7EED2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6860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Principle is connected to result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B2432B-6A01-4F96-BFBC-49DBEDEE7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6860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2C5DEFD-BCB6-425C-BF4B-37533B31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Procedure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86EF1A3-6E0F-4544-AB56-27F3C68AE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2194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Steps can be followed safely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DC2745-4455-4F24-84DD-1323A9DFA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194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F78109-80BE-4F93-A229-BFDCF05A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528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Observation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9AA305-C14D-4829-A9A8-0C9B81F32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37528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Values/output are recorded with units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7FA8725-E9C8-4EE1-86B6-DDB1DA9D6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7528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D464C1-1081-4CA5-89C3-24B358F6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86250"/>
            <a:ext cx="2476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Viva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1F48BA-C066-4EC3-B689-1DAF194D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286250"/>
            <a:ext cx="5143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Student can defend the result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59DD61-170F-458C-86A9-E1C20CE1F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86250"/>
            <a:ext cx="20955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COMPLETE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F1448F9-6B92-452D-B2CA-A72E731C6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Fundamentals of Electronics and Communication Engineering Lab</a:t>
            </a:r>
          </a:p>
        </p:txBody>
      </p:sp>
    </p:spTree>
    <p:extLst>
      <p:ext uri="{BB962C8B-B14F-4D97-AF65-F5344CB8AC3E}">
        <p14:creationId xmlns:p14="http://schemas.microsoft.com/office/powerpoint/2010/main" val="4282002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2026-08-24T16:02:39.6440000Z</dcterms:created>
  <dcterms:modified xsi:type="dcterms:W3CDTF">2026-08-24T16:02:39.6440000Z</dcterms:modified>
</coreProperties>
</file>