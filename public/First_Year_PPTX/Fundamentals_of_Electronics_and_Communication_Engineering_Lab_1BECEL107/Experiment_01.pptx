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e70b9a0eb249e3" /><Relationship Type="http://schemas.openxmlformats.org/officeDocument/2006/relationships/extended-properties" Target="/docProps/app.xml" Id="R83b826efa60748e3" /><Relationship Type="http://schemas.openxmlformats.org/officeDocument/2006/relationships/officeDocument" Target="/ppt/presentation.xml" Id="R034950d201c546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a57f1131c44580"/>
  </p:sldMasterIdLst>
  <p:notesMasterIdLst>
    <p:notesMasterId xmlns:r="http://schemas.openxmlformats.org/officeDocument/2006/relationships" r:id="R3993b5683cd1437d"/>
  </p:notesMasterIdLst>
  <p:sldIdLst>
    <p:sldId xmlns:r="http://schemas.openxmlformats.org/officeDocument/2006/relationships" id="256" r:id="R220065904fc94d00"/>
    <p:sldId xmlns:r="http://schemas.openxmlformats.org/officeDocument/2006/relationships" id="257" r:id="Rdcc18d79d33c4966"/>
    <p:sldId xmlns:r="http://schemas.openxmlformats.org/officeDocument/2006/relationships" id="258" r:id="R06e6e634a8664cdf"/>
    <p:sldId xmlns:r="http://schemas.openxmlformats.org/officeDocument/2006/relationships" id="259" r:id="R7ae7c0505ad840a9"/>
    <p:sldId xmlns:r="http://schemas.openxmlformats.org/officeDocument/2006/relationships" id="260" r:id="Rdf815107431b4220"/>
    <p:sldId xmlns:r="http://schemas.openxmlformats.org/officeDocument/2006/relationships" id="261" r:id="R598257598c844c00"/>
    <p:sldId xmlns:r="http://schemas.openxmlformats.org/officeDocument/2006/relationships" id="262" r:id="R750be81fc950437c"/>
    <p:sldId xmlns:r="http://schemas.openxmlformats.org/officeDocument/2006/relationships" id="263" r:id="R29c436254f334a65"/>
    <p:sldId xmlns:r="http://schemas.openxmlformats.org/officeDocument/2006/relationships" id="264" r:id="R250d20e24b6e4cb0"/>
    <p:sldId xmlns:r="http://schemas.openxmlformats.org/officeDocument/2006/relationships" id="265" r:id="R3548ce0dca484942"/>
    <p:sldId xmlns:r="http://schemas.openxmlformats.org/officeDocument/2006/relationships" id="266" r:id="R96f100c067614f97"/>
    <p:sldId xmlns:r="http://schemas.openxmlformats.org/officeDocument/2006/relationships" id="267" r:id="R9bbf78937e9d4b4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e13dd56eba45d2" /><Relationship Type="http://schemas.openxmlformats.org/officeDocument/2006/relationships/slideMaster" Target="/ppt/slideMasters/slideMaster1.xml" Id="Rb3a57f1131c44580" /><Relationship Type="http://schemas.openxmlformats.org/officeDocument/2006/relationships/notesMaster" Target="/ppt/notesMasters/notesMaster1.xml" Id="R3993b5683cd1437d" /><Relationship Type="http://schemas.openxmlformats.org/officeDocument/2006/relationships/presProps" Target="/ppt/presProps.xml" Id="R1e1bed0d56584e99" /><Relationship Type="http://schemas.openxmlformats.org/officeDocument/2006/relationships/tableStyles" Target="/ppt/tableStyles.xml" Id="R5373a04e69e74175" /><Relationship Type="http://schemas.openxmlformats.org/officeDocument/2006/relationships/slide" Target="/ppt/slides/slide1.xml" Id="R220065904fc94d00" /><Relationship Type="http://schemas.openxmlformats.org/officeDocument/2006/relationships/slide" Target="/ppt/slides/slide2.xml" Id="Rdcc18d79d33c4966" /><Relationship Type="http://schemas.openxmlformats.org/officeDocument/2006/relationships/slide" Target="/ppt/slides/slide3.xml" Id="R06e6e634a8664cdf" /><Relationship Type="http://schemas.openxmlformats.org/officeDocument/2006/relationships/slide" Target="/ppt/slides/slide4.xml" Id="R7ae7c0505ad840a9" /><Relationship Type="http://schemas.openxmlformats.org/officeDocument/2006/relationships/slide" Target="/ppt/slides/slide5.xml" Id="Rdf815107431b4220" /><Relationship Type="http://schemas.openxmlformats.org/officeDocument/2006/relationships/slide" Target="/ppt/slides/slide6.xml" Id="R598257598c844c00" /><Relationship Type="http://schemas.openxmlformats.org/officeDocument/2006/relationships/slide" Target="/ppt/slides/slide7.xml" Id="R750be81fc950437c" /><Relationship Type="http://schemas.openxmlformats.org/officeDocument/2006/relationships/slide" Target="/ppt/slides/slide8.xml" Id="R29c436254f334a65" /><Relationship Type="http://schemas.openxmlformats.org/officeDocument/2006/relationships/slide" Target="/ppt/slides/slide9.xml" Id="R250d20e24b6e4cb0" /><Relationship Type="http://schemas.openxmlformats.org/officeDocument/2006/relationships/slide" Target="/ppt/slides/slide10.xml" Id="R3548ce0dca484942" /><Relationship Type="http://schemas.openxmlformats.org/officeDocument/2006/relationships/slide" Target="/ppt/slides/slide11.xml" Id="R96f100c067614f97" /><Relationship Type="http://schemas.openxmlformats.org/officeDocument/2006/relationships/slide" Target="/ppt/slides/slide12.xml" Id="R9bbf78937e9d4b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b514a0ed894b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0b5aca1db24a77" /><Relationship Type="http://schemas.openxmlformats.org/officeDocument/2006/relationships/notesMaster" Target="/ppt/notesMasters/notesMaster1.xml" Id="Ra3a26f89da6f4f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10f58cef6c4b57" /><Relationship Type="http://schemas.openxmlformats.org/officeDocument/2006/relationships/notesMaster" Target="/ppt/notesMasters/notesMaster1.xml" Id="R9edce3ad01fb4b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202adce61b4ab7" /><Relationship Type="http://schemas.openxmlformats.org/officeDocument/2006/relationships/notesMaster" Target="/ppt/notesMasters/notesMaster1.xml" Id="R090259d176a843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560cae9be94871" /><Relationship Type="http://schemas.openxmlformats.org/officeDocument/2006/relationships/notesMaster" Target="/ppt/notesMasters/notesMaster1.xml" Id="R777ba06c08d343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44cc6d11ef4c2a" /><Relationship Type="http://schemas.openxmlformats.org/officeDocument/2006/relationships/notesMaster" Target="/ppt/notesMasters/notesMaster1.xml" Id="R299d2f2062ee44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6e01e0542449b9" /><Relationship Type="http://schemas.openxmlformats.org/officeDocument/2006/relationships/notesMaster" Target="/ppt/notesMasters/notesMaster1.xml" Id="R487ebf18d3ab468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c8b9204e71b4ed3" /><Relationship Type="http://schemas.openxmlformats.org/officeDocument/2006/relationships/notesMaster" Target="/ppt/notesMasters/notesMaster1.xml" Id="Rfd9494252e98434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251e0175b7543b1" /><Relationship Type="http://schemas.openxmlformats.org/officeDocument/2006/relationships/notesMaster" Target="/ppt/notesMasters/notesMaster1.xml" Id="R6a2dc02a2fba401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57c7e975a484447" /><Relationship Type="http://schemas.openxmlformats.org/officeDocument/2006/relationships/notesMaster" Target="/ppt/notesMasters/notesMaster1.xml" Id="R7a36b7fbd0ed45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6d1a5a7ab8f4fef" /><Relationship Type="http://schemas.openxmlformats.org/officeDocument/2006/relationships/notesMaster" Target="/ppt/notesMasters/notesMaster1.xml" Id="R863eb7efff764bb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3bca956167e443b" /><Relationship Type="http://schemas.openxmlformats.org/officeDocument/2006/relationships/notesMaster" Target="/ppt/notesMasters/notesMaster1.xml" Id="R80500afab772439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1945a1ab0b8415c" /><Relationship Type="http://schemas.openxmlformats.org/officeDocument/2006/relationships/notesMaster" Target="/ppt/notesMasters/notesMaster1.xml" Id="R4583a4de45d34c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83bfea3d614c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08fd655a0c489e" /><Relationship Type="http://schemas.openxmlformats.org/officeDocument/2006/relationships/slideLayout" Target="/ppt/slideLayouts/slideLayout1.xml" Id="Rf1de8c85a7af4a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de8c85a7af4a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cd8658787b42da" /><Relationship Type="http://schemas.openxmlformats.org/officeDocument/2006/relationships/notesSlide" Target="/ppt/notesSlides/notesSlide1.xml" Id="R09ae2aa520b541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e648c34be64f7e" /><Relationship Type="http://schemas.openxmlformats.org/officeDocument/2006/relationships/notesSlide" Target="/ppt/notesSlides/notesSlide2.xml" Id="Re616e3aae45f4d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9fa6f2b54c4442" /><Relationship Type="http://schemas.openxmlformats.org/officeDocument/2006/relationships/notesSlide" Target="/ppt/notesSlides/notesSlide3.xml" Id="R58933ae7623346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db53ed024c4908" /><Relationship Type="http://schemas.openxmlformats.org/officeDocument/2006/relationships/notesSlide" Target="/ppt/notesSlides/notesSlide4.xml" Id="Rd796b8cd54624e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179c1540ec4109" /><Relationship Type="http://schemas.openxmlformats.org/officeDocument/2006/relationships/notesSlide" Target="/ppt/notesSlides/notesSlide5.xml" Id="Re1c360a90e9741c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91e9ab59ec4d8f" /><Relationship Type="http://schemas.openxmlformats.org/officeDocument/2006/relationships/notesSlide" Target="/ppt/notesSlides/notesSlide6.xml" Id="Rad81b483f251404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2411103f33485d" /><Relationship Type="http://schemas.openxmlformats.org/officeDocument/2006/relationships/notesSlide" Target="/ppt/notesSlides/notesSlide7.xml" Id="R0b02f7783f834c8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00c8cce23a4011" /><Relationship Type="http://schemas.openxmlformats.org/officeDocument/2006/relationships/notesSlide" Target="/ppt/notesSlides/notesSlide8.xml" Id="Rabd27ad118f6459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b4faf83ed64269" /><Relationship Type="http://schemas.openxmlformats.org/officeDocument/2006/relationships/notesSlide" Target="/ppt/notesSlides/notesSlide9.xml" Id="Rd4f4a8b1935e46d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8fd6dd63984d51" /><Relationship Type="http://schemas.openxmlformats.org/officeDocument/2006/relationships/notesSlide" Target="/ppt/notesSlides/notesSlide10.xml" Id="Rb68d9e8d16ea45a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571ed89a384b32" /><Relationship Type="http://schemas.openxmlformats.org/officeDocument/2006/relationships/notesSlide" Target="/ppt/notesSlides/notesSlide11.xml" Id="R2fd73e6337f543b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04fdf4210f401e" /><Relationship Type="http://schemas.openxmlformats.org/officeDocument/2006/relationships/notesSlide" Target="/ppt/notesSlides/notesSlide12.xml" Id="R1417d44e21f0466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E4B0FC-3C5C-4E9E-9FBF-25CDCD60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3C5569-298A-424F-BE9A-B3F272D8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Design and Testing of Half-Wave and Full-Wave Rectifiers With and Without Filter for Determining Ripple Factor, Voltage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2A0E82-1741-460E-BBD9-4C7C9950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Fundamentals of Electronics and Communication Engineering Lab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1BECEL107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672F03-1024-4A65-8459-8DA96920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FCDFA5-0164-43FF-B927-19635E60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237465-46BF-4986-8C84-BA6124BD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927CA9-B7A4-45C9-BF40-553A9657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8A943A-4EB8-4706-8B8A-C70159D4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02C6DE-68E4-4CAA-ABBF-2FCB03A6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C9DC52-8381-4784-8258-A860B451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939BC0-8480-49BB-A564-D2ED930A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C4DF43-F224-430A-9A8A-1A073E33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F4CDBE-D75C-4F99-B647-1138B07B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4880155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CA36D9-47D3-4DF5-AEC4-4DF6CD5A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5A8688-F288-4630-8F22-B431F4A7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1CC1CC-BE45-4272-B570-D6DB9D26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59D07E-DAAF-46D3-8BD4-11591917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277D57-26DC-49A1-BEDD-2A2BE804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Design and Testing of Half-Wave and Full-Wave Rectifiers With and Without Filter for Determining Ripple Factor, Voltage 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ABAF97-8192-45B7-A0C9-4D5AF238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9651965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880310-2E68-44B6-B4F8-757B1329F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E1B445-ACEC-4F46-8D64-22A5F197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9FBB1C-18E5-43A9-8434-6E0D8931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0C82CA-1499-4BF6-ACD0-DCE75984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8DC287-6721-45F2-8562-D2DA68FE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Design and Testing of Half-Wave and Full-Wave Rectifiers With and Without Filte....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ADCABB-FD22-406B-986B-3DF04762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Design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2A8690-AB6B-4E9F-B93C-1A13564AC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C7B7B8-FEF7-4AC0-8EF6-ACAE7D70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Testing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D82955-D9C2-467C-BD04-830F0A07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9748E7-1EB1-42C1-86DB-A362FC89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Half-Wave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392D7C-4FCA-4F62-B53E-641EAC35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FF6C0D-7421-4E10-99CB-73336C43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Full-Wave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42561D-1587-44A1-BACD-CD8DB779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61160A-AB07-4442-8ED4-549A3563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Rectifiers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95C201-D96B-4312-B273-93991CC8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521397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4CC5CC-880E-40BC-BB50-A4F14BAB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CACBEA-D9BF-47B7-A95A-80CED031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FEA57F-71BD-4CD7-9095-026E74FC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7B63F0-574B-444B-8341-E8B2CF03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5D88CA-997D-4BC5-AAE5-3BBA802D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AF9211-A031-431A-AF3D-59C978F9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20801619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DF8538-249F-4BF0-A47E-D1101B0A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991D33-F8A6-47A2-B364-C91F88CA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A21082-926A-41C9-9FD7-6E38E092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8489C2-1AF4-484F-8255-711C12BB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709460-E5A3-4BD9-90C9-EA909014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D98BF9-74F0-4C0C-824F-E823F4E6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2550403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AC312A-816A-4C5A-A255-6FA9481C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83978C-8731-4425-B265-7FECBAF8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50D80B-65FB-4FEF-978A-92E6DA74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5B360D-A50E-4CD9-9307-4A1D77B9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474E6A-1B10-49C2-8F1A-29026C03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04804B-2959-4EEC-89C4-DD7C28E3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CA174A-C091-4485-9E9E-EA664A55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15FDC7-99E8-49CA-820C-F2A52C04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6268E6-9714-4666-8FE7-162C2711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C5ED47-EDEA-457B-9C79-0F7128CD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2D1621-ADAF-470F-9A26-2DBA1A32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266DB1-3010-4EF5-9F7B-49459747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C075AB-50D6-4DBD-AAC2-D0DE3C9F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BC48B1-C00E-4B46-A719-7CC300F1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30EA78-B73F-4875-BD49-5C02C647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6818335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7EE7DF-A03F-4335-845B-6922592A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97CED0-9A13-4F1E-8260-68B85186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7BC064-B5F1-4B06-8742-07811280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49FE44-6CBD-4E4C-BB4B-E1AA417C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522288-22A1-4E3F-BD0A-EA7CD231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0693EE-8CF6-45A5-9748-4316FF67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3FBC78-4FB5-4829-AE51-27FEC38F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C4E66A-EEFA-43FC-A3BF-467FE721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A9C728-A896-4058-AFB4-B58F6942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35A485-81BE-4AF7-8081-ABB75BBE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7A081A-374D-4AAB-B2F2-CD33835F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D07803-8F5B-4550-919C-D7253F6B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A19119-6300-4D61-BDA8-7DB9C575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66D1F7-256A-4CE0-BC14-5709ADB0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3CC61D-992B-46A2-B7C4-8BEC72B7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00F506-BC69-444F-8815-1002F2AA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C9FD96-4512-48E9-8050-EB080BD3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DFCFA8-F474-4E7B-B739-7979EC42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504069-EB27-4E98-B530-93459401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BBDD27-8BD0-45C1-8610-27E6A7F6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BBCC1E-69A6-42B2-99FF-52CA72A6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0D4F06-846C-4F98-A1DB-13812FF7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273044-214B-4CCA-8B36-230D4430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D70F50-30B7-40BC-8BE1-C8BA35AF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BB8829-5E74-48D2-A0B9-118DAFE7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8369666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5A0F10-F239-4517-A1D3-2E0BAB50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BBA522-4942-45C5-A9B1-60C054FC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131442-4F9B-4101-8BA0-141F27F2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95AEC8-9FA1-4679-9DDE-36D08B3A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5FF74F-B354-4B7C-B7E7-BCFAE6F5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09CF98-E527-46DA-9563-7D21590D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7989713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42FA5A-69AC-4CFA-BA50-5C229DB1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5DB7D9-6150-425B-A9EB-1399A479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186A58-D2CA-467A-9C7E-EEAF09FB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7EC06D-3757-414A-AD7D-8B8BB27F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85C767-0F8D-47FE-902B-E5DBF195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E3635C-A0DF-40AF-BE49-C9302C24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8848692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D2FF58-E51C-4D33-86D8-393AC27D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B50F4A-AD95-4AFA-AA0D-F22B8ECA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6D6486-1BD8-4126-BF30-76F22835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D93089-075B-4D36-9431-1DD580D9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F306FD-015D-4DD3-8AA3-7AEDF154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Design and Testing of Half-Wave and Full-Wave R...?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86DE7F-0C02-46CB-BFF7-80E47751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95231855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E4A8CE-C929-47CB-860B-749D6002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A5E705-8446-4C71-BD29-26C416BA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9F8739-2D25-4A88-91E3-EAF94732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6A1895-ACDF-4D95-8FD9-217BCE88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8C3C12-BE4A-4602-8F94-9297C53F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EBB73A-E52C-4C48-8EE2-4C5D34C2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90798243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D600F4-E115-41DD-B131-280DED71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196025-F4C4-4D7E-B47D-4195141A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6E53C0-515D-4806-8BAA-19C7108A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A4F6C6-8F15-41D3-9F53-20FD0EBD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9391F2-CF31-43EB-8D96-F1BE21F5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282E93-559F-4D57-B87D-73395158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FE7CA5-EDAE-4B3A-8045-DD6EF50C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009E4C-5423-4509-99DF-11C04145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F8ADF3-6A7C-47A5-B13D-9E975707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AEC5A2-2F72-47B5-BCAC-3882FF12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0FCB65-D2A5-4595-BB14-2D1A75BB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9B5F2E-E6AE-48DA-A00C-497C3454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25DB19-EC7C-43DE-A000-11DDEEA3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E3D7A4-54CA-4014-991C-A2A414A7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156064-2E24-4401-8E10-0B8040B9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EF2D97-B123-46AE-AE1D-FCD3E562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F9AC32-EC0C-4936-B4BA-E9AD3979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F4D705-DCB2-40A9-9732-61754735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469496-E6BC-45C0-8C5D-3B7F4FC22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2321B6-2648-4DED-9E40-94695CEB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A0CB50-D752-4F0B-8E75-452456E1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7829F8-FF1E-46DA-B7BC-2537D4A8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1E7B7B-B025-4C6A-88DF-226BC2D4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5154739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2026-08-24T16:02:39.3550000Z</dcterms:created>
  <dcterms:modified xsi:type="dcterms:W3CDTF">2026-08-24T16:02:39.3550000Z</dcterms:modified>
</coreProperties>
</file>