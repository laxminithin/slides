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9a421fdf8c4682" /><Relationship Type="http://schemas.openxmlformats.org/officeDocument/2006/relationships/extended-properties" Target="/docProps/app.xml" Id="R2bdf5fb237184d2e" /><Relationship Type="http://schemas.openxmlformats.org/officeDocument/2006/relationships/officeDocument" Target="/ppt/presentation.xml" Id="R16c43cdc4e8045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de655e41314ac7"/>
  </p:sldMasterIdLst>
  <p:notesMasterIdLst>
    <p:notesMasterId xmlns:r="http://schemas.openxmlformats.org/officeDocument/2006/relationships" r:id="R738141734623485f"/>
  </p:notesMasterIdLst>
  <p:sldIdLst>
    <p:sldId xmlns:r="http://schemas.openxmlformats.org/officeDocument/2006/relationships" id="256" r:id="Rac834ca7dcc44758"/>
    <p:sldId xmlns:r="http://schemas.openxmlformats.org/officeDocument/2006/relationships" id="257" r:id="R6b34de2638a0466d"/>
    <p:sldId xmlns:r="http://schemas.openxmlformats.org/officeDocument/2006/relationships" id="258" r:id="R614260a3f65b4a4d"/>
    <p:sldId xmlns:r="http://schemas.openxmlformats.org/officeDocument/2006/relationships" id="259" r:id="R04d0fd136a3749fc"/>
    <p:sldId xmlns:r="http://schemas.openxmlformats.org/officeDocument/2006/relationships" id="260" r:id="R794056a18ca946e4"/>
    <p:sldId xmlns:r="http://schemas.openxmlformats.org/officeDocument/2006/relationships" id="261" r:id="Re197b04daaa94e2e"/>
    <p:sldId xmlns:r="http://schemas.openxmlformats.org/officeDocument/2006/relationships" id="262" r:id="R028c032c37924ec9"/>
    <p:sldId xmlns:r="http://schemas.openxmlformats.org/officeDocument/2006/relationships" id="263" r:id="R3d4472a1c8724357"/>
    <p:sldId xmlns:r="http://schemas.openxmlformats.org/officeDocument/2006/relationships" id="264" r:id="R64cb702d1ecf4466"/>
    <p:sldId xmlns:r="http://schemas.openxmlformats.org/officeDocument/2006/relationships" id="265" r:id="R62412349de974091"/>
    <p:sldId xmlns:r="http://schemas.openxmlformats.org/officeDocument/2006/relationships" id="266" r:id="R9f14f80c610e4389"/>
    <p:sldId xmlns:r="http://schemas.openxmlformats.org/officeDocument/2006/relationships" id="267" r:id="R3fc1e7e78edf47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507c62fbb84d17" /><Relationship Type="http://schemas.openxmlformats.org/officeDocument/2006/relationships/slideMaster" Target="/ppt/slideMasters/slideMaster1.xml" Id="R38de655e41314ac7" /><Relationship Type="http://schemas.openxmlformats.org/officeDocument/2006/relationships/notesMaster" Target="/ppt/notesMasters/notesMaster1.xml" Id="R738141734623485f" /><Relationship Type="http://schemas.openxmlformats.org/officeDocument/2006/relationships/presProps" Target="/ppt/presProps.xml" Id="Rb51f654af4244ccc" /><Relationship Type="http://schemas.openxmlformats.org/officeDocument/2006/relationships/tableStyles" Target="/ppt/tableStyles.xml" Id="Ra3d6957eca784113" /><Relationship Type="http://schemas.openxmlformats.org/officeDocument/2006/relationships/slide" Target="/ppt/slides/slide1.xml" Id="Rac834ca7dcc44758" /><Relationship Type="http://schemas.openxmlformats.org/officeDocument/2006/relationships/slide" Target="/ppt/slides/slide2.xml" Id="R6b34de2638a0466d" /><Relationship Type="http://schemas.openxmlformats.org/officeDocument/2006/relationships/slide" Target="/ppt/slides/slide3.xml" Id="R614260a3f65b4a4d" /><Relationship Type="http://schemas.openxmlformats.org/officeDocument/2006/relationships/slide" Target="/ppt/slides/slide4.xml" Id="R04d0fd136a3749fc" /><Relationship Type="http://schemas.openxmlformats.org/officeDocument/2006/relationships/slide" Target="/ppt/slides/slide5.xml" Id="R794056a18ca946e4" /><Relationship Type="http://schemas.openxmlformats.org/officeDocument/2006/relationships/slide" Target="/ppt/slides/slide6.xml" Id="Re197b04daaa94e2e" /><Relationship Type="http://schemas.openxmlformats.org/officeDocument/2006/relationships/slide" Target="/ppt/slides/slide7.xml" Id="R028c032c37924ec9" /><Relationship Type="http://schemas.openxmlformats.org/officeDocument/2006/relationships/slide" Target="/ppt/slides/slide8.xml" Id="R3d4472a1c8724357" /><Relationship Type="http://schemas.openxmlformats.org/officeDocument/2006/relationships/slide" Target="/ppt/slides/slide9.xml" Id="R64cb702d1ecf4466" /><Relationship Type="http://schemas.openxmlformats.org/officeDocument/2006/relationships/slide" Target="/ppt/slides/slide10.xml" Id="R62412349de974091" /><Relationship Type="http://schemas.openxmlformats.org/officeDocument/2006/relationships/slide" Target="/ppt/slides/slide11.xml" Id="R9f14f80c610e4389" /><Relationship Type="http://schemas.openxmlformats.org/officeDocument/2006/relationships/slide" Target="/ppt/slides/slide12.xml" Id="R3fc1e7e78edf47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ad8983cb3646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01aabe2a3d42c5" /><Relationship Type="http://schemas.openxmlformats.org/officeDocument/2006/relationships/notesMaster" Target="/ppt/notesMasters/notesMaster1.xml" Id="Rd12b5ba430bd42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a64be7ec90440a" /><Relationship Type="http://schemas.openxmlformats.org/officeDocument/2006/relationships/notesMaster" Target="/ppt/notesMasters/notesMaster1.xml" Id="R29afce137b4f4e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8eddf3122346d4" /><Relationship Type="http://schemas.openxmlformats.org/officeDocument/2006/relationships/notesMaster" Target="/ppt/notesMasters/notesMaster1.xml" Id="R0c25a0d45a6544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0b9eb300194210" /><Relationship Type="http://schemas.openxmlformats.org/officeDocument/2006/relationships/notesMaster" Target="/ppt/notesMasters/notesMaster1.xml" Id="R1a64720bf28145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e68328588e4857" /><Relationship Type="http://schemas.openxmlformats.org/officeDocument/2006/relationships/notesMaster" Target="/ppt/notesMasters/notesMaster1.xml" Id="R9a98cfdf984b46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aead4ea3824f54" /><Relationship Type="http://schemas.openxmlformats.org/officeDocument/2006/relationships/notesMaster" Target="/ppt/notesMasters/notesMaster1.xml" Id="Rc2bbc8ae4ddf42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47e86519bd4c56" /><Relationship Type="http://schemas.openxmlformats.org/officeDocument/2006/relationships/notesMaster" Target="/ppt/notesMasters/notesMaster1.xml" Id="R3d707071d5534a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945b5559ad4f42" /><Relationship Type="http://schemas.openxmlformats.org/officeDocument/2006/relationships/notesMaster" Target="/ppt/notesMasters/notesMaster1.xml" Id="Rfc3947acee354c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b6bf2f269b4390" /><Relationship Type="http://schemas.openxmlformats.org/officeDocument/2006/relationships/notesMaster" Target="/ppt/notesMasters/notesMaster1.xml" Id="Raa4c15d450a54f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e43d84641c45d5" /><Relationship Type="http://schemas.openxmlformats.org/officeDocument/2006/relationships/notesMaster" Target="/ppt/notesMasters/notesMaster1.xml" Id="R3b0e27a9607741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d2e26816cc46df" /><Relationship Type="http://schemas.openxmlformats.org/officeDocument/2006/relationships/notesMaster" Target="/ppt/notesMasters/notesMaster1.xml" Id="R43bdd028f94849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323dafde7142c4" /><Relationship Type="http://schemas.openxmlformats.org/officeDocument/2006/relationships/notesMaster" Target="/ppt/notesMasters/notesMaster1.xml" Id="Raee0db604da24b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2d509b1c4f40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2953e3c8584d2e" /><Relationship Type="http://schemas.openxmlformats.org/officeDocument/2006/relationships/slideLayout" Target="/ppt/slideLayouts/slideLayout1.xml" Id="Rdfd19f35fb5241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d19f35fb5241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83038ad1f4888" /><Relationship Type="http://schemas.openxmlformats.org/officeDocument/2006/relationships/notesSlide" Target="/ppt/notesSlides/notesSlide1.xml" Id="Ra6b0db3055d147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436383d86425f" /><Relationship Type="http://schemas.openxmlformats.org/officeDocument/2006/relationships/notesSlide" Target="/ppt/notesSlides/notesSlide2.xml" Id="Rbc285fa7d91e47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ded20e8364954" /><Relationship Type="http://schemas.openxmlformats.org/officeDocument/2006/relationships/notesSlide" Target="/ppt/notesSlides/notesSlide3.xml" Id="R9112f06b542a4a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c9d76aeed437e" /><Relationship Type="http://schemas.openxmlformats.org/officeDocument/2006/relationships/notesSlide" Target="/ppt/notesSlides/notesSlide4.xml" Id="R1dee7b546431472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d646333ce4c5f" /><Relationship Type="http://schemas.openxmlformats.org/officeDocument/2006/relationships/notesSlide" Target="/ppt/notesSlides/notesSlide5.xml" Id="R4aae296b50fa44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3d448b3e74830" /><Relationship Type="http://schemas.openxmlformats.org/officeDocument/2006/relationships/notesSlide" Target="/ppt/notesSlides/notesSlide6.xml" Id="R3b933c5c604345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158b7299a4172" /><Relationship Type="http://schemas.openxmlformats.org/officeDocument/2006/relationships/notesSlide" Target="/ppt/notesSlides/notesSlide7.xml" Id="R3f0022fd2ed54a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4c78ab9b44cb8" /><Relationship Type="http://schemas.openxmlformats.org/officeDocument/2006/relationships/notesSlide" Target="/ppt/notesSlides/notesSlide8.xml" Id="R65c562526aa248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1356152764187" /><Relationship Type="http://schemas.openxmlformats.org/officeDocument/2006/relationships/notesSlide" Target="/ppt/notesSlides/notesSlide9.xml" Id="R380713362a5540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8deff42664ffc" /><Relationship Type="http://schemas.openxmlformats.org/officeDocument/2006/relationships/notesSlide" Target="/ppt/notesSlides/notesSlide10.xml" Id="Ra2403229962a44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7b2c2b97a4c18" /><Relationship Type="http://schemas.openxmlformats.org/officeDocument/2006/relationships/notesSlide" Target="/ppt/notesSlides/notesSlide11.xml" Id="R89931fbb7c354de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7802583e74b1f" /><Relationship Type="http://schemas.openxmlformats.org/officeDocument/2006/relationships/notesSlide" Target="/ppt/notesSlides/notesSlide12.xml" Id="R59a7cc8a878c49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9DCC4-319B-4508-911A-57A94681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5422D-4873-49C6-BCA4-94065D46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Analysis of Input and Output Characteristics of a Bipolar Junction Transis tor in Common Emitter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82874F-652F-4D04-AC0D-C4D30E30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203BA3-0D97-4B88-B163-22DF1DE0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F2652-C5B2-4EC4-B392-31D554B6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77D5-6609-4819-AC6A-EAE3636A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9F490-4BB1-437D-B9D8-5ECF9B49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EA18C-50E5-4638-B07D-81E6FD6A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84C75-2B76-4504-8093-C67D3132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D5911-6E67-44A4-BAE9-466953B1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D4D007-B5D4-468C-ABF1-4743DE8A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F28C9-787E-45D5-83B9-577F962E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2354E-1704-41B9-B920-44F72B9C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03797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BEAB2-5D24-40C2-842D-0152DB8A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574DB-6F02-4488-90FE-971FFFD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F0F86-F0DA-4FB0-B3A5-C83D93F2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D2E87-844E-4F1F-A389-9D885039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979F2-38DC-4884-994F-53F7D240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Analysis of Input and Output Characteristics of a Bipolar Junction Transis tor in Common Emitter Configuration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A2B52A-E477-4573-946C-2A5D5038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666192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59567-CDA4-402B-A03E-B9EF82F5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0F836-53B7-42F7-A113-CDC3510B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F54D3-24DB-477E-8001-E09B707C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763D9-42E9-4AF8-A5A9-2C2F3180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22056-E5B4-4681-8992-513CE172E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Analysis of Input and Output Characteristics of a Bipolar Junction Transis tor....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05A2B-F103-41CE-86BF-1A205D7E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623F5F-A09B-4626-B19D-5BF88002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67B30-E8A7-4867-BBC6-55A7F55D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9E168-0F86-4A14-B0F5-02DF8E76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747B7-EF08-4266-81A9-941DFB04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Characteristics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42C96-573D-4026-BB01-9E4365FB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1C6F0-2EFE-448F-8E82-725A411A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Bipolar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DA28F-FAB7-4117-92AD-53DFD175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202B9-DCE6-4EC6-8C04-1D554EF6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Junction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6FEA13-E902-4F0F-B511-948025F0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627736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DC82A-294B-418E-B521-B0673405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EB7642-E441-4659-8638-C98CA030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41ECA-90BC-45C5-81B3-A927F975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3A17F1-CF5F-42B1-B7DC-3F96F609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F7E642-811A-4D1B-96F0-829EBC45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FBB28-371C-48AC-9DEB-62CEE17D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663410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0CFB1-F6F8-48CC-9118-8522AA43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86EF0-1717-4610-ACF3-0BBB92BC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C4AB8-9CC0-44BF-8FB6-8C972C9D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FE5F4-C57C-4B81-8D63-F2FF55E9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E375F-4F5E-474C-B89D-23F6012F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3A9A5-61BC-44DE-9D14-B605CA18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5816535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B931F9-CA8E-4F57-92B7-72F0E3BB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FA0D2-4689-48AE-9875-D741AD7A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B2E85-3872-4342-B6E0-5AD996BC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DA9300-0EA1-405D-9AE8-2FABFFEE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77EBD-E561-4264-916F-34A6B280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719F9-ABD0-4AB9-BFD6-7E623076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987AF-8C57-4FDF-A2BD-D0D4AD35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BB75B-FBB3-4898-B987-5A20A9EE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60CC1-3870-4F81-A59B-C2883E2E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40159-6CDC-427C-95EC-11DAB672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D732E-9173-4253-A324-0D3B6B65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796C8-6331-4233-8A9A-70720048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A00CE-69BD-447A-8552-1D39AA98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B0957-6152-43DB-88A4-9EB0C21A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5E453-9057-48FE-AD67-9ED98F2A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90274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0274D3-B084-417C-8136-EEA5D1D7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4E131-5C22-4DDE-B3CA-67C53288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E1978-3841-4278-8667-B94BE232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428BF-B391-4A6B-9309-628392AD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81D7F-1015-4ECF-9D82-16548689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9A8C3-51B4-45EF-87A3-E22DB4D0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6ECDE-B553-49E3-ABC2-4A3D822F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F2853-0CF7-4A59-826D-91D2A403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0884AA-7903-4A5C-900E-C46B8A79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FA33C-3308-45C2-9022-D0897A5A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EB76B-E151-430A-9BDE-AA99AD3B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10D8A-66D4-45EE-81DD-2A9D56A5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B8ED6-5153-47CF-B806-28D6FF33C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15CC8-1CC9-449A-92C5-EFC17C47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E1609-FFCC-476A-A143-884CF9D2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C4967-E347-4BE1-A71E-E04267D7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6D2F62-521C-47A5-9856-5D395140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03C5FA-8F26-45B0-B753-6A6E6B25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3EB99-242E-40E0-8D9F-3772D7DE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69F9D-8878-4A32-B6A3-1AED7293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02C4E-7DC1-458C-887C-4E984CFC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3FEA73-C8EE-4281-95D2-0D4CD42C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FA7EFD-7C2E-4A4B-8EBA-D2C2C90B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29E397-0F87-4FAD-B81C-AFBEF08F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DD26A-DC26-4CD0-84FC-4250593B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640778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3C9BF6-0CA5-44F2-870C-A2CF8485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60950-1BDA-4E38-9E70-6D5EB17D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1743F-45CE-4DA6-AC4E-908AA6CF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E83B2-3FD0-4D9E-A745-001C7210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BF08CD-F05C-45CA-A2D0-5B65D250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3976F-E28B-4BCF-9571-63753684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304904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98C88-2BD8-4AF6-B35C-4BEA37D8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D925C-7D1A-4270-817F-BB6FF4FB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025148-BDDD-49B0-A85B-9F853F10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FBF99-E2B6-42AB-A633-A975F69F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59E2F-FF6E-488F-81A1-1584626B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9C7ED-4182-42B4-950F-A6451D16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830614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E9222-AA6D-409C-A8FC-39F92814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6E2BB-5DBC-4FC2-8BCD-48175E7B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304A2-ADCA-4344-817E-53C4ECC8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1174A-9BFE-41D0-9A88-2FCD3124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F2524-4880-4665-B9BF-D3E511F9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Analysis of Input and Output Characteristics of...?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B32BE4-CA84-4C89-8061-EE624B19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3406171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B5AE7A-21E0-487F-8619-0D8A47D9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309C6-A966-4E2D-A088-DEC1B418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8D1AB-9DA2-4205-9425-9B119B70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0AF56-9FB2-422E-8B2C-F87F48A5C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C3708-D458-475A-B709-7F9834E1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8484D-9A04-482D-AB60-BC0FFE373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1319007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E1F0B-BFA4-4E38-9A49-88D68672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B3DA9-506B-4E46-B2D6-D53C9F08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C11C5-D801-41D0-84DB-8F671E76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69B3D-2DDD-4C0A-87D6-1A3AB142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AFD5C-9B94-4B89-AC1B-6B77BA19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5D6B9-B87F-4DBB-8134-3C69FCF1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D0F5B-2244-4463-946E-BA58AA16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B91F9-EEEC-4FBA-BB54-0609C3CC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EE9D2A-3126-4846-B840-93D5D809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A5B66-21EF-42FE-B1A6-E8E2CC01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8CDFE-743F-493B-83B4-2630B0F4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B0E7E-13AA-4FD8-B4A0-7D54EBFE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81523-50FB-4FBF-9541-46674ECD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E67C3-4852-4C35-916B-8929ED80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FC33A-0784-4FB0-93BA-2040DBF1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4820D-584C-4BEB-A5DE-E7EA6C70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010033-6CFD-4A15-8888-4CE7D6C8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67518-6392-432D-B9E0-73F2D867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AD824B-CBD3-422C-A2FA-47498B36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DFB8E-98D1-4405-AF3C-B7055ECE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19B910-7667-44D6-BFAC-AFC9DBEB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DF9E4-1C9F-4187-8DEC-56E0C790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B6238-BE0C-4D9A-9CB7-C6CFFB19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76515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2026-08-24T16:02:39.4720000Z</dcterms:created>
  <dcterms:modified xsi:type="dcterms:W3CDTF">2026-08-24T16:02:39.4720000Z</dcterms:modified>
</coreProperties>
</file>