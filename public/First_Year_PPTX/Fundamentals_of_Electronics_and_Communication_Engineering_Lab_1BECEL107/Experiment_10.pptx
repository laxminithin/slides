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344e5cecb4f86" /><Relationship Type="http://schemas.openxmlformats.org/officeDocument/2006/relationships/extended-properties" Target="/docProps/app.xml" Id="R05d1165aa39c4878" /><Relationship Type="http://schemas.openxmlformats.org/officeDocument/2006/relationships/officeDocument" Target="/ppt/presentation.xml" Id="Rea2f57b2e7c8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35cbbcbd640bb"/>
  </p:sldMasterIdLst>
  <p:notesMasterIdLst>
    <p:notesMasterId xmlns:r="http://schemas.openxmlformats.org/officeDocument/2006/relationships" r:id="R42b23dd1b0c748f6"/>
  </p:notesMasterIdLst>
  <p:sldIdLst>
    <p:sldId xmlns:r="http://schemas.openxmlformats.org/officeDocument/2006/relationships" id="256" r:id="Rc6ea6e2bf1e94ec1"/>
    <p:sldId xmlns:r="http://schemas.openxmlformats.org/officeDocument/2006/relationships" id="257" r:id="Ra1f252652d7d4798"/>
    <p:sldId xmlns:r="http://schemas.openxmlformats.org/officeDocument/2006/relationships" id="258" r:id="R01b5f9f027824955"/>
    <p:sldId xmlns:r="http://schemas.openxmlformats.org/officeDocument/2006/relationships" id="259" r:id="R75b7a2e343dc4fbb"/>
    <p:sldId xmlns:r="http://schemas.openxmlformats.org/officeDocument/2006/relationships" id="260" r:id="Raec8b270fbf34b96"/>
    <p:sldId xmlns:r="http://schemas.openxmlformats.org/officeDocument/2006/relationships" id="261" r:id="R46e85fcb7d4c459c"/>
    <p:sldId xmlns:r="http://schemas.openxmlformats.org/officeDocument/2006/relationships" id="262" r:id="Rda6e939fdc144009"/>
    <p:sldId xmlns:r="http://schemas.openxmlformats.org/officeDocument/2006/relationships" id="263" r:id="Rfdbe176d13db447d"/>
    <p:sldId xmlns:r="http://schemas.openxmlformats.org/officeDocument/2006/relationships" id="264" r:id="R6cf1b97ce543431c"/>
    <p:sldId xmlns:r="http://schemas.openxmlformats.org/officeDocument/2006/relationships" id="265" r:id="Rdee387f5980a453d"/>
    <p:sldId xmlns:r="http://schemas.openxmlformats.org/officeDocument/2006/relationships" id="266" r:id="R582bc4feb7864a7b"/>
    <p:sldId xmlns:r="http://schemas.openxmlformats.org/officeDocument/2006/relationships" id="267" r:id="Re86114a3708542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f0710e3464ba4" /><Relationship Type="http://schemas.openxmlformats.org/officeDocument/2006/relationships/slideMaster" Target="/ppt/slideMasters/slideMaster1.xml" Id="Rbe635cbbcbd640bb" /><Relationship Type="http://schemas.openxmlformats.org/officeDocument/2006/relationships/notesMaster" Target="/ppt/notesMasters/notesMaster1.xml" Id="R42b23dd1b0c748f6" /><Relationship Type="http://schemas.openxmlformats.org/officeDocument/2006/relationships/presProps" Target="/ppt/presProps.xml" Id="Re83bdf3fe4d94cd4" /><Relationship Type="http://schemas.openxmlformats.org/officeDocument/2006/relationships/tableStyles" Target="/ppt/tableStyles.xml" Id="R8692165127384b1d" /><Relationship Type="http://schemas.openxmlformats.org/officeDocument/2006/relationships/slide" Target="/ppt/slides/slide1.xml" Id="Rc6ea6e2bf1e94ec1" /><Relationship Type="http://schemas.openxmlformats.org/officeDocument/2006/relationships/slide" Target="/ppt/slides/slide2.xml" Id="Ra1f252652d7d4798" /><Relationship Type="http://schemas.openxmlformats.org/officeDocument/2006/relationships/slide" Target="/ppt/slides/slide3.xml" Id="R01b5f9f027824955" /><Relationship Type="http://schemas.openxmlformats.org/officeDocument/2006/relationships/slide" Target="/ppt/slides/slide4.xml" Id="R75b7a2e343dc4fbb" /><Relationship Type="http://schemas.openxmlformats.org/officeDocument/2006/relationships/slide" Target="/ppt/slides/slide5.xml" Id="Raec8b270fbf34b96" /><Relationship Type="http://schemas.openxmlformats.org/officeDocument/2006/relationships/slide" Target="/ppt/slides/slide6.xml" Id="R46e85fcb7d4c459c" /><Relationship Type="http://schemas.openxmlformats.org/officeDocument/2006/relationships/slide" Target="/ppt/slides/slide7.xml" Id="Rda6e939fdc144009" /><Relationship Type="http://schemas.openxmlformats.org/officeDocument/2006/relationships/slide" Target="/ppt/slides/slide8.xml" Id="Rfdbe176d13db447d" /><Relationship Type="http://schemas.openxmlformats.org/officeDocument/2006/relationships/slide" Target="/ppt/slides/slide9.xml" Id="R6cf1b97ce543431c" /><Relationship Type="http://schemas.openxmlformats.org/officeDocument/2006/relationships/slide" Target="/ppt/slides/slide10.xml" Id="Rdee387f5980a453d" /><Relationship Type="http://schemas.openxmlformats.org/officeDocument/2006/relationships/slide" Target="/ppt/slides/slide11.xml" Id="R582bc4feb7864a7b" /><Relationship Type="http://schemas.openxmlformats.org/officeDocument/2006/relationships/slide" Target="/ppt/slides/slide12.xml" Id="Re86114a37085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44c3840d18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6020016914833" /><Relationship Type="http://schemas.openxmlformats.org/officeDocument/2006/relationships/notesMaster" Target="/ppt/notesMasters/notesMaster1.xml" Id="R4206e8088663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3e94936774967" /><Relationship Type="http://schemas.openxmlformats.org/officeDocument/2006/relationships/notesMaster" Target="/ppt/notesMasters/notesMaster1.xml" Id="R53e8a0d110404c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f52a4ff8b4124" /><Relationship Type="http://schemas.openxmlformats.org/officeDocument/2006/relationships/notesMaster" Target="/ppt/notesMasters/notesMaster1.xml" Id="Ra7b963d61601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562f56e9c4998" /><Relationship Type="http://schemas.openxmlformats.org/officeDocument/2006/relationships/notesMaster" Target="/ppt/notesMasters/notesMaster1.xml" Id="R81a9785240bd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62bee00b745f6" /><Relationship Type="http://schemas.openxmlformats.org/officeDocument/2006/relationships/notesMaster" Target="/ppt/notesMasters/notesMaster1.xml" Id="R41d40f0e2e90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b21c835d04330" /><Relationship Type="http://schemas.openxmlformats.org/officeDocument/2006/relationships/notesMaster" Target="/ppt/notesMasters/notesMaster1.xml" Id="R74d12ee7e262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39bf791284c67" /><Relationship Type="http://schemas.openxmlformats.org/officeDocument/2006/relationships/notesMaster" Target="/ppt/notesMasters/notesMaster1.xml" Id="Rb3ebb614ceb44b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f8688b8594d44" /><Relationship Type="http://schemas.openxmlformats.org/officeDocument/2006/relationships/notesMaster" Target="/ppt/notesMasters/notesMaster1.xml" Id="R000587ef4f8a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616f2031824e7c" /><Relationship Type="http://schemas.openxmlformats.org/officeDocument/2006/relationships/notesMaster" Target="/ppt/notesMasters/notesMaster1.xml" Id="Rc814b5c46dcf4b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7c402c94d340cd" /><Relationship Type="http://schemas.openxmlformats.org/officeDocument/2006/relationships/notesMaster" Target="/ppt/notesMasters/notesMaster1.xml" Id="R34f95486fd1d41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31b40839a34567" /><Relationship Type="http://schemas.openxmlformats.org/officeDocument/2006/relationships/notesMaster" Target="/ppt/notesMasters/notesMaster1.xml" Id="R58f9ad7390cf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ec18e141a4fff" /><Relationship Type="http://schemas.openxmlformats.org/officeDocument/2006/relationships/notesMaster" Target="/ppt/notesMasters/notesMaster1.xml" Id="R371b164b69e9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ee210ce9d45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349e78bc43b2" /><Relationship Type="http://schemas.openxmlformats.org/officeDocument/2006/relationships/slideLayout" Target="/ppt/slideLayouts/slideLayout1.xml" Id="Rc685edb5e999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5edb5e999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f28bec09c4b41" /><Relationship Type="http://schemas.openxmlformats.org/officeDocument/2006/relationships/notesSlide" Target="/ppt/notesSlides/notesSlide1.xml" Id="Re463dd6e2f24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42d18b31483f" /><Relationship Type="http://schemas.openxmlformats.org/officeDocument/2006/relationships/notesSlide" Target="/ppt/notesSlides/notesSlide2.xml" Id="Rb0d374bba271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618b9d354c85" /><Relationship Type="http://schemas.openxmlformats.org/officeDocument/2006/relationships/notesSlide" Target="/ppt/notesSlides/notesSlide3.xml" Id="Rb19d534e06144b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6d3a0629d4c70" /><Relationship Type="http://schemas.openxmlformats.org/officeDocument/2006/relationships/notesSlide" Target="/ppt/notesSlides/notesSlide4.xml" Id="Rf4c73788474447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caf1d63e9488b" /><Relationship Type="http://schemas.openxmlformats.org/officeDocument/2006/relationships/notesSlide" Target="/ppt/notesSlides/notesSlide5.xml" Id="R4505022fa0cb4f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6fc77432441b5" /><Relationship Type="http://schemas.openxmlformats.org/officeDocument/2006/relationships/notesSlide" Target="/ppt/notesSlides/notesSlide6.xml" Id="R1f8f5a6d5f5e47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bf90e34814f1d" /><Relationship Type="http://schemas.openxmlformats.org/officeDocument/2006/relationships/notesSlide" Target="/ppt/notesSlides/notesSlide7.xml" Id="R953a9bf7ffed4e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759fc06e4b46" /><Relationship Type="http://schemas.openxmlformats.org/officeDocument/2006/relationships/notesSlide" Target="/ppt/notesSlides/notesSlide8.xml" Id="Rbb8614da5fe24b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3d49028f74bdc" /><Relationship Type="http://schemas.openxmlformats.org/officeDocument/2006/relationships/notesSlide" Target="/ppt/notesSlides/notesSlide9.xml" Id="R4aafd0a0cc6c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68f4407f548c2" /><Relationship Type="http://schemas.openxmlformats.org/officeDocument/2006/relationships/notesSlide" Target="/ppt/notesSlides/notesSlide10.xml" Id="R15326a6687de4c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af0b2a32e450e" /><Relationship Type="http://schemas.openxmlformats.org/officeDocument/2006/relationships/notesSlide" Target="/ppt/notesSlides/notesSlide11.xml" Id="R9627239b30f744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4b5980dba4300" /><Relationship Type="http://schemas.openxmlformats.org/officeDocument/2006/relationships/notesSlide" Target="/ppt/notesSlides/notesSlide12.xml" Id="R3bd45cc43f6f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E0914-BFCB-41D1-A744-F9E73F4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9C6A3-C218-4296-936B-577B49D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Design and Testing of Integrator and Differentiator Circuits using Op-Amp with W aveform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3F91E-B9B3-4BDC-8243-AAC841A2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C877A-9A32-4E24-96EA-D4F11E3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F485-B077-41D3-A66F-101DFA8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8007C-E0C1-4DB0-BEF8-3E40B5B1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28BD7-A1C2-4A60-A4BF-6CCF426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CD4C9-5448-48E7-BCE4-A31610B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10F6F-FBD7-4E39-957B-A471492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646F1-E47E-4D76-9AF1-DFEB1A0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4B4CA-005C-404A-81F4-59981F9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CC3A6-7805-4990-9FEE-1A82DEAA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423B2-8670-47AC-8C51-434A235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6546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E4151-0A2B-40B1-8F21-E8673C90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BC2F-DF22-4D6B-851F-BADE581E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74E16-5FCE-495A-A0BF-5C8795C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13C7-01F3-49B8-8733-D99160BA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ED175-205F-452B-ABC1-7A6B2172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Design and Testing of Integrator and Differentiator Circuits using Op-Amp with W aveform Analysis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BF4EC-3FE3-4B4F-A9C5-F18D911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56398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5BCBF-370C-46F2-BEA5-0E53194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55DF9-00E9-4A78-BA12-25838DF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A4ED5-E658-4F5F-AEA1-9812598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B8927-D966-46B4-B2F4-FA53A900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4F36-9427-43BA-8EA6-5D1BF7A7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Design and Testing of Integrator and Differentiator Circuits using Op-Amp with....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C5C79-32AE-4F3B-BF21-F6CE72BC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82E45-0BEC-4F02-AB37-0587CC0D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4CD57-6A95-4401-9CCB-FB6EB3B3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F6545-4A0C-4992-B260-A6E0A7EC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1BACC-E011-49AB-AF70-E4EF4FA4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Integrator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765D1-D91A-4FE5-9804-C9BDACF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D68FF-83E3-44A4-A502-925B68D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Differentiator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943AE-65D9-4057-B267-BF04EC7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AD79F-F8E0-4463-8EA3-6D6992A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06BA7-12C8-427E-84F3-BC0D1C0F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7192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C9F73-DC56-438D-B7DC-6AD38C0D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FD87B-5683-4F23-B832-26AA88F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F5BE8-52B2-4B1F-B1EF-06FCA614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FA011-E3C1-404B-B205-ECF09CC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AA9B8-6C06-424E-85A1-5917F68C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5903A-B9E0-4872-BD76-46354F1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18413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C8909-D4FB-4131-A23F-61FCCE1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6B055-58B4-4C26-B296-207083B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2AD75-F71D-40E9-B6A2-12F1550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7EF7A-2CA4-4ABA-8CC1-1E7C96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AB565-AEFF-425B-B231-CB3E9D0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79C68-7BCE-406B-9805-1E75A7B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57345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16937-1045-4657-B44D-01D319E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EAD2F-8ACE-435D-A04A-8E98868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D5AD5-903E-48C8-9D42-2535760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20B5D-46BE-42DF-909D-9D3620D5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FA077-58C7-48E0-90C2-D0B7CAF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A6427-C5E4-4B77-B9A5-DD55A62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3B85-2AD9-4C72-81F3-21172A52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46667-3324-4F3F-BDA4-C782738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9F9F9-D03B-44A0-A5C1-63B23A7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085C-67DF-47BA-8EC5-C182F3A9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5B20A-14A5-4D80-8A4A-48531EC7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A0AA6-8AE9-440E-90F9-89BE264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3D7E3-3E83-4A81-AAF1-5B0504A1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CE612-1391-4B47-86EC-6B4FC74A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378B-C67F-4ECB-8D75-1E5E9501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15893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C9070-651A-4A66-BDC0-F1ED1C4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D521-D96C-48A8-B92B-CF56E19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8EC4-CBEA-46AA-9B69-B28EE2D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F7ED-ABA2-446F-B5C6-0E82239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AF5B0-45B3-4F8E-AF2A-2ACF6EF1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EF2AD-B391-4D03-9208-542840B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569DB-3E47-449F-9F5E-4EE578AA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9225A-3AED-49BC-8F58-F424287C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D2DBC-8516-41D5-A814-97D4730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14291-3FD3-4936-8672-7B73ECC9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6B65-2EF8-436A-8E23-82A1B42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685E2-4E5A-48A0-96BB-2BE2909E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776CB-E72C-4F85-B3A9-0023CDE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E6826-63C4-4EE5-9FBE-A59CAE6F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620F8-4BB3-4A9A-9CA7-42A2306D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10195-D13B-4556-B8F1-9CECBEA7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BA836-1E02-48A5-BA3E-A55FC21D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30A4F-D0FC-436D-8B39-F3DDEA7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5F4F8-FEF8-48F6-9EE8-767B09D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0D835-48D7-478C-8A13-CB33B4E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B316D-5B26-49FD-B637-18E5F64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D0B53-B308-4903-9A54-22FE635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CE93B-6589-4877-A8D9-05147F90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B643A-AFA8-41E0-A525-68F3CF1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C0F84-3B55-4BD9-BDBD-1CC6E42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21329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AB0A0-300C-4E1A-A97A-CD31A0A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6257-708B-464E-86EE-4D0F7BB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758E-8DF6-4EC5-9DAD-6002329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9CD5B-2284-4161-A017-2DAE6E9F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46C01-4556-48B5-A9A5-6EED93F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28E44-4A03-47B5-8686-718126E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79738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118A5-E9F3-42BF-8C97-59975A1A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9333-CD5E-4266-9F86-E2A4AB5C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F3DE3-172E-46D3-9584-DE09E15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2D100-8A7C-4075-99A7-0BC32E78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1A7D8-5BFC-4DD2-A473-A4791BA8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7ADF6-5439-4500-BD01-395992C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02752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85B3A-61C0-4337-803E-E0E9C7D3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2820A-1126-4D8F-8C3F-834CF138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5BD89-1E5B-45F4-B9DF-59CABFEB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05C3-22A5-4DED-AFCC-CB3FE458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CBF82-0537-45F7-AE0F-98D1AF1D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Design and Testing of Integrator and Differenti...?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BD7A8-DD95-4FD0-A44C-5620EB5E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884224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6F9B4-C774-43BE-A2A2-592BEA2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51987-FB19-46E9-AF02-030481EB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7C4C0-C83C-4714-8D96-960D24E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16B98-4138-4999-AB3E-8990D00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E6B32-F3C9-427E-8954-3EA6B18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2D4E9-4829-484A-BD68-19E8BE19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90061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FB277-1F50-4C44-BF93-7B84E3A8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D20B9-1A22-42FF-ADFA-5913F1F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ADFC8-99BE-4BBB-BDA3-BCC34D9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CF10-D993-4D7E-A05A-AF5AD8A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BEABA-724A-4A9D-9093-943BBE3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CAD6B-E006-4339-AAB4-40AABA7F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E71C5-B9CB-42A5-805B-72A24D4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3CA7A-E92C-4199-ADAC-46732CF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09EC3-AD17-485C-B806-6CFC504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E9753-6CA2-4D54-AC06-1CFCF10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99F1-DC0C-4407-B95B-B39D33DC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A40E3-C705-43F7-8FEA-D9697AB1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3D420-A424-43F7-BB0F-9218785A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32F48-F27C-4138-B702-D6D0A41C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411D2-3A60-498D-A076-B14CEDF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6A49A-DD2B-4A15-B67C-68AD636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C445F-D2CA-4208-A8B8-B0F019FB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E72A8-2C93-446B-96CE-ACF09F2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FC35A-9AB3-48CB-89E1-41DADE3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5980F-AA34-4E6C-9CA5-570F77C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C60AD-8D6C-4364-BA12-DA764A3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58C5E-5D88-4674-8609-CE7F65D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3624F-E5AF-42A7-8191-4394666E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6300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2026-08-24T16:02:39.8770000Z</dcterms:created>
  <dcterms:modified xsi:type="dcterms:W3CDTF">2026-08-24T16:02:39.8770000Z</dcterms:modified>
</coreProperties>
</file>