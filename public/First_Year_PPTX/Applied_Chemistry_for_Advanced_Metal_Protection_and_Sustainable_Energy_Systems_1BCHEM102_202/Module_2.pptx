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9e72f64d7433f" /><Relationship Type="http://schemas.openxmlformats.org/officeDocument/2006/relationships/extended-properties" Target="/docProps/app.xml" Id="R047cdd959f2146d0" /><Relationship Type="http://schemas.openxmlformats.org/officeDocument/2006/relationships/officeDocument" Target="/ppt/presentation.xml" Id="R67b332eeebb74a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d2a9783dc4126"/>
  </p:sldMasterIdLst>
  <p:notesMasterIdLst>
    <p:notesMasterId xmlns:r="http://schemas.openxmlformats.org/officeDocument/2006/relationships" r:id="Rfc85f10f145f40ba"/>
  </p:notesMasterIdLst>
  <p:sldIdLst>
    <p:sldId xmlns:r="http://schemas.openxmlformats.org/officeDocument/2006/relationships" id="256" r:id="R2cc103e309a64b0e"/>
    <p:sldId xmlns:r="http://schemas.openxmlformats.org/officeDocument/2006/relationships" id="257" r:id="R1e12fbac4d5b44b1"/>
    <p:sldId xmlns:r="http://schemas.openxmlformats.org/officeDocument/2006/relationships" id="258" r:id="R676c42178ae94841"/>
    <p:sldId xmlns:r="http://schemas.openxmlformats.org/officeDocument/2006/relationships" id="259" r:id="R8dbcbed8931049ef"/>
    <p:sldId xmlns:r="http://schemas.openxmlformats.org/officeDocument/2006/relationships" id="260" r:id="R4cd28d1176d54f36"/>
    <p:sldId xmlns:r="http://schemas.openxmlformats.org/officeDocument/2006/relationships" id="261" r:id="R3968885ecf664b42"/>
    <p:sldId xmlns:r="http://schemas.openxmlformats.org/officeDocument/2006/relationships" id="262" r:id="Rd852870d042c4084"/>
    <p:sldId xmlns:r="http://schemas.openxmlformats.org/officeDocument/2006/relationships" id="263" r:id="R3831772f470145b0"/>
    <p:sldId xmlns:r="http://schemas.openxmlformats.org/officeDocument/2006/relationships" id="264" r:id="Rf4683b842bb54cd9"/>
    <p:sldId xmlns:r="http://schemas.openxmlformats.org/officeDocument/2006/relationships" id="265" r:id="Rdcb326f2f0764751"/>
    <p:sldId xmlns:r="http://schemas.openxmlformats.org/officeDocument/2006/relationships" id="266" r:id="R1dd31f9063274f5e"/>
    <p:sldId xmlns:r="http://schemas.openxmlformats.org/officeDocument/2006/relationships" id="267" r:id="Rc72e6b9d2d964ec0"/>
    <p:sldId xmlns:r="http://schemas.openxmlformats.org/officeDocument/2006/relationships" id="268" r:id="R7d72bc9731b34663"/>
    <p:sldId xmlns:r="http://schemas.openxmlformats.org/officeDocument/2006/relationships" id="269" r:id="R612aab0296bb47fa"/>
    <p:sldId xmlns:r="http://schemas.openxmlformats.org/officeDocument/2006/relationships" id="270" r:id="Rd22a24841c1340ac"/>
    <p:sldId xmlns:r="http://schemas.openxmlformats.org/officeDocument/2006/relationships" id="271" r:id="R9362fd589f624e2e"/>
    <p:sldId xmlns:r="http://schemas.openxmlformats.org/officeDocument/2006/relationships" id="272" r:id="Rfdaea5e0fed64392"/>
    <p:sldId xmlns:r="http://schemas.openxmlformats.org/officeDocument/2006/relationships" id="273" r:id="Rd253a294bbca4391"/>
    <p:sldId xmlns:r="http://schemas.openxmlformats.org/officeDocument/2006/relationships" id="274" r:id="R9e17670fc56b4ad3"/>
    <p:sldId xmlns:r="http://schemas.openxmlformats.org/officeDocument/2006/relationships" id="275" r:id="R99fad628cad74b4e"/>
    <p:sldId xmlns:r="http://schemas.openxmlformats.org/officeDocument/2006/relationships" id="276" r:id="R20f4aa1fd55a46bf"/>
    <p:sldId xmlns:r="http://schemas.openxmlformats.org/officeDocument/2006/relationships" id="277" r:id="Rbf11db0af72e4390"/>
    <p:sldId xmlns:r="http://schemas.openxmlformats.org/officeDocument/2006/relationships" id="278" r:id="R7579d53255754a36"/>
    <p:sldId xmlns:r="http://schemas.openxmlformats.org/officeDocument/2006/relationships" id="279" r:id="Ra2db030c7f744c41"/>
    <p:sldId xmlns:r="http://schemas.openxmlformats.org/officeDocument/2006/relationships" id="280" r:id="R217cec21f5584991"/>
    <p:sldId xmlns:r="http://schemas.openxmlformats.org/officeDocument/2006/relationships" id="281" r:id="R4b6a8d526edd44be"/>
    <p:sldId xmlns:r="http://schemas.openxmlformats.org/officeDocument/2006/relationships" id="282" r:id="R811524039998407e"/>
    <p:sldId xmlns:r="http://schemas.openxmlformats.org/officeDocument/2006/relationships" id="283" r:id="Rd8ebb95351b24db6"/>
    <p:sldId xmlns:r="http://schemas.openxmlformats.org/officeDocument/2006/relationships" id="284" r:id="Recf9ef8747dc4b32"/>
    <p:sldId xmlns:r="http://schemas.openxmlformats.org/officeDocument/2006/relationships" id="285" r:id="Reb1f111bf5604130"/>
    <p:sldId xmlns:r="http://schemas.openxmlformats.org/officeDocument/2006/relationships" id="286" r:id="Rf22ed6c5232848c1"/>
    <p:sldId xmlns:r="http://schemas.openxmlformats.org/officeDocument/2006/relationships" id="287" r:id="R21770dd97c9d42de"/>
    <p:sldId xmlns:r="http://schemas.openxmlformats.org/officeDocument/2006/relationships" id="288" r:id="Rd99d1b4c30544837"/>
    <p:sldId xmlns:r="http://schemas.openxmlformats.org/officeDocument/2006/relationships" id="289" r:id="R0234f088aed9481c"/>
    <p:sldId xmlns:r="http://schemas.openxmlformats.org/officeDocument/2006/relationships" id="290" r:id="Re26591d322524ab8"/>
    <p:sldId xmlns:r="http://schemas.openxmlformats.org/officeDocument/2006/relationships" id="291" r:id="R01d39ee0988d491e"/>
    <p:sldId xmlns:r="http://schemas.openxmlformats.org/officeDocument/2006/relationships" id="292" r:id="R7e8765e573c44024"/>
    <p:sldId xmlns:r="http://schemas.openxmlformats.org/officeDocument/2006/relationships" id="293" r:id="R88f55b05e98b44ec"/>
    <p:sldId xmlns:r="http://schemas.openxmlformats.org/officeDocument/2006/relationships" id="294" r:id="R9fc952bf07294f05"/>
    <p:sldId xmlns:r="http://schemas.openxmlformats.org/officeDocument/2006/relationships" id="295" r:id="R7c7a575413b643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dec62e0754cf6" /><Relationship Type="http://schemas.openxmlformats.org/officeDocument/2006/relationships/slideMaster" Target="/ppt/slideMasters/slideMaster1.xml" Id="R248d2a9783dc4126" /><Relationship Type="http://schemas.openxmlformats.org/officeDocument/2006/relationships/notesMaster" Target="/ppt/notesMasters/notesMaster1.xml" Id="Rfc85f10f145f40ba" /><Relationship Type="http://schemas.openxmlformats.org/officeDocument/2006/relationships/presProps" Target="/ppt/presProps.xml" Id="R12d682cc0ea3405f" /><Relationship Type="http://schemas.openxmlformats.org/officeDocument/2006/relationships/tableStyles" Target="/ppt/tableStyles.xml" Id="R1f5f90b773334f4f" /><Relationship Type="http://schemas.openxmlformats.org/officeDocument/2006/relationships/slide" Target="/ppt/slides/slide1.xml" Id="R2cc103e309a64b0e" /><Relationship Type="http://schemas.openxmlformats.org/officeDocument/2006/relationships/slide" Target="/ppt/slides/slide2.xml" Id="R1e12fbac4d5b44b1" /><Relationship Type="http://schemas.openxmlformats.org/officeDocument/2006/relationships/slide" Target="/ppt/slides/slide3.xml" Id="R676c42178ae94841" /><Relationship Type="http://schemas.openxmlformats.org/officeDocument/2006/relationships/slide" Target="/ppt/slides/slide4.xml" Id="R8dbcbed8931049ef" /><Relationship Type="http://schemas.openxmlformats.org/officeDocument/2006/relationships/slide" Target="/ppt/slides/slide5.xml" Id="R4cd28d1176d54f36" /><Relationship Type="http://schemas.openxmlformats.org/officeDocument/2006/relationships/slide" Target="/ppt/slides/slide6.xml" Id="R3968885ecf664b42" /><Relationship Type="http://schemas.openxmlformats.org/officeDocument/2006/relationships/slide" Target="/ppt/slides/slide7.xml" Id="Rd852870d042c4084" /><Relationship Type="http://schemas.openxmlformats.org/officeDocument/2006/relationships/slide" Target="/ppt/slides/slide8.xml" Id="R3831772f470145b0" /><Relationship Type="http://schemas.openxmlformats.org/officeDocument/2006/relationships/slide" Target="/ppt/slides/slide9.xml" Id="Rf4683b842bb54cd9" /><Relationship Type="http://schemas.openxmlformats.org/officeDocument/2006/relationships/slide" Target="/ppt/slides/slide10.xml" Id="Rdcb326f2f0764751" /><Relationship Type="http://schemas.openxmlformats.org/officeDocument/2006/relationships/slide" Target="/ppt/slides/slide11.xml" Id="R1dd31f9063274f5e" /><Relationship Type="http://schemas.openxmlformats.org/officeDocument/2006/relationships/slide" Target="/ppt/slides/slide12.xml" Id="Rc72e6b9d2d964ec0" /><Relationship Type="http://schemas.openxmlformats.org/officeDocument/2006/relationships/slide" Target="/ppt/slides/slide13.xml" Id="R7d72bc9731b34663" /><Relationship Type="http://schemas.openxmlformats.org/officeDocument/2006/relationships/slide" Target="/ppt/slides/slide14.xml" Id="R612aab0296bb47fa" /><Relationship Type="http://schemas.openxmlformats.org/officeDocument/2006/relationships/slide" Target="/ppt/slides/slide15.xml" Id="Rd22a24841c1340ac" /><Relationship Type="http://schemas.openxmlformats.org/officeDocument/2006/relationships/slide" Target="/ppt/slides/slide16.xml" Id="R9362fd589f624e2e" /><Relationship Type="http://schemas.openxmlformats.org/officeDocument/2006/relationships/slide" Target="/ppt/slides/slide17.xml" Id="Rfdaea5e0fed64392" /><Relationship Type="http://schemas.openxmlformats.org/officeDocument/2006/relationships/slide" Target="/ppt/slides/slide18.xml" Id="Rd253a294bbca4391" /><Relationship Type="http://schemas.openxmlformats.org/officeDocument/2006/relationships/slide" Target="/ppt/slides/slide19.xml" Id="R9e17670fc56b4ad3" /><Relationship Type="http://schemas.openxmlformats.org/officeDocument/2006/relationships/slide" Target="/ppt/slides/slide20.xml" Id="R99fad628cad74b4e" /><Relationship Type="http://schemas.openxmlformats.org/officeDocument/2006/relationships/slide" Target="/ppt/slides/slide21.xml" Id="R20f4aa1fd55a46bf" /><Relationship Type="http://schemas.openxmlformats.org/officeDocument/2006/relationships/slide" Target="/ppt/slides/slide22.xml" Id="Rbf11db0af72e4390" /><Relationship Type="http://schemas.openxmlformats.org/officeDocument/2006/relationships/slide" Target="/ppt/slides/slide23.xml" Id="R7579d53255754a36" /><Relationship Type="http://schemas.openxmlformats.org/officeDocument/2006/relationships/slide" Target="/ppt/slides/slide24.xml" Id="Ra2db030c7f744c41" /><Relationship Type="http://schemas.openxmlformats.org/officeDocument/2006/relationships/slide" Target="/ppt/slides/slide25.xml" Id="R217cec21f5584991" /><Relationship Type="http://schemas.openxmlformats.org/officeDocument/2006/relationships/slide" Target="/ppt/slides/slide26.xml" Id="R4b6a8d526edd44be" /><Relationship Type="http://schemas.openxmlformats.org/officeDocument/2006/relationships/slide" Target="/ppt/slides/slide27.xml" Id="R811524039998407e" /><Relationship Type="http://schemas.openxmlformats.org/officeDocument/2006/relationships/slide" Target="/ppt/slides/slide28.xml" Id="Rd8ebb95351b24db6" /><Relationship Type="http://schemas.openxmlformats.org/officeDocument/2006/relationships/slide" Target="/ppt/slides/slide29.xml" Id="Recf9ef8747dc4b32" /><Relationship Type="http://schemas.openxmlformats.org/officeDocument/2006/relationships/slide" Target="/ppt/slides/slide30.xml" Id="Reb1f111bf5604130" /><Relationship Type="http://schemas.openxmlformats.org/officeDocument/2006/relationships/slide" Target="/ppt/slides/slide31.xml" Id="Rf22ed6c5232848c1" /><Relationship Type="http://schemas.openxmlformats.org/officeDocument/2006/relationships/slide" Target="/ppt/slides/slide32.xml" Id="R21770dd97c9d42de" /><Relationship Type="http://schemas.openxmlformats.org/officeDocument/2006/relationships/slide" Target="/ppt/slides/slide33.xml" Id="Rd99d1b4c30544837" /><Relationship Type="http://schemas.openxmlformats.org/officeDocument/2006/relationships/slide" Target="/ppt/slides/slide34.xml" Id="R0234f088aed9481c" /><Relationship Type="http://schemas.openxmlformats.org/officeDocument/2006/relationships/slide" Target="/ppt/slides/slide35.xml" Id="Re26591d322524ab8" /><Relationship Type="http://schemas.openxmlformats.org/officeDocument/2006/relationships/slide" Target="/ppt/slides/slide36.xml" Id="R01d39ee0988d491e" /><Relationship Type="http://schemas.openxmlformats.org/officeDocument/2006/relationships/slide" Target="/ppt/slides/slide37.xml" Id="R7e8765e573c44024" /><Relationship Type="http://schemas.openxmlformats.org/officeDocument/2006/relationships/slide" Target="/ppt/slides/slide38.xml" Id="R88f55b05e98b44ec" /><Relationship Type="http://schemas.openxmlformats.org/officeDocument/2006/relationships/slide" Target="/ppt/slides/slide39.xml" Id="R9fc952bf07294f05" /><Relationship Type="http://schemas.openxmlformats.org/officeDocument/2006/relationships/slide" Target="/ppt/slides/slide40.xml" Id="R7c7a575413b6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661907b264d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313d6985946e9" /><Relationship Type="http://schemas.openxmlformats.org/officeDocument/2006/relationships/notesMaster" Target="/ppt/notesMasters/notesMaster1.xml" Id="R2c297304e7b745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0b8ab0b1b4d50" /><Relationship Type="http://schemas.openxmlformats.org/officeDocument/2006/relationships/notesMaster" Target="/ppt/notesMasters/notesMaster1.xml" Id="R314b15e3964b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4de702b895456f" /><Relationship Type="http://schemas.openxmlformats.org/officeDocument/2006/relationships/notesMaster" Target="/ppt/notesMasters/notesMaster1.xml" Id="R5322de052bd34d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eaf27a5d864c8d" /><Relationship Type="http://schemas.openxmlformats.org/officeDocument/2006/relationships/notesMaster" Target="/ppt/notesMasters/notesMaster1.xml" Id="R00916f5d0ea8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94cde9cc9f4eb4" /><Relationship Type="http://schemas.openxmlformats.org/officeDocument/2006/relationships/notesMaster" Target="/ppt/notesMasters/notesMaster1.xml" Id="Rfa569e16f1cf45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9ddd9ec2844e6a" /><Relationship Type="http://schemas.openxmlformats.org/officeDocument/2006/relationships/notesMaster" Target="/ppt/notesMasters/notesMaster1.xml" Id="R860bad0b64664e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3296f178d431a" /><Relationship Type="http://schemas.openxmlformats.org/officeDocument/2006/relationships/notesMaster" Target="/ppt/notesMasters/notesMaster1.xml" Id="Rb56cfdc3cb1244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a04c113c724bab" /><Relationship Type="http://schemas.openxmlformats.org/officeDocument/2006/relationships/notesMaster" Target="/ppt/notesMasters/notesMaster1.xml" Id="R38232c650601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d9a73a7bc4f2a" /><Relationship Type="http://schemas.openxmlformats.org/officeDocument/2006/relationships/notesMaster" Target="/ppt/notesMasters/notesMaster1.xml" Id="R3d1b04785f9146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f0b26d4fe4395" /><Relationship Type="http://schemas.openxmlformats.org/officeDocument/2006/relationships/notesMaster" Target="/ppt/notesMasters/notesMaster1.xml" Id="Rb260b2edef1649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a056e4992b4580" /><Relationship Type="http://schemas.openxmlformats.org/officeDocument/2006/relationships/notesMaster" Target="/ppt/notesMasters/notesMaster1.xml" Id="R2eabd7f21afe4f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243349edec4959" /><Relationship Type="http://schemas.openxmlformats.org/officeDocument/2006/relationships/notesMaster" Target="/ppt/notesMasters/notesMaster1.xml" Id="R6171000ab4ba4a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0393e338cf4282" /><Relationship Type="http://schemas.openxmlformats.org/officeDocument/2006/relationships/notesMaster" Target="/ppt/notesMasters/notesMaster1.xml" Id="Rebaf70ac29b541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1caddba7e7430f" /><Relationship Type="http://schemas.openxmlformats.org/officeDocument/2006/relationships/notesMaster" Target="/ppt/notesMasters/notesMaster1.xml" Id="R4a9e78af12e741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69d52f04b94fc5" /><Relationship Type="http://schemas.openxmlformats.org/officeDocument/2006/relationships/notesMaster" Target="/ppt/notesMasters/notesMaster1.xml" Id="Rdf60ebfdb77541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21f6ed747c423d" /><Relationship Type="http://schemas.openxmlformats.org/officeDocument/2006/relationships/notesMaster" Target="/ppt/notesMasters/notesMaster1.xml" Id="R477e0d2ac9024c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e7167dd72546b5" /><Relationship Type="http://schemas.openxmlformats.org/officeDocument/2006/relationships/notesMaster" Target="/ppt/notesMasters/notesMaster1.xml" Id="Ra7a936cea7734a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276c8b51584e1f" /><Relationship Type="http://schemas.openxmlformats.org/officeDocument/2006/relationships/notesMaster" Target="/ppt/notesMasters/notesMaster1.xml" Id="R11ff03cb596a48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42b3e0cbfb435c" /><Relationship Type="http://schemas.openxmlformats.org/officeDocument/2006/relationships/notesMaster" Target="/ppt/notesMasters/notesMaster1.xml" Id="R911a6290bb9c44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166b665c3ce4825" /><Relationship Type="http://schemas.openxmlformats.org/officeDocument/2006/relationships/notesMaster" Target="/ppt/notesMasters/notesMaster1.xml" Id="Rd51afec46fbd43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4473e0f59d4449" /><Relationship Type="http://schemas.openxmlformats.org/officeDocument/2006/relationships/notesMaster" Target="/ppt/notesMasters/notesMaster1.xml" Id="Raaa7c6108e5d418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9accc1b5dc426a" /><Relationship Type="http://schemas.openxmlformats.org/officeDocument/2006/relationships/notesMaster" Target="/ppt/notesMasters/notesMaster1.xml" Id="R12c9d8c2962944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cd52af6fe34c9f" /><Relationship Type="http://schemas.openxmlformats.org/officeDocument/2006/relationships/notesMaster" Target="/ppt/notesMasters/notesMaster1.xml" Id="R3180c8d95e8a44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dab83f3453480d" /><Relationship Type="http://schemas.openxmlformats.org/officeDocument/2006/relationships/notesMaster" Target="/ppt/notesMasters/notesMaster1.xml" Id="R03b1bec4eedf4a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a478fb30974b28" /><Relationship Type="http://schemas.openxmlformats.org/officeDocument/2006/relationships/notesMaster" Target="/ppt/notesMasters/notesMaster1.xml" Id="Rb115b94c73cf448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a18cf08950422f" /><Relationship Type="http://schemas.openxmlformats.org/officeDocument/2006/relationships/notesMaster" Target="/ppt/notesMasters/notesMaster1.xml" Id="Raca343fb23a64f2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e8fc9548114702" /><Relationship Type="http://schemas.openxmlformats.org/officeDocument/2006/relationships/notesMaster" Target="/ppt/notesMasters/notesMaster1.xml" Id="R4c49cabf62e948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8402bc228545ba" /><Relationship Type="http://schemas.openxmlformats.org/officeDocument/2006/relationships/notesMaster" Target="/ppt/notesMasters/notesMaster1.xml" Id="Rd48efe9507c140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b69498316a4293" /><Relationship Type="http://schemas.openxmlformats.org/officeDocument/2006/relationships/notesMaster" Target="/ppt/notesMasters/notesMaster1.xml" Id="Rc73792f4ad674eb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c0a359153a24fac" /><Relationship Type="http://schemas.openxmlformats.org/officeDocument/2006/relationships/notesMaster" Target="/ppt/notesMasters/notesMaster1.xml" Id="R84625ac7566d4b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43ffdbf3354c9d" /><Relationship Type="http://schemas.openxmlformats.org/officeDocument/2006/relationships/notesMaster" Target="/ppt/notesMasters/notesMaster1.xml" Id="Rdeb18d5f28484f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282dbd5b1ec4254" /><Relationship Type="http://schemas.openxmlformats.org/officeDocument/2006/relationships/notesMaster" Target="/ppt/notesMasters/notesMaster1.xml" Id="R099b504dcce64d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b90f1e18c8c4cfa" /><Relationship Type="http://schemas.openxmlformats.org/officeDocument/2006/relationships/notesMaster" Target="/ppt/notesMasters/notesMaster1.xml" Id="Rb9655d06dc674e2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138ead80b1a41a6" /><Relationship Type="http://schemas.openxmlformats.org/officeDocument/2006/relationships/notesMaster" Target="/ppt/notesMasters/notesMaster1.xml" Id="R6b58f4a279f147c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d80ac3f8a494218" /><Relationship Type="http://schemas.openxmlformats.org/officeDocument/2006/relationships/notesMaster" Target="/ppt/notesMasters/notesMaster1.xml" Id="R69e6d138e60346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cc509bce8e94f7e" /><Relationship Type="http://schemas.openxmlformats.org/officeDocument/2006/relationships/notesMaster" Target="/ppt/notesMasters/notesMaster1.xml" Id="Rdf5841de3196487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788d3f609c4c79" /><Relationship Type="http://schemas.openxmlformats.org/officeDocument/2006/relationships/notesMaster" Target="/ppt/notesMasters/notesMaster1.xml" Id="R0bed15d65f19496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b0fffc07fc54777" /><Relationship Type="http://schemas.openxmlformats.org/officeDocument/2006/relationships/notesMaster" Target="/ppt/notesMasters/notesMaster1.xml" Id="R88675294c0774c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5dcbee8d8d40c3" /><Relationship Type="http://schemas.openxmlformats.org/officeDocument/2006/relationships/notesMaster" Target="/ppt/notesMasters/notesMaster1.xml" Id="R98243d89c0ff4e1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4377b41b1564ed7" /><Relationship Type="http://schemas.openxmlformats.org/officeDocument/2006/relationships/notesMaster" Target="/ppt/notesMasters/notesMaster1.xml" Id="Rd4feb00b185645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f71e0563146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03cf812d046a7" /><Relationship Type="http://schemas.openxmlformats.org/officeDocument/2006/relationships/slideLayout" Target="/ppt/slideLayouts/slideLayout1.xml" Id="R77928d31e98b44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928d31e98b44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a83f747ee4e66" /><Relationship Type="http://schemas.openxmlformats.org/officeDocument/2006/relationships/notesSlide" Target="/ppt/notesSlides/notesSlide1.xml" Id="Rf9c10e908bae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94ffa1604c35" /><Relationship Type="http://schemas.openxmlformats.org/officeDocument/2006/relationships/notesSlide" Target="/ppt/notesSlides/notesSlide2.xml" Id="R2dd8f8ae7a25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9853e5d6f40cf" /><Relationship Type="http://schemas.openxmlformats.org/officeDocument/2006/relationships/notesSlide" Target="/ppt/notesSlides/notesSlide3.xml" Id="Rc0ff4fe91c0a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599678f1d4e9d" /><Relationship Type="http://schemas.openxmlformats.org/officeDocument/2006/relationships/notesSlide" Target="/ppt/notesSlides/notesSlide4.xml" Id="R416f6708a5a14c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f04cd1204fa7" /><Relationship Type="http://schemas.openxmlformats.org/officeDocument/2006/relationships/notesSlide" Target="/ppt/notesSlides/notesSlide5.xml" Id="R391ff2095f254a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3451d51d24f65" /><Relationship Type="http://schemas.openxmlformats.org/officeDocument/2006/relationships/notesSlide" Target="/ppt/notesSlides/notesSlide6.xml" Id="Re50c7656efa843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a88f8ca0c45eb" /><Relationship Type="http://schemas.openxmlformats.org/officeDocument/2006/relationships/notesSlide" Target="/ppt/notesSlides/notesSlide7.xml" Id="R95fd26435399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d6df3ae664587" /><Relationship Type="http://schemas.openxmlformats.org/officeDocument/2006/relationships/notesSlide" Target="/ppt/notesSlides/notesSlide8.xml" Id="R72fdfe907ac2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f39ce222c4009" /><Relationship Type="http://schemas.openxmlformats.org/officeDocument/2006/relationships/notesSlide" Target="/ppt/notesSlides/notesSlide9.xml" Id="R40b8e6acddbf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71357d58f47b6" /><Relationship Type="http://schemas.openxmlformats.org/officeDocument/2006/relationships/notesSlide" Target="/ppt/notesSlides/notesSlide10.xml" Id="Rf9c983946e7541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233e367fe4c0d" /><Relationship Type="http://schemas.openxmlformats.org/officeDocument/2006/relationships/notesSlide" Target="/ppt/notesSlides/notesSlide11.xml" Id="R14acd0bab94b49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a1607352424d" /><Relationship Type="http://schemas.openxmlformats.org/officeDocument/2006/relationships/notesSlide" Target="/ppt/notesSlides/notesSlide12.xml" Id="R9dd93817112245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4c2c4531e4a02" /><Relationship Type="http://schemas.openxmlformats.org/officeDocument/2006/relationships/notesSlide" Target="/ppt/notesSlides/notesSlide13.xml" Id="R615144c3716944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54d16d53c450c" /><Relationship Type="http://schemas.openxmlformats.org/officeDocument/2006/relationships/notesSlide" Target="/ppt/notesSlides/notesSlide14.xml" Id="Reb74d2109f9042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e98b41d1b446d" /><Relationship Type="http://schemas.openxmlformats.org/officeDocument/2006/relationships/notesSlide" Target="/ppt/notesSlides/notesSlide15.xml" Id="R0ac2eec26ea445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8e5a4f73243e1" /><Relationship Type="http://schemas.openxmlformats.org/officeDocument/2006/relationships/notesSlide" Target="/ppt/notesSlides/notesSlide16.xml" Id="R90b9064ecc964b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8193445c546c7" /><Relationship Type="http://schemas.openxmlformats.org/officeDocument/2006/relationships/notesSlide" Target="/ppt/notesSlides/notesSlide17.xml" Id="R661aac0a20f94f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3ab7b46e94292" /><Relationship Type="http://schemas.openxmlformats.org/officeDocument/2006/relationships/notesSlide" Target="/ppt/notesSlides/notesSlide18.xml" Id="Ra58e41616bb24d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fc891910e4d50" /><Relationship Type="http://schemas.openxmlformats.org/officeDocument/2006/relationships/notesSlide" Target="/ppt/notesSlides/notesSlide19.xml" Id="R8684d7caefe34d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1f0977c744a59" /><Relationship Type="http://schemas.openxmlformats.org/officeDocument/2006/relationships/notesSlide" Target="/ppt/notesSlides/notesSlide20.xml" Id="R23210a44c38041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9d4c7a21a48af" /><Relationship Type="http://schemas.openxmlformats.org/officeDocument/2006/relationships/notesSlide" Target="/ppt/notesSlides/notesSlide21.xml" Id="Re303b7a1a06645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4509ea8e84cf6" /><Relationship Type="http://schemas.openxmlformats.org/officeDocument/2006/relationships/notesSlide" Target="/ppt/notesSlides/notesSlide22.xml" Id="Rdc362525c4cd43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0c6b380b04c2d" /><Relationship Type="http://schemas.openxmlformats.org/officeDocument/2006/relationships/notesSlide" Target="/ppt/notesSlides/notesSlide23.xml" Id="R028b80a1310e47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1aab4b3814b6c" /><Relationship Type="http://schemas.openxmlformats.org/officeDocument/2006/relationships/notesSlide" Target="/ppt/notesSlides/notesSlide24.xml" Id="R0ea6e8eeaff945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d044ca08f4b6a" /><Relationship Type="http://schemas.openxmlformats.org/officeDocument/2006/relationships/notesSlide" Target="/ppt/notesSlides/notesSlide25.xml" Id="R3a4726a0e81a4a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3f7b32fd4383" /><Relationship Type="http://schemas.openxmlformats.org/officeDocument/2006/relationships/notesSlide" Target="/ppt/notesSlides/notesSlide26.xml" Id="R0265290e295248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d8e25909b4fb5" /><Relationship Type="http://schemas.openxmlformats.org/officeDocument/2006/relationships/notesSlide" Target="/ppt/notesSlides/notesSlide27.xml" Id="R55accacd913d4e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ddf3797c54e71" /><Relationship Type="http://schemas.openxmlformats.org/officeDocument/2006/relationships/notesSlide" Target="/ppt/notesSlides/notesSlide28.xml" Id="R3e9349bfeb5348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60f564a34977" /><Relationship Type="http://schemas.openxmlformats.org/officeDocument/2006/relationships/notesSlide" Target="/ppt/notesSlides/notesSlide29.xml" Id="R7cccc9ef93e2438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dce1849944633" /><Relationship Type="http://schemas.openxmlformats.org/officeDocument/2006/relationships/notesSlide" Target="/ppt/notesSlides/notesSlide30.xml" Id="Rc5f441c00c97420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68e69c0a4246" /><Relationship Type="http://schemas.openxmlformats.org/officeDocument/2006/relationships/notesSlide" Target="/ppt/notesSlides/notesSlide31.xml" Id="Rf294a84158854c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d050b8b354eb4" /><Relationship Type="http://schemas.openxmlformats.org/officeDocument/2006/relationships/notesSlide" Target="/ppt/notesSlides/notesSlide32.xml" Id="R03ee349c063f428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a55bfb7344bc3" /><Relationship Type="http://schemas.openxmlformats.org/officeDocument/2006/relationships/notesSlide" Target="/ppt/notesSlides/notesSlide33.xml" Id="R64bc62ceeddb45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d08dd83bd4870" /><Relationship Type="http://schemas.openxmlformats.org/officeDocument/2006/relationships/notesSlide" Target="/ppt/notesSlides/notesSlide34.xml" Id="R470b004532094c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f1b0bb9e64661" /><Relationship Type="http://schemas.openxmlformats.org/officeDocument/2006/relationships/notesSlide" Target="/ppt/notesSlides/notesSlide35.xml" Id="R3eed526401a848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74d1eca654a63" /><Relationship Type="http://schemas.openxmlformats.org/officeDocument/2006/relationships/notesSlide" Target="/ppt/notesSlides/notesSlide36.xml" Id="R8197fb95fb8440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4013770324e0b" /><Relationship Type="http://schemas.openxmlformats.org/officeDocument/2006/relationships/notesSlide" Target="/ppt/notesSlides/notesSlide37.xml" Id="R5d414c966d9f4a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4749752e04ebd" /><Relationship Type="http://schemas.openxmlformats.org/officeDocument/2006/relationships/notesSlide" Target="/ppt/notesSlides/notesSlide38.xml" Id="Reb47ee3fb079442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fd30e24db4e77" /><Relationship Type="http://schemas.openxmlformats.org/officeDocument/2006/relationships/notesSlide" Target="/ppt/notesSlides/notesSlide39.xml" Id="R56fbcd438b4e47c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fb7dca6af4ab6" /><Relationship Type="http://schemas.openxmlformats.org/officeDocument/2006/relationships/notesSlide" Target="/ppt/notesSlides/notesSlide40.xml" Id="Ra09f09aba30540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46677-6914-4E02-9224-1E801C1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0A069-E1FF-472D-A153-6DAD164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Sustainable Fuels Fuels: Introduction, calorific value, determination of calorific value using bomb 's calorimeter, nume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D259-F180-4BF3-9FBA-D05E386F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946CB-F622-438E-86AE-ECB63629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5C8E-B666-4EF1-B91F-3046ACA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4EC43-45D8-4D53-92AE-4283AA96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5B831-AFF1-410E-BDFB-0B0A38C5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60AF2-C62B-4B15-9AA2-7979566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86FEA-E799-4054-90E5-98F2145C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89906-ED17-454E-BEF3-5D223CC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6A0E0-0FE5-487A-9D85-4B57F63F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47A7C-6F20-445F-84BF-AC32386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A0FBD-A1C5-43B2-9AB4-65BE1665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76377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C50BE-AB37-4B87-9E5D-20E9EEC3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4E433-E090-48C8-8299-56FE2B9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AE60B-6786-40CD-81E8-1AD8B5DB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93B88-45B1-40A0-892B-FD16766C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FDD46-9518-4268-9E53-72C52AD3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B8F4A-5B90-402B-8E7A-E1D7017F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94C3-972D-440A-8D0F-1843887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BEFDF-BC6A-4727-B958-C21CEA8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89270-D8A9-4C86-816E-C7259203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E94DD-E6BB-4544-92D4-8922F2BF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881E4-F284-45EF-A2B8-556FEBE7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28501-B52C-4412-AD25-4BD620FE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7E5ED-586D-42D5-8B3E-CB653D96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99D42-6597-4A2F-B7F1-FCD076C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B8C0E-4152-417D-9063-D15EE41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91368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794CB-B61D-4FAC-93B8-DC4994ED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49924-309D-441B-8FA8-806C6E34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9306B-1908-42FA-A068-BB384613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81B1B-0A39-4D01-A49A-C31467C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A72DF-5B24-4E82-83E8-4881567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4F15C-1DD3-4C8A-8FAE-E0A910A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6DB45-B6AE-4C39-B0C2-71B59FFA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93A1D-2B27-4FBA-81B9-1525BAC2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A257F-AFE6-4D97-8FAA-01B4795D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Fuels: Introduction, calorific value, determination of ca...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45DC8-7ADA-43CE-AB65-E1687908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C4122-4A26-42DA-866F-56129438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51BDD-0BE2-42B0-AB28-C9E0C22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Knocking in internal combustion (IC) engines - knocking 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CA94A-83B3-4EED-9BE7-0A59BE84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48FE3-EBFA-4BD1-A9E4-1F567FB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639BB-215C-477F-AF52-29E7E67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Anti-knocking agents - methyl tertiary butyl ether (MTBE)...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CF49-4D4D-45FD-98CC-BE17090A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F2EF6-8A8D-4B7F-87F2-DBD7FC15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612F9-A655-4163-8727-798BC25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Importance of octane and cetane rating of fuel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E9CF1-0EB7-4914-B43A-CEC2912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4C0A3-6965-4AEF-8A37-809314D1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63DDE-8261-4EF6-90D4-CA30BB2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Fuels: Introduction, power alcohol - properties, applicat...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D4513-461E-4F63-BB46-B8CCE180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25A6B-E2B0-4D8C-9600-FAC8D2DA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96CF5-9FCC-4717-A86B-D0806D0D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Production of green hydrogen by photocatalytic water spli...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B2597-343F-42CC-AD13-7066875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077AD-28F0-4C94-A161-8FD80976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25623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6407D-E9A1-4E0D-910D-EB05E209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40B13-A9B9-48CD-863A-45378C9A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E63C2-F179-4D46-B0B0-6F801A9C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B18E9-5E09-4FEF-99F5-A79B452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FFB38-387D-42E6-A071-F514401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2C19A-4C97-461B-9F70-097B58E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7E502-1B64-4B58-96AF-1291DC57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8A362-373D-4789-9A18-6315F89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Fuels: Introduction, calorific value, determination of ca...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FFD41-D36B-4C70-990D-EE61DDA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5EEA1-162E-4330-A61A-606E23CF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3331F-7FC2-42B0-B309-44C825C2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Knocking in internal combustion (IC) engines - knocking m...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DA9A3-553E-4F06-8382-4B9528DC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9A6D3-7F0D-44E1-BE3B-BDF9956C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F8FB7-0A1F-410D-8D43-4000F5C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Anti-knocking agents - methyl tertiary butyl ether (MTBE)...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03817-1B46-45F3-A3E0-F49562E4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CC07C-6B76-4690-A5DD-4D37C0C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99FB5-71A4-457F-8FBD-58B218F1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Importance of octane and cetane rating of fuel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448E0-51EE-4705-B998-E8BDDD85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361DA-6C90-4617-B95C-4A2020AE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0079C-0BB3-4A98-89DB-2EBD143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Fuels: Introduction, power alcohol - properties, applicat...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C9E3E-43F5-423C-A897-2D8124E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AB3CC-1A35-400F-A2E5-785DC53C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4336C-0B9F-4BB1-BEF4-1352EE3B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Production of green hydrogen by photocatalytic water spli...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9B181-CD9C-46CC-878E-56F4AAB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6813-DC80-4D8E-858D-6BFF704E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58889-AD94-452C-B4BD-DA2C344C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592357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0DC8B-8421-42AD-AEFF-CC612A6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09289-1454-4917-8128-EA2E7590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25456-7025-4041-BBF3-C912C4D9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76B1-A95A-442B-A447-C6B0A072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FCFB5-6A24-4E3A-82BF-B3C48FB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Sustainable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4DDCF-44C8-413D-BDBA-56FDE72F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33E2A-41F2-4BEA-8229-A44824AF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calorific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35AA4-92B4-4FCF-9848-4FF39F0E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D6F4F-2FDB-4196-9090-291A274F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determination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CC351-D25A-4328-9F0F-973A6872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50832-947A-43B2-8BEF-7B7FEFC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calorimeter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03F34-4406-4B51-B2E3-D579C663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73E4F-B5D2-46F4-9FDC-833703A0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90098-6991-49AD-93CE-6D2AF5E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2D942-E862-4362-AC26-6B4382E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C36D6-3E1D-4DA4-989B-32F41D4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1105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59F81-A946-4511-A546-72513D9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7471B-A711-4B0A-BF34-162B755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00FE3-BE50-46D2-BF64-AD2D8E9C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18A57-CA80-4B27-8892-4702A1D4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D29F3-F965-4EC5-BFC9-BEB316F7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Fuels: Introduction, calorific value, determination of calorific value using bomb 's calorimeter, numerical pro...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13D83-04B1-449A-BD16-1282469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Fuels: Introduction, calorific value, det...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A27E5-FA67-4BC6-95BF-C7D68B5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3262E-8F77-417B-8283-2BA994E6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ADEBD-4CB0-4E88-B648-D229F61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90F02-6B79-4B24-8D2F-595B7206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66F22-7FF9-4337-9373-F1A3195D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C3775-4FC3-433C-BA0C-53E2DC43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E296D-509C-48F3-A867-DD1E301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B8AAC-D8D2-4B34-840B-B1F78448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A8CAF-0FD0-4346-AACC-C38DF590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B9614-4A11-4BD3-89BF-B8C13C69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97622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28604-8267-439B-9B27-C0689340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C0934-09EC-489E-B6EC-95DF13A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E1DE3-91A3-442B-9073-1273FBD9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0D2BC-9BB6-4588-9453-B687D69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AFA23-BB5F-4752-B7C1-C2F77F7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E4F6F-46A8-44EC-ADCC-F48E8D3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5BD25-AE2A-4393-B5FE-245409E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140BE-588C-4F14-BAA0-612B7B11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9D01E-B60D-4A50-A206-6058411F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Fuels:...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A09A1-5864-4030-BFC3-D677EE3D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E3993-FEB7-4E84-A94D-832E9A94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003B2-CA13-4CC7-8937-DE73CD76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Fuels: Introducti...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6BC03-7D7B-46AF-BDB0-5A112FAB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2FA72-6930-451A-AD10-F0090564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6D063-F3CB-4450-8872-69ACD1DD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Fuels: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EC137-C299-49D1-AC0D-7F5F5881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843EA-6514-42E8-96BA-D60B53DA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C84757-CBA2-4C5B-87B2-5EC7B0CA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Fuels: Introdu...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B1E80-6742-41C7-BF18-FED62074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C80D0-FF93-4B4D-A2A9-2DAEC5F0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D0CD9-E034-43CB-84AA-F7AB4F4C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Fuels: Introdu...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CB728-ECB2-4F34-964E-F13ABCB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AD6DC-FAF9-4E2B-9037-D6539AE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94826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87AD0-75F2-49B4-9816-AA699DB0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91297-7637-4024-806C-B8B0FB85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6167A-B475-43F1-AB4E-43547ED3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B57F0-A2FD-4303-9F4D-6225C12C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87B5F-2D41-47DC-853E-ED1A8C4D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16A57-564B-4618-9C57-4B4C25B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55843-B737-4C3B-BC9A-51ECAA45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1D961-54D6-4372-8769-EDDD7B0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6238D-D042-4817-A88E-86B37640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8D98D-5776-4F85-8048-888A518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E8CE2-F055-44F7-A529-C73A1447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9DF7F-E7F4-4988-8603-DADB2732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3FFFF-56A2-48F7-93FF-C34A568E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FC1B4D-3C2C-4262-832B-912540B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C29F9-CB58-4518-BF38-5AD57F6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850147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7288F-2A18-44B4-BAE4-DC92FA7C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77F1C-D315-413F-B747-E460DBB4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E5C0B-088D-4D83-885D-A60DE08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1E9B3-07B5-4CFF-9668-7B1E450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30480-9006-4952-AAA5-8A0F568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4B20D-DE12-4774-AB11-0B59C67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Fuels: Introduction, calorific value, determination of ca...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D5315-B225-47A5-BBB1-72872C6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25D63-5CA1-48C0-A395-E2E7A3D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E8569-A54E-47A2-ADC9-009FEBC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22C41-BF3D-4033-8C43-8B66DA2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ACDE-FA22-4792-BF7E-2258D64C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10508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41A9E-45A7-48D5-8145-D32CF1C2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3BD4A-3A73-4D2F-A8E7-D555305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140CC-64F3-4179-96BF-6EC9A61C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E69C0-7F59-4138-9624-682AA32F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A2A70-D411-4231-9C0A-135645C6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Knocking in internal combustion (IC) engines - knocking mechanism in IC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F5E45-2A6F-486C-8D56-8E9F13B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Knocking in internal combustion (IC) engi...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EBF63-EC7F-4298-B240-8E360DE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92ED-7DCA-47E4-A604-90F80789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469BF-E6D1-4CE3-BDD2-37FF773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F1158-9A09-4D45-B48E-BA53B9EB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4423F-C681-4ADD-BA53-ED6E6E82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B77F0-3481-4D0F-9B45-27BBF7F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3C686-C520-4F0E-8ED2-B65CE2E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A5356-CDF1-4E7E-A522-91E204E2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F3EAB-6289-4C3B-9E1F-BFDFFA7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0FA63-ED00-41C4-9E42-0492E0E3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290586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5782C-4905-45F6-8663-53941D79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AF021-1E88-4B82-8DCE-2EA5E2A2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EACA3-FFD8-45FF-B237-D45D18F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468A-353A-4764-B533-6F4FB71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4D1F1-DE03-414D-AAC0-3C5E8AD1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7CDEC-7720-4BDA-A279-C20202D1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49E8F-2DA4-4B3A-8C37-C10A861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B648A-CD51-4D3E-A3D9-D45065B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910A2-57C8-4A3F-BA2F-567BA5C4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Knockin...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49A3-2DEA-4EEC-A4FC-E762B471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290F-6E01-4B86-9607-2880A522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D0797-DAB7-46B1-93EF-ADEFF23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Knocking in inter...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85899-2BDC-414F-9326-829C9D77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E6C92-8F89-43EA-8ADA-5DA9AB7B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F9697-BDF3-4539-BB50-DB2434F4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Knocking...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D18D4-BEF0-47E6-8501-6C289DBB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69719-3A25-4824-A463-B1CEF1F6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8F11B-EF1A-40CF-90BB-CCEA7C2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Knocking in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ECC17-EBC4-4965-BF87-104FF71E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6F511-24BE-487A-A81A-07650F4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0463C-1020-432E-B9E4-F7E6BD3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Knocking in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AA966-356B-4E36-9236-C2749A5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E9F49-888C-4068-BC8D-470EF197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81593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DD957-6074-4775-BC27-39B9E220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5B1A3-E5F7-4206-8FE4-9A20BB1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E3AAE-F087-4C44-A5C2-CE177515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7C50F-CA1F-4AB4-B517-0D65CE8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9DA9B-EC7E-475D-BA87-1536F85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1D0BB-0C11-43CA-996D-6E316749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848D3-0D88-40EE-992B-40EDB77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F195-58EC-46E5-83E9-11C1FA57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F3E6A-18B4-4B53-943D-6DA79352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A845E-662C-44A1-986A-B915EEF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B0E50-B0CC-4C41-9914-8467CB52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E4643-F963-4EEE-9C14-2A65000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DFFA0-E4E7-4107-8A14-20285E52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0C83F-718E-4FC2-B009-21D949AC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B5A6F-079E-418F-8504-6F65BE8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03914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6607B-0F2C-4AFD-9E91-B865231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663A-2CA5-4C02-8BF9-7CE1823F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E4F9-FB8B-42DB-BA5F-C58C96E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949A5-4729-4474-B276-93FA5BDE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19522-00DD-4DFB-A322-3B730EF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1B378-6C19-4ECB-9735-5A4E8763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Knocking in internal combustion (IC) engines - knocking 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8E51D-532F-4187-AB68-9FE77B3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0730B-8D96-44E1-A6BD-A19367B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AFE51-B431-4A08-9BD9-AE5BB9A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E9BE0-0476-4A90-BB9F-5D603A8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5F485-0DEF-47CC-8A02-404BFAD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338657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A246A-2282-42F6-A233-2BDEF2E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D620-0542-4A65-AB8B-A45B13EC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0D909-AC74-4EB2-AC05-D51A70D2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595C9-7CD9-42C4-8529-F3BB4576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06EE3-7C1F-458D-9206-B8E59D8F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Anti-knocking agents - methyl tertiary butyl ether (MTBE) and ethyl tert-butyl ether (ETBE)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A6683-7B27-44BE-9CDC-E3A1850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Anti-knocking agents - methyl tertiary bu...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22661-F2A4-466B-B638-1F78D4E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6D6FB-69D4-4FA7-9406-B0204F5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8D598-1EA7-42BF-88A6-6DA8EAD9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3916-2220-4D9E-AD2A-D5BE25FF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618A6-CAD4-443E-88AB-B450D330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3039D-57C3-4346-937F-153C2914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3AC22-7B6E-46D6-96A4-B029AD3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C3612-A824-4670-B39E-D51D3AF4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87BE7-F078-4451-A889-98376F2C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50BAF-9FBB-44CE-9EE9-9AC31CB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342258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43314-CCB6-4B19-BDAF-A13A083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F5FCF-74B5-4E97-BBB6-4671E186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8FFF5-8797-41F2-9328-DB05EF5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A5306-2B53-4143-94E7-7AEE4D3C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FDE8A-1296-44D7-99D5-5241FB40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FCD7C-0C96-4626-A09C-87FBA3A1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82867-483C-4785-A89C-9DBB050A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F2843-F0BF-447B-A181-862D4CA2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9839A-DB01-4107-8B78-71716407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Anti-kn...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E9FF1-AF84-4F9D-92D9-5002EEE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51B85-02D4-4091-ACE7-82B7DBD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0A32-07F8-46DE-83BA-11D2625C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Anti-knocking age...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340B2-8057-4F43-8766-CA6EBD0C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92E19-5F6E-4333-9EA3-520C5F39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51F5E-FDFE-49F0-AA59-E5BB6BD9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Anti-kno...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FB884-0F52-4D52-91C5-18D0B1C3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17638-0D3D-43AB-AD83-81AAA5EC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44269-5BCA-4FB2-9ADD-C65C0C3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Anti-knocking...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D52F2-5F9B-4519-8758-D055EEFC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41666-A482-4B95-B79B-A507734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D1FA3-3326-49DA-BC48-AC84293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Anti-knocking...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BD7B8-FDE8-4E28-978F-03808B2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23A70-C040-4F66-BDB5-4E056D7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217165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904D9-0120-4D4A-9EB7-BD158F9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38325-66BC-43A5-8F75-CE73B64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0F87C-A24C-4BA8-AFBC-19DD492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1B7B5-E566-4F90-BD08-F6BE6EA3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2031D-381F-4D64-A9A6-2342701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4AF01-00CA-4F84-B948-42AE9F55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B77E0-F353-4C3E-92A7-21FECAA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4032D-C926-4729-B121-D6A0943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E94E5-1F06-4215-B381-BF8E84A5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620B7-EFDB-4E76-8ECD-C51DA56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63BB3-83E5-4BF1-8BFC-976DB2D5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5D84-0B55-4445-9DEB-96629882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37B9-6FAB-4FD1-B6DD-BE27599C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331A2-1038-420C-9621-AB356B21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E720E-1DEF-487D-9F9C-4D194E45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3838771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BD909-1F6F-415F-923F-F93FC27C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30765-4414-403D-AD32-56EF32A9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DA55F-A90E-42D6-B6CA-06A2095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6CCE0-50E9-438F-AFB0-299971B0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E1F2F-D499-49D5-9DE5-33F14E79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97F64-D83D-456B-8DF2-D76E0EB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Anti-knocking agents - methyl tertiary butyl ether (MTBE)...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75134-D89F-462E-A472-B7E56A8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671E-4A7F-400C-A7EF-738E9F5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A867D-AEC7-4E58-92E4-CE106BDB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27423-7F49-4F5C-A45D-F6DF607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DBC6F-5987-4E37-BD93-AFEE6BA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060480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BAB25-7B5A-41DE-9E30-B7AAE82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758E3-0129-431D-821A-54F3F4D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1372A-3016-44C1-AC0C-B02C3699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6012F-8B42-45F4-8F61-55556EC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D1AF1-949D-4902-85E7-7A7DF27F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Importance of octane and cetane rating of fuel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25ED0-3E52-4883-A3B0-A425606F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Importance of octane and cetane rating of...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21C30-722E-441A-9993-FECE7BE8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5553A-B13B-4EE8-9693-635A850E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EFAAE-0819-45DC-82CF-FF96656E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902F7-E688-40A2-835F-453953D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BBD58-5DD9-4FC2-965E-C79F0F5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A7403-B07F-4E06-A63F-5C89F16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6986A-12C3-47D1-A79F-246026B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E0CD1-1A84-43FF-AD65-19B49E37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55BDA-5E6C-405C-898D-5D85E1F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BB70D-2251-4DE0-8072-5648F41F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510017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90FB26-315C-43EE-B02D-D61E382A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A2E51-5970-4411-A04C-931C7B6A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08BC4-C471-4FEB-B101-EE1B27BE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452CD-4968-4CE5-8EC0-65D0F542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89C52-4DCB-4D52-9D6B-1D0779A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5644A-4B0E-4648-8668-93B11B2E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D5DB4-56A9-4D7E-84A5-B17D5C75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7118D-B558-4E74-9EEA-5548A42D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3ECD3-7B0D-48F4-AAEB-14F8CC3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Importa...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10364-E8E9-4DDB-8BAD-0017E61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07A4A-8551-413F-BD61-744BF10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C289C-67BD-44CE-BE5F-F6ADDFA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Importance of oct...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8A011-7416-4CAB-9A17-685E0B6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30E30-B895-4810-A6E9-0348EAB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31C05-0976-4766-A12B-A7827122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Importan...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7B71E-1C16-4936-87B4-45C4CEAE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959DD-A406-42E3-9B13-A66A95E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312E0-24BE-4969-B0C0-4562E637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Importance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D706F-D7C7-46D9-8BB9-99CE8B6E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30591-CF9E-42AF-AFB9-BF9B9EE1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2BA9A-D9BE-46D5-9899-71CBBDA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Importance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A64CC-8D63-41D4-AB7C-3104CC1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CE415-72E1-439E-940F-4A69BECF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67846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EA724-36A4-47F1-81A0-22BFB775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D407F-DE72-4964-A29F-86292E6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A6C14-B81D-4C95-89D2-C2F1E64B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00709-6A3A-46B1-862B-7A47CE24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22E9E-2897-4A12-828D-C766495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07ACD-F6E3-410C-9E4C-F536D328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03013-A5A3-4194-BACD-87B39DF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7F0CA-7DA2-40FF-B2CA-597285C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57ABB-BD69-475C-BE1C-3F58D06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FF261-CC9F-442B-AC56-1181DFCB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A4872-6571-4EF9-9B91-242A3DE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563EB-F57E-4D98-A295-BF5853B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92584-8C4D-41BC-8134-ADE5B468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CF536-103C-458F-95FE-1374AC6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8C673-BE8F-4B2D-8586-7251FA7D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769506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A7385-23CC-4869-B8E6-60076069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C6F05-2233-4C61-9A3B-F1A585A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70ED5-4ABF-4DB5-B49F-F03E9237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AAF67-1B39-4CE1-8E26-27383FF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D4DB-3CC9-46C1-8C9D-4903BB48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A2BD6-90D4-4E40-9D48-B15DABE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Importance of octane and cetane rating of fuel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AE8FE-56FC-41E1-B075-39892FE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7A373-D574-43BD-806F-054D4EB8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41C06-2983-4BDD-81A1-AF5F5E6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586B9-BB1F-4140-B06D-7BB2394B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35D93-F57D-441E-8369-60213D2E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6968028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5752B-7C89-44C3-9C38-63E82A5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849E3-398B-4CF6-9356-72456B1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0D425-E374-4F42-BE57-B83B9A1B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4ED84-D514-47F4-AD88-A3C98263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04F7C-9C6B-404A-964D-5012F197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Fuels: Introduction, power alcohol - properties, applications and its limitations, biodiesel - synthesis by tra...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CC125-9F84-47EF-9C71-54E4CFD8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Fuels: Introduction, power alcohol - prop...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7A3E3-650F-4723-A180-9524F92A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65938-4779-4E95-B100-F8215330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5CEDB-FBED-47B4-9828-F063826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336E-0CC8-4F33-8D16-FB74C8B5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AE594-E519-4F35-AB8D-9EA0E47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06AC8-F5D8-4DE1-B82C-7020748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93E65-CAF8-4917-BDDC-DDC6EA3E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26834-A7C0-4217-B819-B3CA5C8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172B1-A159-4907-8935-D654B880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7B6E6-8850-43CB-ACF8-2C30053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072755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B8884-681C-4D16-AFA0-BD5CA794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1A388-613C-4C62-9DC4-0D90B18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04614-D65C-4692-BB61-3D22ACE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BDCD-4155-411E-A509-682DE473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55CE6-7D14-4290-9BB5-3487488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1AFCF-5606-4D8A-A99A-0F8AD238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79314-150B-4520-AEE6-D2CFB42B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392F4-D9C2-485B-8A75-616F32A1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46A84-F4E8-40C9-8D2E-8C4DFDFB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Fuels:...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1739E-11A9-4214-B342-0AF884C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2C83B-82FA-44B3-9164-A92FC438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91408-BA31-4AB3-8861-6A3A622E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Fuels: Introducti...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C89D1-B918-4585-A52F-02C6543B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53A7D-7D41-4A69-807C-C0314DDD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11A3A-C864-4A95-887B-ABDBDBD6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Fuels: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7A353-E2DF-42FC-904C-78844B7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8E24A-7322-4548-8DE9-1EF0D1B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EF72C-87B4-4A53-94BE-F28A57AC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Fuels: Introdu...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1231D-DDF3-40C9-8A2F-2906B37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D106A-1F91-4919-AE48-90559EE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1E619C-2A3A-4724-ADA3-83F7D1D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Fuels: Introdu...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3B295-3784-4B50-8C58-EFA5321C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B96F8-04E8-4ABB-9B24-45C5D5FF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33370734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E795D-CC75-40C5-B8B4-4F7A4DAE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67B47-27B7-4C43-A01C-EF0F850F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F8EDC-EC8A-4C10-A055-E9F99DC4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17E20-8765-4E32-B12D-7A076325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E7272-3E7E-4347-AA29-3F13716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C7AB8-7879-4600-87B4-347EF2C3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EDE24-344F-4ED5-9D95-816E868B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45502-BF4A-480A-A144-51E41BE6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A65DE-86C8-476E-93D5-E83B37F3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3207B-2815-4964-BC41-D6F1F5AA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7C159-4591-4AFC-A5AF-2BF4446F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93C0D-7493-4ABF-AE2F-CF795040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B76EE-A694-4B3E-B141-69409DA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6E98D-00FA-40DB-B6BF-6E6F3614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DDA50-E79E-4C43-871E-A6BB413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442851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DF4CF-9516-4710-8F9A-B169E11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0513C-0772-48E0-9B13-067F7F00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B5689-AB33-4673-A75A-17528C2E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1A3FC-B624-497D-8D7E-47DB5C7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4893E-D035-479E-99B4-C0FA770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75448-054D-4967-92DD-D71F363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Fuels: Introduction, power alcohol - properties, applicat...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FD749-6B05-442B-A338-C74E415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56B84-02A0-4911-804F-AE202D2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E27AC-4FDD-4E42-8026-105A8A6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67126-B133-4480-823F-2AF1D34D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A67C6-D787-43B6-B68C-6E25B68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9153754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6E50F-5EF6-4292-BF2B-62F1F4A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E3257-A211-4E5D-A78F-5E110A95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F8C5C-C0D1-4A38-9A97-EF93A82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80F7C-F2C4-42B4-846A-212F764B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6E727-1DAF-4730-B65F-937267A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Production of green hydrogen by photocatalytic water splitting and its advantages, hydrogen storage - introduct...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AD0BC-FA64-4FE6-9BF9-6AFE149A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Production of green hydrogen by photocata...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9F491-380D-40DF-9B77-404DB9CF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6FC25-F483-4DC9-AD24-6BE57000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61E1C-0592-4D4D-B56A-7C1804A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EECAA-AB63-4871-A18D-6DBC2D30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2E5AF-EF88-40F4-BA55-F9B5CF11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BCFD7-E0AB-4FB1-9B0C-7CC598B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F6DB0-96ED-43D6-A9B1-E3E377C1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3BC4B-102B-41AD-85A2-F9EE93F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FAE2E-8FAE-4402-98DD-373AF14A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FD960-031B-4523-B1DD-E1D713F5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7515037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47294-6BEE-4138-9FD5-C00108F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80ED4-D72D-40FE-BD49-94F7B7E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10048-F5FF-424A-B163-B859C5E4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7D29A-9FEA-4626-A401-3C25507C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10AE3-82BA-4968-8700-7EBB79B5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B507D-8A7C-4536-9CA7-CD7F03E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2C62-F6FC-40DE-BE8E-FEB2F99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381C1-BBAE-42A2-A7E8-75D4605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D9F3F-B85A-40BE-9EF0-A3947B4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Product...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AED8A-18C3-49CC-8224-77D529DB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5EBCD-7132-4374-8154-E2EFE3A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A20A4-2495-4031-8080-87056280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Production of gre...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927E7-A1A3-4CF0-8A78-6AD552B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5CC16-7FF2-4A90-92DB-F7DCFD05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91460-0D59-4D67-8BC1-C9147E1B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Producti...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E185B-E26D-41FE-90D3-D8E7072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DBD1D-A69E-4E8C-A9E4-5B6885F0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D82E8-5E35-4684-8A37-B97AC35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Production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81F06-A78E-4406-B64E-840E0132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90836-436B-4F5F-97C5-1EFA99A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FB5A1-66EA-418A-8BAA-1DE5E9C4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Production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D437B-88CB-408D-83FA-0120972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BC5EA-BD4E-4F0A-83A8-D01B9FB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798510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BA7BB-4901-4C37-831C-AA65525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B0041-496F-477F-8169-CF93DBE1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55FA5-D952-4DB5-9D2A-D2741290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CC351-96AC-4D79-B3B7-6FC18C69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6B6D5-0467-4926-8F7B-E524D55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D1FED-2309-418A-B592-92ABD758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D32F2-950E-4789-BAF8-84664EA4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2134C-2489-4893-B48E-C2D4388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20ED6-F621-44E0-94B7-A5F3B2E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B655A-D4F7-4F82-8982-A1A1BB15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D080B-8A7E-413F-A43B-EE5C61A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461C4-CFAD-4389-9BA3-CC74623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A5374-A83D-4618-9588-339675A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164A5-0771-4E92-B3D9-8D88ED3A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A3C82-4825-4161-AD6D-FE5D4C2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6645614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1CE52-7FCF-4250-B948-EE60EF8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DE0C-9B3A-4A59-BEF7-B3A7251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ECFF-505B-4F12-8BF5-EBEEA7C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C7722-AA09-4783-AEA8-B85AC7F0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375D2-8EA0-4452-A0D5-BCDD88A6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FC2AA-A717-4EE1-801F-A196672B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Production of green hydrogen by photocatalytic water spli...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6EACF-EFAE-4FB8-BFBD-C7C28A6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3456D-3993-4B6E-B507-E0A4172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7E1D3-D5B9-4C23-8AAA-770DAD8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6EEA2-3D93-4AEE-B2A0-526C660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73888-63C1-425B-8253-C8F797C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920229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334EA-D9AA-4C38-ABBC-B28C417F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D0201-DFAF-46E9-BA0B-71C44E8F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C8C1C-F3AB-4FD0-A2D8-93D863F3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34A25-F9B3-47F3-AD73-A775510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9D8A0-D1E1-4C4D-A799-A4FC5AC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1540E-900E-4E2E-9988-16315ADA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1067102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78018-04C0-4B8C-A6B9-7B3F66FE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89701-CC36-4148-B532-56B027D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CDF6-80F8-4B4B-BA24-A6ED2598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70B52-A5AE-4AD9-B00C-ACC70721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7F26D-89F5-403F-8165-D4AC8E45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Sustainable: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Fuels: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calorific: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value: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determination: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86FFA-698A-4284-AFE9-BFC99516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72421356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E811E-43A3-4ACB-8231-6D91B632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9697-B579-465A-BDE1-D020D23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229E7-C66D-4BF4-84FB-38798CC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83E4F-3C70-4A80-9360-AAFF480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F6F93-9565-42B3-80D1-BB4C23D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361AB-F594-4701-B29C-5065A8AC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451431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37542-A38D-4467-80F7-08ED377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3A3A4-0DB4-4CA6-8614-B57A0025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6AAE2-B8F5-45F6-8232-FEA6782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F89FA-A587-4980-99F9-F7F5ACC9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72618-1E2C-4D85-8989-5B8EE3DC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39D97-4603-4E71-B138-C4FA86B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95906861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A1000-80E7-4AB9-BF08-304A8F0F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9E738-3A9D-4740-BA0D-8B60FA49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E4502-0576-4868-BF2E-9B476187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4DEB0-38B0-4DA2-A967-DC7D36A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C73D9-7A0D-40E7-9605-D542546B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Fuels: Introduction, calorific value, determination of calorific value...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Knocking in internal combustion (IC) engines - knocking mechanism in 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Anti-knocking agents - methyl tertiary butyl ether (MTBE) and ethyl ter...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Importance of octane and cetane rating of fuel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Fuels: Introduction, power alcohol - properties, applications and its 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B300C-B5C2-4D71-A41F-5D458D1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E0C26-2EEF-4B1A-8F95-934DF7D8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8063A-220D-4978-AF91-4192F442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2224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3F783-A443-4830-982C-462AE2F4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30112-6BB8-480F-9625-19DBC469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Production of green hydrogen by photocataly...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9F14C-0BF1-4E2B-B87C-2507D28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C8AF5-B791-48C2-9ACD-87E15FB6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D0B2F-3461-4B90-A4EF-1D093B54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31C76-E369-4807-A898-804AC6BD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F571-CEF5-40DD-B9E8-D7C3451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213CF-4456-4084-A685-07B817A6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C1CD6-79E0-4986-B7FA-7BF9C1D0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D7518-D5E4-4FDB-A816-A450ADE4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3847E-3160-4245-B906-66ED452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B12DC-01B5-4F1A-92C6-2B9D39A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9FAC3-2BD2-4F36-B372-6CF9528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D50D9-EEB9-430F-88BD-CAD192FA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64747-FB7B-41A9-B67A-C5A8E9B2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73B5-361F-4516-9810-24B2CFB1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0BF56-A7E9-4034-B8EE-308F8FF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B70BD-D7EB-4D40-8781-1D602AC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D0AFC-0BF8-4A8A-B16D-EC8DDCD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89F0E-C00E-4DAA-A942-E55BF577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E122B-4129-4EF0-9FDC-42DCE1AC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F5C72-8120-4D01-A774-C9440FE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89D3F-1614-4FC2-BD68-4FBC52C5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CDB8A-9245-4F0A-8CF0-DFC9C5E2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9FF7C-1143-4645-86C7-2CD7786A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6F077-883A-4066-AC78-63ADA781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57484-8A3D-4A3F-BB36-BD6C9FA7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D6FF4D-E40B-43A6-B929-48C0110C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C7DFA-3EC5-4CA9-A90E-6085A500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92A8BB-1C23-4473-BB00-75BD9307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DD887-3302-4BF0-A882-B2154FC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F9F59-4AAC-4134-8416-DB712E8D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0407731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ADCE1-3E69-468D-966D-6CEB4CD3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7AD41-5311-4149-8EDD-46B835D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Fuels: Introduction, calorific value, deter...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3100E-6A06-4259-AE4F-FE51E04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684DE-8609-47B1-B058-2B1B68C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7E1E4-DBE2-4F6B-80DC-CCE0F094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44298-F16C-414B-A48D-6225F28B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6389B-4BD5-4C86-A651-30A4DCC3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CB05F-099D-4D1B-9541-01543FEF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760EA-B80D-4E68-B823-731304C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A77FE-6751-4506-89CF-46332ED0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421B8-6D1A-4ACA-9464-A8B0709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99182-71CB-4F5F-A66D-4F2933B1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4FB1C-6AF7-4CEE-8A96-71EC093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C3C36-D75F-427B-969C-4D0A1FF0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F93D8-B909-447D-9AA0-A7EFBD10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8E0A1-8F61-4025-8711-08B2184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CA527-B404-48D0-B91A-BB7AC0F0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75BF2-FC6F-4172-B43A-6CC11B9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9DDB7-37D0-4FB6-B6E2-C03D5010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399CC-AD98-433F-ACC8-B0DD1C6B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209A0-5358-4ADA-A398-760FF669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6A5E11-8673-444D-A3CE-F2D1D920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3DC10-CB68-4781-AD73-D93F83EC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DC912-A74E-4F83-A91F-E2364EA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0A3D8-17AF-45E0-8EEC-E8E2182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B3992-DE17-47F2-B6C4-BE8AB0CA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2B212-D13A-4BA4-9B4E-B4C2373C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2159B-F431-4E23-B57A-295E1845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93F22-70C8-49BD-9E8C-E410E76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CFD693-A073-4405-BFF4-76A38920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59D425-FFFE-4E32-94D7-D57ED3EA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19CA8D-E500-497A-9F9A-B5F9813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6801148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B99B8-90B2-4AC0-9FD3-59F91B5B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7A064-4F6E-4ACD-85F1-9687F161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Knocking in internal combustion (IC) engine...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E382E-E24D-4ED6-924C-FA4E985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2285E-4892-43A0-8BDA-8C1C142D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6E98A-B29C-4C70-9140-3D81A31F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DD139-6C89-42BC-AF44-A2980B36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B9AA5-3231-414A-9B77-EA965F2B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AD9A0-7492-4CC2-84E9-BCE620E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82E8C-F764-4D1B-B105-2115589A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03EA5-F9F7-40F8-A316-7CFC40B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2168B-52A5-4C73-B56A-94EE3E07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626CD-A1E0-4D58-AC35-D1100324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5E55D-87F7-480A-9794-1DA99088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9EC9E-815E-44BA-83E4-08B37FC3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302C8-4529-41BD-B3A8-AEDFA83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5F72D-A286-49D3-8E7C-651A6F4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66375-3327-4DF3-8058-4932ED0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D21E9-AD27-4746-9CB0-4267314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199BC-0773-44A1-924A-B809749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6FD41-132B-47A5-9EC7-7E563CB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ABB8A-D7C2-4B23-AA4C-77B8F07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0819F-F535-449D-8B8B-6FA8D149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FDEFB-582C-4FF5-9E31-AEAAFAAE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AB5FB-36AD-4011-95E2-DB99C30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340DB-8917-4A24-9CB1-0475F3B4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CB4C91-6A33-45F7-AD91-C35B29F5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B5030-0AD5-491C-A601-D45A08C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CABB3-F121-46F4-9D84-E50A7BC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81B03-A3A1-44DC-926F-1A3CD0D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5517D-D8ED-46F2-9477-CF9E06D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D0137-84E8-4D4C-B952-0428AE8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8D318-41DF-4654-8B6F-5A5EAD33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4088285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80EEA-F932-48EE-B68A-0FC88E2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2095E-024F-401D-9AD2-67BF7FF9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Anti-knocking agents - methyl tertiary buty...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15FE4-1A8D-49C8-A7D4-A0193D7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BAA01-4523-459E-BB90-5587EA01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EEF3F-F5F8-4B36-BFCA-468E47C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D1D21-946C-4D7E-89EE-DFA89B4B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03BB-9E12-4DE0-AB1A-84C89F90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56CE1-E16B-4FB2-BFF1-2784E55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B8FA2-BA53-4507-B6DC-272EDE5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18F75-7D35-4BB0-931E-4C8FBEE5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67B4A-E011-445E-A551-693A46D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9F551-1017-4168-AA7D-ACA0244E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446FD-7BE6-478F-9921-2A1492B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1AE45-60B6-4FA6-9C2B-F990CAA0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7398F-07FB-42DA-9B75-B0AEAC5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E414A-BB8E-40AB-9FE6-C5B274F2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01B93-6BB6-4D5C-9832-2ED91C5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FEFD3-7D4C-44E0-BAC4-92EC3C5F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3DB9F-421C-482F-B3DF-D4771E97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4E198-AAAD-43D6-B4AE-C734F0F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DBE11-79A6-4493-85D4-13E55BB6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A818F-E1B2-49BD-B8CC-A036D3CB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435F7-C5FF-4134-B296-B07E85B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E8FF8-0394-48D9-B762-C5DAEBB9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2489F-A4F9-4431-BF09-8035E5E2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FA375-0A64-46BE-BD63-FA1839B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914B0-0D31-4B61-A8A0-4BCB0898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BAC32-654C-4F6F-BB51-FA865A84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EE701-6FCF-4810-8401-0D6BFD0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FB2B0-341B-4B18-A8BD-7955F28D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6840A-50D7-4E4D-81C8-95A08E5B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3FA8B-9984-4791-AAD8-26F1008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8083766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34A877-D9B2-43B0-ACEC-8397AAA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79800-1A14-428B-A2C4-4C7AE56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Importance of octane and cetane rating of 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C0685-521F-4024-87E0-0F3A750A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CA9F2-AD61-40B5-AA56-F5DC9AE1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234E-6E59-468B-9585-0EA185EC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B7B85-37B1-4405-8F8A-BD156C74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6B57D-198C-498F-A4F3-EBD778C7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20367-20FE-49CB-AE84-5C96D349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BF57-A404-44D6-A52E-415F250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6B43A-FDF1-4051-9A9D-D375FBC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EE7B5-9923-4B2D-A58E-2F3DA2C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0313D-A909-4AD3-9C5A-59C0C5A7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E90C9-BE39-4431-A5E2-6CCA3CB4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06A9A-2A4C-4AD7-9424-13ADBDA5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98CBC-0DBE-4F12-B60F-A40EEBDB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8F001-D443-4EAD-BA1F-EAEEE5A1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9BF2C-40A9-4654-99CC-D256D66B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A91DC-3A84-4FE0-B8CF-6BEF4E40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46EC6-1F26-46F6-AB3F-02F724B4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F213A-13E3-4AF4-AF10-5A2D2AD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1A1A4-A136-43EC-AA1F-5770F3B2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519E1-B94A-46C8-B997-97E4CD4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6437D-DC97-4C56-A7F1-06A7CFC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2CAF1-1F7E-4D2F-9276-4EDFE039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C1CEE-0433-459B-AD34-E1A5C4F2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A2C38-EA31-43C3-8290-40BEC62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66D6F-8A8E-44C9-BAE0-6380A0F4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36CEF-EF9B-4A62-AFD3-FE8C7430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A17CF-22F9-440B-BEAB-747B7ADD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054DB-49CE-4444-A554-BEA2A48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2B437-1034-4B6C-800E-F9B1AB63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F1B40-C902-4603-BD45-45FFF8F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5832485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C6B82-E9C3-42B3-B4D9-729AEC69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3DF2B-41AD-4F72-81D1-F1ECF7E2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Fuels: Introduction, power alcohol - proper...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FBAC4-3A71-4DE5-8FD7-53F35A5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A3711-41A5-458F-B067-E1ECD0C8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9358D-A454-46A9-9874-C10BA09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08F86-D81C-489C-976E-3AA66AD0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F9D74-0B21-4775-84B2-B68FEC0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8AA6-3413-4E78-A16C-4A706A6D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2971-5B23-4503-9F47-E7819816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B7769-4C3F-4625-B92A-4B27441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02D2B-C4E7-466D-B95A-E866F9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CF27C-4F8E-4E05-91FE-51E37B1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85F9E-ABDE-4CDF-8BE4-38D70FB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B2955-E8AC-4FB5-A2C3-AFAC8F9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CEDD9-5DB7-4573-A70B-97B2C28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B9D46-A537-4421-B112-0210D2BB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E19FA-808C-4E0E-A9E6-FF11420C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C3F2-254A-458C-BB59-9CD481CC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6F4A7-CC2B-475D-9C3A-D94EEF2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5FD96-3B4B-466A-9700-4260C21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8AE31-59CC-42E3-B47D-A03347A9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6CD9F-DAFE-4871-8A34-7E890AF6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86DE8-F874-405C-856F-9A4465D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BFB1B-1780-4CF7-A010-9BBB715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3B965-293A-43FB-A020-935D421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56F19-D31F-495E-9C39-2CCC720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1E345-B2D4-4DD4-818F-451D1FD2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4B86B-BC68-44C0-B7BF-519BCE2C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3ED30-F752-4B69-948C-7D4A82E1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0BD8E-0926-49EA-88F9-E430071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9A3C9-FD86-4C3A-A0C9-899E1CEF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F6046-6DAE-4674-B519-BA093FCD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Applied Chemistry for Advanced Metal Protection and Sustainable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269578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2026-08-24T16:02:33.5130000Z</dcterms:created>
  <dcterms:modified xsi:type="dcterms:W3CDTF">2026-08-24T16:02:33.5130000Z</dcterms:modified>
</coreProperties>
</file>