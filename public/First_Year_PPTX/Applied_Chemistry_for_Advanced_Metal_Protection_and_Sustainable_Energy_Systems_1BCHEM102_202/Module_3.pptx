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20ee33d7d684962" /><Relationship Type="http://schemas.openxmlformats.org/officeDocument/2006/relationships/extended-properties" Target="/docProps/app.xml" Id="Rb6eef75af435436f" /><Relationship Type="http://schemas.openxmlformats.org/officeDocument/2006/relationships/officeDocument" Target="/ppt/presentation.xml" Id="Rb74ff899cb9a418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e6ea887feed42d3"/>
  </p:sldMasterIdLst>
  <p:notesMasterIdLst>
    <p:notesMasterId xmlns:r="http://schemas.openxmlformats.org/officeDocument/2006/relationships" r:id="R55c71e5d19d749e7"/>
  </p:notesMasterIdLst>
  <p:sldIdLst>
    <p:sldId xmlns:r="http://schemas.openxmlformats.org/officeDocument/2006/relationships" id="256" r:id="R20d7c6deeb6e46c3"/>
    <p:sldId xmlns:r="http://schemas.openxmlformats.org/officeDocument/2006/relationships" id="257" r:id="R5ccfd56d4e294ef5"/>
    <p:sldId xmlns:r="http://schemas.openxmlformats.org/officeDocument/2006/relationships" id="258" r:id="R062b55e187bd4c16"/>
    <p:sldId xmlns:r="http://schemas.openxmlformats.org/officeDocument/2006/relationships" id="259" r:id="Rf98ede01d59b4ec8"/>
    <p:sldId xmlns:r="http://schemas.openxmlformats.org/officeDocument/2006/relationships" id="260" r:id="Rfa90e04c471546a2"/>
    <p:sldId xmlns:r="http://schemas.openxmlformats.org/officeDocument/2006/relationships" id="261" r:id="R176fd2a5b68f492d"/>
    <p:sldId xmlns:r="http://schemas.openxmlformats.org/officeDocument/2006/relationships" id="262" r:id="Rbf6aa81a800f4e16"/>
    <p:sldId xmlns:r="http://schemas.openxmlformats.org/officeDocument/2006/relationships" id="263" r:id="R6e4bb76b66ec4379"/>
    <p:sldId xmlns:r="http://schemas.openxmlformats.org/officeDocument/2006/relationships" id="264" r:id="R6535f111db03438f"/>
    <p:sldId xmlns:r="http://schemas.openxmlformats.org/officeDocument/2006/relationships" id="265" r:id="R69250f7c22ff4424"/>
    <p:sldId xmlns:r="http://schemas.openxmlformats.org/officeDocument/2006/relationships" id="266" r:id="Ra1ab3c99620b40fb"/>
    <p:sldId xmlns:r="http://schemas.openxmlformats.org/officeDocument/2006/relationships" id="267" r:id="R169c59256e064d8b"/>
    <p:sldId xmlns:r="http://schemas.openxmlformats.org/officeDocument/2006/relationships" id="268" r:id="R45b28885cfc34b6e"/>
    <p:sldId xmlns:r="http://schemas.openxmlformats.org/officeDocument/2006/relationships" id="269" r:id="R46003a04be5240ca"/>
    <p:sldId xmlns:r="http://schemas.openxmlformats.org/officeDocument/2006/relationships" id="270" r:id="R6b2ddb5f2ba24f84"/>
    <p:sldId xmlns:r="http://schemas.openxmlformats.org/officeDocument/2006/relationships" id="271" r:id="R04664b0d4ce744a2"/>
    <p:sldId xmlns:r="http://schemas.openxmlformats.org/officeDocument/2006/relationships" id="272" r:id="Rb52189bf613f402f"/>
    <p:sldId xmlns:r="http://schemas.openxmlformats.org/officeDocument/2006/relationships" id="273" r:id="R9496d72cba9644de"/>
    <p:sldId xmlns:r="http://schemas.openxmlformats.org/officeDocument/2006/relationships" id="274" r:id="R5e39742743c74d98"/>
    <p:sldId xmlns:r="http://schemas.openxmlformats.org/officeDocument/2006/relationships" id="275" r:id="R2dc33c0839c943d0"/>
    <p:sldId xmlns:r="http://schemas.openxmlformats.org/officeDocument/2006/relationships" id="276" r:id="R217f745894d340f5"/>
    <p:sldId xmlns:r="http://schemas.openxmlformats.org/officeDocument/2006/relationships" id="277" r:id="Raeceaa6845994e9a"/>
    <p:sldId xmlns:r="http://schemas.openxmlformats.org/officeDocument/2006/relationships" id="278" r:id="R2941ef4d0e094d8b"/>
    <p:sldId xmlns:r="http://schemas.openxmlformats.org/officeDocument/2006/relationships" id="279" r:id="Rccdb6bd080d64ed1"/>
    <p:sldId xmlns:r="http://schemas.openxmlformats.org/officeDocument/2006/relationships" id="280" r:id="Rf4e44daf4db547cf"/>
    <p:sldId xmlns:r="http://schemas.openxmlformats.org/officeDocument/2006/relationships" id="281" r:id="Rc3727d4a25c14c7f"/>
    <p:sldId xmlns:r="http://schemas.openxmlformats.org/officeDocument/2006/relationships" id="282" r:id="Rdf9edc5577c44b59"/>
    <p:sldId xmlns:r="http://schemas.openxmlformats.org/officeDocument/2006/relationships" id="283" r:id="Ra2dcfbd0e5a94473"/>
    <p:sldId xmlns:r="http://schemas.openxmlformats.org/officeDocument/2006/relationships" id="284" r:id="R1486e1f5067d4e48"/>
    <p:sldId xmlns:r="http://schemas.openxmlformats.org/officeDocument/2006/relationships" id="285" r:id="R337ebd7cf9014eb0"/>
    <p:sldId xmlns:r="http://schemas.openxmlformats.org/officeDocument/2006/relationships" id="286" r:id="R4fdd328271214442"/>
    <p:sldId xmlns:r="http://schemas.openxmlformats.org/officeDocument/2006/relationships" id="287" r:id="R0c43c0ba2ad24a89"/>
    <p:sldId xmlns:r="http://schemas.openxmlformats.org/officeDocument/2006/relationships" id="288" r:id="Rf485b87fe9c841e8"/>
    <p:sldId xmlns:r="http://schemas.openxmlformats.org/officeDocument/2006/relationships" id="289" r:id="Rfca343bc39e94742"/>
    <p:sldId xmlns:r="http://schemas.openxmlformats.org/officeDocument/2006/relationships" id="290" r:id="R36c794a582114600"/>
    <p:sldId xmlns:r="http://schemas.openxmlformats.org/officeDocument/2006/relationships" id="291" r:id="R9392b69d883d402d"/>
    <p:sldId xmlns:r="http://schemas.openxmlformats.org/officeDocument/2006/relationships" id="292" r:id="Ra83260e5ecd14285"/>
    <p:sldId xmlns:r="http://schemas.openxmlformats.org/officeDocument/2006/relationships" id="293" r:id="Ree31179415024039"/>
    <p:sldId xmlns:r="http://schemas.openxmlformats.org/officeDocument/2006/relationships" id="294" r:id="Rb4a464dcc4094c98"/>
    <p:sldId xmlns:r="http://schemas.openxmlformats.org/officeDocument/2006/relationships" id="295" r:id="R0a104e13bdb64a62"/>
    <p:sldId xmlns:r="http://schemas.openxmlformats.org/officeDocument/2006/relationships" id="296" r:id="R9e8ba4e1856b48c9"/>
    <p:sldId xmlns:r="http://schemas.openxmlformats.org/officeDocument/2006/relationships" id="297" r:id="R8a7f86e705864bf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68f11352c2346dd" /><Relationship Type="http://schemas.openxmlformats.org/officeDocument/2006/relationships/slideMaster" Target="/ppt/slideMasters/slideMaster1.xml" Id="Rbe6ea887feed42d3" /><Relationship Type="http://schemas.openxmlformats.org/officeDocument/2006/relationships/notesMaster" Target="/ppt/notesMasters/notesMaster1.xml" Id="R55c71e5d19d749e7" /><Relationship Type="http://schemas.openxmlformats.org/officeDocument/2006/relationships/presProps" Target="/ppt/presProps.xml" Id="R95f581143bb145ba" /><Relationship Type="http://schemas.openxmlformats.org/officeDocument/2006/relationships/tableStyles" Target="/ppt/tableStyles.xml" Id="R549549a391774041" /><Relationship Type="http://schemas.openxmlformats.org/officeDocument/2006/relationships/slide" Target="/ppt/slides/slide1.xml" Id="R20d7c6deeb6e46c3" /><Relationship Type="http://schemas.openxmlformats.org/officeDocument/2006/relationships/slide" Target="/ppt/slides/slide2.xml" Id="R5ccfd56d4e294ef5" /><Relationship Type="http://schemas.openxmlformats.org/officeDocument/2006/relationships/slide" Target="/ppt/slides/slide3.xml" Id="R062b55e187bd4c16" /><Relationship Type="http://schemas.openxmlformats.org/officeDocument/2006/relationships/slide" Target="/ppt/slides/slide4.xml" Id="Rf98ede01d59b4ec8" /><Relationship Type="http://schemas.openxmlformats.org/officeDocument/2006/relationships/slide" Target="/ppt/slides/slide5.xml" Id="Rfa90e04c471546a2" /><Relationship Type="http://schemas.openxmlformats.org/officeDocument/2006/relationships/slide" Target="/ppt/slides/slide6.xml" Id="R176fd2a5b68f492d" /><Relationship Type="http://schemas.openxmlformats.org/officeDocument/2006/relationships/slide" Target="/ppt/slides/slide7.xml" Id="Rbf6aa81a800f4e16" /><Relationship Type="http://schemas.openxmlformats.org/officeDocument/2006/relationships/slide" Target="/ppt/slides/slide8.xml" Id="R6e4bb76b66ec4379" /><Relationship Type="http://schemas.openxmlformats.org/officeDocument/2006/relationships/slide" Target="/ppt/slides/slide9.xml" Id="R6535f111db03438f" /><Relationship Type="http://schemas.openxmlformats.org/officeDocument/2006/relationships/slide" Target="/ppt/slides/slide10.xml" Id="R69250f7c22ff4424" /><Relationship Type="http://schemas.openxmlformats.org/officeDocument/2006/relationships/slide" Target="/ppt/slides/slide11.xml" Id="Ra1ab3c99620b40fb" /><Relationship Type="http://schemas.openxmlformats.org/officeDocument/2006/relationships/slide" Target="/ppt/slides/slide12.xml" Id="R169c59256e064d8b" /><Relationship Type="http://schemas.openxmlformats.org/officeDocument/2006/relationships/slide" Target="/ppt/slides/slide13.xml" Id="R45b28885cfc34b6e" /><Relationship Type="http://schemas.openxmlformats.org/officeDocument/2006/relationships/slide" Target="/ppt/slides/slide14.xml" Id="R46003a04be5240ca" /><Relationship Type="http://schemas.openxmlformats.org/officeDocument/2006/relationships/slide" Target="/ppt/slides/slide15.xml" Id="R6b2ddb5f2ba24f84" /><Relationship Type="http://schemas.openxmlformats.org/officeDocument/2006/relationships/slide" Target="/ppt/slides/slide16.xml" Id="R04664b0d4ce744a2" /><Relationship Type="http://schemas.openxmlformats.org/officeDocument/2006/relationships/slide" Target="/ppt/slides/slide17.xml" Id="Rb52189bf613f402f" /><Relationship Type="http://schemas.openxmlformats.org/officeDocument/2006/relationships/slide" Target="/ppt/slides/slide18.xml" Id="R9496d72cba9644de" /><Relationship Type="http://schemas.openxmlformats.org/officeDocument/2006/relationships/slide" Target="/ppt/slides/slide19.xml" Id="R5e39742743c74d98" /><Relationship Type="http://schemas.openxmlformats.org/officeDocument/2006/relationships/slide" Target="/ppt/slides/slide20.xml" Id="R2dc33c0839c943d0" /><Relationship Type="http://schemas.openxmlformats.org/officeDocument/2006/relationships/slide" Target="/ppt/slides/slide21.xml" Id="R217f745894d340f5" /><Relationship Type="http://schemas.openxmlformats.org/officeDocument/2006/relationships/slide" Target="/ppt/slides/slide22.xml" Id="Raeceaa6845994e9a" /><Relationship Type="http://schemas.openxmlformats.org/officeDocument/2006/relationships/slide" Target="/ppt/slides/slide23.xml" Id="R2941ef4d0e094d8b" /><Relationship Type="http://schemas.openxmlformats.org/officeDocument/2006/relationships/slide" Target="/ppt/slides/slide24.xml" Id="Rccdb6bd080d64ed1" /><Relationship Type="http://schemas.openxmlformats.org/officeDocument/2006/relationships/slide" Target="/ppt/slides/slide25.xml" Id="Rf4e44daf4db547cf" /><Relationship Type="http://schemas.openxmlformats.org/officeDocument/2006/relationships/slide" Target="/ppt/slides/slide26.xml" Id="Rc3727d4a25c14c7f" /><Relationship Type="http://schemas.openxmlformats.org/officeDocument/2006/relationships/slide" Target="/ppt/slides/slide27.xml" Id="Rdf9edc5577c44b59" /><Relationship Type="http://schemas.openxmlformats.org/officeDocument/2006/relationships/slide" Target="/ppt/slides/slide28.xml" Id="Ra2dcfbd0e5a94473" /><Relationship Type="http://schemas.openxmlformats.org/officeDocument/2006/relationships/slide" Target="/ppt/slides/slide29.xml" Id="R1486e1f5067d4e48" /><Relationship Type="http://schemas.openxmlformats.org/officeDocument/2006/relationships/slide" Target="/ppt/slides/slide30.xml" Id="R337ebd7cf9014eb0" /><Relationship Type="http://schemas.openxmlformats.org/officeDocument/2006/relationships/slide" Target="/ppt/slides/slide31.xml" Id="R4fdd328271214442" /><Relationship Type="http://schemas.openxmlformats.org/officeDocument/2006/relationships/slide" Target="/ppt/slides/slide32.xml" Id="R0c43c0ba2ad24a89" /><Relationship Type="http://schemas.openxmlformats.org/officeDocument/2006/relationships/slide" Target="/ppt/slides/slide33.xml" Id="Rf485b87fe9c841e8" /><Relationship Type="http://schemas.openxmlformats.org/officeDocument/2006/relationships/slide" Target="/ppt/slides/slide34.xml" Id="Rfca343bc39e94742" /><Relationship Type="http://schemas.openxmlformats.org/officeDocument/2006/relationships/slide" Target="/ppt/slides/slide35.xml" Id="R36c794a582114600" /><Relationship Type="http://schemas.openxmlformats.org/officeDocument/2006/relationships/slide" Target="/ppt/slides/slide36.xml" Id="R9392b69d883d402d" /><Relationship Type="http://schemas.openxmlformats.org/officeDocument/2006/relationships/slide" Target="/ppt/slides/slide37.xml" Id="Ra83260e5ecd14285" /><Relationship Type="http://schemas.openxmlformats.org/officeDocument/2006/relationships/slide" Target="/ppt/slides/slide38.xml" Id="Ree31179415024039" /><Relationship Type="http://schemas.openxmlformats.org/officeDocument/2006/relationships/slide" Target="/ppt/slides/slide39.xml" Id="Rb4a464dcc4094c98" /><Relationship Type="http://schemas.openxmlformats.org/officeDocument/2006/relationships/slide" Target="/ppt/slides/slide40.xml" Id="R0a104e13bdb64a62" /><Relationship Type="http://schemas.openxmlformats.org/officeDocument/2006/relationships/slide" Target="/ppt/slides/slide41.xml" Id="R9e8ba4e1856b48c9" /><Relationship Type="http://schemas.openxmlformats.org/officeDocument/2006/relationships/slide" Target="/ppt/slides/slide42.xml" Id="R8a7f86e705864bf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4aaf1eeb69f4ff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2e399b359c94f02" /><Relationship Type="http://schemas.openxmlformats.org/officeDocument/2006/relationships/notesMaster" Target="/ppt/notesMasters/notesMaster1.xml" Id="R8755b4b8537c412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3b0f1bc4b1d4ac0" /><Relationship Type="http://schemas.openxmlformats.org/officeDocument/2006/relationships/notesMaster" Target="/ppt/notesMasters/notesMaster1.xml" Id="Re4352ff86f9a48a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cd682ecc0964d2f" /><Relationship Type="http://schemas.openxmlformats.org/officeDocument/2006/relationships/notesMaster" Target="/ppt/notesMasters/notesMaster1.xml" Id="R98f169b9d3724bc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5ce2040e65f4e11" /><Relationship Type="http://schemas.openxmlformats.org/officeDocument/2006/relationships/notesMaster" Target="/ppt/notesMasters/notesMaster1.xml" Id="R9f25586971264c6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62bd057c4e54425" /><Relationship Type="http://schemas.openxmlformats.org/officeDocument/2006/relationships/notesMaster" Target="/ppt/notesMasters/notesMaster1.xml" Id="Reda286e3d4214f5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ed73f25d2054e1c" /><Relationship Type="http://schemas.openxmlformats.org/officeDocument/2006/relationships/notesMaster" Target="/ppt/notesMasters/notesMaster1.xml" Id="Rb50979b451744a0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60ee3f5855e484e" /><Relationship Type="http://schemas.openxmlformats.org/officeDocument/2006/relationships/notesMaster" Target="/ppt/notesMasters/notesMaster1.xml" Id="R8b73f8e9363b4af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67caa9cc5fe4d5a" /><Relationship Type="http://schemas.openxmlformats.org/officeDocument/2006/relationships/notesMaster" Target="/ppt/notesMasters/notesMaster1.xml" Id="R2116fed7dfb5465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01bd87aa82546b3" /><Relationship Type="http://schemas.openxmlformats.org/officeDocument/2006/relationships/notesMaster" Target="/ppt/notesMasters/notesMaster1.xml" Id="R9d19b6c4e24047f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a12158b6d7e4ae2" /><Relationship Type="http://schemas.openxmlformats.org/officeDocument/2006/relationships/notesMaster" Target="/ppt/notesMasters/notesMaster1.xml" Id="Re1488d6ea47749a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64efab737874cda" /><Relationship Type="http://schemas.openxmlformats.org/officeDocument/2006/relationships/notesMaster" Target="/ppt/notesMasters/notesMaster1.xml" Id="R79d61fa8535e4d1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0a3331e934c44a9" /><Relationship Type="http://schemas.openxmlformats.org/officeDocument/2006/relationships/notesMaster" Target="/ppt/notesMasters/notesMaster1.xml" Id="R084f74d6e92d468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1b5a85f10a64e2d" /><Relationship Type="http://schemas.openxmlformats.org/officeDocument/2006/relationships/notesMaster" Target="/ppt/notesMasters/notesMaster1.xml" Id="R700e63ce59d8496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6e30c93b36b4794" /><Relationship Type="http://schemas.openxmlformats.org/officeDocument/2006/relationships/notesMaster" Target="/ppt/notesMasters/notesMaster1.xml" Id="R6b3e88ebadec492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19cdabbc0334257" /><Relationship Type="http://schemas.openxmlformats.org/officeDocument/2006/relationships/notesMaster" Target="/ppt/notesMasters/notesMaster1.xml" Id="Re216e1b6a8d6460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8d0ad80aa0d45bf" /><Relationship Type="http://schemas.openxmlformats.org/officeDocument/2006/relationships/notesMaster" Target="/ppt/notesMasters/notesMaster1.xml" Id="R553f5d93830d4ed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d5e397ff61d41cb" /><Relationship Type="http://schemas.openxmlformats.org/officeDocument/2006/relationships/notesMaster" Target="/ppt/notesMasters/notesMaster1.xml" Id="R02bcd6b8cd164b1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ed4e3e860224470" /><Relationship Type="http://schemas.openxmlformats.org/officeDocument/2006/relationships/notesMaster" Target="/ppt/notesMasters/notesMaster1.xml" Id="Rd179aa9fc0364b6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44019bba3834201" /><Relationship Type="http://schemas.openxmlformats.org/officeDocument/2006/relationships/notesMaster" Target="/ppt/notesMasters/notesMaster1.xml" Id="R60e4d73be081402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1a247b8079542cb" /><Relationship Type="http://schemas.openxmlformats.org/officeDocument/2006/relationships/notesMaster" Target="/ppt/notesMasters/notesMaster1.xml" Id="Rea3000ca7be84e1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1170f10257e4efe" /><Relationship Type="http://schemas.openxmlformats.org/officeDocument/2006/relationships/notesMaster" Target="/ppt/notesMasters/notesMaster1.xml" Id="Rf5357656f1dd413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e7c6da19fc54b4f" /><Relationship Type="http://schemas.openxmlformats.org/officeDocument/2006/relationships/notesMaster" Target="/ppt/notesMasters/notesMaster1.xml" Id="Rbfd5010528684506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bc850b826bc43d9" /><Relationship Type="http://schemas.openxmlformats.org/officeDocument/2006/relationships/notesMaster" Target="/ppt/notesMasters/notesMaster1.xml" Id="R9ff0d08534794bb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c1226c5fd0754579" /><Relationship Type="http://schemas.openxmlformats.org/officeDocument/2006/relationships/notesMaster" Target="/ppt/notesMasters/notesMaster1.xml" Id="Rb81441b320f14fff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8fc6f74a7b2544a2" /><Relationship Type="http://schemas.openxmlformats.org/officeDocument/2006/relationships/notesMaster" Target="/ppt/notesMasters/notesMaster1.xml" Id="R8e0c33e515f841ef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531c9b2eb22c4524" /><Relationship Type="http://schemas.openxmlformats.org/officeDocument/2006/relationships/notesMaster" Target="/ppt/notesMasters/notesMaster1.xml" Id="Rce349caaf72d406e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7abeda5e3fc44c3a" /><Relationship Type="http://schemas.openxmlformats.org/officeDocument/2006/relationships/notesMaster" Target="/ppt/notesMasters/notesMaster1.xml" Id="R155624f365dd46f8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e856b93c445e47a1" /><Relationship Type="http://schemas.openxmlformats.org/officeDocument/2006/relationships/notesMaster" Target="/ppt/notesMasters/notesMaster1.xml" Id="Rcc1281c236df4852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5d28c29d09924e19" /><Relationship Type="http://schemas.openxmlformats.org/officeDocument/2006/relationships/notesMaster" Target="/ppt/notesMasters/notesMaster1.xml" Id="Rb8bb7299212046ca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85c076983849462d" /><Relationship Type="http://schemas.openxmlformats.org/officeDocument/2006/relationships/notesMaster" Target="/ppt/notesMasters/notesMaster1.xml" Id="R608385a575ee4a3d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3e41d33859184217" /><Relationship Type="http://schemas.openxmlformats.org/officeDocument/2006/relationships/notesMaster" Target="/ppt/notesMasters/notesMaster1.xml" Id="Rfd0183e16f7f4dda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322231b3a24f4d6e" /><Relationship Type="http://schemas.openxmlformats.org/officeDocument/2006/relationships/notesMaster" Target="/ppt/notesMasters/notesMaster1.xml" Id="R2b6ee50d19754e09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49a375b311e84612" /><Relationship Type="http://schemas.openxmlformats.org/officeDocument/2006/relationships/notesMaster" Target="/ppt/notesMasters/notesMaster1.xml" Id="R40bb4549cba44b13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0325c34189384be1" /><Relationship Type="http://schemas.openxmlformats.org/officeDocument/2006/relationships/notesMaster" Target="/ppt/notesMasters/notesMaster1.xml" Id="R23bdd26acada4c34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4727b2b90ef84c25" /><Relationship Type="http://schemas.openxmlformats.org/officeDocument/2006/relationships/notesMaster" Target="/ppt/notesMasters/notesMaster1.xml" Id="Rf65e760431654adf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84d9c86af5844698" /><Relationship Type="http://schemas.openxmlformats.org/officeDocument/2006/relationships/notesMaster" Target="/ppt/notesMasters/notesMaster1.xml" Id="R60a83f873f4f4712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6a3ab765fefb4e38" /><Relationship Type="http://schemas.openxmlformats.org/officeDocument/2006/relationships/notesMaster" Target="/ppt/notesMasters/notesMaster1.xml" Id="Ra39b1333bf154613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9599c2d40dab40aa" /><Relationship Type="http://schemas.openxmlformats.org/officeDocument/2006/relationships/notesMaster" Target="/ppt/notesMasters/notesMaster1.xml" Id="Rd429e1ab9aeb4d13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a3a8c778e5f545fd" /><Relationship Type="http://schemas.openxmlformats.org/officeDocument/2006/relationships/notesMaster" Target="/ppt/notesMasters/notesMaster1.xml" Id="Rcce3fd046ad64332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49c59900f1784045" /><Relationship Type="http://schemas.openxmlformats.org/officeDocument/2006/relationships/notesMaster" Target="/ppt/notesMasters/notesMaster1.xml" Id="Rd38fe6323d7446c9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8d57268b3e004f27" /><Relationship Type="http://schemas.openxmlformats.org/officeDocument/2006/relationships/notesMaster" Target="/ppt/notesMasters/notesMaster1.xml" Id="Rec44a8998b3f4e0f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a1155bb10b654e80" /><Relationship Type="http://schemas.openxmlformats.org/officeDocument/2006/relationships/notesMaster" Target="/ppt/notesMasters/notesMaster1.xml" Id="R029cf1324a764e8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1f1d4e57834f9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44183d0fab146f3" /><Relationship Type="http://schemas.openxmlformats.org/officeDocument/2006/relationships/slideLayout" Target="/ppt/slideLayouts/slideLayout1.xml" Id="Rd038135e3d064cd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038135e3d064cd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3f4f21a20f46aa" /><Relationship Type="http://schemas.openxmlformats.org/officeDocument/2006/relationships/notesSlide" Target="/ppt/notesSlides/notesSlide1.xml" Id="R9a09deb50d664d8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2c7be8fab541ab" /><Relationship Type="http://schemas.openxmlformats.org/officeDocument/2006/relationships/notesSlide" Target="/ppt/notesSlides/notesSlide2.xml" Id="Rbcd72949c4da47e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2c2c39cc3746d7" /><Relationship Type="http://schemas.openxmlformats.org/officeDocument/2006/relationships/notesSlide" Target="/ppt/notesSlides/notesSlide3.xml" Id="R30eac80f38aa43a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a0b94fe2dd4c83" /><Relationship Type="http://schemas.openxmlformats.org/officeDocument/2006/relationships/notesSlide" Target="/ppt/notesSlides/notesSlide4.xml" Id="R660392cf276a439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e43c75f888459e" /><Relationship Type="http://schemas.openxmlformats.org/officeDocument/2006/relationships/notesSlide" Target="/ppt/notesSlides/notesSlide5.xml" Id="R29a00810603b4fa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4b039c2c004bf4" /><Relationship Type="http://schemas.openxmlformats.org/officeDocument/2006/relationships/notesSlide" Target="/ppt/notesSlides/notesSlide6.xml" Id="R39c60bd8b5374d4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7389e8016f4f3a" /><Relationship Type="http://schemas.openxmlformats.org/officeDocument/2006/relationships/notesSlide" Target="/ppt/notesSlides/notesSlide7.xml" Id="Ref05ddf039264f6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863db951ec4aa3" /><Relationship Type="http://schemas.openxmlformats.org/officeDocument/2006/relationships/notesSlide" Target="/ppt/notesSlides/notesSlide8.xml" Id="Rcb8dd2d957a64ed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75d7da5d454d4d" /><Relationship Type="http://schemas.openxmlformats.org/officeDocument/2006/relationships/notesSlide" Target="/ppt/notesSlides/notesSlide9.xml" Id="R86574f6a6322460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1a535dd3094be9" /><Relationship Type="http://schemas.openxmlformats.org/officeDocument/2006/relationships/notesSlide" Target="/ppt/notesSlides/notesSlide10.xml" Id="R9829c1ecfe15481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23e384eef04dd4" /><Relationship Type="http://schemas.openxmlformats.org/officeDocument/2006/relationships/notesSlide" Target="/ppt/notesSlides/notesSlide11.xml" Id="R6693218aa0cd4e2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544f5e1ef0407f" /><Relationship Type="http://schemas.openxmlformats.org/officeDocument/2006/relationships/notesSlide" Target="/ppt/notesSlides/notesSlide12.xml" Id="Rc9513812b1154a1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6d509739954fbb" /><Relationship Type="http://schemas.openxmlformats.org/officeDocument/2006/relationships/notesSlide" Target="/ppt/notesSlides/notesSlide13.xml" Id="R1534b8a14499458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c0a63073fa4333" /><Relationship Type="http://schemas.openxmlformats.org/officeDocument/2006/relationships/notesSlide" Target="/ppt/notesSlides/notesSlide14.xml" Id="R49b792b9f9874ab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e46b5c34ef4022" /><Relationship Type="http://schemas.openxmlformats.org/officeDocument/2006/relationships/notesSlide" Target="/ppt/notesSlides/notesSlide15.xml" Id="Rf174434702d640a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44dff1bdc54cf7" /><Relationship Type="http://schemas.openxmlformats.org/officeDocument/2006/relationships/notesSlide" Target="/ppt/notesSlides/notesSlide16.xml" Id="R4d2125fc42da4a1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e0004370014827" /><Relationship Type="http://schemas.openxmlformats.org/officeDocument/2006/relationships/notesSlide" Target="/ppt/notesSlides/notesSlide17.xml" Id="R2d1ecf0c780c433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40d5911cc84f6a" /><Relationship Type="http://schemas.openxmlformats.org/officeDocument/2006/relationships/notesSlide" Target="/ppt/notesSlides/notesSlide18.xml" Id="Rbf1525311d8f475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947bd17df2428e" /><Relationship Type="http://schemas.openxmlformats.org/officeDocument/2006/relationships/notesSlide" Target="/ppt/notesSlides/notesSlide19.xml" Id="R066354521c0f48d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37c9410eab4aa2" /><Relationship Type="http://schemas.openxmlformats.org/officeDocument/2006/relationships/notesSlide" Target="/ppt/notesSlides/notesSlide20.xml" Id="R4168823570684e0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dc7a1494b946f0" /><Relationship Type="http://schemas.openxmlformats.org/officeDocument/2006/relationships/notesSlide" Target="/ppt/notesSlides/notesSlide21.xml" Id="R9a71c324409d4a3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86a7feaa864434" /><Relationship Type="http://schemas.openxmlformats.org/officeDocument/2006/relationships/notesSlide" Target="/ppt/notesSlides/notesSlide22.xml" Id="Ra4352d303775423c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e7a731240d42ec" /><Relationship Type="http://schemas.openxmlformats.org/officeDocument/2006/relationships/notesSlide" Target="/ppt/notesSlides/notesSlide23.xml" Id="R85144b4bbd384daf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b58d308ab04f2b" /><Relationship Type="http://schemas.openxmlformats.org/officeDocument/2006/relationships/notesSlide" Target="/ppt/notesSlides/notesSlide24.xml" Id="R04d4df79181a4031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e6503bc5bb4885" /><Relationship Type="http://schemas.openxmlformats.org/officeDocument/2006/relationships/notesSlide" Target="/ppt/notesSlides/notesSlide25.xml" Id="R96793c66708e4f64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c53835f3c945b3" /><Relationship Type="http://schemas.openxmlformats.org/officeDocument/2006/relationships/notesSlide" Target="/ppt/notesSlides/notesSlide26.xml" Id="R98f4939aabf6456f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ae1dcf2b694245" /><Relationship Type="http://schemas.openxmlformats.org/officeDocument/2006/relationships/notesSlide" Target="/ppt/notesSlides/notesSlide27.xml" Id="Ra2251eb4441a4fad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01402771584d0c" /><Relationship Type="http://schemas.openxmlformats.org/officeDocument/2006/relationships/notesSlide" Target="/ppt/notesSlides/notesSlide28.xml" Id="R24915976da324446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c66b14bb004b95" /><Relationship Type="http://schemas.openxmlformats.org/officeDocument/2006/relationships/notesSlide" Target="/ppt/notesSlides/notesSlide29.xml" Id="R5b22ec0a27914e88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6aaba47b2c413d" /><Relationship Type="http://schemas.openxmlformats.org/officeDocument/2006/relationships/notesSlide" Target="/ppt/notesSlides/notesSlide30.xml" Id="R939987959f1d414d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b94408b76b4632" /><Relationship Type="http://schemas.openxmlformats.org/officeDocument/2006/relationships/notesSlide" Target="/ppt/notesSlides/notesSlide31.xml" Id="R36edc7f26a3543e8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eade1342494a16" /><Relationship Type="http://schemas.openxmlformats.org/officeDocument/2006/relationships/notesSlide" Target="/ppt/notesSlides/notesSlide32.xml" Id="Rb52aca0a5c724fd9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a74a21f75e44e4" /><Relationship Type="http://schemas.openxmlformats.org/officeDocument/2006/relationships/notesSlide" Target="/ppt/notesSlides/notesSlide33.xml" Id="Rb6393288e4174b98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238fcd7e9f429a" /><Relationship Type="http://schemas.openxmlformats.org/officeDocument/2006/relationships/notesSlide" Target="/ppt/notesSlides/notesSlide34.xml" Id="Re23ac104864c4bd5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44117410b04741" /><Relationship Type="http://schemas.openxmlformats.org/officeDocument/2006/relationships/notesSlide" Target="/ppt/notesSlides/notesSlide35.xml" Id="R16155ab0c18b4a0d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775fae431b4aed" /><Relationship Type="http://schemas.openxmlformats.org/officeDocument/2006/relationships/notesSlide" Target="/ppt/notesSlides/notesSlide36.xml" Id="R91cfdbc452044021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35225e88c24faf" /><Relationship Type="http://schemas.openxmlformats.org/officeDocument/2006/relationships/notesSlide" Target="/ppt/notesSlides/notesSlide37.xml" Id="Rd20ce78a06ae4f70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fbc1740970448e" /><Relationship Type="http://schemas.openxmlformats.org/officeDocument/2006/relationships/notesSlide" Target="/ppt/notesSlides/notesSlide38.xml" Id="Rc11e92ff787d4f8b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82e73a0d664ed9" /><Relationship Type="http://schemas.openxmlformats.org/officeDocument/2006/relationships/notesSlide" Target="/ppt/notesSlides/notesSlide39.xml" Id="Rad071d27883c482d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14a557586a4105" /><Relationship Type="http://schemas.openxmlformats.org/officeDocument/2006/relationships/notesSlide" Target="/ppt/notesSlides/notesSlide40.xml" Id="R8baa221c0381488f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a3ab431ee24f9c" /><Relationship Type="http://schemas.openxmlformats.org/officeDocument/2006/relationships/notesSlide" Target="/ppt/notesSlides/notesSlide41.xml" Id="R5f9488cba4d44a73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fa3b90ec46436f" /><Relationship Type="http://schemas.openxmlformats.org/officeDocument/2006/relationships/notesSlide" Target="/ppt/notesSlides/notesSlide42.xml" Id="Ra911d707189d43a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992686-C082-4161-8072-1D5CC9D38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4AF102-C79C-47A4-8EB4-B2C0A2CA5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Materials for Energy Systems Nanomaterials: Introduction, synthesis of TiO2 nanoparticles by sol-gel method and its uses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7C746B-31E1-4D23-ADF2-3CFF6A840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Applied Chemistry for Advanced Metal Protection and Sustainable Energy Systems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1BCHEM102/202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CF5A57-5194-4FA6-9CD7-12F5FD3EA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6F5D57-30C9-4296-B1A8-FFEBD05DB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FB4D59-B626-4F83-9AE9-79B79951B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31F12D-4445-4D30-B8FE-CC5890359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4EFF70-8D4E-46C8-A7C8-CC37764B0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78A497-89AF-44A2-B2CA-9E7EB3512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D0C0E4-3ECD-4B37-A52E-DDC9FAC31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F98F8B-35E9-4ABB-A6F4-8E58DF4ED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6E15CD-61F9-4FCF-8CC4-A082806FD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4CC31E-A6B9-4332-8920-456AAD1F8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4927419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41A063-6736-4BC2-9FF1-711139933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916F36-65C4-47CD-A9BE-3C17CA2DA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FA4A85-FD10-47E5-B8C1-2B76F8230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7BC542-C788-4D69-AE3A-7923DCC2B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AF7030-A470-47B1-9FB4-A7E07863E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D0BFF2-5A04-491F-A5AD-ADDF59315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264F9D-E529-458B-B843-6CCD4B655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98E11D-47E2-4FA1-A182-7D9004980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03DE95-CC53-4C38-80E6-EC0266A9A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C5BE87-F571-478B-A066-F1C5376F6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BA894D-98A4-48BC-A3B6-5CECEBB50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CA7EE8-7D47-43CD-9BD3-F4C73DBC1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F21829-4A1A-4713-8961-2543968A0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979260-D18F-4203-ACBD-B4EB12B18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52ED56-9CAD-4BC5-ACC2-8A17B9C0F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7077429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0A0AFF5-3E46-449C-857C-EB0B10873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5665E0-1263-4336-AFB1-3BA062187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474CA5-780E-488E-A879-60870865F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E15D54-0632-4671-A691-B3DA9FDD6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769EF1-1CE0-45C5-B8DD-B88D55E5D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E683ED-0EAB-44B9-9D48-2AE5D70C1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535AE9-94A6-465C-B8F3-6A6437DB6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AD06C1-F14A-491C-9A3B-7FDC0FF68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598F2D-E801-49DB-9C64-13E04A65C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Nanomaterials: Introduction, synthesis of TiO2 nanopartic...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7E7031-8D89-415B-9108-3269574E1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DA6D55-04E9-4434-B161-23801821B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C94664-D3EA-4EF5-8AB2-FB70E5FB1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Size-dependent properties of nanomaterial-surface area, c...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F6065B-1290-4ABE-AA41-F1AFDD53D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2D1A46-CB12-4AD8-B1A8-AEE4824EA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2FEFEB-B1F2-4AE0-89CF-2E7ADF40E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Graphene - Synthesis by chemical vapor deposition (CVD) m...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68E88B-A332-4EC8-BCC5-DAE112702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EC848D-A333-4357-B764-2A821F6D4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467EAA-A380-4A23-BF55-1E8A64094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Role of carbon nanotubes (CNTs) in energy devices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70695C-84A8-460A-BFF2-A4A0B27C4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A12239-99FC-46EA-AF06-ACCC72934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F07B7D-8C3A-4724-ACED-6592895B8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Systems: Batteries - Introduction, classification of batt...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A7B8AA-2F87-452D-A56D-B15E4281C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005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980EE8-0B57-459D-8E68-4CCAAAF0A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22BE8D-7E70-4E20-AA72-2F85B7062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958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Construction, working and applications of Li -ion battery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6F2B4F-0DEE-48AD-8F99-7A924D89C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958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028547-530F-4FA1-80B9-65EC5FEE1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DBEA0CB-C62D-476E-A430-CAF881C05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9911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15092025 2 Fuel cells - Introduction, construction and wo...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07D2F9-42D9-413D-BCD2-9796114E3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9911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12E15BF-3EB0-47D0-8BA8-DA5336D85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864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D49A72B-A7C7-4CDB-AB2B-DABBD06B8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4864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Differences between fuel cell and battery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CC59D61-6645-46FB-A585-9C8DB1CA3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4864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3E71945-852D-45AD-94FF-7760F124D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84639726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E6F012D-A2A5-4988-955F-9EB72BCC3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78706A-748B-42B1-B0AF-618B13084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D5E4A2-419A-4ABB-923D-981EA5B42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D4D4EE-2521-4D56-90E2-D3F7683DA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4FBF21-B782-417A-BD04-EE5C888FB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FE38C4-9622-4CBF-B3C5-7E6AF9A5E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5B81C1-FE35-4106-BAD7-8A105678E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7763AA-289B-41A4-8DCD-1CF61F2E4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Nanomaterials: Introduction, synthesis of TiO2 nanopartic...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03A0C4-4BD0-4B2B-8D9F-3384E0BB1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0DCFC2-EC13-4B3B-A20E-FA510E133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FA0A92-03B5-449B-94E0-BCFE74460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Size-dependent properties of nanomaterial-surface area, c...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B3850A-5D78-4667-BF2F-259C52282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EFB195-4E0F-426E-B5B9-1F37E2DC2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342F8A-0B6C-414D-8F1E-883C7B6D6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Graphene - Synthesis by chemical vapor deposition (CVD) m...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55DAC4-CABC-4035-891C-01539B93C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95E95B-A0F3-4216-89A3-7F24F815D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4B30BC-F173-4659-A306-E95CBDA3F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Role of carbon nanotubes (CNTs) in energy devices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4A2C56-4E0D-4E9C-A155-A218C7157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4ACB9A-39F1-4F97-8A19-F2C5E9461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17C0CD-3CAF-4CA4-A8AD-2C87481EF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Systems: Batteries - Introduction, classification of batt...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D4D4F9-AE95-47FF-81C9-1BBF242B2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0B1F48-C29E-4105-ADB8-FADF454D5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69B60D-185C-42A0-8BED-96A5F7C8D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Construction, working and applications of Li -ion battery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186ADF-E84C-4A4C-A3C8-0C0D75D93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196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93839A-C76F-45E9-984F-4580D2223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196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9BCC4B-4CBA-49A1-B437-5C4216BD5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15092025 2 Fuel cells - Introduction, construction and wo...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1538DF-579A-4E18-8638-77ACF06CD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3721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7C5025A-2CD3-4F71-96A3-164A33083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721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963BB39-F789-4F23-B209-6402F76B1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61039686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6970B1-2964-4277-A94A-8E74DE47F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C3A418-2A0A-4CE4-A036-2DC395096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B7F0DF-A6B1-4740-BD7F-EBBDFA761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B05190-DC8F-4F16-A6E5-94449F51C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1F0DC4-C84E-4EB4-8F87-09606E1FD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Materials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9E2155-3DC5-4505-99AB-1E78797A4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Energy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771EDA-63DB-4D8A-A579-24730589A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Systems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84CF89-4539-409C-A50F-480C4F921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Nanomaterials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AD5AA1-E2DA-4934-AB7C-036EACA48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synthesis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D75098-D7E0-4D34-86DE-0A2D1A3AB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TiO2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2582D1-3F77-49E2-AA30-50E264236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nanoparticles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1D4C1D-2CAA-4EB0-A558-A30D5CB28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sol-gel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0FC351-81C9-4FA1-869D-9731006DE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uses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6E63CC-056C-4DC8-B288-7C52F5CEC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catalytic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EB14A6-71B9-4F84-B326-4450EBD3B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06A689-A9D1-4EE6-B749-8856EDA57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174533790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FBCEA4-F6E6-4105-93A2-4BE684A9A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B77E51-097F-429D-8F9E-84BF03D54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C51573-9DEC-4A5A-A081-A7DC01F4F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5B669A-AC28-4D28-A052-85E798A81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51F772-59A0-4DBE-AC26-7B7C3CD9A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Nanomaterials: Introduction, synthesis of TiO2 nanoparticles by sol-gel method and its uses in catalytic conver...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774C31-D36E-4E41-BCC7-F8D053778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Nanomaterials: Introduction, synthesis of... links material structure, process conditions, measured property, and engineering performance.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2A096C-C980-4018-8F85-B94D0FE46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07C75E-A638-45F1-B051-6B72E22E7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473E15-2259-40DA-9FF6-9FB0A269D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52691A-4930-4E2A-B830-751122F3B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D286A3-C95D-471E-8932-FF133C1E8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4AE360-B355-492D-9E8F-014553EEC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C8E2BB-DB1C-41AD-97CE-3ADA5FA15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689284-E955-41B4-A14D-A01A81557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6CBDF1-F9E0-4C64-9639-FA6905933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751804-6D5B-4BE4-BDD7-C8972CDFC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55287624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243078-73D3-4583-B084-1299A4CE2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A19948-A4AC-481F-A2E3-D0144793C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13659E-CF74-46B3-A82E-55A92C395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C1A25C-EFD2-44CC-9158-09C1E6921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0ED0C9-F2BE-4362-9645-897314DBD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D14A62-EE90-4133-B77A-DBC11AD26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F0E7C0-3B96-455B-AFF1-BA0236623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74F121-C4BB-40E0-9C17-A4059F87C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D52B0E-4417-47D5-9AEF-71E570D58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 explains one necessary part of Nanomat...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3B2ACD-324E-4CFC-B609-9C3CA0397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8C2BDC-0492-4208-8411-9EC392002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0CDB58-7656-400C-A8D6-F931F86C0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 explains one necessary part of Nanomaterials: In...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693228-4E60-49BF-8B80-2BD4CE181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4D2315-1AB0-4D7B-992C-EEC2A925B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49AE5A-FC94-4E2D-AF3C-A5378DC36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 explains one necessary part of Nanomate...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FD8854-A6E6-4F44-BBDF-9BC784096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983833-A808-4CB5-B77A-982C546C9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9569CB-D535-4435-AF8E-0ADBDEFCE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 explains one necessary part of Nanomaterials:...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CF2E38-AA12-405A-B77D-1F8F4179A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D08C2C-5EAE-4893-AB1E-2FDFC7B37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4581B4-515E-41A2-B6EC-20F5182BF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Nanomaterials:...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2ED9F3-684F-4BEF-881F-FFE11D5D3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2CDCDE-A431-4C5D-AD78-474B02ABB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82880126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2C4E25-3E2A-4FF7-964A-7ADDA19F5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805EC9-B746-4359-8E41-A9AFD761F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ACFB18-9A51-4A2B-96E5-F225F8E4D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E770B9-2389-478E-AA7C-2767A8308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E07FB2-65BB-4742-A4C9-5165F308D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A812F7-44CB-4643-9F47-76ED9389D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74A93F-828D-4D6D-B1B6-5C901CA05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C5AEDA-E578-4574-ADD7-8A2131266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46E76B-EA46-49CA-98BC-B735E43CC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5D55F5-BE10-440C-BB31-6A1C3D940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F6CBF3-23E7-419B-9178-38422B313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1AAB25-7DD3-4D23-AD2B-543CF42A7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87A9D2-F05D-4D0E-9222-66326CFD4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6DBC74-A2E6-494A-84C0-1DD7ECB8F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Identify material/process: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Explain mechanism: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relation/reaction: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behaviour: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State application: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Note limitation: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600472-90C3-4827-826F-3DD1BEA4D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4628151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521789-011A-4126-9158-F5820AE7F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87F522-C2C0-407C-BB64-D3C2EBE44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924AED-276E-465F-A120-4EC614B2B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B03054-CF51-43E7-9B4D-E6F629F48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5DC04B-962A-49E7-B6C8-ADF55DC24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97DBA8-2981-4E40-9E63-C3D81A01B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Nanomaterials: Introduction, synthesis of TiO2 nanopartic...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B59024-64CC-4334-A71F-E41EFE4CB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70EF09-4CD8-4E6E-9AD7-D4ABE8E10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Listing uses without explaining the structure-property or process-performance link.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8FB1C2-CB88-4B13-AF66-D8E864F2D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F6C885-600D-4095-8A34-F942EAC4A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148493-2725-4F98-878C-107F20D58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82498662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CDB6FB-3FBF-4168-9663-1BD9BB2FA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1138A9-DD00-4CE9-8B82-98CC0557E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D81371-9E2A-4DCB-B9F3-773A689AD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8972CE-21D6-4850-A4FD-849239F8A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DF8A86-A20F-4172-88D3-24242643F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Size-dependent properties of nanomaterial-surface area, catalytical, electrical and thermal conductivity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09CE9C-5710-462D-B752-4F9FB4457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Size-dependent properties of nanomaterial... links material structure, process conditions, measured property, and engineering performance.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7E0360-E0F7-4150-A7CE-10D7D145D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A21086-7229-4166-9CA5-51B7990D3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E13E5B-521C-4B78-B550-6A42CFB08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F9FDCE-30A0-4FC8-8E09-62C2054D2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C8DF3A-279E-47D1-9D90-8B9DA8E72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C93926-ECA4-4E0A-9746-7806A9E7D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D19D49-6E69-49D3-A9EE-6BD910783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4ADCC8-4886-4417-BA09-53DC3B1F4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8CD7A1-C6EE-425D-BAD3-7B4EC3527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A39663-8B72-4792-8939-F7CFAF138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166338473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EDE519-3238-4F95-8DB1-B83F42610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0E93AF-1541-46EF-9D38-1F27F4820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FF9620-B444-4AF8-9B8D-D520A8410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847642-DE70-4032-9C75-1CE266B18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0225AE-9814-43DF-A4B5-E9B9316C4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980D04-AB2A-409D-BF17-2F3041C59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4DA436-1BFE-46D4-A060-E3F5A7ECF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0AE4ED-39F1-490C-8AE8-03C43B2C7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F008F3-6278-4D1F-96F1-ACF6C4BF4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 explains one necessary part of Size-de...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BDB99F-1F43-481E-8810-5878E9B5A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E632DB-DC8A-4ABF-9B66-A5B0A3DB4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57FDE9-E173-458A-8CA1-B9F1F31C0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 explains one necessary part of Size-dependent pr...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2C47D5-E48B-4CFC-BDC6-D60A8DC0F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E61B66-F9C0-404B-A065-D740D072A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14C58F-D05F-4036-8155-DDFD31954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 explains one necessary part of Size-dep...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6EE3F5-5606-49CF-8962-8F5AB4103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EE56EF-D125-4104-97E0-CFDE7CD05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2A64DB-A0CB-4B6C-A4C6-D77B5DF71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 explains one necessary part of Size-dependent...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8722B2-C233-47E7-8A0F-393CA861C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8F6A16-3D87-4C7F-8589-9A0D9F814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61F0DF-809B-4BCD-B5AE-B8329A57A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Size-dependent...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0D9EAC-1056-4C23-AAB0-8C169B161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3E38E7-2F04-4ECE-859F-070F8571A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170581515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E54F22-BCF6-4233-8E7B-769FEBC92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5E600D-1D06-4EDE-A9E1-E2B438D96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EE7D1F-3FA7-48E1-8459-ECE0D800C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6505F9-8088-4BA6-8FC8-BF0B40481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E4AEA8-A7AB-4EF9-B531-07AC0BEC6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55E22D-66E7-4771-ABE2-971912F9A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5B2B1D-11CB-4305-89C5-BD60DF778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1980F6-8801-4904-AC7C-7F19E3F18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D53C64-7EA2-406E-BFC3-8DDA2A68C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B00EA2-321A-48B1-BA77-BB0FEE307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213E0B-C36D-49C6-B117-D7C477B40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2058D4-41A3-4FFA-92EF-4EB736046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D884C1-BAC5-4BF7-973C-9BDF49EA5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1CB1DD-B283-49EB-A7AF-4D64460F7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Identify material/process: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Explain mechanism: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relation/reaction: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behaviour: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State application: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Note limitation: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D9F515-37B3-4CB8-B5C9-A52181162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82724798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248E79-4AF6-4A62-A4B2-148C2F471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04A22C-C75D-490E-8541-9E38B25D3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F5ECC2-BC6D-4CC3-A69A-E086693BF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9EB513-3302-47FA-ACBC-66E83E98F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E589C5-9674-4100-B0B0-522419F4F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05407C-9436-4A7E-9DA0-FC97335C6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Size-dependent properties of nanomaterial-surface area, c...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4694B6-5F25-4168-B592-70C1D2317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056A2A-C4F4-4A05-9768-A8897CDF5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Listing uses without explaining the structure-property or process-performance link.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32E898-AC3C-4081-9FAB-9CA66A3B9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04BCAD-72B7-44BB-8AA5-D9DBDFC6D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5F3D32-C08A-427C-BF3C-837022DEA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52038210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9764CC-0283-43EB-B08D-D9057BB51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0FFBAC-E952-435C-A364-E6CAD8C7D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19F923-B0F5-4609-89C8-929C74B26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77202A-7CF0-4C8C-9DC6-057AB6E4A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85B9F4-30B7-4B51-93B5-F3AA43A99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Graphene - Synthesis by chemical vapor deposition (CVD) method, properties and engineering applications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82E231-8314-4266-BD71-9AE8B0E79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Graphene - Synthesis by chemical vapor de... links material structure, process conditions, measured property, and engineering performance.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E1D4DF-4344-4733-99BA-DD202F5C3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A94D9B-BD03-4A09-907E-692ADB43C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DBFFAC-A9D8-40F2-895C-FEE271589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20A2BA-1365-4D63-9C29-42CC64C00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70866E-92C4-4E84-8963-C38CF2A2C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827575-99DA-4E2E-923C-73630037C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532F55-A1F4-4C14-BE21-961F96996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9CA5F2-2A86-4F12-9D1B-3BEF5243D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006F7E-2DA5-4F88-8459-C2588E508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B5DBF1-9D5A-49BD-9837-B854881F4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205822096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97EA49-5902-4212-8D78-B7EB8B7E6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90CE20-E086-493F-877A-D0950D721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F521F7-3AF1-4265-A773-68FE7DE81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2E7489-385B-4CB0-ABAB-E4B84E92A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BE1ACE-3B08-498E-851C-F7BA94DEC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8B744A-4DAA-4A4A-A968-BF67A3942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07B376-CCFB-407B-9E59-F01E3702B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073C8D-2740-4952-B002-516D60B13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F3F36B-379E-4860-978F-79CB6FF41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 explains one necessary part of Graphen...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17C03F-8D55-4859-B8C3-03CA7C5FA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70CD50-9AC2-447A-8DD6-3FF3761A0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1BBDFB-CF53-42AD-88CE-4E99D6C22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 explains one necessary part of Graphene - Synthe...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68B8F4-F971-4C32-9A79-B425E617A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612D02-11B1-439F-B310-B57964D8E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98C3FE-8831-413B-B3EF-0048D8AF4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 explains one necessary part of Graphene...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FF1A35-7A0B-4EAD-96CD-EF680078F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139E36-2868-4589-BEA1-9E732AEE5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78D23C-363A-4606-84AC-FC2F57D5E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 explains one necessary part of Graphene - Syn...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234170-7FC3-42F0-8968-9DE725EB4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84B7CA-DCD4-4AC3-A34E-8CB1FFAD5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5E9B15-3CC8-41AF-B0BA-8E0A55573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Graphene - Syn...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731C52-56E2-41EF-A6C2-9068FE121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9ECC92-7E2B-4F4D-B6AD-7C4BFE267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11050362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818432-635F-4B23-BF3A-94EE5924E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82D0A1-5D63-4D22-8062-FA4AAFC97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793B3C-C546-4587-BCC8-14271AE3E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E99EA6-7DE5-4D91-8EDA-7C45138BD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92504D-F878-43CD-8443-615EEA6F4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89DC0C-A337-4536-95B6-931807F2D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9C6121-6CD4-4D97-AFBE-6A6AF4104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D04654-515D-4C87-92CD-D38A5D07F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6F9764-2E8A-4A74-B4A3-2C3167E3D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6D505C-794E-4C28-98E1-CD7FC6B89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F47BBB-787C-4D71-9B0C-8762F5F30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96E539-4BBB-4800-A642-5BF2BDDE3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CB0BF4-0BEC-4A92-9878-941E14550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0DBE2A-BF3A-4D42-AFEB-F0808B931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Identify material/process: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Explain mechanism: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relation/reaction: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behaviour: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State application: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Note limitation: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8CC768-BC07-4A7F-9DE1-723DBF315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197043688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C1EE30-7A86-456B-9170-DC4B4F168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D9E4EE-732B-4B35-B522-CE0E12578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59BA96-B95E-4C63-9A61-9267CCBE7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3B5C8B-EE7D-44B0-9EB9-02C13F7D6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F7C9D3-8B8F-4DB4-870E-6E6C0A8A9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5D88A9-4E52-4FA8-BF43-DCEC44DF6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Graphene - Synthesis by chemical vapor deposition (CVD) m...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E58FEE-6F82-4C63-91CD-6B2A119E6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42750F-C515-4351-A824-DF951878B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Listing uses without explaining the structure-property or process-performance link.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453B41-DA0E-4E8A-914A-0867DA1D1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2CD35B-6420-4D66-BCEA-83F9DDC90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2443AA-C44E-4483-BBA9-6E4A05460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11559447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13F761-61F3-44C5-B960-E3972AC60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272116-11C4-4891-980E-4E97D96E8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A7BA31-65D1-4830-8355-1D9B8DF17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57408C-EEC4-49B8-923C-210941CDB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40CE2F-192B-46D4-B460-96F75EB40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Role of carbon nanotubes (CNTs) in energy devices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BBBC25-A57A-467A-A167-9A7F02BE5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Role of carbon nanotubes (CNTs) in energy... links material structure, process conditions, measured property, and engineering performance.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48737D-60EE-40D5-84C2-2272C333F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569FD5-DEAE-47D3-816D-30F34575C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1B9085-9526-423D-9A60-BDB373697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D2CB0F-2436-4F32-9CC1-B704BC636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A07239-4D58-43ED-AC8A-80CC7F045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E1BBBD-54A9-494D-BED6-FD40ADD39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902BF0-0C0C-4337-9D10-FFBC03C66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D8A046-8BF1-4BD7-B8A6-CAF41FA90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183B0B-DC95-4DCE-87B6-7331E420C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F77F79-81A1-4895-AC1C-EC1629008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107875696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E73A75-66BD-41F1-BFAE-7F0ACA4AF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3F125C-E086-4E17-B25B-BE2F36168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A362DD-2759-4184-8448-4D381CABE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203327-84B5-4C88-B4F4-91D133AE3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78C6B5-311D-4A23-BDFF-19F0F85E3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2B577D-1B87-4F83-8D45-9C4F0F91E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201571-09E0-49B7-9AF5-0F0790F8C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2C33C9-C3AD-4888-8358-8C295C19F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74F537-434A-4505-B1B2-A03845BB2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 explains one necessary part of Role of...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E6AC6A-F23E-4CB5-93B7-7AA8CFFC6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D79A84-8027-43D6-BAFE-192BA3A96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DF0BFD-6E80-45A1-9FD2-156FFC6F6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 explains one necessary part of Role of carbon na...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F9093E-36BD-484B-8170-AE4A94073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4B5826-708F-436F-8313-F3A41B34E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5CE799-5BED-43BC-B03E-170F5F96C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 explains one necessary part of Role of...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A357A3-E164-4227-AB5D-629D7B4A4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8112DC-5F89-479A-B377-BD3DF9262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5C1EC2-606E-4E69-8BB4-4E167EC33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 explains one necessary part of Role of carbon...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0CACAE-E96E-41D3-B412-090F59721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38B405-48E9-4032-B5AE-8AB719BD8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A1961A-BC70-4CE8-B7BB-CE9EE223C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Role of carbon...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0382DD-037E-4EE4-AAD2-9FF4535F7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45E433-EBC4-420A-95BE-51CC74B2F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117277159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CEE688-0140-4C1F-B2B5-5FA81B755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7FEDB6-4A33-46C6-A8BF-EDC3F06B4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70F2DA-9D10-4DC3-8171-58CA6233B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2C8241-64A5-417B-A07A-D52A81187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2D1B4A-E1CA-453A-9947-E1733E2B5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60BCAF-4DDD-4087-BAA1-9B81BC2F9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93BD07-CD08-49DA-B887-0ABE14B16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6E7F99-048D-4ED0-83BE-484F07C7B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79E7A4-EA57-4E9A-8DE9-5609EE326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485911-A0DE-411F-A29D-33C5D1289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F403AB-6CA5-435E-8843-09D5F4CE5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B75633-D11E-40F2-9ECA-F05F295FF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D0E120-6E09-4A5B-A729-F5D965351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3CD8FB-3CE2-4C8D-941E-B5887BA68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Identify material/process: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Explain mechanism: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relation/reaction: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behaviour: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State application: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Note limitation: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29B3CC-6B18-479B-93A1-7D4955796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42765061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66E16C-F120-4847-A3C7-C8E4C3FCB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7FD00C-A51A-4AF9-B3F2-9266E0792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B9C7ED-E102-4DA5-9F3F-12C07A0D4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57BA9B-ED68-4371-8497-42A1912C0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DB370B-1445-481D-944F-C9F158126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B65E6E-45EC-46CB-B387-9097424A9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Role of carbon nanotubes (CNTs) in energy devices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CACFE5-747A-4FEE-920B-E7E4BC850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D4A464-C6C7-42AA-8A51-3E581C09E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Listing uses without explaining the structure-property or process-performance link.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EC24DF-EE9C-47CE-9E66-099DA9030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E2FEFC-93D9-46B0-BE82-F794C60A5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D6E19C-C688-41A7-ABA5-47AB89DAC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60412542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BF76C9-F319-478F-B0A8-9D521F31D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87F6CA-A7C3-4E81-99CD-AC9A84993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FA352C-B367-47FC-B40D-60386B2A8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0045B5-56B8-4746-8EFC-EFF15E563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1E403C-437E-4D9D-B395-175C6B50B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Systems: Batteries - Introduction, classification of batteries , characteristics -capacity, power density, shel...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AD1A14-062B-4EE3-A209-3DB59066D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Systems: Batteries - Introduction, classi... links material structure, process conditions, measured property, and engineering performance.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27E092-35B8-43A8-9177-1360EC2DB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AD976B-519C-4FF1-A89D-FA9A85D9C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9E2DE6-19B0-45CB-A5D8-C9BDC94C9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2560A4-4D18-4E58-8793-B66656B4F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709BBB-9FB8-44A0-A9F1-E48C26B77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424AFB-B6B3-4793-AA55-3119B9F97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84DF51-3E90-42DD-954D-42D0AE020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B076C7-EE23-4660-AAC0-2DB2C494E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6F5ABB-9833-4380-A190-D06239FD2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5320E7-B728-4233-A5B5-C6EB5FF82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118942181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EBB26E-0576-4011-BBE7-A1E12176B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446262-E485-4C6F-8C0B-4E02B02C7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7707AA-6A84-47CC-899F-55FA0B8A8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C18940-D8D5-4720-BE8B-D658D0E07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54EE35-7F0E-4F48-B42B-788A974F7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361F4C-9A27-4AFC-806E-941A96051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E27743-0B4B-4C2F-AA0B-E77E1C012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02CBB1-02B8-419C-8E66-8CB6982CF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D869FC-A922-4C6F-A466-0F771D168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 explains one necessary part of Systems...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489185-96DC-406B-BC44-AB67637EB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A5A4B4-D935-4778-9C3F-BFB33033D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3E394F-9408-40CF-BDEA-5C6204D41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 explains one necessary part of Systems: Batterie...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7BD44C-6F7D-4694-BA24-6FB75230D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272FCC-2807-45D1-93B1-968B0E2FE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A366A6-239C-4436-A1EC-324A31B43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 explains one necessary part of Systems:...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9E54C5-C3EA-476C-8466-08235BA6E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5E1E2B-2CE1-47F8-B921-1AED9964F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64FB87-27FB-41B4-9FFB-F5298E28F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 explains one necessary part of Systems: Batte...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57CED1-3E17-4282-ADF3-69B1F497F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F3FCAD-DDD4-4D71-9275-D576524BC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511A79-5AA1-431C-BC5A-0C7B3D943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Systems: Batte...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2EB225-340F-4DCA-8080-FA981AFBF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4D49C9-B049-46BC-9D5F-164A0789B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209113682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FC3D49-8615-4CC2-AD66-468EC3863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0F580E-92E7-45F8-82ED-972CDF8E2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501193-2A6D-4689-8B07-B93381369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F7C7F7-1F77-4417-BA0B-7C42DA9E2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E72654-120B-479D-8B24-EA3A848D7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802758-4EF5-47E9-8C6E-CE5F7EA70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C5BC33-0A5F-4AB7-9CED-2CEFDCA03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113C4D-3B06-4A2B-9908-D00FACFE2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13856E-B934-4365-942E-2265CFB40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74F41A-B231-49CF-A8E3-A7A743874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0E375F-C659-432C-ABB0-77463FB78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2CE954-E61A-4747-8269-23B647AE4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842664-9963-4D89-857A-7E07E9898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8FB079-D53C-4B20-97B5-3EC0DE083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Identify material/process: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Explain mechanism: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relation/reaction: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behaviour: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State application: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Note limitation: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917EAA-397D-4252-A163-9670BB3C5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148715258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0F8784-F74B-42A4-B76E-2CEFB2026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EEB75F-0780-42C1-A324-B7863B415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11C9B7-5E85-4761-889E-2B7341FB8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F8FD8D-CF73-49FB-B334-584504170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711D68-4E4E-46E3-8CA9-1E4E472F2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4A7A49-BD24-458E-A293-8BE805A96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Systems: Batteries - Introduction, classification of batt...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D61383-22A4-406D-9B56-C9D1BE163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42A774-C985-4DD9-924B-F6F577260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Listing uses without explaining the structure-property or process-performance link.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FC4453-2358-4554-917B-7E0B52E29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14688F-C590-4F25-8E5E-18B39FF8D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D9CB53-1CC3-45E5-A727-0E7B6FF77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1475358439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D79C55-E6FD-4419-9508-F24CD38E5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7D177A-5201-4F3B-9FC6-38F03CE18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8C9513-75A1-477D-99E4-C9AB59EBB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AA45A3-1A0C-4106-A289-39978E719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0A3BD9-1EE7-4143-BE9E-96A4B33AE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Construction, working and applications of Li -ion battery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9F18CE-97B0-4186-B43F-6EEA9E27C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Construction, working and applications of... links material structure, process conditions, measured property, and engineering performance.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090011-037A-4248-9DFB-BE9D616C6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4E5DBD-4FA3-4C3C-A421-58AA34D91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0FF341-5A82-4C72-8C07-2ABD42ECC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E35CC4-C40A-498A-A143-8C8A9137E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CD8814-8795-4D76-AFE5-F948FAADF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5FFEA5-0606-4226-894F-5480F1913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2D493A-783D-40E1-8B8D-4BE2691C3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7C2515-22AD-4AE4-96E1-9F24DF072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6936B8-B6F9-42D3-A12C-961CF7037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EE2C1D-201C-4F1F-A9B9-E9C06D53D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15742081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CE8E78-8D81-47BF-AED2-91AF79B59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715B38-2A79-4335-9DE0-344E7BDF7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3A84D2-40E8-4DBC-B3EA-3F40039E8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5A5DE5-B8BB-463D-8F64-93151F0C0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952625-E3FA-49CA-B6D0-C44233F0F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8F8179-86AC-484E-946D-9795A89EF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128FBD-78B1-47EA-9B8A-EB67638BD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C6265B-405E-4323-902F-61114E945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65D6D5-1CE2-4A2C-8DE6-CF74AB422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 explains one necessary part of Constru...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C92131-3ECC-4A25-A536-094C8E933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265BC2-3B0F-4C68-8242-70A9C994F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31196B-9D67-4652-92B4-36206EE28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 explains one necessary part of Construction, wor...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752352-3141-4851-812B-8D66D02BD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84BF7D-FB6A-4133-9104-CC064F1A9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7EA5DD-C6C0-4D9D-9C30-C1FD6A500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 explains one necessary part of Construc...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0C2EAD-BCD6-4549-BE74-1947A6E3C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9BADB1-5F08-417C-9C62-05575B2A6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6DAAF0-C8F7-4775-A8E5-0205018F7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 explains one necessary part of Construction,...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06D4AE-56A0-4A1C-AB94-338D2BC61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2F30EB-E10D-438E-AC13-61D3C4ABF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4EB820-0945-42BF-8F37-AF148334E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Construction,...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2E3BE3-A437-41E5-A63E-20BF2B652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E7C082-B132-4988-93FA-A73340E30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14998186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D6EBEF-FD45-467C-8962-8F45A62E9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6E1EC3-0A0A-4F21-96B8-AE80BB33C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6E487C-D189-47BA-955D-466295FE0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9E5C07-9483-4E80-9210-63C78882E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733B94-86D3-406C-BADB-670B3CF7A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FDB11A-DDC9-4B96-B869-B5151057D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DE2A22-D102-4707-9096-7273152ED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48FDED-DBDF-4FEC-904E-D3D317E44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F36094-FA56-4FCE-83A8-B04E099B1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5D778E-48D1-43C7-8E71-B8548022B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CB908D-C6D4-483E-8BA2-EDBBDF19E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A59262-D355-4004-8BF3-2C9F452FD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637A8D-A7F7-4090-8F0A-2C9E7AA88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FD0DAE-5DBA-4D3E-B3E2-A587C6991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Identify material/process: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Explain mechanism: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relation/reaction: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behaviour: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State application: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Note limitation: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085546-C37E-484E-A2F9-C35C1A7EF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716401493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D3F568-B8F1-42E6-88B4-A0AE9BC27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48A03D-AED4-4787-97DB-BBD338DF8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61462F-5C70-4909-B869-801AB2C13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4D352F-B1CF-4BDD-AB54-708F52B33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09D69D-5966-4623-B1E2-F167B8E28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5DC13D-24EC-4313-8AC0-9C6743A17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Construction, working and applications of Li -ion battery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ADF1C3-71BF-4EBC-98B1-79BB34523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63CB2D-A70F-4CC7-B39C-5838B48B9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Listing uses without explaining the structure-property or process-performance link.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356359-7E92-4AEA-BE13-FD9FF51D6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ED0DD3-4A92-4141-9E4B-B52A6662C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968DCC-B07E-4FD2-B213-D662939DA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1564689405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CA825D-5B91-418D-BC57-25076FA2E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8D66F5-98B6-440F-9A22-B967CA4DC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D23B2F-FC19-4B6E-9E3A-7B5EB9A4A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D42D14-A048-42EE-8F85-13AACFD0E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0A279D-337C-4D64-8E42-F27D8D75B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15092025 2 Fuel cells - Introduction, construction and working of solid oxide fuel cells (SOFCs) and its uses i...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C5D8D4-9FCD-4DDD-AC8F-DA674D5BB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15092025 2 Fuel cells - Introduction, con... links material structure, process conditions, measured property, and engineering performance.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BB9F2E-DBEB-4B94-B67D-A63E72387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0DC069-9D77-49EE-962C-86E398C69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620E91-CD23-4E59-BB06-FD2BC2F05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78FCE1-3C52-41B9-9FFC-40BE120E1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A74973-2D21-4DF4-B42E-88DBC039E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4787E2-F7AD-45D3-A7CD-74F5A5F88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3456DD-F85A-4F19-A9E4-9F2CC9D82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F9D25A-DD54-4F4C-83C6-0F3E74DD4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6BA52C-F999-4FF1-A6FE-AC818F09D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82BAF0-45D9-4722-B2DD-A77BC1C7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29849068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D422A7-00CD-4042-809D-6B720A714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B2D9A2-1D66-453F-89FB-D8F6E22DA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AD53A9-55D9-4A14-8FE7-F15F855CC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90F998-55C5-44D4-B815-0CD6D11EA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79D231-AA04-4C9C-B11B-001730B44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5169DC-C6F9-4A8B-8074-71656A7B4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1E5956-D4AC-4E42-A10B-983574F28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C14720-77B7-40EB-9D62-A32DF1959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762A56-AA03-4448-8F65-DA0F57F3E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 explains one necessary part of 1509202...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084C5E-1276-48B4-8FB6-BDA825712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26D496-FC29-4E9F-A1DB-1780D3D02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854470-0BB3-4641-8B84-7219AD17B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 explains one necessary part of 15092025 2 Fuel c...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BC9315-1CC3-4EC0-A6DB-98907117A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2F0630-9BCC-4F6C-A3F1-083AA8AD0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8CDD48-9851-49D9-AA96-CDC0AE26B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 explains one necessary part of 15092025...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E593EA-1789-4E18-8971-6C7627EA8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A863EB-6D99-46AE-9A5E-EDDCE0669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303910-424E-4B50-8194-EB9AE5EF9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 explains one necessary part of 15092025 2 Fue...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F7D508-FD5C-4D87-8DBA-995DD9984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A1C7B7-0BE3-43C2-81AC-3E0D38DE9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65C03F-91CF-43CC-853B-7CD74B23E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15092025 2 Fue...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0FAF74-1721-4C7A-AF5D-783EEE134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DE4258-30E9-424D-9DFE-55D765A12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1783830380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B18B1F-B0D3-41BE-9F7D-A16B1BB54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ABEEE7-3256-45BA-937F-34118E0BA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DC05DA-CA49-4ADB-975F-596B68D4F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FD9B99-1124-4CA2-A74D-33DAF5379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E67912-DF29-4306-B456-6DD09E05E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14779A-9B1C-4127-92B8-71E4E13DF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D8094D-384B-4BA5-A9AE-C452E62F4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618E71-5287-4AE0-A740-1FC5D6B82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70B9EF-3C19-495C-BB6E-C6E4B4EDF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3DA455-DFDA-44BF-BB69-5CB275933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CDAACC-795E-4485-87A7-7EC8DC73C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C23C01-389A-49E3-8719-BBBE1396E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987492-7845-4814-AD11-DCDC0D081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6BA7EA-DF86-4411-A9B3-010B36769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Identify material/process: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Explain mechanism: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relation/reaction: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behaviour: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State application: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Note limitation: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3ECDFA-06FD-46E2-B033-8F064BE18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1365379189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F8ADC5-614F-4856-8478-8AD30C35D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08798D-8978-43D3-ABCC-431B940CF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07048B-3EC6-4C7A-9766-EBAA3FB27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7AAD32-7E88-4B5F-B8C6-13F1835B9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D46B3C-0528-4A43-BC11-5AABA013F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FCC063-CE6A-49BB-BB57-738DDCD44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15092025 2 Fuel cells - Introduction, construction and wo...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3FD3F8-D80C-47F9-BE50-C8095843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C0B022-0678-43B9-8CAC-2CFC8CB27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Listing uses without explaining the structure-property or process-performance link.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10D9C7-6AB3-4E15-BE4C-9F360F241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2D349E-3326-409E-8C37-BE03477E5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69D6F9-23D2-40FF-A375-BB1305FA2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1775818404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5F6F49-CD51-4890-8165-8F627C9D3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B372D5-5148-4F8E-B331-172454F87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F30872-4C97-4291-958D-21BE50F21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85989C-87E9-406C-A15C-3E07D65C2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CDE0E7-D71D-468A-9BAC-71CADB839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Differences between fuel cell and battery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31FBDA-3787-4FEE-A172-30AAB615F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Differences between fuel cell and battery links material structure, process conditions, measured property, and engineering performance.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514D1C-711D-4E1F-928D-6443F3EAE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94CA0A-F3E2-48A4-952C-BAC00AE8F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0D5DF6-1E91-439F-863C-BF2AEFD42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359A55-262C-4AD6-85D0-F4188601A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185F65-3C45-4C57-ABEA-B51894D6F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8DF790-E1A2-442B-9C4E-13EE0D2E8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D8AC59-A126-4DF1-840E-A8D5B8E3C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71C6B6-D1E1-4C63-B55F-73616CD6B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E03FAC-C817-4C6E-A4F7-B38B6ED7F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26586F-A346-46F9-B866-BA7ED1BAE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1989359259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6A12EF-FDBA-43ED-9ED7-E2AEDD9C2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BF412C-1792-412E-BC1F-90A26E910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1D9848-0DEE-4250-BDD6-70B23FD21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66692B-0D7F-4482-B309-C5242D2EC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190CA1-F5CF-4F8B-B3C4-DEC2934F7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62B885-0254-466C-BA8A-37398AA14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CFB3DA-1E41-41D8-8B60-86E457875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B02482-9BC7-4A79-946A-1E7B6DAF9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570807-F84C-471D-96EA-F3591F6EA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 explains one necessary part of Differe...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A70A84-EE6F-4F51-80DE-CB10503A7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4CD1D0-E72F-4A78-8574-91E934009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F1E898-5974-4523-AFA9-3D9C73070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 explains one necessary part of Differences betwe...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9D88CC-C40B-4E20-A1A1-696C910B5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BDBF86-0D98-411E-AC8D-D0CFE8476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769A11-CCE9-45FA-92F6-9EE55F6ED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 explains one necessary part of Differen...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285C72-71FF-4773-BB59-1036EE70A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740D14-EFF0-4B83-A244-06D8339A5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3272D1-B098-4EFF-BDAE-1CED24D45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 explains one necessary part of Differences be...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14908D-A7BE-478A-9F12-DB2A79C51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CDC3AF-8667-469A-B3AC-53A51F2F7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9230C1-71E4-456E-A78A-D45D88297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Differences be...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BAE2F3-113D-4354-8F0D-58B4E98D6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5D7361-B5AD-4044-A296-961E9636C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286746908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A854DF-940A-4173-B541-0EA482E92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F2546E-5082-4372-AE35-2EA3B2DAA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2EF9AD-0364-47C7-842E-423CDBCAA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A2F6D0-0E90-4D24-9A75-D9FED6CCF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8E6E6C-69D9-46A3-A151-A626F66A4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615A60-1532-4894-B082-800FEDB24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5A5A33-C023-455F-A7B3-E7E8C2753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7AF07F-7452-4268-8B4B-EEB26A01D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2A0A0A-0CDC-4E2C-BE36-91A986E83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39AD18-5524-411A-8904-A90E26DC3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CB04E1-C7C8-4B64-BBB9-80738296B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003039-743F-461C-825C-D9F645D3D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6A67BF-78DA-46A7-AE65-C52051A62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2ADD3B-C97B-4A86-9320-A6D4E41E6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Identify material/process: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Explain mechanism: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relation/reaction: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behaviour: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State application: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Note limitation: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9AA155-0477-4A55-AA12-AF39313A8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1294467668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9C3938-F9F8-42DF-B4FE-BC04E5AE3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4A4E8A-8425-49AE-96A3-17A7F3B2A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58003A-F4E2-4FF8-B66C-9D6FBDF1E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A4834B-75A7-48FF-9C8F-FDB00C4CA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02CEAE-115A-4612-BF93-84FDEC40B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5901FB-68F6-4B1B-9F14-E317D2D0F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Differences between fuel cell and battery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67DB5C-5E4C-45FE-A569-208759939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C058A1-0356-4C6C-88DB-5BBFDC281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Listing uses without explaining the structure-property or process-performance link.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782584-CED8-440C-BBA7-A1FC1703A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13777B-AE3A-4E32-8FFF-B3F827C6D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7911B5-290E-43F2-8695-F80A0CF57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1033231554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2B8AF6-EB91-4B46-AE9E-9EF86CEB6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40E56D-2592-4CC3-A2A1-26715AC39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57B182-B676-4820-85BE-56180FB07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669E40-74E2-409C-BBBE-86A1A770C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B259EC-8BE0-436E-97AC-1622316B9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BCD9F9-7443-4B7D-815D-850B03DE3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1727331115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74AD22-CAB4-44AD-BE81-482375067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E40FEE-733C-476C-8872-3C04EB0CA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D1A3C1-A449-4484-8CB0-A41E9BD45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0540E4-5FAF-49C5-900A-6DA5E03DB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9B5F83-CD5E-492B-AB5D-57889ADD3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Materials: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Energy: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Systems: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Nanomaterials: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synthesis: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3ACA13-A0F3-40DE-9D59-6FC74CD31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597672177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D94344-B850-4AF0-A87B-47B2E7F9F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A1827C-7A90-4205-BAA9-84099B845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18B748-6AAA-4CA8-BC8F-671A6F07B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3487B4-53C7-43A6-94CB-5EF3E0BCF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1797FA-71D2-4D35-B8C6-C55143203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Structure/material: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Property: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Mechanism/process: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Measurement: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2D3C39-A6AF-4270-82FE-867D24729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1424936482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248FDA-F71A-459F-A885-EF1832AB9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F39C6A-6638-4A3F-B8C9-1AFF6D6D2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C7546A-D5F0-4FAE-83B5-01788171C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7C92BB-DC42-4E24-95CC-99C8D1513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E8D160-39AA-496A-8417-DB203900A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Listing uses without explaining the structure-property or process-performance link.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2F0B44-A3AC-4C62-8895-E734D87A9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973737626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7C8C8D-23EE-4D90-8B1E-3425F4F63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1A6E82-44AB-4CF2-9C6B-EDD67212C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EDE47E-E24D-4A9F-A8E3-7309F4849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38FBD5-03E5-41D1-9A36-091B3875E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3DA576-9921-443B-AA6F-9B4D259CC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Nanomaterials: Introduction, synthesis of TiO2 nanoparticles by sol-gel...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Size-dependent properties of nanomaterial-surface area, catalytical, el...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Graphene - Synthesis by chemical vapor deposition (CVD) method, propert...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Role of carbon nanotubes (CNTs) in energy devices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5. Explain Systems: Batteries - Introduction, classification of batteries , charac...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7E7C16-AE5B-41BC-AE28-F77A817D1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7E1260-6BC7-4583-8113-FDEEDDC5B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941182-CAB9-4212-A681-BC07975FF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3697407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2026-08-24T16:02:33.7550000Z</dcterms:created>
  <dcterms:modified xsi:type="dcterms:W3CDTF">2026-08-24T16:02:33.7550000Z</dcterms:modified>
</coreProperties>
</file>