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8ab5d50eeb426d" /><Relationship Type="http://schemas.openxmlformats.org/officeDocument/2006/relationships/extended-properties" Target="/docProps/app.xml" Id="R347acab7ad184f1b" /><Relationship Type="http://schemas.openxmlformats.org/officeDocument/2006/relationships/officeDocument" Target="/ppt/presentation.xml" Id="R6adc22ac1e3342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d8c855fa184ad9"/>
  </p:sldMasterIdLst>
  <p:notesMasterIdLst>
    <p:notesMasterId xmlns:r="http://schemas.openxmlformats.org/officeDocument/2006/relationships" r:id="R600baf1029884d1d"/>
  </p:notesMasterIdLst>
  <p:sldIdLst>
    <p:sldId xmlns:r="http://schemas.openxmlformats.org/officeDocument/2006/relationships" id="256" r:id="R5d204b96cfd84ec5"/>
    <p:sldId xmlns:r="http://schemas.openxmlformats.org/officeDocument/2006/relationships" id="257" r:id="R9db9917870814f01"/>
    <p:sldId xmlns:r="http://schemas.openxmlformats.org/officeDocument/2006/relationships" id="258" r:id="R7b4ed6d88a834e40"/>
    <p:sldId xmlns:r="http://schemas.openxmlformats.org/officeDocument/2006/relationships" id="259" r:id="R123fac67748241ca"/>
    <p:sldId xmlns:r="http://schemas.openxmlformats.org/officeDocument/2006/relationships" id="260" r:id="Rdf041a793e1044a0"/>
    <p:sldId xmlns:r="http://schemas.openxmlformats.org/officeDocument/2006/relationships" id="261" r:id="R084a28a407c545ae"/>
    <p:sldId xmlns:r="http://schemas.openxmlformats.org/officeDocument/2006/relationships" id="262" r:id="R137b6b130b99480d"/>
    <p:sldId xmlns:r="http://schemas.openxmlformats.org/officeDocument/2006/relationships" id="263" r:id="R31fb68a2048d4c68"/>
    <p:sldId xmlns:r="http://schemas.openxmlformats.org/officeDocument/2006/relationships" id="264" r:id="R7251b949c5fd4ecb"/>
    <p:sldId xmlns:r="http://schemas.openxmlformats.org/officeDocument/2006/relationships" id="265" r:id="R8961595a8edf4d01"/>
    <p:sldId xmlns:r="http://schemas.openxmlformats.org/officeDocument/2006/relationships" id="266" r:id="Rd2ed0867e303416b"/>
    <p:sldId xmlns:r="http://schemas.openxmlformats.org/officeDocument/2006/relationships" id="267" r:id="R6fe8b43ad1d24d45"/>
    <p:sldId xmlns:r="http://schemas.openxmlformats.org/officeDocument/2006/relationships" id="268" r:id="R8104948819584519"/>
    <p:sldId xmlns:r="http://schemas.openxmlformats.org/officeDocument/2006/relationships" id="269" r:id="R8052b499340649eb"/>
    <p:sldId xmlns:r="http://schemas.openxmlformats.org/officeDocument/2006/relationships" id="270" r:id="Reee3a12d38954dac"/>
    <p:sldId xmlns:r="http://schemas.openxmlformats.org/officeDocument/2006/relationships" id="271" r:id="Rcfbe16b5e92b44fb"/>
    <p:sldId xmlns:r="http://schemas.openxmlformats.org/officeDocument/2006/relationships" id="272" r:id="R4a35f61a140044db"/>
    <p:sldId xmlns:r="http://schemas.openxmlformats.org/officeDocument/2006/relationships" id="273" r:id="Rc24add2f41a44954"/>
    <p:sldId xmlns:r="http://schemas.openxmlformats.org/officeDocument/2006/relationships" id="274" r:id="Rdfed68290b0b41bf"/>
    <p:sldId xmlns:r="http://schemas.openxmlformats.org/officeDocument/2006/relationships" id="275" r:id="R5c1bf155b05b4231"/>
    <p:sldId xmlns:r="http://schemas.openxmlformats.org/officeDocument/2006/relationships" id="276" r:id="Rd2d41e82f89c4620"/>
    <p:sldId xmlns:r="http://schemas.openxmlformats.org/officeDocument/2006/relationships" id="277" r:id="R67e5d2cb64c64b87"/>
    <p:sldId xmlns:r="http://schemas.openxmlformats.org/officeDocument/2006/relationships" id="278" r:id="Rd1eccfab8253460c"/>
    <p:sldId xmlns:r="http://schemas.openxmlformats.org/officeDocument/2006/relationships" id="279" r:id="R39c8c5608b2e4d21"/>
    <p:sldId xmlns:r="http://schemas.openxmlformats.org/officeDocument/2006/relationships" id="280" r:id="Reac4663335904d1c"/>
    <p:sldId xmlns:r="http://schemas.openxmlformats.org/officeDocument/2006/relationships" id="281" r:id="Ra0af73a754d24c58"/>
    <p:sldId xmlns:r="http://schemas.openxmlformats.org/officeDocument/2006/relationships" id="282" r:id="R3b6c05a5a2094943"/>
    <p:sldId xmlns:r="http://schemas.openxmlformats.org/officeDocument/2006/relationships" id="283" r:id="R6d0e748556ec4446"/>
    <p:sldId xmlns:r="http://schemas.openxmlformats.org/officeDocument/2006/relationships" id="284" r:id="R3a675a77be674037"/>
    <p:sldId xmlns:r="http://schemas.openxmlformats.org/officeDocument/2006/relationships" id="285" r:id="Ra32f5b4fc1e04738"/>
    <p:sldId xmlns:r="http://schemas.openxmlformats.org/officeDocument/2006/relationships" id="286" r:id="R73ab1f62bd9344ec"/>
    <p:sldId xmlns:r="http://schemas.openxmlformats.org/officeDocument/2006/relationships" id="287" r:id="Rdb6c7454f5bd4ef7"/>
    <p:sldId xmlns:r="http://schemas.openxmlformats.org/officeDocument/2006/relationships" id="288" r:id="Reaf98af283844a98"/>
    <p:sldId xmlns:r="http://schemas.openxmlformats.org/officeDocument/2006/relationships" id="289" r:id="R54b23c69b4684ac2"/>
    <p:sldId xmlns:r="http://schemas.openxmlformats.org/officeDocument/2006/relationships" id="290" r:id="R08884ac110e342da"/>
    <p:sldId xmlns:r="http://schemas.openxmlformats.org/officeDocument/2006/relationships" id="291" r:id="Rd57a361c20694356"/>
    <p:sldId xmlns:r="http://schemas.openxmlformats.org/officeDocument/2006/relationships" id="292" r:id="R37fe105e577b419c"/>
    <p:sldId xmlns:r="http://schemas.openxmlformats.org/officeDocument/2006/relationships" id="293" r:id="R7f57841bc3424efc"/>
    <p:sldId xmlns:r="http://schemas.openxmlformats.org/officeDocument/2006/relationships" id="294" r:id="R902aaf9249eb4772"/>
    <p:sldId xmlns:r="http://schemas.openxmlformats.org/officeDocument/2006/relationships" id="295" r:id="R6987102e99b946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02a9bbd034469d" /><Relationship Type="http://schemas.openxmlformats.org/officeDocument/2006/relationships/slideMaster" Target="/ppt/slideMasters/slideMaster1.xml" Id="R78d8c855fa184ad9" /><Relationship Type="http://schemas.openxmlformats.org/officeDocument/2006/relationships/notesMaster" Target="/ppt/notesMasters/notesMaster1.xml" Id="R600baf1029884d1d" /><Relationship Type="http://schemas.openxmlformats.org/officeDocument/2006/relationships/presProps" Target="/ppt/presProps.xml" Id="R2204f84c06b849c4" /><Relationship Type="http://schemas.openxmlformats.org/officeDocument/2006/relationships/tableStyles" Target="/ppt/tableStyles.xml" Id="R38d66ebf03754e5b" /><Relationship Type="http://schemas.openxmlformats.org/officeDocument/2006/relationships/slide" Target="/ppt/slides/slide1.xml" Id="R5d204b96cfd84ec5" /><Relationship Type="http://schemas.openxmlformats.org/officeDocument/2006/relationships/slide" Target="/ppt/slides/slide2.xml" Id="R9db9917870814f01" /><Relationship Type="http://schemas.openxmlformats.org/officeDocument/2006/relationships/slide" Target="/ppt/slides/slide3.xml" Id="R7b4ed6d88a834e40" /><Relationship Type="http://schemas.openxmlformats.org/officeDocument/2006/relationships/slide" Target="/ppt/slides/slide4.xml" Id="R123fac67748241ca" /><Relationship Type="http://schemas.openxmlformats.org/officeDocument/2006/relationships/slide" Target="/ppt/slides/slide5.xml" Id="Rdf041a793e1044a0" /><Relationship Type="http://schemas.openxmlformats.org/officeDocument/2006/relationships/slide" Target="/ppt/slides/slide6.xml" Id="R084a28a407c545ae" /><Relationship Type="http://schemas.openxmlformats.org/officeDocument/2006/relationships/slide" Target="/ppt/slides/slide7.xml" Id="R137b6b130b99480d" /><Relationship Type="http://schemas.openxmlformats.org/officeDocument/2006/relationships/slide" Target="/ppt/slides/slide8.xml" Id="R31fb68a2048d4c68" /><Relationship Type="http://schemas.openxmlformats.org/officeDocument/2006/relationships/slide" Target="/ppt/slides/slide9.xml" Id="R7251b949c5fd4ecb" /><Relationship Type="http://schemas.openxmlformats.org/officeDocument/2006/relationships/slide" Target="/ppt/slides/slide10.xml" Id="R8961595a8edf4d01" /><Relationship Type="http://schemas.openxmlformats.org/officeDocument/2006/relationships/slide" Target="/ppt/slides/slide11.xml" Id="Rd2ed0867e303416b" /><Relationship Type="http://schemas.openxmlformats.org/officeDocument/2006/relationships/slide" Target="/ppt/slides/slide12.xml" Id="R6fe8b43ad1d24d45" /><Relationship Type="http://schemas.openxmlformats.org/officeDocument/2006/relationships/slide" Target="/ppt/slides/slide13.xml" Id="R8104948819584519" /><Relationship Type="http://schemas.openxmlformats.org/officeDocument/2006/relationships/slide" Target="/ppt/slides/slide14.xml" Id="R8052b499340649eb" /><Relationship Type="http://schemas.openxmlformats.org/officeDocument/2006/relationships/slide" Target="/ppt/slides/slide15.xml" Id="Reee3a12d38954dac" /><Relationship Type="http://schemas.openxmlformats.org/officeDocument/2006/relationships/slide" Target="/ppt/slides/slide16.xml" Id="Rcfbe16b5e92b44fb" /><Relationship Type="http://schemas.openxmlformats.org/officeDocument/2006/relationships/slide" Target="/ppt/slides/slide17.xml" Id="R4a35f61a140044db" /><Relationship Type="http://schemas.openxmlformats.org/officeDocument/2006/relationships/slide" Target="/ppt/slides/slide18.xml" Id="Rc24add2f41a44954" /><Relationship Type="http://schemas.openxmlformats.org/officeDocument/2006/relationships/slide" Target="/ppt/slides/slide19.xml" Id="Rdfed68290b0b41bf" /><Relationship Type="http://schemas.openxmlformats.org/officeDocument/2006/relationships/slide" Target="/ppt/slides/slide20.xml" Id="R5c1bf155b05b4231" /><Relationship Type="http://schemas.openxmlformats.org/officeDocument/2006/relationships/slide" Target="/ppt/slides/slide21.xml" Id="Rd2d41e82f89c4620" /><Relationship Type="http://schemas.openxmlformats.org/officeDocument/2006/relationships/slide" Target="/ppt/slides/slide22.xml" Id="R67e5d2cb64c64b87" /><Relationship Type="http://schemas.openxmlformats.org/officeDocument/2006/relationships/slide" Target="/ppt/slides/slide23.xml" Id="Rd1eccfab8253460c" /><Relationship Type="http://schemas.openxmlformats.org/officeDocument/2006/relationships/slide" Target="/ppt/slides/slide24.xml" Id="R39c8c5608b2e4d21" /><Relationship Type="http://schemas.openxmlformats.org/officeDocument/2006/relationships/slide" Target="/ppt/slides/slide25.xml" Id="Reac4663335904d1c" /><Relationship Type="http://schemas.openxmlformats.org/officeDocument/2006/relationships/slide" Target="/ppt/slides/slide26.xml" Id="Ra0af73a754d24c58" /><Relationship Type="http://schemas.openxmlformats.org/officeDocument/2006/relationships/slide" Target="/ppt/slides/slide27.xml" Id="R3b6c05a5a2094943" /><Relationship Type="http://schemas.openxmlformats.org/officeDocument/2006/relationships/slide" Target="/ppt/slides/slide28.xml" Id="R6d0e748556ec4446" /><Relationship Type="http://schemas.openxmlformats.org/officeDocument/2006/relationships/slide" Target="/ppt/slides/slide29.xml" Id="R3a675a77be674037" /><Relationship Type="http://schemas.openxmlformats.org/officeDocument/2006/relationships/slide" Target="/ppt/slides/slide30.xml" Id="Ra32f5b4fc1e04738" /><Relationship Type="http://schemas.openxmlformats.org/officeDocument/2006/relationships/slide" Target="/ppt/slides/slide31.xml" Id="R73ab1f62bd9344ec" /><Relationship Type="http://schemas.openxmlformats.org/officeDocument/2006/relationships/slide" Target="/ppt/slides/slide32.xml" Id="Rdb6c7454f5bd4ef7" /><Relationship Type="http://schemas.openxmlformats.org/officeDocument/2006/relationships/slide" Target="/ppt/slides/slide33.xml" Id="Reaf98af283844a98" /><Relationship Type="http://schemas.openxmlformats.org/officeDocument/2006/relationships/slide" Target="/ppt/slides/slide34.xml" Id="R54b23c69b4684ac2" /><Relationship Type="http://schemas.openxmlformats.org/officeDocument/2006/relationships/slide" Target="/ppt/slides/slide35.xml" Id="R08884ac110e342da" /><Relationship Type="http://schemas.openxmlformats.org/officeDocument/2006/relationships/slide" Target="/ppt/slides/slide36.xml" Id="Rd57a361c20694356" /><Relationship Type="http://schemas.openxmlformats.org/officeDocument/2006/relationships/slide" Target="/ppt/slides/slide37.xml" Id="R37fe105e577b419c" /><Relationship Type="http://schemas.openxmlformats.org/officeDocument/2006/relationships/slide" Target="/ppt/slides/slide38.xml" Id="R7f57841bc3424efc" /><Relationship Type="http://schemas.openxmlformats.org/officeDocument/2006/relationships/slide" Target="/ppt/slides/slide39.xml" Id="R902aaf9249eb4772" /><Relationship Type="http://schemas.openxmlformats.org/officeDocument/2006/relationships/slide" Target="/ppt/slides/slide40.xml" Id="R6987102e99b946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1a19904d4b4d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edb2111c284769" /><Relationship Type="http://schemas.openxmlformats.org/officeDocument/2006/relationships/notesMaster" Target="/ppt/notesMasters/notesMaster1.xml" Id="R4d172f2412ff40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fa812de3d74ff3" /><Relationship Type="http://schemas.openxmlformats.org/officeDocument/2006/relationships/notesMaster" Target="/ppt/notesMasters/notesMaster1.xml" Id="Rd33c950107f145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642e1fd22444b4" /><Relationship Type="http://schemas.openxmlformats.org/officeDocument/2006/relationships/notesMaster" Target="/ppt/notesMasters/notesMaster1.xml" Id="R523927d70f3b45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51f5260a40499b" /><Relationship Type="http://schemas.openxmlformats.org/officeDocument/2006/relationships/notesMaster" Target="/ppt/notesMasters/notesMaster1.xml" Id="R2a19b6cc3b8842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479480eedf465c" /><Relationship Type="http://schemas.openxmlformats.org/officeDocument/2006/relationships/notesMaster" Target="/ppt/notesMasters/notesMaster1.xml" Id="Rca6d82180c7747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b2c4e05ebc4eff" /><Relationship Type="http://schemas.openxmlformats.org/officeDocument/2006/relationships/notesMaster" Target="/ppt/notesMasters/notesMaster1.xml" Id="Rae4098f7d63b46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90f69c0ecf4d85" /><Relationship Type="http://schemas.openxmlformats.org/officeDocument/2006/relationships/notesMaster" Target="/ppt/notesMasters/notesMaster1.xml" Id="Rcb6e5d39550044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e16f15503f4b89" /><Relationship Type="http://schemas.openxmlformats.org/officeDocument/2006/relationships/notesMaster" Target="/ppt/notesMasters/notesMaster1.xml" Id="Rff824f6d90b246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a6a45b1bb94dc5" /><Relationship Type="http://schemas.openxmlformats.org/officeDocument/2006/relationships/notesMaster" Target="/ppt/notesMasters/notesMaster1.xml" Id="Rafaff8869f7f43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4a7821f05e4fba" /><Relationship Type="http://schemas.openxmlformats.org/officeDocument/2006/relationships/notesMaster" Target="/ppt/notesMasters/notesMaster1.xml" Id="R97e9bab456fa48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5166f21f714a7e" /><Relationship Type="http://schemas.openxmlformats.org/officeDocument/2006/relationships/notesMaster" Target="/ppt/notesMasters/notesMaster1.xml" Id="R2451af2fcc0c47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46ae69b95f4ce0" /><Relationship Type="http://schemas.openxmlformats.org/officeDocument/2006/relationships/notesMaster" Target="/ppt/notesMasters/notesMaster1.xml" Id="R918c3739132645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5f6b031ec649f9" /><Relationship Type="http://schemas.openxmlformats.org/officeDocument/2006/relationships/notesMaster" Target="/ppt/notesMasters/notesMaster1.xml" Id="Ra8ddaea2b17641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04741499854957" /><Relationship Type="http://schemas.openxmlformats.org/officeDocument/2006/relationships/notesMaster" Target="/ppt/notesMasters/notesMaster1.xml" Id="R7ffc610d48e44c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f89f8e2e804efe" /><Relationship Type="http://schemas.openxmlformats.org/officeDocument/2006/relationships/notesMaster" Target="/ppt/notesMasters/notesMaster1.xml" Id="R7c55e7da7d8f40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a92a0d9bc64f87" /><Relationship Type="http://schemas.openxmlformats.org/officeDocument/2006/relationships/notesMaster" Target="/ppt/notesMasters/notesMaster1.xml" Id="Rf7b59399e86b4d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e82c914b534e3c" /><Relationship Type="http://schemas.openxmlformats.org/officeDocument/2006/relationships/notesMaster" Target="/ppt/notesMasters/notesMaster1.xml" Id="R68292586e98f4f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93665a6a2e4e94" /><Relationship Type="http://schemas.openxmlformats.org/officeDocument/2006/relationships/notesMaster" Target="/ppt/notesMasters/notesMaster1.xml" Id="Ra03f19c403034d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b69b5a22a64f8b" /><Relationship Type="http://schemas.openxmlformats.org/officeDocument/2006/relationships/notesMaster" Target="/ppt/notesMasters/notesMaster1.xml" Id="R9884244a86244d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a8ce5f926e4730" /><Relationship Type="http://schemas.openxmlformats.org/officeDocument/2006/relationships/notesMaster" Target="/ppt/notesMasters/notesMaster1.xml" Id="R480f038dd01441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45c4007a3a419c" /><Relationship Type="http://schemas.openxmlformats.org/officeDocument/2006/relationships/notesMaster" Target="/ppt/notesMasters/notesMaster1.xml" Id="R01db5b18bb034c6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cdf9b61555468b" /><Relationship Type="http://schemas.openxmlformats.org/officeDocument/2006/relationships/notesMaster" Target="/ppt/notesMasters/notesMaster1.xml" Id="R98292496d67942b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10e6ed3ee93429d" /><Relationship Type="http://schemas.openxmlformats.org/officeDocument/2006/relationships/notesMaster" Target="/ppt/notesMasters/notesMaster1.xml" Id="R8abf22f133ac429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2c83645194d4c3f" /><Relationship Type="http://schemas.openxmlformats.org/officeDocument/2006/relationships/notesMaster" Target="/ppt/notesMasters/notesMaster1.xml" Id="R0cb7109707dc405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3d3e2f699ab45fe" /><Relationship Type="http://schemas.openxmlformats.org/officeDocument/2006/relationships/notesMaster" Target="/ppt/notesMasters/notesMaster1.xml" Id="R769a9fb702f548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8b4044f2e754f42" /><Relationship Type="http://schemas.openxmlformats.org/officeDocument/2006/relationships/notesMaster" Target="/ppt/notesMasters/notesMaster1.xml" Id="R2174d3d3fc8f4fd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b5cc85e93ed4c34" /><Relationship Type="http://schemas.openxmlformats.org/officeDocument/2006/relationships/notesMaster" Target="/ppt/notesMasters/notesMaster1.xml" Id="R8bcfd69e24b64f1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4118e75cae34c88" /><Relationship Type="http://schemas.openxmlformats.org/officeDocument/2006/relationships/notesMaster" Target="/ppt/notesMasters/notesMaster1.xml" Id="Rdd33eac338ed4b3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b1fe0e44afb4672" /><Relationship Type="http://schemas.openxmlformats.org/officeDocument/2006/relationships/notesMaster" Target="/ppt/notesMasters/notesMaster1.xml" Id="Rf708ef766a9d4bf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332600e87da43ca" /><Relationship Type="http://schemas.openxmlformats.org/officeDocument/2006/relationships/notesMaster" Target="/ppt/notesMasters/notesMaster1.xml" Id="R1ee6559920d84b4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58573c206dd4f1e" /><Relationship Type="http://schemas.openxmlformats.org/officeDocument/2006/relationships/notesMaster" Target="/ppt/notesMasters/notesMaster1.xml" Id="R49d707425c3e4dd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d71e722de93419c" /><Relationship Type="http://schemas.openxmlformats.org/officeDocument/2006/relationships/notesMaster" Target="/ppt/notesMasters/notesMaster1.xml" Id="R9c560dfc00d441d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49b67c4726f4359" /><Relationship Type="http://schemas.openxmlformats.org/officeDocument/2006/relationships/notesMaster" Target="/ppt/notesMasters/notesMaster1.xml" Id="R5c572fde92154e3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b691dbc13214bb5" /><Relationship Type="http://schemas.openxmlformats.org/officeDocument/2006/relationships/notesMaster" Target="/ppt/notesMasters/notesMaster1.xml" Id="R516d6ffd081347f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cb2b63ecc6f4c0f" /><Relationship Type="http://schemas.openxmlformats.org/officeDocument/2006/relationships/notesMaster" Target="/ppt/notesMasters/notesMaster1.xml" Id="Rd2dc3ab2a3ef443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a27a709332041ca" /><Relationship Type="http://schemas.openxmlformats.org/officeDocument/2006/relationships/notesMaster" Target="/ppt/notesMasters/notesMaster1.xml" Id="R925fbeec59fc443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ae1e689433f47ca" /><Relationship Type="http://schemas.openxmlformats.org/officeDocument/2006/relationships/notesMaster" Target="/ppt/notesMasters/notesMaster1.xml" Id="R3607695bd00b481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fd89595b6464285" /><Relationship Type="http://schemas.openxmlformats.org/officeDocument/2006/relationships/notesMaster" Target="/ppt/notesMasters/notesMaster1.xml" Id="Rb51fcef33bc34a5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3cee751e69449fc" /><Relationship Type="http://schemas.openxmlformats.org/officeDocument/2006/relationships/notesMaster" Target="/ppt/notesMasters/notesMaster1.xml" Id="R5685e71292204f2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50a67f75b444d7c" /><Relationship Type="http://schemas.openxmlformats.org/officeDocument/2006/relationships/notesMaster" Target="/ppt/notesMasters/notesMaster1.xml" Id="R91fc8e5838f447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d3eb5fa7d4b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c8261745004fc4" /><Relationship Type="http://schemas.openxmlformats.org/officeDocument/2006/relationships/slideLayout" Target="/ppt/slideLayouts/slideLayout1.xml" Id="R44a865cf526644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a865cf526644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e59b63a764674" /><Relationship Type="http://schemas.openxmlformats.org/officeDocument/2006/relationships/notesSlide" Target="/ppt/notesSlides/notesSlide1.xml" Id="R6a07bd6e113043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641335e0a4c74" /><Relationship Type="http://schemas.openxmlformats.org/officeDocument/2006/relationships/notesSlide" Target="/ppt/notesSlides/notesSlide2.xml" Id="R88991d9d202545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ab49bbbbf46e1" /><Relationship Type="http://schemas.openxmlformats.org/officeDocument/2006/relationships/notesSlide" Target="/ppt/notesSlides/notesSlide3.xml" Id="R1d290ee2cb24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3b864053b4989" /><Relationship Type="http://schemas.openxmlformats.org/officeDocument/2006/relationships/notesSlide" Target="/ppt/notesSlides/notesSlide4.xml" Id="Ra061b2dc80434b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92c93ffa44953" /><Relationship Type="http://schemas.openxmlformats.org/officeDocument/2006/relationships/notesSlide" Target="/ppt/notesSlides/notesSlide5.xml" Id="Rf9801a73186c40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e1293b8db49ba" /><Relationship Type="http://schemas.openxmlformats.org/officeDocument/2006/relationships/notesSlide" Target="/ppt/notesSlides/notesSlide6.xml" Id="Rc8e862575f6242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1931a15844f05" /><Relationship Type="http://schemas.openxmlformats.org/officeDocument/2006/relationships/notesSlide" Target="/ppt/notesSlides/notesSlide7.xml" Id="R4bac0fa758a147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3130eb33844bc" /><Relationship Type="http://schemas.openxmlformats.org/officeDocument/2006/relationships/notesSlide" Target="/ppt/notesSlides/notesSlide8.xml" Id="R16a02b6b64204a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b859347e84a32" /><Relationship Type="http://schemas.openxmlformats.org/officeDocument/2006/relationships/notesSlide" Target="/ppt/notesSlides/notesSlide9.xml" Id="R08087ad8590647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e3021901f4c96" /><Relationship Type="http://schemas.openxmlformats.org/officeDocument/2006/relationships/notesSlide" Target="/ppt/notesSlides/notesSlide10.xml" Id="R756ec36329e94d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7c9e2b09547c0" /><Relationship Type="http://schemas.openxmlformats.org/officeDocument/2006/relationships/notesSlide" Target="/ppt/notesSlides/notesSlide11.xml" Id="Rf61e85b455ca43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fcf9a0239455e" /><Relationship Type="http://schemas.openxmlformats.org/officeDocument/2006/relationships/notesSlide" Target="/ppt/notesSlides/notesSlide12.xml" Id="R11726eb94f1148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c2ba1d50a4a55" /><Relationship Type="http://schemas.openxmlformats.org/officeDocument/2006/relationships/notesSlide" Target="/ppt/notesSlides/notesSlide13.xml" Id="R0d409e025b194e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d9f4d1a6346cf" /><Relationship Type="http://schemas.openxmlformats.org/officeDocument/2006/relationships/notesSlide" Target="/ppt/notesSlides/notesSlide14.xml" Id="R1e2c041c9c5149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73e7bdb964212" /><Relationship Type="http://schemas.openxmlformats.org/officeDocument/2006/relationships/notesSlide" Target="/ppt/notesSlides/notesSlide15.xml" Id="R696e5515f24b40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0a801a29446d7" /><Relationship Type="http://schemas.openxmlformats.org/officeDocument/2006/relationships/notesSlide" Target="/ppt/notesSlides/notesSlide16.xml" Id="R89bf9db5ddb742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1483c38434864" /><Relationship Type="http://schemas.openxmlformats.org/officeDocument/2006/relationships/notesSlide" Target="/ppt/notesSlides/notesSlide17.xml" Id="Rc868bdbb8be242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1aad76c9c4291" /><Relationship Type="http://schemas.openxmlformats.org/officeDocument/2006/relationships/notesSlide" Target="/ppt/notesSlides/notesSlide18.xml" Id="R72ad4b17b2a04f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b52e58aa64682" /><Relationship Type="http://schemas.openxmlformats.org/officeDocument/2006/relationships/notesSlide" Target="/ppt/notesSlides/notesSlide19.xml" Id="R9b61ec87296846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46bc7fa4c4372" /><Relationship Type="http://schemas.openxmlformats.org/officeDocument/2006/relationships/notesSlide" Target="/ppt/notesSlides/notesSlide20.xml" Id="R115aff49be544d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62ede37ee4ed9" /><Relationship Type="http://schemas.openxmlformats.org/officeDocument/2006/relationships/notesSlide" Target="/ppt/notesSlides/notesSlide21.xml" Id="R9abcd5413c3843b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41b2a6d5a49e4" /><Relationship Type="http://schemas.openxmlformats.org/officeDocument/2006/relationships/notesSlide" Target="/ppt/notesSlides/notesSlide22.xml" Id="Ra46fc0181e6a4c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adb293b374b82" /><Relationship Type="http://schemas.openxmlformats.org/officeDocument/2006/relationships/notesSlide" Target="/ppt/notesSlides/notesSlide23.xml" Id="R65ae89ad57ad494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cb95f2cec4e03" /><Relationship Type="http://schemas.openxmlformats.org/officeDocument/2006/relationships/notesSlide" Target="/ppt/notesSlides/notesSlide24.xml" Id="Rdb5ae2273b1c48b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61998342e4682" /><Relationship Type="http://schemas.openxmlformats.org/officeDocument/2006/relationships/notesSlide" Target="/ppt/notesSlides/notesSlide25.xml" Id="Rbc9eb3d3f27140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5194bfbd44578" /><Relationship Type="http://schemas.openxmlformats.org/officeDocument/2006/relationships/notesSlide" Target="/ppt/notesSlides/notesSlide26.xml" Id="R98b61514940941e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49b4df6c74752" /><Relationship Type="http://schemas.openxmlformats.org/officeDocument/2006/relationships/notesSlide" Target="/ppt/notesSlides/notesSlide27.xml" Id="R9c27ebff6c0f410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780ca4b73449d" /><Relationship Type="http://schemas.openxmlformats.org/officeDocument/2006/relationships/notesSlide" Target="/ppt/notesSlides/notesSlide28.xml" Id="R3ac917e660d940d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a67384418470a" /><Relationship Type="http://schemas.openxmlformats.org/officeDocument/2006/relationships/notesSlide" Target="/ppt/notesSlides/notesSlide29.xml" Id="R4694b4c1f74c45e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aaf8358c646a6" /><Relationship Type="http://schemas.openxmlformats.org/officeDocument/2006/relationships/notesSlide" Target="/ppt/notesSlides/notesSlide30.xml" Id="Rf5b4bb92e148414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5ef52fa3d4305" /><Relationship Type="http://schemas.openxmlformats.org/officeDocument/2006/relationships/notesSlide" Target="/ppt/notesSlides/notesSlide31.xml" Id="R0a7afef79d314bb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f2067c79f4798" /><Relationship Type="http://schemas.openxmlformats.org/officeDocument/2006/relationships/notesSlide" Target="/ppt/notesSlides/notesSlide32.xml" Id="Rd977d30a6c73434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7de7cb9c445bc" /><Relationship Type="http://schemas.openxmlformats.org/officeDocument/2006/relationships/notesSlide" Target="/ppt/notesSlides/notesSlide33.xml" Id="Rda57c24c821f46a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9e66c261d45b2" /><Relationship Type="http://schemas.openxmlformats.org/officeDocument/2006/relationships/notesSlide" Target="/ppt/notesSlides/notesSlide34.xml" Id="Rc85b13d9e489414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ac9e7148f4d30" /><Relationship Type="http://schemas.openxmlformats.org/officeDocument/2006/relationships/notesSlide" Target="/ppt/notesSlides/notesSlide35.xml" Id="R04150d41f906465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7db5ef79144de" /><Relationship Type="http://schemas.openxmlformats.org/officeDocument/2006/relationships/notesSlide" Target="/ppt/notesSlides/notesSlide36.xml" Id="R6beb4fe70c9e4c9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690ccd76a4844" /><Relationship Type="http://schemas.openxmlformats.org/officeDocument/2006/relationships/notesSlide" Target="/ppt/notesSlides/notesSlide37.xml" Id="Rd1960d967ca74aa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6d9d1d6914d42" /><Relationship Type="http://schemas.openxmlformats.org/officeDocument/2006/relationships/notesSlide" Target="/ppt/notesSlides/notesSlide38.xml" Id="R1b39adb2e146481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978c3a747495a" /><Relationship Type="http://schemas.openxmlformats.org/officeDocument/2006/relationships/notesSlide" Target="/ppt/notesSlides/notesSlide39.xml" Id="Re406bd903d2d48a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f21a2e9344d51" /><Relationship Type="http://schemas.openxmlformats.org/officeDocument/2006/relationships/notesSlide" Target="/ppt/notesSlides/notesSlide40.xml" Id="R1cc728d7815340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81CC2-CA26-4BB2-BC78-5A4055BD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E7001-00AF-41C7-885F-36D23F06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Corrosion Science and Coating Technologies Corrosion: Introduction, electrochemical theory of corrosion, types of corros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B2E57-2405-4AF2-9F7C-55EE3071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Advanced Metal Protection and Sustainable Energy Systems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1BCHEM102/202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4B0BF-202C-4DFD-B7F8-578AE383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FFD07-F71D-48CE-8191-D11F4280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B5D59-9D4F-4A53-96B7-C5C614EC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F0820-EE07-4D46-AB8E-DE6F500B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D5C29-69B4-4BB3-B0F9-2FDA4A69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53730-7FE9-4003-8F6C-F736EB92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00BBC-BDB4-4F00-B7A1-477B6CF3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BCF9E-4036-4E81-B6AC-FD57C155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2E91D-1B75-4A4E-8CB0-8C8E6990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7A26A-6C80-4B48-9801-C349CED7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972291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F449E-79D8-4BF7-AEA5-125FC55C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D0737-0A49-48AE-9E37-8EC469A3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8DBD8-D93F-445E-BF88-863825AF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5E11A-E8E1-46F9-ACBA-53FEE7C4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F4DFB-AC01-4B93-8F22-85B60AA7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3CF31-6969-45D3-9A07-D295EEA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D356F-1C24-403B-B4DA-E1D97005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1076E-1442-4FA1-98F3-8589E2BB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6F3C1-55E1-4116-B230-A17AB500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96526-44AA-4347-A10C-645E10A0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598E4-15F4-4530-8707-1677769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4A509-66B3-4080-A9F4-B67AFA3B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23FD3-9FB8-427C-971E-68E5CD2D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5C12A-E230-4A0B-9FD3-DEE017B7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4B096-AD97-4FCA-BCE4-4234258C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257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968CA6-3F84-4787-86C3-F233830B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F043D-1348-4FF3-8C3B-9A4F4F8E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329BD-F568-47F1-858C-CD8FFF16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16B0A-D9BC-4017-B791-AB479052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32753-F51E-4D54-94AF-5A296773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D370A-2343-4A9B-BCFB-AAA5D28F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4614A-F24D-452C-B9D8-0EA752FB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BB9F3-61B2-47BB-9146-04B0787E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A8A2B-33F2-4EF4-8273-2060A7FF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Corrosion: Introduction, electrochemical theory of corros...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282EB-37F2-40FA-A87B-5A27AD95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30F21-ECD0-4C07-B528-EB861B3E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58310-90B6-4BEA-B2E1-472573F8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galvanization, surface conversion coating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C4D1B-B1E9-4A0A-A842-A55CDD27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D5D64-5BD5-4E0D-90FE-41576076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8C18E-2FB7-4CB5-A70F-4B29DAF3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anodization and cathodic protection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20FBD-CABF-45E6-AD7A-8BB99E80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1B208-8BD9-42FD-BA11-D9B6BD18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6E4D2-5E75-44DC-8E4B-CE1167DB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sacrificial anode method, corrosion penetration rate (CPR...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C1ED1-EF4C-4860-A320-753CB06E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379F9-B995-49A6-AE86-8C1C412B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09F57-0889-47AF-B36B-71444BE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Technologies: Introduction, technological importance, ele...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90B98F-24F6-457E-9AA9-928F6645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4DF92-144A-49AD-B893-00CBCD9F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038016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BA72B5-F894-479D-9924-640F17F3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516B8-CF8A-43A0-8B90-74DD71CF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902F8-72B0-4CFA-943B-92A1C75E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CD580-6E70-41AC-8885-6DE32A34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5AE14-DE7A-4F13-B690-EE039A6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8DE0E-43C0-41CF-8084-148ED0AE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34981-8D32-4F3A-B13A-729A6ED7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FCBA1-71BF-49EE-8EF4-8F2D718A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Corrosion: Introduction, electrochemical theory of corros...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0E089-7A33-43CE-BEAF-4FDFFE08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776C9-D01E-43F1-89BB-39CA505A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DCAE9-F3DD-4A0D-A33A-568507A5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galvanization, surface conversion coating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A0864-430A-42DE-93AA-2EF08BF0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A5CFD-E4D3-453B-A7D8-61781109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7F271-2A00-4D43-9DAC-98940A2F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anodization and cathodic protection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984D6-6D95-4600-9B01-2D37C9B7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2AB65-96D9-4A69-9C05-C69AAB72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1C66D-83FB-4065-BDAA-BFF6A034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sacrificial anode method, corrosion penetration rate (CPR...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CBCAA-B26D-46B1-8F08-8F73FD45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A7D3C-8FAF-48CD-814E-DC6789F4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4605A-CA81-495F-A3C8-54A8B274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Technologies: Introduction, technological importance, ele...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3ADE1-B72A-4A54-90E5-0EA664D7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765CA-6607-478D-9F6C-ED0C8EB4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28445E-7BCB-4996-84A9-71F8CFAB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45384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FCF56-5516-486D-A47C-62FF07E3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EA66A-5BA1-4EDE-B89C-86A01F49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68A17-F720-473E-8FE5-9AE9A678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388BA-422D-4BA5-B39E-717495BE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E4DBF-6FBD-438B-A7BC-156DC75F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Corrosion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6F67A-0C24-42D9-A43B-178CEC31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95130-26A8-4505-A659-BC01B20E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Coating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57B30-8F8B-4759-85B7-E356AD1A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Technologies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F6EE1-AF32-4835-8D7C-87CA7BAE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electrochemical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D62FB-2273-4EC2-A7AC-D56BBB8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23D45-547D-4CFB-BEA3-CD1944BC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corros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8DED7-DD79-4048-B526-07780DC7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F4426-7BCA-43F5-9481-A08C64FA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E58DC-27BB-4C85-86BD-83CEFBA7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20473-9FC1-4625-BE1E-1B2762B7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B5E87-A5FE-48C9-A233-111EE5D8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93864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F2025-6F76-43A5-A6DF-9EABE2A4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D2717-E12B-4895-B8CF-FFCE9238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93DFC-36C0-4171-8260-6E037F39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E1454-1606-4AA5-92A0-2C3A392B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36EFC-B3BD-4F3F-B42F-4AA91513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Corrosion: Introduction, electrochemical theory of corrosion, types of corrosion -differential metal and differ...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9CB02-FD5F-4569-8653-98AE54E9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Corrosion: Introduction, electrochemical...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27313-93E2-4E6A-8CC8-68237ED6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BCCC4-C3E9-42F0-A175-D9CA7D25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E6897-05DA-4AB7-8D8A-42CE5EBC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0A24E-D18B-4B51-BC42-0509A3C6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9D494-95D3-43F5-9919-DA0266B7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52DC3-6DA0-40CB-9A3D-BA7E4BD0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B63EC-90E2-4BE8-8929-C0105BA9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958F5-D1DE-4D13-B281-F1A9B005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0B629-F738-4C2F-9B0C-B0116793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A9395-46F1-4DA1-9836-96D3A8E3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183832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DD890F-DC74-492A-A950-FAA7C07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EFC09-2D40-435E-8A9E-5D54BB9A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92C5A-71A6-4028-9D68-95126ED8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1CB8B-4349-4031-843F-C42AA5AA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A127B-1621-420E-8C56-C81FA055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5A155-7F3F-4162-8641-AEF0EDBC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4B21D-7340-4881-829D-CA3E0352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9318D-9ECA-4DD3-89E4-B8775DB9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E5D5E-0BAC-4E1F-BA28-B52CDC70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Corrosi...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159FB-0450-4D1B-BC81-CCA0BB6D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5575C-C0C8-44C5-8CEC-8FE97AEA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497F4-0BB0-4F7E-88AB-53EE1206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Corrosion: Introd...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32E90-8FDF-48A0-8959-77661BB3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52ED5-F784-4D54-9F87-21F43BBC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25F6E-DC53-4281-BEDE-1B0B0855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Corrosio...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FFDEE-741D-4346-ABFD-D6B7F7FE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1A6E5-AA3C-4179-BC48-B1D6521B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49F9B-C4B3-4507-9FAA-AB0372D4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Corrosion: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E368B-D021-439B-BBCC-D18742FD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1B412-0DE9-4F4C-AB98-750DC62D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7656D-9AE3-4C72-B683-778ECA79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Corrosion: Int...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EBEDF-DEFA-40C6-AFA1-A3186670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3F2F0D-30A7-4B8B-AE7E-D66BB1A5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918991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243B6-93E6-4D79-85F6-DDA0F53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E3AE-ADC4-4724-9799-490DDAC2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F08DF-F92A-45A9-952C-6B80D9DA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403C3-872B-43CF-90F2-3D33E7D2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CAC3A-2209-4DB9-A15A-2C24A0FF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A472F-F967-469A-8F8A-0CDD5CC2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47932-9431-4A4F-A5C0-64444208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442E9-131D-43F4-ACB4-685D26BD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FED7B-6CC2-41E5-AD9D-ED77158B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DC20D-5905-417A-847E-D03EEB2D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61EF0-F48F-4E7C-B8D4-7E024E0F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297F8-E9DD-4900-89E6-A7CA2027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97D15-7D13-4C5C-A70C-6619A77D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D6B7D-0225-4571-BD97-F569D57E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AF872-4339-42A5-A5DB-0AB3029B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78462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0474E-38F7-4B2A-83F7-9682C71F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2DA42-C04E-414E-97A6-6AD03F24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D60F2-F9FC-44A0-9BE5-81A61FD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ACA15-3C29-4B76-AD1C-0E39CD24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27AFD-D56D-4B38-890B-2A1BC8A5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CD572-32E0-4F7B-98CF-ECDA3D29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Corrosion: Introduction, electrochemical theory of corros...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1D225-4F43-4EFE-B428-F60380DE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E852B-53E7-4AC9-A495-4EB50BE5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2E9C8-0782-4C59-8821-B52F0CC5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9311E-A1D3-4F9D-832A-F3EF2953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8882F-73D1-4965-B9A0-BD66A384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61688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B525E-E772-4A09-97DF-D55E997C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49A19-BCC5-4DDF-A5D4-B8A72983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458FD-811D-43A3-AF76-28A63247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808A3-98CC-4006-A70F-22A026F7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297E6-39FB-443F-BE1B-0F8D50ED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galvanization, surface conversion coating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51D1B-CE55-460D-8730-3C33A2AF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galvanization, surface conversion coating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149BA-10CA-41C0-8B33-39DC9C6F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5889C-DF95-4132-A01A-66964FDA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F247D-AC8E-4B39-8663-6A7E14C9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232D3-05AC-489F-A2F6-DE724136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7C195-1BBC-4056-81FA-661C9105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FEB88-593F-4DBA-A78D-3F428A3F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01D99-996B-4A42-A846-F97CEFB2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3D0D9-50E1-45D1-BC87-80CB3359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4F5F5-36FD-4B08-A49F-39698E71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57F59-713A-476B-A0E6-03D6C2D0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866353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B970F-9D4B-44D3-93AA-6C4A084D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F168D-D3A2-4EFC-9AA0-1C9AE473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39DD8-FE5B-44F1-B40B-4B54C783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E9796-CFAD-4445-9EDE-5831F15F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A17DF-14BA-48E0-A256-5BFEF220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A2EEC-3082-4FB0-8310-27804582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EBCD9-89AF-4867-9C88-89D21BFF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ACA66-CDDB-4E6E-A64F-18EC75B8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AD60B-E422-4D34-84BA-FB3D3458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galvani...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E6BCD-2CD3-439E-8B63-E00A3F9D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4B159-57B8-4870-A404-35520E32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B31CC-F8AC-4924-973C-AD21C8E4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galvanization, su...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52FF9-1931-416A-95EC-16C0351B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8D55F8-723A-49E1-8C14-F77E8F9A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3BBC7-CE60-4B59-8725-CA28B1A7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galvaniz...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3322E-4800-425A-91A3-4E4B5366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C3352-38A6-45AB-9877-20D45BD8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91440-8221-4354-91D2-8DCD5A26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galvanization,...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B64CF-5570-4545-A2CF-3EC48194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565FB-5270-403C-AA61-0FB6BB73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FDD12-B31E-4308-9E55-144888AB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galvanization,...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2F688-9CB3-49E3-92A2-28B08121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80EE6-3912-4A7A-809E-5B175CC4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421495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036A2-A840-4BDA-A840-BA723601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579C3-ECDD-411C-A808-21744342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6C0E8-3694-497E-BB3D-DFCB3021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BA391-4464-41EC-AEB7-4DDAECD8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AE077-CA9A-4075-8548-BEF01DC6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ED8F6-DB9B-451C-872E-3B32B1B0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5BC7D-6853-4DE8-9A00-B360AFA2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59C05-8C8A-497B-B46B-68C2348D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5F44D-58CB-443F-80E0-1E2BF8C0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DC91B-3EF2-4B7C-B8C6-FA4F0F16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E5E51-3968-493C-B46B-465E373C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ED091-2395-4BAB-BD04-13EC13A0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7734A-21DD-463C-87A3-368535C1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D466C-4512-4624-8A48-B74F6E33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55494-8219-45A6-909A-19525BB9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86839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5314F-3407-4349-96E4-F28EACFE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15717-5FC5-4B5A-A9AD-CD0820A7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A1772-C783-4089-BC57-0A1C4E08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5C1A4-8131-46F1-B3C1-41689598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42A71-AC64-41CC-826F-ACD85113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06DE5-A977-4B3B-8B96-4E83874C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galvanization, surface conversion coating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6CA93-A76A-4248-B383-C5640AE5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9FB5D-F557-4937-BD14-B700721C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49DEB-A170-4E3D-A75D-9C8DBB91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D9B9B-0805-4F6F-9F8A-7A510A3B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55DED-F096-4177-B910-96EAB9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027410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66167-C508-4511-9435-D13C4066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33E11-3E9F-487C-B427-7599C856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ADE92-9546-4E56-9762-8B5B58F1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E97E4-093C-41E8-B9A0-E2149339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845C1-33E0-4AA4-B502-E510E119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anodization and cathodic protection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80EFA-FA2A-4684-92BC-EE544A9E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anodization and cathodic protection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F0E48-451C-400F-A821-E7BDAE55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9F6CD-2EC0-4B3C-AAAB-E616FCAC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74C08-2887-4C88-8B85-22515E7B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746BE-FF47-4E3E-9BAD-0EA2A14A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79333-395F-4B95-A9B4-C3175F92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BF4F8-2AED-43C6-ADFA-3804E993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73D54-E439-4FE3-A21E-AA2ED515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99C66-18D5-493F-B14C-A93D4CD9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35320-9F5E-429F-95AD-8B421FB8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A6EAF-CABD-4F1C-A13A-25E6FB7A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4228508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1AAE2-4BCE-4D44-AA08-E520956A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2DFA0-A892-4084-870E-1713413B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954BD-7793-4B8E-915A-4C2BCEE5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4FAE9-C452-46F1-AF4C-9539D850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82B32-DB31-445C-8FA4-2362BEFB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7B243-40D8-4785-A4DB-80221CD8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BB0CB-F842-4A3F-813A-722BDE70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5E21C-4767-4BFB-AF8B-3A9EEF87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F79AF-B400-4D9E-82AE-3BEA17F0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anodiza...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E55E5-8B1C-4785-A30D-AAF2E703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2F0B8-D62D-4974-8FFD-AE3662F6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BDB64-DED0-4207-9795-F220486E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anodization and 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E77062-F33E-4C44-8D27-C105BA12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4BFA6-8244-4429-B58D-5FC097C2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765BA-6DC7-4FBA-BEB7-E49078D8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anodizat...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D16E3-3331-4706-8FBE-3228B7D1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EA456-ECF1-44FC-9501-3EAC80E1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BD5FD-75A6-4E9D-9DC6-FAE78155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anodization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29FB0-4FD3-4E65-B50B-F765A044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296D7-6BC1-4C25-BA00-575CDE3B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7738B-1FFD-4601-9FC0-27F8AE77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anodization 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051A3-DD90-4C08-9F1B-7933B567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DC6ADC-3F77-4803-8319-A4E1F219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3627887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EE14A-6604-4F2C-AB7D-EFD93190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1A01E-C0F2-44E7-838F-802A453B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BC892-1940-4649-9C7B-437CEADA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8AFB7-93D1-4903-87FE-8B244279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10231-B72A-4255-AFF6-562AE489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8D8EA-64B6-4374-9B80-4B245A6D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B3BC5-EB92-4EF4-AD42-2E932CC8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A210B-7D85-4B1A-B756-0DBD248A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A2885-D0CA-4B78-AAFD-9CABC7FC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DC78D-7A84-4771-8C7F-C306E6F8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EAEA4-E45E-4EDC-BCDC-E7159784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B255E-3938-4738-B1E7-6BB2EF51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2DA71-B0E1-4453-A854-B2A94AE0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EF734-63F8-48BE-AC6E-FE06EFD8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D22FC-FD95-4809-9E0F-748491E0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618991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0ABE8-8349-4C4A-AD2F-1685F456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89BDF-EE56-442E-A0B0-C11B1224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0A720-7F71-48A5-9044-D77558B9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44703-7482-4BDA-BAE7-EB005860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4C334-25D1-4884-8388-0B576A15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5B68D-9412-4728-BB1D-A529AFCC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anodization and cathodic protection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77261-E4C5-4BA1-B7D4-F40F5836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A5096-2B5D-4884-9B49-FA512C6E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9FA50-FEFC-474B-BDB1-58C50E5C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2678F-D435-474E-832E-C2DEBFF1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EA742-007E-4B7A-9AA4-C49D469E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249481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25D17-E821-45DE-B1A3-845C2D63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1D66A-AEF9-43F0-BDBD-BDA0BD00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7540E-2230-407D-B584-34C83E22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1E9EF-0502-4E74-B075-BD619D32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C99DB-F289-4140-B10B-A4B478C4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sacrificial anode method, corrosion penetration rate (CPR) - Introduction and numerical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20E01-5A5D-4F11-AC23-77736929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sacrificial anode method, corrosion penet...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60B88-4F6D-4DDE-BE8E-172BF162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1E4D5-5A57-43CA-8032-5C8C8CD5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D81BD-31C6-4E5F-A8AA-53B1CA94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73114-CA49-4596-AB6D-4B990A61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ADCCD-B439-4F0F-936A-2376236D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07C11-81BD-43B9-9533-49D5AE0E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2FB61-4EF9-4431-B0B1-1B30C21D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E849A-750C-44A3-A70C-534E9B42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53BE5-3B2C-4967-975E-F83C1EF4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FC7-0F14-4179-8790-6C0D4213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5193783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9AD5F-FC63-4C1E-9ACB-A6413D10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8BD13-D74C-4470-B0A1-16CC158D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E9B83-60DF-4DB3-B88F-323D1751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DBE78-B651-4663-A001-5F3A980D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28E3B-E3A0-4F26-BC8F-28290334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83810-B195-40B9-9834-E195230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7AC3C-60C4-4BE4-B80D-68AB3C75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5A99B-1169-4502-892B-12C7FA42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E4D8F-7431-457A-89C0-953AB21F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sacrifi...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F8DBF-0CBC-4234-AD6D-CECB806C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CCAE2-318E-4450-BC04-271B8DD7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D7741-E632-4212-BA50-ADBCFF9B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sacrificial anode...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3C8FF-B116-44F4-8070-ABD1EB83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A3A57-CC88-4C83-BFB6-F5D1DF22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E6B9A-1A7F-4FFD-89C0-58FAB63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sacrific...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23F6A-CF08-44A4-9ED0-66413CE6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ED5D7-D488-427D-8C78-346FD0BB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7C7A7-9DCC-4F40-9AE8-8ADE2467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sacrificial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72CA3-B898-4011-AC8F-1A0CBCDD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16A97-3E0F-497D-A2C8-36465613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F9A49-0B58-41CB-84A2-4D6FFEB1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sacrificial 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30BC3-EE25-4334-B46A-6EDDC680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383B7-A220-4971-8864-57BC95B9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8038888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1EA3F-EE22-4B24-926B-AA927582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ADDC1-7D58-4A59-A29C-71C1DF2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36FF9-1D87-4044-8567-72D45C21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A366A-8A89-4A25-86D7-08CCC3B8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4DAB2-9882-4CEE-A1B3-B554F01D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F015A-8F00-456C-9EB9-C95B44BB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FEA47-24C0-43E4-AFDC-4B22CE1A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087F8-B28A-40B2-8EE7-137EB0C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D75ED-0B7B-4A97-B263-A7D6DC1D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E477D-B86D-489E-A281-F2374D0F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24908-CF86-4963-A2BE-032EDA79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30E6E-B630-43C5-8CBE-12AA034B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99FCF-2DAD-4AE1-B879-F4AF9E63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565F8-4B96-4470-99AF-5E587ADD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A6D32-49E2-428F-B2B8-4F38781D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6145324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98CCC-EA0A-4863-AAA0-6C7080A7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90CAC-5D6A-4D8A-8281-730F31AB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03270-CD9B-44E1-AA80-08553302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18A7F-1B39-4370-9898-02E87D54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B0A73-033D-43FD-828A-51A05D67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1AEE9-D652-40A5-BBC1-363B43C0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sacrificial anode method, corrosion penetration rate (CPR...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84458-A306-4B05-9419-4EE84BE3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A39F1-CD62-4F46-90D9-9F354038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90E62-DB40-476A-A2C9-AD7F7F92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B4AA2-C23F-41E0-A1D7-94222D65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466D8-33E6-44FC-9457-34FCDB23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336951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C6649-3222-467B-A7AD-FE01779E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A0883-78D7-4C20-B7F8-D2F05BE0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8EAC0-8C72-42DB-ADF3-CA2FC3DA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28894-F448-4473-9C0E-83B2C73A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3ED7B-050A-4650-954F-C8F0C75C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Technologies: Introduction, technological importance, electroplating - electroplating of chromium-decorative an...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B0CFF-AEB5-4997-9B02-4AF8CBD5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Technologies: Introduction, technological...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C966C-75CE-439A-B1B5-0E1BA54C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17129-8552-43F5-BFED-8F11BAB2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A10FF-C271-4A15-9902-6953734B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DF647-8AE4-4331-8AD4-1C1D039E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B93DE-4EC5-4292-A0B2-76AC0BEE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76FD6-2F1D-46BB-A449-1FA289E1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5A276-4489-4C96-94B9-4508D747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74C4F-430F-4296-B04C-7C9D0759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787CF-B468-4698-8D25-89FACB43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71A55-D21F-42A0-AD38-D9A53BD8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593322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9E2659-8295-4119-87CA-6C570FA0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66FF2-319F-4146-A00E-DC4FAF3C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C4911-9837-4A51-AB37-57D1E4A0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88C91-D3E4-4FB3-86D9-A6BF86E2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03DA9-C8B2-470C-AFE6-42BF365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F30C2-24FE-4989-B91F-31356774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44254-36E9-4326-9E29-E3F493C0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CB2BB-7719-49F2-A97A-08BECA69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B36D8-47BA-48FD-B29B-96CBF162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Technol...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1199B-30C1-4173-BFD5-0EE7C885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41383-256E-4184-A433-97694C44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7F9C0-DDF5-4A63-B57A-73B570FC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Technologies: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E70E5-4774-4E30-BBC6-58EB0B91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7F005-B6A3-4A34-976A-CBCB24E3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3202D-3A8C-4430-9951-1A4CDF1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Technolo...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991DD-836D-4524-BA3C-E2FF27F9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B96F7-47FD-4B89-8853-B96715E5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BF5A7-D7CD-42D3-A8CB-7BAA6028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Technologies:...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627F8-86E8-4AB2-BBB4-063AE9CB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9B79E-A018-4F70-AF92-1EEA2C4F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3921E-03DD-4797-9720-9E0EE183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Technologies:...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D9C2E-CF1A-41CB-8070-82075C91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2E439-58D6-4463-B67A-43A04591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157629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0D657-2DD0-4A93-9122-4D5F82D9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DB52F-B69F-4248-9995-636A6BE0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541BC-A39E-47B5-BE9E-9BCBA61B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9E1D0-77CF-4751-B629-8B93E75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7E1E9-44A7-4BB1-B2F6-89F8FFC5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C1034-C0E7-4654-A31A-4E777A3C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97108-04DD-4402-89B2-AFBE9E7A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1FB16-B307-44E5-BE41-C4F9FED7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3444B-8938-49DC-9B96-B3FDFBFF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DA6AC-16C5-4A43-8E99-626DB2E2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F4C0E-2C55-4603-9789-B91B2C1C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0D9AC-7F5D-4783-8797-29830623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C074D-2857-4D50-B795-753DAD7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2D27F-D5DD-444F-9604-90796B88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EF8A4-B1FC-46A8-B922-2C1167FD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824131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C7C4F-A043-4127-94AA-36C02BE0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8F93C-1414-4595-B304-F0221CF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853BA-8B6A-4D12-BD71-AD46F652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F9ABB-13BE-4627-9EFB-985116FA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7D261-C25B-4BC5-A0CF-7D4FDB2A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BE3D7-FA41-46D7-9873-87607F40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Technologies: Introduction, technological importance, ele...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2038B-9BE9-4471-8FF8-37D3FBC7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EB3D5-3A11-4EB0-9CCC-C5856E93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2181D-8A54-461D-844A-DFA88470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0ED26-5717-48B1-9F8B-445DDCEB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2B827-9694-4D1B-9C3A-D79E0D52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584192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38D67-2654-44A7-8F30-8B50B4AA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C9792-1714-47A3-9B60-21147778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324E2-5C80-448A-88B3-C5934896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85305-77E7-4A2D-B7E7-966D35F2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D6B37-8E11-4B7F-9AF1-1285913D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CD5F0-6DEB-4AB9-9E70-C0D6D3E1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49460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25AEB-C974-40C9-8003-4C1486DC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40A8B-6331-44B2-8E0F-F1EC076F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6FB12-1102-4428-8756-4816007E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8F223-FEDC-4276-8272-3F55F263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32194-8F20-4A64-8B54-E0DF8925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Corrosion: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Science: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Coating: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Technologies: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electrochemical: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E4C86-3D64-4BBF-AB96-E3E35D54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391720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75BE2-AB07-485F-B235-0C2DA0CD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DE93B-181D-4197-8795-7CCA0767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562BF-2871-4CEE-91A5-69DD1DA9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08D4B-C14F-4970-A66F-6AC7727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D149C-ECCB-43D4-BBFA-2520FDA8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04541-5A70-4C36-A536-4289634B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301703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B77DF-59F7-4CC7-991B-05CCC3A7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C7508-8AF1-4041-A52F-6C1C527A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74F78-1B40-49D8-8862-4EA6762F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38C37-F159-4074-ABF7-71394D83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D86D6-F32B-467B-BCD0-7BE504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C6BAA-ACC0-429A-AAE0-720E6F77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6993879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EEE88-B134-48B2-BB50-60D8AD09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D436A-3D4F-4599-B534-88B196EA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E50DD-CBAE-4CA3-8C04-E84A8275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E6846-25A0-4D01-A349-14D33AE2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9DEF8-EA59-40C3-B784-CD03C608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Corrosion: Introduction, electrochemical theory of corrosion, types of...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galvanization, surface conversion coating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anodization and cathodic protection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sacrificial anode method, corrosion penetration rate (CPR) - Introducti...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Technologies: Introduction, technological importance, electroplating -...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A6F2A-08F9-42D9-AF14-F6ACA9AD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B6A5F-7A05-4596-97EC-1A24683C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284B3-63E7-4788-9D09-FC2EC19C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62371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794470-6CB2-4224-997F-3C20C679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C8AF7-C6A1-4E7A-982B-AE4D1995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Corrosion: Introduction, electrochemical 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93683-A707-4698-9700-E0D3F175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7FB47-53A2-4BB0-9B1F-07AE66D8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80EDE-923A-4D0C-A3FB-4CFA38A1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80C78-A4D9-4DFA-B53D-E0067A17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1EEE4-03BA-4C8A-B4B0-56537C36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457F5-AF56-4771-850D-4166149F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A7E70-1D4F-45B4-BBBC-87B720BB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DE064-54E7-45AF-ADFD-2B3438C1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70822-750E-4088-BE5D-44E5E5AC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00FBD-153F-43A4-9A10-0B169A9C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F7483-997F-41BB-A6EF-9F686022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04038-BCC1-4E29-B78D-908EAB9B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97B52-9FFA-4F6B-88DA-F5D1B829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17103-8E2C-47E1-A519-385C76A8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6C579-9824-4616-ACB5-AAF4CA76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BD121-55BC-4AD1-9EFD-45EF06EB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DF061-9C4A-42E5-AEC6-E932A2A5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C2483-2923-4387-879C-C1BA0842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7F6E7-EF41-4592-8CD5-7C4F03D8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F91AF-4A4F-4060-B499-D2C851E4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86298-A87F-4708-9027-0C590A54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BD2A7B-2DE5-4503-8777-505A3A5F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F1637E-052D-4A9B-8C5E-EBCD93D0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C432A-5D8B-45F6-8A61-77D67C35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993DF8-672B-4E5C-B648-7C718803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66572A-6D3B-41A2-8452-8AE7C043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810F15-0EA7-4475-855B-E06110AF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C6D91-EDFF-412D-84D0-968D00F6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B61B81-6637-4B66-98B8-7960124A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2AE149-EC66-4C34-B49B-6176F983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163174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6A7AB0-0AC8-4929-91AC-0F339C41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A3E9E-6920-4E0F-A366-1C910F19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galvanization, surface conversion coating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3C33C-296C-4AE4-B30D-6112B932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BBE3F-46EE-4A2D-A1CF-76C707F0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C1BD2-B489-4683-924B-13F64C5F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A5512-F6F6-4BCB-97B6-A35316B8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54E13-BCB8-402D-8A43-56829A55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F0C39-A928-4306-9E09-469AB6FC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581EE-7302-4766-A180-78A9D49A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B0C10-C2E2-4DDB-BC69-C0ED1C75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A60DB-A578-46FE-9791-38CA2DBC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FA6E0-E235-4AD4-9FE9-A32A752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05981-8FEC-481C-97AF-3D7D24B1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D92DE-587D-4E5C-8136-1253C731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9B378-BFCC-43EF-808E-5E141811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A7D8C-8CA8-4D10-91E8-5FA7382C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AA2CC-2F82-4832-9C31-4D0B7724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C3B09-7AAF-49B8-9FEF-8D52E8D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FE53E-4CDB-43FB-9215-2FA5FCA3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4680C-1805-4440-8F06-32038DF0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B0FC6-A4FC-4A35-A84C-37AF9914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691C6-EE4A-4CF6-809D-F2ABEB0D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E11A11-E473-4F57-B1F3-041C38AA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9C943-FE7B-4689-A09C-6CA1A0BB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49950-81EE-483A-8D00-C9E5DD7A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D68FF-C875-40CC-889B-E4DC400E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190193-0792-4ADF-B647-A95E93A0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0310C7-4615-41FD-8112-1745561E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CB9FA9-0A45-4D9D-989B-3CF8CFF1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FCDD6E-FDE2-4CB6-84A9-587E7181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A7E3A-19F3-4A1C-AF67-998933B3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627888-7679-420F-8A20-91CCFA1E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725737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17D3D4-3534-4625-8D93-4830A5B5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F0CD0-0330-4E6D-8D57-445C7260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anodization and cathodic protection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140BC-2A60-4A56-BB20-977B4672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6CB0D-D22A-4C04-9C84-6A06C916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70796-75C5-44DD-9469-9EF5D545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5A110-5E59-4930-B53E-6B1141FD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BF69-9CDC-4269-9AD2-0BA9FEFE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76E09-1CDB-4C3F-8AD2-B5AF9422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01885-9B23-490A-B0E4-D8DC2633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7F9C7-0B0A-43A6-AAF3-FB8DB434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FFF5A-572E-4250-8351-12A80239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BE9E9-06FD-499E-9190-983C8F18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57459-E24A-4358-8407-A82C6271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24601-D66E-4936-94BE-184BC53C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9A453-A595-4B67-93D4-547D63DB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B214B-2BE0-49DE-91C9-D2632308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30F84-B08E-4D5A-BE51-FD5524DC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8DEDA-EE4E-4EBE-9130-57C30152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33916-BAA6-4C96-808E-D05F37D2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37A88-E97F-4681-8050-A1284585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A78A9-3D8D-4ECA-9FC0-D5D22161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5BE92-C438-4967-A595-EF6416DE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91617-FC8B-4792-B351-943D5171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DBCFE-4EA1-4B6E-AC7C-CB56879A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E402D-5896-4745-8806-73412143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0A2D71-989F-435A-9FF2-96C16FAE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4F0ECD-4BBE-473A-8A12-A8986E9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93DC1-7948-4706-9F2C-E58A2C58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77FE6A-7138-4109-935E-2B14C8A5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5AD761-AE5C-4F2F-B25C-CF0AA5C4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778CEE-8AB5-4075-9656-B5DB948F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1A797B-4098-439F-AF23-008E815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4408079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8B7C68-E295-463F-AEF9-41BAB144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086C4-8A4B-443A-A88E-6F75B518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sacrificial anode method, corrosion penetra...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215D8-F26E-453A-91FF-AE254B39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C2243-E16C-457F-917D-C0CC6994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2DDF9-EA0B-4C4C-98EF-6FB5C0CE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707AD-B9CC-4496-9E44-875AF179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AAFAB-7628-49E9-A67B-75C9AE49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8B398-A4E8-484B-8072-0019298A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C0DFF-286A-4F4B-8CE1-6AD9CD6A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0A1A0-5FEA-4861-B15C-51A99AB9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EBEE1-F61F-408C-877A-59DE7114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2F677-F5BE-4252-A47B-419AF036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DD0DB-7E84-49F6-AF16-761EBE6A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C4639-27AA-4F0E-ACFD-86D05AA6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A7B1B-4A21-4947-8D63-FBEA91E0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A703D-9F60-496D-BF05-501E4734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522E0-37C8-48C2-A752-CA900008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B4F22-EDC3-41EA-BBF7-2F76276A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1C247-8779-48D7-85E1-BB423995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A3AF1-DE01-40AD-A4C4-46F54278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AC595-F824-4D49-AC6B-5A51F633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D99BF-72ED-4935-895E-95896CF3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D6F52D-3091-4431-B17D-0EF68451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0B52C3-8F05-4966-979D-1D46531C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6AF3F-5B29-4DBF-89F2-DA3663FF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69112-960A-49DB-B7D5-A55975FE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8E197-A9CA-4B3D-B8EC-851E7218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929B1-3D2E-4902-99AA-C3884B7B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C0248A-40A4-498D-A9B5-7C70A03D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0BAA40-77BE-4EFC-B85A-E8F03276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38199-619F-4BE2-826A-0F8E8C6B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A0B438-3F9F-4A2E-874C-370E9652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985320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462567-24CE-4871-B16E-81831710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F4C44-82A0-41E0-B8D6-61A670B4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Technologies: Introduction, technological 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A9E3F-EFF5-4DC5-9C93-4B480C6D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8464E-C43A-4932-B3D1-FB86171C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F4A5D-0002-454B-8F38-5201FEBE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F5D47-19B7-4CB5-9059-235A2618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4AECF-8732-4E21-A639-8AD4ED6A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96EE0-F934-49C5-8206-254DE4F5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72F0D-474D-4971-8DBC-61C3C9EE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56040-D8F2-405B-95E4-DEEE3102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CAE80-D2DF-4EBE-80D5-CB283B34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0B81D-4051-4F0A-98C9-061B7394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3FAD7-64EA-43D7-8DAD-9C8EAB7E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A9B34-6C20-4CCB-97CC-5FDD64B8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A85CA-A02E-41C4-9914-86CB7691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A0054-7EC8-4931-A711-D0193AB6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6E8F6-39B8-4B64-AEC8-85D7998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67AF8-2BF2-4047-AF9E-7A3C7016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D2C37-C6FC-4D42-A75E-6A83846E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72CD7-412B-44EE-AFDA-B66673AB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41527-C1C3-4F15-B3C7-9DB2DF27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E703A-2B44-4543-BF13-7E47EF84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079B3-669E-4197-A21C-C93204F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4EBA2-0727-4E2A-A2A4-BBD081CC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A256D6-45E5-4872-BEB0-1D0D22E6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5B65BA-7936-4DDB-BC5A-9ED266D1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B7DFC4-26FB-4967-98E2-E4BA75FE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D6C74-5ED9-472B-A260-6079ADBD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26B3B-2B91-4659-B91F-B84365C2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23958D-F55F-4DEC-93E2-A48FEE19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57398A-C304-41FC-B51F-F2369E39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8061DA-2E03-4CFC-B76E-75350ED0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270529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28286E-2DC6-4A0A-B62C-3073BF56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ED4EB-5A3F-49B4-AC5B-7934DF8A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Corrosion: Introduction, electrochemical 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7896F-4523-4C85-B5BB-471778F7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4114E-B602-457E-8109-4AE77849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98469-28DE-44CE-AAD7-711C379D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57B3F-DFAA-4802-8122-FE08EC45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35B95-C0D5-4A9B-8C7B-E850D3AF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97145-8208-45ED-AE6A-B83882BB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6FBA6-ACB4-4C0F-9A9F-BE99B4C8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B7A7F-80AE-40A8-9B3F-80F2A647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C7F9D-DE40-456A-BDB0-EF36588E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7921A-F69A-4D0D-82AA-B8BF2FE7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4FCDE-47BB-4C38-A47A-F7CF7113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4B429-E720-4283-99BD-ED25C446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C1295-89B9-4786-90D6-874C7F7D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C9F14-D145-4CE0-BF68-394EC0FD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5CCDC-5544-43E6-892B-9030AD35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A250F-74F1-4BB6-8B94-910FF21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51A00-032E-4017-A20A-7BD91B77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28E43-3FA6-44D4-A289-9BF710D8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18F11-43DF-4F95-BFE2-216AEFFD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8277F-E6CE-470A-B630-97647EF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B1AD8-FA8D-4E23-A921-694E7A6D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8EAF4-85E4-4BDA-950E-8976A1E6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A85D9-6603-4E14-B3F5-930566DD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B498B-D5A5-40C3-9B70-CB21D1D1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869C08-A8D8-4A25-9014-5FE4049A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C9DE7C-967E-4611-AD26-93765113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851292-CEDA-424F-BBC8-EF22FAA3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A052BB-9AE3-438F-973E-409D416D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41253B-AB76-4A0D-9D5E-ED9D8625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05F46-23AD-4344-ADA2-20F98D43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4037896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9B00F5-4247-4047-A4AF-7F220F00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4192F-0F6B-416C-BD2B-6B662E5C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galvanization, surface conversion coating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2E843-5B41-419D-9428-3408B006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12F61-3069-4BAB-8A99-A075141F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7FCF5-1332-4554-99E4-C2F66D6E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C34E3-B4F7-4834-A0D6-C61B1302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992BC-8D76-4B3A-9357-FF231AB8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6F48F-C8F0-4255-AC27-8E5F7FFD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EE233-3C5E-4827-BCF3-CE473CED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F745B-3A2A-436E-9BA6-17D0DB84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310DE-E9F1-4E3C-B550-CDB94979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C7561-23B4-4456-975F-E17D1951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A679A-CB7F-430C-831C-38387B74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355A4-F34B-4EA8-8431-0ECA3058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3646B-DE62-4FE5-8EAC-3C53FF29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55156-107B-495E-A230-D5EAC21F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78609-D70F-4DF1-BFD4-096570C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4F7C4-A8F2-4A1A-A6FD-352FA2D2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ADA2F-D16B-407D-B134-204EE88A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69890-FFD2-4214-8123-9A801A8B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844C6-BCE6-42AF-87C2-0882E5AD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36E8C-4E98-47A1-B621-0BF8DC17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8DE5F-94B0-486E-9CAE-8869BC0B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3F7AB-388C-4B0C-A203-397059AC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E29A5-E0C1-4CA8-8CBE-6C62E8BE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F8DADB-7A85-4B43-A7AF-DD86992B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5ADE3-DFA1-4F75-ADF6-25473015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121D7-B6BA-438C-89DE-5B3EC940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3E8E9B-30FA-4373-91D0-A18B7C42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917E97-47CB-422B-880F-212C41B5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861264-39ED-4E6A-A504-1888AA56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BD912E-C6A8-423B-8058-124A786E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156455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E3542B-898B-4A11-8863-FF567771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4314C-B363-4717-BC00-C4B9AEFD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anodization and cathodic protection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C2FB8-19CF-48BF-B395-7BD2EFA7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598EC-4524-416D-9DF3-30C58CDB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A6693-C9F2-40EF-90CD-D0F32079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4B735-FECF-41E8-A5A5-151728E0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7B1FC-ECB2-444A-A19B-3E9503E2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70E76-1022-44A7-86BC-36A2AC2E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2C517-66B8-4C7B-B88C-2E5CB2D0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CBAEC-01F8-4818-BF23-111D3891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3610D-26D4-4711-B523-D8AFF7B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DEA2F-3995-4CC1-AF17-F35316D6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02BA6-2FB7-4EA3-9A96-E247F817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7FC5C-5D7F-4998-BA12-D4ECC7E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33730-20E1-4BE8-BAC4-5AC2749C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68EF9-286C-417E-B31D-38F3508B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784C1-22B0-4C91-AE4B-A0BB0ABA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44801-28B0-48B5-A1F7-C209AF6D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613E5-3395-4D2D-AAA6-71A05828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E7B14-6F8F-4217-B20B-9BD49AB4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7039F-FE54-45F4-BF69-1A6B07D3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7FDA7-DE3E-47A8-8F1F-E9EC0B2A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DB5FFB-8271-4D85-94B4-FEAC27BD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60C29-4FD2-42B0-9F96-03570FAC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670B1-0707-4296-8161-B60ED2C2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034E1B-F267-471A-8CB6-4C01FD8E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F6C86-B455-44C4-848E-F3B73CD0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AF8D7C-F359-40E3-A6AE-9E4C7DA5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488F5-DC4D-4271-932C-4462E884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BD7972-A245-4418-91E6-EBBFD0E8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9488E9-022E-4A8E-869B-C8DBDBBC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CC6BED-9A05-4665-AD2C-B21A5C30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544630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B49E0-BD60-474D-83B0-46975951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83576-56FA-4490-AE4D-6E31F1F7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sacrificial anode method, corrosion penetra...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905ED-FDB4-49E0-89F5-4337BF32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3074D-FE35-4176-A99E-CDD570D9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751E1-747C-4D4D-9939-1685EA43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CB44A-1B6A-4788-BDD0-2CD4AE39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5C427-1F9E-400D-B3E0-DFDF07F3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3E6BF-856D-45DA-8D84-53619297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3402D-4D00-4709-B791-576B2C71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048A2-176B-45E6-83FF-8FE259A3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8A59F-F114-4688-9217-F5BA42BF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D0E59-3C89-4DEB-8D03-14ADE27F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B19BD-498D-43E1-8FC4-01D4D111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674EF-0655-4AED-AAAC-1DBF9DF6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D90D3-80CA-46FE-A138-22E1CD32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B780B-588E-4C42-91A1-4B3D21C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08951-8C0F-41CF-B03F-7C2E1B9D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D586F-1702-459B-96C1-A5980630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C72B1-222E-4101-9AF9-EA05EE6B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4FE99-E4F9-4E47-997C-1F4EF0E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1B77A-1140-4C1E-9456-E20F7FD8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AEC3E-05B6-4F28-A426-10D4DAD7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041B8-537C-4A70-9E2F-11C52760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F10E2-02E3-48B4-9726-B7ED9556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CC7CE-C22E-406D-B883-852B3998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64DD3-546A-43DF-9DEE-B5913322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0A3CA3-E261-4108-B9C6-40D473BC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09460-BEF5-4460-A4BF-C5E12511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A4FD6-1EB9-4213-9565-B2EBDA7A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31D6E2-FBEE-4A9F-8A13-561C4D18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05E373-D9DA-409D-8C2A-ED7D0526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543D24-6394-49A3-84CC-E04C1442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73175988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718EF8-1AA5-4193-A68A-899F258F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018D8-4238-4379-9866-B633B27E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Technologies: Introduction, technological 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53AF0-E400-4925-A971-D05C14F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B0D8C-469A-408C-86ED-C074BDBF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54CC8-C2FA-4464-92DD-07EBAAB7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C0FF7-8DC6-42E7-8051-DCD51F6F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898D5-2AC9-41F8-B66E-618F9C82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00A79-F663-4414-BF47-7C0F433B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A61B7-A77F-4445-8973-E56AFACD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6ACD7-BC88-4826-9735-3BF280E0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1EB35-AC06-4637-9638-2C3C413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95106-037B-4AA2-9E56-09E11287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8960C-6CC0-41E7-BCC2-2676554F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08178-E023-4F13-8B95-161051A4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271D2-2317-45DD-ABE5-DE9933C0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AD789-ED14-4002-999E-C0E6B7D5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FEC9A-0795-4D27-A995-4016DBE0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DC14B-782E-4DBE-89CD-664D79E6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50958-EBBD-4F58-AF83-2EB46BCE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4AE33-C373-4301-AF80-287553B3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96C60-8DD9-48B2-93E0-DCADC102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244B9-23F8-499D-A8B8-18DEAE97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6AA11-0299-43D9-88CC-57F5AA92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E518F-1F50-4057-9A4A-C0817231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C9EDD-E2AF-46E1-9F7B-87225752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58E387-DE85-4F82-809A-F1CFF737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85DB96-93B1-4792-8A9C-55C34392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18531-A4D9-4863-9184-94A692CB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C0658-16BC-4867-B197-EF8F4CE7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3BD6E7-3479-4BE0-A8DC-ABE7BB81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793260-E83B-44EA-BC3B-00E3AE4A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D4EDCC-48B8-44A1-937B-9C965165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17194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2026-08-24T16:02:33.2540000Z</dcterms:created>
  <dcterms:modified xsi:type="dcterms:W3CDTF">2026-08-24T16:02:33.2540000Z</dcterms:modified>
</coreProperties>
</file>