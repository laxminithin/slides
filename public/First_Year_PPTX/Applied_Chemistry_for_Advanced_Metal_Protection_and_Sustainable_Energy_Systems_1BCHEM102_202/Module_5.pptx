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ec6a04e3aa457a" /><Relationship Type="http://schemas.openxmlformats.org/officeDocument/2006/relationships/extended-properties" Target="/docProps/app.xml" Id="Raa77ec2b7fdf4e59" /><Relationship Type="http://schemas.openxmlformats.org/officeDocument/2006/relationships/officeDocument" Target="/ppt/presentation.xml" Id="Rd8f7f2cbe126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5f504e3933488f"/>
  </p:sldMasterIdLst>
  <p:notesMasterIdLst>
    <p:notesMasterId xmlns:r="http://schemas.openxmlformats.org/officeDocument/2006/relationships" r:id="R4665ce7ceecc4148"/>
  </p:notesMasterIdLst>
  <p:sldIdLst>
    <p:sldId xmlns:r="http://schemas.openxmlformats.org/officeDocument/2006/relationships" id="256" r:id="R177e25706a674f05"/>
    <p:sldId xmlns:r="http://schemas.openxmlformats.org/officeDocument/2006/relationships" id="257" r:id="Ra7a88a743f5c47af"/>
    <p:sldId xmlns:r="http://schemas.openxmlformats.org/officeDocument/2006/relationships" id="258" r:id="Rff7a0c5088b94f22"/>
    <p:sldId xmlns:r="http://schemas.openxmlformats.org/officeDocument/2006/relationships" id="259" r:id="R190b7ed6cb59403f"/>
    <p:sldId xmlns:r="http://schemas.openxmlformats.org/officeDocument/2006/relationships" id="260" r:id="R0f8fb705bc814da0"/>
    <p:sldId xmlns:r="http://schemas.openxmlformats.org/officeDocument/2006/relationships" id="261" r:id="R596d1eee5d1548a4"/>
    <p:sldId xmlns:r="http://schemas.openxmlformats.org/officeDocument/2006/relationships" id="262" r:id="R7b8e3f3d48ac4c15"/>
    <p:sldId xmlns:r="http://schemas.openxmlformats.org/officeDocument/2006/relationships" id="263" r:id="Rcecd5afc0dbd4c8d"/>
    <p:sldId xmlns:r="http://schemas.openxmlformats.org/officeDocument/2006/relationships" id="264" r:id="R224a452f7a8f44b7"/>
    <p:sldId xmlns:r="http://schemas.openxmlformats.org/officeDocument/2006/relationships" id="265" r:id="Rd71aaa7551304135"/>
    <p:sldId xmlns:r="http://schemas.openxmlformats.org/officeDocument/2006/relationships" id="266" r:id="Rbd4e37772b70444a"/>
    <p:sldId xmlns:r="http://schemas.openxmlformats.org/officeDocument/2006/relationships" id="267" r:id="R2ef129eac6f841d8"/>
    <p:sldId xmlns:r="http://schemas.openxmlformats.org/officeDocument/2006/relationships" id="268" r:id="Ra6dac6cf36fa48a8"/>
    <p:sldId xmlns:r="http://schemas.openxmlformats.org/officeDocument/2006/relationships" id="269" r:id="R3205d2b348194bf1"/>
    <p:sldId xmlns:r="http://schemas.openxmlformats.org/officeDocument/2006/relationships" id="270" r:id="R2b163cadce204b40"/>
    <p:sldId xmlns:r="http://schemas.openxmlformats.org/officeDocument/2006/relationships" id="271" r:id="R8259a4ee864c4ddd"/>
    <p:sldId xmlns:r="http://schemas.openxmlformats.org/officeDocument/2006/relationships" id="272" r:id="Rb459d90ea05543aa"/>
    <p:sldId xmlns:r="http://schemas.openxmlformats.org/officeDocument/2006/relationships" id="273" r:id="R37c45187f7294cb1"/>
    <p:sldId xmlns:r="http://schemas.openxmlformats.org/officeDocument/2006/relationships" id="274" r:id="R9c7583d09fcd45ee"/>
    <p:sldId xmlns:r="http://schemas.openxmlformats.org/officeDocument/2006/relationships" id="275" r:id="R23ad4baebdf94e1a"/>
    <p:sldId xmlns:r="http://schemas.openxmlformats.org/officeDocument/2006/relationships" id="276" r:id="Re9c9546decc24193"/>
    <p:sldId xmlns:r="http://schemas.openxmlformats.org/officeDocument/2006/relationships" id="277" r:id="R8cd8985c87fd4a9a"/>
    <p:sldId xmlns:r="http://schemas.openxmlformats.org/officeDocument/2006/relationships" id="278" r:id="R79a20ca7e6fc4e59"/>
    <p:sldId xmlns:r="http://schemas.openxmlformats.org/officeDocument/2006/relationships" id="279" r:id="Rd95d249ee0874395"/>
    <p:sldId xmlns:r="http://schemas.openxmlformats.org/officeDocument/2006/relationships" id="280" r:id="R96a11f919ae14fa0"/>
    <p:sldId xmlns:r="http://schemas.openxmlformats.org/officeDocument/2006/relationships" id="281" r:id="Rbeea9c214e4b49bb"/>
    <p:sldId xmlns:r="http://schemas.openxmlformats.org/officeDocument/2006/relationships" id="282" r:id="R5032526c67e846f4"/>
    <p:sldId xmlns:r="http://schemas.openxmlformats.org/officeDocument/2006/relationships" id="283" r:id="R5ae06702e4154c7f"/>
    <p:sldId xmlns:r="http://schemas.openxmlformats.org/officeDocument/2006/relationships" id="284" r:id="Rd776a2b285dc4b63"/>
    <p:sldId xmlns:r="http://schemas.openxmlformats.org/officeDocument/2006/relationships" id="285" r:id="R42d2aeebc7244d59"/>
    <p:sldId xmlns:r="http://schemas.openxmlformats.org/officeDocument/2006/relationships" id="286" r:id="R2a9abfa62cd74537"/>
    <p:sldId xmlns:r="http://schemas.openxmlformats.org/officeDocument/2006/relationships" id="287" r:id="Rcf41faecf3174d4d"/>
    <p:sldId xmlns:r="http://schemas.openxmlformats.org/officeDocument/2006/relationships" id="288" r:id="R86b3a9705d6d41c7"/>
    <p:sldId xmlns:r="http://schemas.openxmlformats.org/officeDocument/2006/relationships" id="289" r:id="R1b7158aee9704bb2"/>
    <p:sldId xmlns:r="http://schemas.openxmlformats.org/officeDocument/2006/relationships" id="290" r:id="R20830e0032ff4321"/>
    <p:sldId xmlns:r="http://schemas.openxmlformats.org/officeDocument/2006/relationships" id="291" r:id="R92d90f99439644ef"/>
    <p:sldId xmlns:r="http://schemas.openxmlformats.org/officeDocument/2006/relationships" id="292" r:id="Ra34f856523a14a84"/>
    <p:sldId xmlns:r="http://schemas.openxmlformats.org/officeDocument/2006/relationships" id="293" r:id="R0d9a7f7f372a4458"/>
    <p:sldId xmlns:r="http://schemas.openxmlformats.org/officeDocument/2006/relationships" id="294" r:id="R79c28aa745fe4b09"/>
    <p:sldId xmlns:r="http://schemas.openxmlformats.org/officeDocument/2006/relationships" id="295" r:id="R9e9215c91f0747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d0cdd78b64f2e" /><Relationship Type="http://schemas.openxmlformats.org/officeDocument/2006/relationships/slideMaster" Target="/ppt/slideMasters/slideMaster1.xml" Id="R595f504e3933488f" /><Relationship Type="http://schemas.openxmlformats.org/officeDocument/2006/relationships/notesMaster" Target="/ppt/notesMasters/notesMaster1.xml" Id="R4665ce7ceecc4148" /><Relationship Type="http://schemas.openxmlformats.org/officeDocument/2006/relationships/presProps" Target="/ppt/presProps.xml" Id="R72707e1f65fc47db" /><Relationship Type="http://schemas.openxmlformats.org/officeDocument/2006/relationships/tableStyles" Target="/ppt/tableStyles.xml" Id="R7bcfe2b6c18042f0" /><Relationship Type="http://schemas.openxmlformats.org/officeDocument/2006/relationships/slide" Target="/ppt/slides/slide1.xml" Id="R177e25706a674f05" /><Relationship Type="http://schemas.openxmlformats.org/officeDocument/2006/relationships/slide" Target="/ppt/slides/slide2.xml" Id="Ra7a88a743f5c47af" /><Relationship Type="http://schemas.openxmlformats.org/officeDocument/2006/relationships/slide" Target="/ppt/slides/slide3.xml" Id="Rff7a0c5088b94f22" /><Relationship Type="http://schemas.openxmlformats.org/officeDocument/2006/relationships/slide" Target="/ppt/slides/slide4.xml" Id="R190b7ed6cb59403f" /><Relationship Type="http://schemas.openxmlformats.org/officeDocument/2006/relationships/slide" Target="/ppt/slides/slide5.xml" Id="R0f8fb705bc814da0" /><Relationship Type="http://schemas.openxmlformats.org/officeDocument/2006/relationships/slide" Target="/ppt/slides/slide6.xml" Id="R596d1eee5d1548a4" /><Relationship Type="http://schemas.openxmlformats.org/officeDocument/2006/relationships/slide" Target="/ppt/slides/slide7.xml" Id="R7b8e3f3d48ac4c15" /><Relationship Type="http://schemas.openxmlformats.org/officeDocument/2006/relationships/slide" Target="/ppt/slides/slide8.xml" Id="Rcecd5afc0dbd4c8d" /><Relationship Type="http://schemas.openxmlformats.org/officeDocument/2006/relationships/slide" Target="/ppt/slides/slide9.xml" Id="R224a452f7a8f44b7" /><Relationship Type="http://schemas.openxmlformats.org/officeDocument/2006/relationships/slide" Target="/ppt/slides/slide10.xml" Id="Rd71aaa7551304135" /><Relationship Type="http://schemas.openxmlformats.org/officeDocument/2006/relationships/slide" Target="/ppt/slides/slide11.xml" Id="Rbd4e37772b70444a" /><Relationship Type="http://schemas.openxmlformats.org/officeDocument/2006/relationships/slide" Target="/ppt/slides/slide12.xml" Id="R2ef129eac6f841d8" /><Relationship Type="http://schemas.openxmlformats.org/officeDocument/2006/relationships/slide" Target="/ppt/slides/slide13.xml" Id="Ra6dac6cf36fa48a8" /><Relationship Type="http://schemas.openxmlformats.org/officeDocument/2006/relationships/slide" Target="/ppt/slides/slide14.xml" Id="R3205d2b348194bf1" /><Relationship Type="http://schemas.openxmlformats.org/officeDocument/2006/relationships/slide" Target="/ppt/slides/slide15.xml" Id="R2b163cadce204b40" /><Relationship Type="http://schemas.openxmlformats.org/officeDocument/2006/relationships/slide" Target="/ppt/slides/slide16.xml" Id="R8259a4ee864c4ddd" /><Relationship Type="http://schemas.openxmlformats.org/officeDocument/2006/relationships/slide" Target="/ppt/slides/slide17.xml" Id="Rb459d90ea05543aa" /><Relationship Type="http://schemas.openxmlformats.org/officeDocument/2006/relationships/slide" Target="/ppt/slides/slide18.xml" Id="R37c45187f7294cb1" /><Relationship Type="http://schemas.openxmlformats.org/officeDocument/2006/relationships/slide" Target="/ppt/slides/slide19.xml" Id="R9c7583d09fcd45ee" /><Relationship Type="http://schemas.openxmlformats.org/officeDocument/2006/relationships/slide" Target="/ppt/slides/slide20.xml" Id="R23ad4baebdf94e1a" /><Relationship Type="http://schemas.openxmlformats.org/officeDocument/2006/relationships/slide" Target="/ppt/slides/slide21.xml" Id="Re9c9546decc24193" /><Relationship Type="http://schemas.openxmlformats.org/officeDocument/2006/relationships/slide" Target="/ppt/slides/slide22.xml" Id="R8cd8985c87fd4a9a" /><Relationship Type="http://schemas.openxmlformats.org/officeDocument/2006/relationships/slide" Target="/ppt/slides/slide23.xml" Id="R79a20ca7e6fc4e59" /><Relationship Type="http://schemas.openxmlformats.org/officeDocument/2006/relationships/slide" Target="/ppt/slides/slide24.xml" Id="Rd95d249ee0874395" /><Relationship Type="http://schemas.openxmlformats.org/officeDocument/2006/relationships/slide" Target="/ppt/slides/slide25.xml" Id="R96a11f919ae14fa0" /><Relationship Type="http://schemas.openxmlformats.org/officeDocument/2006/relationships/slide" Target="/ppt/slides/slide26.xml" Id="Rbeea9c214e4b49bb" /><Relationship Type="http://schemas.openxmlformats.org/officeDocument/2006/relationships/slide" Target="/ppt/slides/slide27.xml" Id="R5032526c67e846f4" /><Relationship Type="http://schemas.openxmlformats.org/officeDocument/2006/relationships/slide" Target="/ppt/slides/slide28.xml" Id="R5ae06702e4154c7f" /><Relationship Type="http://schemas.openxmlformats.org/officeDocument/2006/relationships/slide" Target="/ppt/slides/slide29.xml" Id="Rd776a2b285dc4b63" /><Relationship Type="http://schemas.openxmlformats.org/officeDocument/2006/relationships/slide" Target="/ppt/slides/slide30.xml" Id="R42d2aeebc7244d59" /><Relationship Type="http://schemas.openxmlformats.org/officeDocument/2006/relationships/slide" Target="/ppt/slides/slide31.xml" Id="R2a9abfa62cd74537" /><Relationship Type="http://schemas.openxmlformats.org/officeDocument/2006/relationships/slide" Target="/ppt/slides/slide32.xml" Id="Rcf41faecf3174d4d" /><Relationship Type="http://schemas.openxmlformats.org/officeDocument/2006/relationships/slide" Target="/ppt/slides/slide33.xml" Id="R86b3a9705d6d41c7" /><Relationship Type="http://schemas.openxmlformats.org/officeDocument/2006/relationships/slide" Target="/ppt/slides/slide34.xml" Id="R1b7158aee9704bb2" /><Relationship Type="http://schemas.openxmlformats.org/officeDocument/2006/relationships/slide" Target="/ppt/slides/slide35.xml" Id="R20830e0032ff4321" /><Relationship Type="http://schemas.openxmlformats.org/officeDocument/2006/relationships/slide" Target="/ppt/slides/slide36.xml" Id="R92d90f99439644ef" /><Relationship Type="http://schemas.openxmlformats.org/officeDocument/2006/relationships/slide" Target="/ppt/slides/slide37.xml" Id="Ra34f856523a14a84" /><Relationship Type="http://schemas.openxmlformats.org/officeDocument/2006/relationships/slide" Target="/ppt/slides/slide38.xml" Id="R0d9a7f7f372a4458" /><Relationship Type="http://schemas.openxmlformats.org/officeDocument/2006/relationships/slide" Target="/ppt/slides/slide39.xml" Id="R79c28aa745fe4b09" /><Relationship Type="http://schemas.openxmlformats.org/officeDocument/2006/relationships/slide" Target="/ppt/slides/slide40.xml" Id="R9e9215c91f0747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1c20e00a9e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42a940e374acd" /><Relationship Type="http://schemas.openxmlformats.org/officeDocument/2006/relationships/notesMaster" Target="/ppt/notesMasters/notesMaster1.xml" Id="R87a22f6d09e5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96495926994922" /><Relationship Type="http://schemas.openxmlformats.org/officeDocument/2006/relationships/notesMaster" Target="/ppt/notesMasters/notesMaster1.xml" Id="Rfc27dfcd1241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9bc9ec80a94191" /><Relationship Type="http://schemas.openxmlformats.org/officeDocument/2006/relationships/notesMaster" Target="/ppt/notesMasters/notesMaster1.xml" Id="R9de8e6eb7c0541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9bcc7bdcb749a9" /><Relationship Type="http://schemas.openxmlformats.org/officeDocument/2006/relationships/notesMaster" Target="/ppt/notesMasters/notesMaster1.xml" Id="R5882d84f7db841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4bffd48e1043d0" /><Relationship Type="http://schemas.openxmlformats.org/officeDocument/2006/relationships/notesMaster" Target="/ppt/notesMasters/notesMaster1.xml" Id="R168a89102a4f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99cd832fc4b6c" /><Relationship Type="http://schemas.openxmlformats.org/officeDocument/2006/relationships/notesMaster" Target="/ppt/notesMasters/notesMaster1.xml" Id="Rb6537dfe5be040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36c6f42724d2e" /><Relationship Type="http://schemas.openxmlformats.org/officeDocument/2006/relationships/notesMaster" Target="/ppt/notesMasters/notesMaster1.xml" Id="Rd771a55e5703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15016f3bf458b" /><Relationship Type="http://schemas.openxmlformats.org/officeDocument/2006/relationships/notesMaster" Target="/ppt/notesMasters/notesMaster1.xml" Id="R7522faa06b594e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fa1f0dd7ea4ec0" /><Relationship Type="http://schemas.openxmlformats.org/officeDocument/2006/relationships/notesMaster" Target="/ppt/notesMasters/notesMaster1.xml" Id="R5dfb1b48c62649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7caa16a23945fe" /><Relationship Type="http://schemas.openxmlformats.org/officeDocument/2006/relationships/notesMaster" Target="/ppt/notesMasters/notesMaster1.xml" Id="R7cd0667a25ba41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9d9a8209104573" /><Relationship Type="http://schemas.openxmlformats.org/officeDocument/2006/relationships/notesMaster" Target="/ppt/notesMasters/notesMaster1.xml" Id="R859c0ee07ee445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d3a47cf25b4cd9" /><Relationship Type="http://schemas.openxmlformats.org/officeDocument/2006/relationships/notesMaster" Target="/ppt/notesMasters/notesMaster1.xml" Id="R89d262702cd64f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bc909165294656" /><Relationship Type="http://schemas.openxmlformats.org/officeDocument/2006/relationships/notesMaster" Target="/ppt/notesMasters/notesMaster1.xml" Id="R54f7401b2e5044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92ea879dac4625" /><Relationship Type="http://schemas.openxmlformats.org/officeDocument/2006/relationships/notesMaster" Target="/ppt/notesMasters/notesMaster1.xml" Id="R87b71922801048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7ac615f6174b93" /><Relationship Type="http://schemas.openxmlformats.org/officeDocument/2006/relationships/notesMaster" Target="/ppt/notesMasters/notesMaster1.xml" Id="R2e36394b865049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408ea2daa54011" /><Relationship Type="http://schemas.openxmlformats.org/officeDocument/2006/relationships/notesMaster" Target="/ppt/notesMasters/notesMaster1.xml" Id="R8dde597853304b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f8579018974f2b" /><Relationship Type="http://schemas.openxmlformats.org/officeDocument/2006/relationships/notesMaster" Target="/ppt/notesMasters/notesMaster1.xml" Id="R94400fb1df3a43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68b411bac94f61" /><Relationship Type="http://schemas.openxmlformats.org/officeDocument/2006/relationships/notesMaster" Target="/ppt/notesMasters/notesMaster1.xml" Id="R5b8b398eed5e4b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c4fd1e6b394cf7" /><Relationship Type="http://schemas.openxmlformats.org/officeDocument/2006/relationships/notesMaster" Target="/ppt/notesMasters/notesMaster1.xml" Id="R17fa4d3d4a9940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b23f1ecd9b46d3" /><Relationship Type="http://schemas.openxmlformats.org/officeDocument/2006/relationships/notesMaster" Target="/ppt/notesMasters/notesMaster1.xml" Id="R98188bb5fe244d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70df886856441e" /><Relationship Type="http://schemas.openxmlformats.org/officeDocument/2006/relationships/notesMaster" Target="/ppt/notesMasters/notesMaster1.xml" Id="Re18e903d520542a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add633d9ab415b" /><Relationship Type="http://schemas.openxmlformats.org/officeDocument/2006/relationships/notesMaster" Target="/ppt/notesMasters/notesMaster1.xml" Id="R681732062d6c4b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c511a4716954e8f" /><Relationship Type="http://schemas.openxmlformats.org/officeDocument/2006/relationships/notesMaster" Target="/ppt/notesMasters/notesMaster1.xml" Id="R3b5c5baca11d44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5430a3501f4e0f" /><Relationship Type="http://schemas.openxmlformats.org/officeDocument/2006/relationships/notesMaster" Target="/ppt/notesMasters/notesMaster1.xml" Id="Rfceea09a052a40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28112efc104923" /><Relationship Type="http://schemas.openxmlformats.org/officeDocument/2006/relationships/notesMaster" Target="/ppt/notesMasters/notesMaster1.xml" Id="R8e409112454f4f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faa8754e6e4423" /><Relationship Type="http://schemas.openxmlformats.org/officeDocument/2006/relationships/notesMaster" Target="/ppt/notesMasters/notesMaster1.xml" Id="Ra923a35f68f740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6a7ff7f4214f8c" /><Relationship Type="http://schemas.openxmlformats.org/officeDocument/2006/relationships/notesMaster" Target="/ppt/notesMasters/notesMaster1.xml" Id="R5a75b551838c4e6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10d868a458a4242" /><Relationship Type="http://schemas.openxmlformats.org/officeDocument/2006/relationships/notesMaster" Target="/ppt/notesMasters/notesMaster1.xml" Id="Ra162ba5382d046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8fe1c35321c4c60" /><Relationship Type="http://schemas.openxmlformats.org/officeDocument/2006/relationships/notesMaster" Target="/ppt/notesMasters/notesMaster1.xml" Id="Ra65af7cd43d842b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554b24d75774c96" /><Relationship Type="http://schemas.openxmlformats.org/officeDocument/2006/relationships/notesMaster" Target="/ppt/notesMasters/notesMaster1.xml" Id="Rca94090cb04d46e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45ce9e018a429b" /><Relationship Type="http://schemas.openxmlformats.org/officeDocument/2006/relationships/notesMaster" Target="/ppt/notesMasters/notesMaster1.xml" Id="R656e11388fff465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3dda8b389b4328" /><Relationship Type="http://schemas.openxmlformats.org/officeDocument/2006/relationships/notesMaster" Target="/ppt/notesMasters/notesMaster1.xml" Id="R3a81be18da214cc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17b7659d92e4d37" /><Relationship Type="http://schemas.openxmlformats.org/officeDocument/2006/relationships/notesMaster" Target="/ppt/notesMasters/notesMaster1.xml" Id="Rb007a9848df44ed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e1445f9834943dd" /><Relationship Type="http://schemas.openxmlformats.org/officeDocument/2006/relationships/notesMaster" Target="/ppt/notesMasters/notesMaster1.xml" Id="Rd2493f66a79d4f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9ee8069c944fa7" /><Relationship Type="http://schemas.openxmlformats.org/officeDocument/2006/relationships/notesMaster" Target="/ppt/notesMasters/notesMaster1.xml" Id="Ra0fb431b87c3465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b3e012e15d47d1" /><Relationship Type="http://schemas.openxmlformats.org/officeDocument/2006/relationships/notesMaster" Target="/ppt/notesMasters/notesMaster1.xml" Id="R98a26d1c98ec493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844f69e8b7a4c83" /><Relationship Type="http://schemas.openxmlformats.org/officeDocument/2006/relationships/notesMaster" Target="/ppt/notesMasters/notesMaster1.xml" Id="Re7df14f41e9645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a4a3f87b9e841e0" /><Relationship Type="http://schemas.openxmlformats.org/officeDocument/2006/relationships/notesMaster" Target="/ppt/notesMasters/notesMaster1.xml" Id="Ra73e253f050b473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bc1c63ec70f4477" /><Relationship Type="http://schemas.openxmlformats.org/officeDocument/2006/relationships/notesMaster" Target="/ppt/notesMasters/notesMaster1.xml" Id="R5b78ed19cca1410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aa62d310586405a" /><Relationship Type="http://schemas.openxmlformats.org/officeDocument/2006/relationships/notesMaster" Target="/ppt/notesMasters/notesMaster1.xml" Id="Rd32a88188ac741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c3429b0ef45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e602eb2c247d8" /><Relationship Type="http://schemas.openxmlformats.org/officeDocument/2006/relationships/slideLayout" Target="/ppt/slideLayouts/slideLayout1.xml" Id="R16e805a6b678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e805a6b678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366aadb164aa9" /><Relationship Type="http://schemas.openxmlformats.org/officeDocument/2006/relationships/notesSlide" Target="/ppt/notesSlides/notesSlide1.xml" Id="Re22cdbf15a2d46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3be8b53a34575" /><Relationship Type="http://schemas.openxmlformats.org/officeDocument/2006/relationships/notesSlide" Target="/ppt/notesSlides/notesSlide2.xml" Id="Rdf2e6ad8689d45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1aa0c5b94a17" /><Relationship Type="http://schemas.openxmlformats.org/officeDocument/2006/relationships/notesSlide" Target="/ppt/notesSlides/notesSlide3.xml" Id="R968721b0519e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7fe5fa2e4e31" /><Relationship Type="http://schemas.openxmlformats.org/officeDocument/2006/relationships/notesSlide" Target="/ppt/notesSlides/notesSlide4.xml" Id="Rcfb7af0cb22f42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a282061ce4bd1" /><Relationship Type="http://schemas.openxmlformats.org/officeDocument/2006/relationships/notesSlide" Target="/ppt/notesSlides/notesSlide5.xml" Id="R6ea3290f608a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0b745e1604c0d" /><Relationship Type="http://schemas.openxmlformats.org/officeDocument/2006/relationships/notesSlide" Target="/ppt/notesSlides/notesSlide6.xml" Id="R554a770e6351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6355da36342ea" /><Relationship Type="http://schemas.openxmlformats.org/officeDocument/2006/relationships/notesSlide" Target="/ppt/notesSlides/notesSlide7.xml" Id="Rc67e8e7a884b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ca691bbf3425a" /><Relationship Type="http://schemas.openxmlformats.org/officeDocument/2006/relationships/notesSlide" Target="/ppt/notesSlides/notesSlide8.xml" Id="Rfea434b5040d46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76a8fe72841a7" /><Relationship Type="http://schemas.openxmlformats.org/officeDocument/2006/relationships/notesSlide" Target="/ppt/notesSlides/notesSlide9.xml" Id="R3d82657a3cbf41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d805158c24063" /><Relationship Type="http://schemas.openxmlformats.org/officeDocument/2006/relationships/notesSlide" Target="/ppt/notesSlides/notesSlide10.xml" Id="Rc89851c2016a4c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64b2047e4a0e" /><Relationship Type="http://schemas.openxmlformats.org/officeDocument/2006/relationships/notesSlide" Target="/ppt/notesSlides/notesSlide11.xml" Id="R05aa9a78323e49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8300a87734100" /><Relationship Type="http://schemas.openxmlformats.org/officeDocument/2006/relationships/notesSlide" Target="/ppt/notesSlides/notesSlide12.xml" Id="Rc37808f6bdf743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3b8e4fd54680" /><Relationship Type="http://schemas.openxmlformats.org/officeDocument/2006/relationships/notesSlide" Target="/ppt/notesSlides/notesSlide13.xml" Id="R036e2759417548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3e69264e0446d" /><Relationship Type="http://schemas.openxmlformats.org/officeDocument/2006/relationships/notesSlide" Target="/ppt/notesSlides/notesSlide14.xml" Id="R580a4fbeae184d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c0a71201c4d27" /><Relationship Type="http://schemas.openxmlformats.org/officeDocument/2006/relationships/notesSlide" Target="/ppt/notesSlides/notesSlide15.xml" Id="Rb41743ea92d946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40b09351941a9" /><Relationship Type="http://schemas.openxmlformats.org/officeDocument/2006/relationships/notesSlide" Target="/ppt/notesSlides/notesSlide16.xml" Id="Ra220ba90099140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e83df15f49a2" /><Relationship Type="http://schemas.openxmlformats.org/officeDocument/2006/relationships/notesSlide" Target="/ppt/notesSlides/notesSlide17.xml" Id="R2c850c0220d441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6ea6cc93a4664" /><Relationship Type="http://schemas.openxmlformats.org/officeDocument/2006/relationships/notesSlide" Target="/ppt/notesSlides/notesSlide18.xml" Id="Raf2736db587944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28cea43004e83" /><Relationship Type="http://schemas.openxmlformats.org/officeDocument/2006/relationships/notesSlide" Target="/ppt/notesSlides/notesSlide19.xml" Id="R44ef2756c7c641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4e45710b142fe" /><Relationship Type="http://schemas.openxmlformats.org/officeDocument/2006/relationships/notesSlide" Target="/ppt/notesSlides/notesSlide20.xml" Id="Rc621e6230cde47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9779b4f03403c" /><Relationship Type="http://schemas.openxmlformats.org/officeDocument/2006/relationships/notesSlide" Target="/ppt/notesSlides/notesSlide21.xml" Id="R1a4954f23e9c40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b139f8a04766" /><Relationship Type="http://schemas.openxmlformats.org/officeDocument/2006/relationships/notesSlide" Target="/ppt/notesSlides/notesSlide22.xml" Id="Rb39956229a9d44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7a9ecefc64dbe" /><Relationship Type="http://schemas.openxmlformats.org/officeDocument/2006/relationships/notesSlide" Target="/ppt/notesSlides/notesSlide23.xml" Id="R509b10c5246e43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4178d35cc4d42" /><Relationship Type="http://schemas.openxmlformats.org/officeDocument/2006/relationships/notesSlide" Target="/ppt/notesSlides/notesSlide24.xml" Id="R8443507167484f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75d5e8b774a9f" /><Relationship Type="http://schemas.openxmlformats.org/officeDocument/2006/relationships/notesSlide" Target="/ppt/notesSlides/notesSlide25.xml" Id="R5c252ef60d8348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752ed28b4f12" /><Relationship Type="http://schemas.openxmlformats.org/officeDocument/2006/relationships/notesSlide" Target="/ppt/notesSlides/notesSlide26.xml" Id="R399c6ffe67e442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9c15c7df64aa4" /><Relationship Type="http://schemas.openxmlformats.org/officeDocument/2006/relationships/notesSlide" Target="/ppt/notesSlides/notesSlide27.xml" Id="Re5ff89fdcf2c40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53f11b27f4b78" /><Relationship Type="http://schemas.openxmlformats.org/officeDocument/2006/relationships/notesSlide" Target="/ppt/notesSlides/notesSlide28.xml" Id="R71012f5b372842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6bc55bc634b1f" /><Relationship Type="http://schemas.openxmlformats.org/officeDocument/2006/relationships/notesSlide" Target="/ppt/notesSlides/notesSlide29.xml" Id="R1755ca0ea0e144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e47f77564504" /><Relationship Type="http://schemas.openxmlformats.org/officeDocument/2006/relationships/notesSlide" Target="/ppt/notesSlides/notesSlide30.xml" Id="R7033f6daa3f7435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e2746ba784b37" /><Relationship Type="http://schemas.openxmlformats.org/officeDocument/2006/relationships/notesSlide" Target="/ppt/notesSlides/notesSlide31.xml" Id="R73c480c5e4794b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0b4383eaf4b16" /><Relationship Type="http://schemas.openxmlformats.org/officeDocument/2006/relationships/notesSlide" Target="/ppt/notesSlides/notesSlide32.xml" Id="R5cbd34e9bf9d47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805ffff324b08" /><Relationship Type="http://schemas.openxmlformats.org/officeDocument/2006/relationships/notesSlide" Target="/ppt/notesSlides/notesSlide33.xml" Id="R6e6d125245dc4fb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91196159a45dc" /><Relationship Type="http://schemas.openxmlformats.org/officeDocument/2006/relationships/notesSlide" Target="/ppt/notesSlides/notesSlide34.xml" Id="Rd2b9460808b1432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040a6885c416b" /><Relationship Type="http://schemas.openxmlformats.org/officeDocument/2006/relationships/notesSlide" Target="/ppt/notesSlides/notesSlide35.xml" Id="R7c048611688c45d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be6d1d50d45b3" /><Relationship Type="http://schemas.openxmlformats.org/officeDocument/2006/relationships/notesSlide" Target="/ppt/notesSlides/notesSlide36.xml" Id="Radcc710a4ebf4c5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c15ba435d4b4c" /><Relationship Type="http://schemas.openxmlformats.org/officeDocument/2006/relationships/notesSlide" Target="/ppt/notesSlides/notesSlide37.xml" Id="R18e61931974649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3fd78498f4560" /><Relationship Type="http://schemas.openxmlformats.org/officeDocument/2006/relationships/notesSlide" Target="/ppt/notesSlides/notesSlide38.xml" Id="Rcb7597572a17439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047f751ee4002" /><Relationship Type="http://schemas.openxmlformats.org/officeDocument/2006/relationships/notesSlide" Target="/ppt/notesSlides/notesSlide39.xml" Id="Rc06ffccedc1e480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3ef9e5b454cd7" /><Relationship Type="http://schemas.openxmlformats.org/officeDocument/2006/relationships/notesSlide" Target="/ppt/notesSlides/notesSlide40.xml" Id="R5755acda2e874d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8A807-83E4-4379-998E-AFA3772D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84F83-03AC-43B7-BABA-0CD4CB9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Fluid Technology and Smart Sensors Lubricants: Introduction, classification, ideal properties and applications. Lubrican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8335C-BA00-4C09-B469-D492AC1C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EDE17-7C16-44DD-8711-7859B36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3DFC1-6A9B-444A-B4CD-E2383673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1379F-7DCF-4E4D-8E1F-00A1DCF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F00E-345B-4CD9-90F0-22DDC4EE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97956-61CA-42FA-8980-542D965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9D5A6-E8DD-4604-ADE3-24FA00E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5F3D-6E2F-4BA3-84E0-D1E4D92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89835-26DB-4C75-9264-0A15E22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32465-C5F7-468A-AC0F-217B2E4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4B9A6-8965-4352-BE65-2EE35511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65825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79E17-CEE6-41A6-93B9-937AD391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BC5CB-3881-44E0-A5C9-F7436D9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C7F34-A0ED-44A7-8B5A-9DF8D0E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10E2E-88A5-4805-A134-812DC08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1953-CF19-41D8-A913-36960EEF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BF442-62AC-47D9-9812-4CB6707E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D135E-2E6C-4CC0-9ED1-6FD98F9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414DE-02B6-4181-9DDD-DA68F00E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B5D3F-7935-427F-A3A1-31F4AC9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34C23-97DA-4A5C-AF2E-54D48DFA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4024E-1A97-488F-A160-B499FCBC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84F6A-50BB-4F2D-9AE0-12374BCF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B4DB6-AABD-46B3-B88F-24F1110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7E610-72AC-4863-BA3C-D8C63027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BC9AA-C52C-46DF-ADFA-C2CA7880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82360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A0990-C3AC-4F42-830B-515A1B8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00D71-F39E-406A-8589-7C03058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C81CF-72E5-4E1D-93F2-D6F081C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FBF61-6EBF-49ED-B679-ED81B88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4623-236B-45F3-AED1-7138ED07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7F6BB-AC77-434E-BB22-8BE862B0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AFEAE-796B-464B-8B7F-F5E9F8D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CC031-A124-4D8F-88F2-802BDD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6D55D-D598-4C52-B1BF-87059F2A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Lubricants: Introduction, classification, ideal propertie...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7C0D2-DC9A-4DC8-9CEE-B2FCBADA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D67E9-54A1-4247-9A13-76C2FF3D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764D9-7C0F-49D9-A521-915FC5E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experimental determination of viscosity using Ostwald's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19CF6-E53B-480F-8D4D-A43B8B25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AE208-0617-4D29-8230-34F3FADD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9523A-FEB0-4481-BAED-34601B1B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Coolants: Introduction, types - water and oil -based cool...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8E900-7712-480F-BB23-93495E3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F30D5-A1F3-4648-976A-D22FB702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D15B5-C7B8-4265-A774-C91AB394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Industrial effluents: Introduction, determination of COD...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77610-BA3E-4BB2-B7C4-EB63F34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72AA7-01AC-4007-BC07-D2613D9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704F1-0F3C-4C10-AC23-3A54EC36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Sensors: Introduction, potentiometric sensor - principle...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BFDCF-D5FB-4C07-B85E-3E9522F7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D2E44-2E5A-4B7E-B725-3C49A8F9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D3909-B605-4207-846B-3288B334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 onductometric sensor - principle and its application in...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2CF03-9866-42E6-87D3-EED6F4EF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4B261-0B75-42C9-B18B-30B2A9AB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157A3-D7DC-4B0A-A765-AE7B6881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 sensor - principle and its application in the estimati...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7D7575-03A2-4D93-814E-67A57072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07454E-163C-4171-B800-5399A28B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97051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65E5A-651D-49E3-B88C-C638BFB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920F0-6195-4F27-AA7B-0F97C904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84C40-5B18-4A0C-BAC4-ACD03B5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C0835-720A-48BD-A124-8B55CF7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CEC78-2A89-48C6-95BE-C4D22EC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FB8DC-90F1-442D-B5D5-9F64A83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9BD01-75BC-44DA-AA64-27596733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1C358-AFF8-4064-88CF-09C7BE7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Lubricants: Introduction, classification, ideal propertie...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BCA89-40B2-4CC6-9614-3290EC5E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A7550-885C-4234-B9D5-9F4DB6B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AD0F6-68B6-46DB-9121-4507A815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experimental determination of viscosity using Ostwald's v...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D266B-BAB2-4BE1-B3D7-91AF4AF8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A13C9-F683-4A0E-87F8-5119BA1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23690-CA97-44D1-A7FE-DFFCBA4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Coolants: Introduction, types - water and oil -based cool...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8DAD0-ED81-4D43-957C-E0349F62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C2F6D-040D-4F0E-BE8F-D7AB0FBC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876E4-1DD7-4F55-8E5B-D2208881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Industrial effluents: Introduction, determination of COD....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40BCA-7F81-4882-A95A-7F250D0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3110B-FDBA-466D-9CEC-F8EA3D32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5BE4B-3D7C-4F54-B370-58954EC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Sensors: Introduction, potentiometric sensor - principle....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359A6-1DAE-4191-8B86-21CB1E6B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DF58E-B369-40A2-BDFC-77589FC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2E456-9836-44E0-BED4-4F25F60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 onductometric sensor - principle and its application in...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A6D65-0599-4ADB-A2E6-50D23CF5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BC75A0-6CDF-4811-BB05-E4083281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B0BA2-26BD-4C79-ACC1-09A888A1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 sensor - principle and its application in the estimati...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F935B7-76EC-4DD5-8176-3F18FA04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41DE8-94C3-4BC3-9016-1C7D6915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AA828-D74A-4519-AB55-253D30D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4177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1FF8F-E550-48D2-9F66-AC735C4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32B3C-5E1A-48CB-A2DD-BAF281D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05694-88FA-4BFE-B96C-5587BCD9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31EE2-6BD8-4F69-9965-03310C0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06FA6-827B-4B3B-AEE0-257B7C01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Fluid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8773A-5CA3-41A5-AB0F-5665FAF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7A1BD-749C-4E1B-9DFC-2DBC413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Smart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53B20-B323-4AB8-8DFC-BC454F4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5DC9A-785A-4634-865F-C649BF0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Lubricants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0405E-DEFF-432A-B585-0854568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C1033-6901-4678-86A6-36D6895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3EE36-0AEE-4976-A4AE-DD143745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87D9F-B2C9-4EE8-A20B-B84BA3A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50D16-2B3C-47C8-B808-A2FDBA01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Lubrican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EFF32-B033-45D6-8539-010BACA9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BB871-4732-45F9-8D9E-4FDECA8F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097915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0B46E-1072-46B4-B517-C2F6999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9AF4A-CCF3-41E7-9D78-AFF8E440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05D22-7833-4F25-A85F-3516E24A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2D8DD-610D-417D-8AE0-6D466F2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C03F8-5A58-4170-950F-942BC57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Lubricants: Introduction, classification, ideal properties and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00861-222F-429E-A32A-13070BB0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Lubricants: Introduction, classification,...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84A6C-E577-4953-892D-9B6E9EC2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12694-134D-4714-9A88-47C557F1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104CF-B1A3-4DCC-8ADD-548D5710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69A21-0008-4A19-B724-6EB7E335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E638-A0DB-41CB-9A59-E48797A8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C8369-C967-4D4A-A13A-E577D291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8EEE7-8744-4F1C-893D-92743FDF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ECDC2-81AF-4B73-B145-5A48E053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A779E-35B4-42EC-BF77-2D0D047C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5D9FF-7634-4E98-BC03-31A35A4F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26440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B1F43-7FFD-4FBE-9EA3-AF9EB51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19D42-9088-40A9-93E1-D6F22D1F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308B6-8ACB-4CC7-BB3C-F5B947D6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792D7-2AE4-42A4-A870-9F4401A9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1D21-9002-4E48-9C63-22D8A9C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288B7-0E20-4E97-8462-99E406F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53533-61DB-4C06-ACD0-339A7FD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16887-5F41-4CA6-8C24-2F5109A4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8B485-56E1-4F83-B3C3-B220ED7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Lubrica...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51151-A8E6-468A-A3D0-16662A8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E2FD-7A10-49F6-A86F-C4AD807D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BBF3A-54AE-41E0-8025-4BD0358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Lubricants: Intro...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D938E-2CAD-4EBF-931D-2334F8CB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62EE3-957E-4687-9583-D4263E37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966B5-157D-4690-8AED-FC51E2BA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Lubrican...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CE22D-9894-4716-8385-B25FC11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7365B-2E32-41F9-B6CF-C7FE998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C967F-1662-4EFA-AA33-600F309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Lubricants: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D5F66-8839-439B-8C39-D2756751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88FB1-3220-482C-9B6B-98AA0C2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8EBC9-FFFF-4E5F-8116-D65F2740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Lubricants: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AB9CE-A2B1-42E9-AFE1-DAB88B61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2709B-718D-4140-B0BF-F0E597FB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49673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F80D6-C934-463C-BE8F-ABE8A49F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20457-C3C1-48AB-8844-F3A4117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140DA-16D1-4B46-A84F-71A8A63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8FEE3-8CFA-4D4D-9EF9-56F082FE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35E73-0509-49B3-AF29-C107B18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6A289-AFF2-49C3-8CCC-BE6C750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448DB-1061-4538-95CF-321A16E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CB986-9B99-408D-81EC-1D9101B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43A3A-82EB-4AC7-8064-5DCFF792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8F955-1310-4D97-9CC6-95DB7B9A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DEDF3-C6D7-483D-97AE-8C2192A8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534C6-C425-499E-8127-3BF16EF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4BEFD-7633-41FC-8E9B-2A4FB9B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60E48-6480-46E3-8141-CA6D318F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C1DE5-6754-43B8-9EB7-E436CA5C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140250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8C670-BC48-4DD1-B063-1257C21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2AF35-C13D-429F-B8E0-FC431FB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087C4-4670-4B01-89E3-A6060487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0DF55-215F-4648-83E2-90CFC247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A816E-F1B8-4B55-A0B2-94B9A48D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A68EE-9039-4E55-B2D5-A7B249E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Lubricants: Introduction, classification, ideal propertie...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900B0-CBA1-4069-8713-E65B173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EC767-4499-4631-AE7A-5F96A15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3E3E8-7F0C-4E34-A1B4-1B7A598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3E81B-F693-442C-876D-3BC3DECB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1B0BA-72F0-4400-A221-0B1C9B5E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03949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76ED6-3425-4A5B-9316-5AF9B616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382FA-F6BB-478D-8782-D35FF535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59D5E-DDE9-4784-B0DB-2021142C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E5D58-AD9E-434E-A71B-BC68B3ED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0B82D-C1E2-429A-B8AB-965A0E0E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experimental determination of viscosity using Ostwald's viscometer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8E328-29AF-45D4-A0E0-CE768057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experimental determination of viscosity u...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3B5D4-1070-4784-B3A2-45C5D30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9C10D-1AA5-46D7-BDA6-8A9634BC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81570-9DE7-4A73-980C-E7CD8D63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CD775-9DD6-42D9-AF81-E541A00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C8BD0-2B62-4DDB-80FB-CF14D46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C5BD2-874F-471F-BBE9-59FDDCF7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BEA13-28BB-471C-A281-CDAA1992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4ACBE-121B-4C39-884A-7612DF01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21727-44C7-4B0D-8F1C-22DD4E91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D3EB3-17DC-423B-A6B5-C711764A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79908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FE2E0-CD55-4792-8B3C-B2B51EF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09205-B87E-4D4D-B96A-F60B1948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65B95-2076-4A67-8E50-4EE9C47E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D9B73-1EC1-4A7F-BC08-8CB56D4A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55F54-56EA-4B18-8A11-056DBE0F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95AC7-70A2-44D0-B7C7-DA88B9E1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806F-D315-4282-BF5E-106537DA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C1A54-BF10-4745-A425-32F6B18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4CC4B-705A-454C-AF58-6056EED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experim...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8228B-3235-4123-97E1-1D9DAA9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02646-C13E-48B7-AE21-9304DE14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9D7F8-91A3-4048-89AD-747A4779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experimental dete...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16E30-F5C5-4DC0-BA0C-E212F0C8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8A572-31B9-4B10-B2ED-DF04867B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A67C1-2F79-4B45-B229-97A8767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experime...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B87B7-CB3D-4396-9304-1838E1B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F3497-EBE3-42E1-981B-F0A94FA9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082A1-9723-405E-A62B-B63F68C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experimental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96E15-27C4-422D-99C3-DE879145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7BE20-DD4B-4E3D-BCAD-442AAF8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B0AD8-05A0-47C7-A2FB-8E90A1E5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experimental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611E8-644E-486E-829C-2A40E8A0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37CD4-0B61-4467-89F6-F315C36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27049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A1D2C-958A-4439-B7A1-7FBAFEF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D44A3-9349-41E9-994C-203A69D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53342-8419-4EF5-B628-9729CC1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CEC6A-A409-4C16-9546-74D3E7A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50674-8523-49FC-8051-3F5EDA27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24BBB-75C9-449C-920C-D43CE7B5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1726E-E22C-4818-8244-6899DDC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223AF-EC37-462B-81AD-45854AB9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BE63A-8F52-4464-8293-F45238A4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F553E-7E3F-46D2-BB14-78E4D480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EA61B-19DB-4186-ACA5-7B758B3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4B31F-F2F1-4B00-8095-00DA7ED0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ACCF6-2706-4046-8574-CB1C9C4F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D7016-5540-4966-B1CD-40C4814E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52517-A106-42B2-80C6-D81B8583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78577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F53BE-EE43-4EA9-AC8F-5EA57777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29005-3941-4B11-8C5F-EFD190C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FEEE1-8BFD-4409-82B4-F8D8160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F519D-BDD9-4BF9-AF18-4FDFCA5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D9DE9-94D7-4DEC-9E4E-04CBA71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3FB67-0CAE-4805-97D9-40D753D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experimental determination of viscosity using Ostwald's v...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70336-DFD1-4E67-90BC-5126F2F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6FD0-DED1-4754-A021-6DAAE8F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97657-697D-44E6-9EB4-BBD80466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4AFBB-F03F-41B9-970B-5772990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9BFE4-A04F-40BA-8379-0F5D5C90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41352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2670D-BE31-404D-82A9-7AB55AD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3A96A-0A8D-4904-A38F-5412F593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E2C40-3254-4919-B24C-717764F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3D09F-8720-40D0-9199-E62CA09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EBA29-F062-49DC-96A9-AEF605D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Coolants: Introduction, types - water and oil -based coolants , p roperties and industrial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F2EBA-CEA6-4DD5-AE1A-FA5BD68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Coolants: Introduction, types - water and...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B1AA2-0DDC-4C34-90C8-83E24F7A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E1ECF-6AB8-4137-81ED-07143B1B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E18F1-4499-405C-A8C3-56C40551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885DF-CFFE-4FB0-ADAF-84D587AD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29C9-F61B-407A-84D3-C7DE2E46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097C7-CF4A-42D4-9F8F-EDCAA39F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152DD-1395-4933-8CF7-8779E37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56754-A9D5-4BCB-B96C-D5DB20A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1F6B0-C284-44F0-9B7F-26D59F9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78583-FACF-4E09-A747-B96FB95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29196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3D3C3-3AC0-4ED7-BEFC-CDAB7182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C2FAD-1B51-4F1F-82AF-465197E0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CA4F7-19CA-4C2D-A8CF-7F39A72A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00FD8-DD35-4568-840C-4C71CD94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99B38-4740-4D14-B5E7-3F2F8A1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09255-DE80-4AA5-BFFF-19D510C3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F81B7-96BD-482A-B930-C9534F31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3007-7A5F-4F1E-A09D-B3558BD4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C31AA-FD49-4617-8960-F439806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Coolant...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25432-FA48-407A-A262-A716634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EB2F4-40AE-44A4-94DB-DBAC48CC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0A14F-B1A2-4384-9547-E3CFA241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Coolants: Introdu...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86A18-2027-4509-AE6A-C978AD0B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25EB7-3F04-4499-9C60-C54E8A7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5F1B1-5A9E-4AFD-A30F-F269687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Coolants...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56D01-D89D-4243-901F-56380395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AB294-EB7F-4275-8A41-7E50CD5B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69389-9DC5-4C5A-BCB2-16A5E95E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Coolants: Intr...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BA977-BDA4-41A1-8C31-5D5E8D37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D7D9D-B081-4AFF-8A07-8185240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6E808-6FC8-4FDF-84DB-1BE47409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Coolants: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0BA83-5224-42BB-8D4B-F49EA92F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CF9AA-DFB6-4B8B-AFC4-603F1E89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05076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3DB0F-0731-4F38-8CFD-29EE4EC1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A2171-D90C-43BD-80CC-8050480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CCE1D-F0DA-4FB8-B33A-D14438CC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15D44-A4D3-4663-9A90-3CA4EABC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853A7-5FF3-4CA2-A088-FD805EF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1BB06-7ACD-4AEC-8774-145A3B03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E07FE-1828-45C5-8790-EE85EF2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7E618-F982-427F-B605-92D18A0D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7A951-FC3E-4866-8EA7-36CF2A69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39417-3317-4DC6-AC40-6F20D8FE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A3DA0-23B2-4B93-8C63-8DC1FBCE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3FCFB-C622-4F09-9A34-8D265BB2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F4489-C4C5-4650-BF30-8698049B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F3FAA-C922-4058-823B-DA0A513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05C1E-958A-44A6-B804-6A07DFAC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945989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65B65-08A8-45FF-AE96-8731FDC3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E037B-1AE8-43F8-9F9A-7F0F77C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58A00-2EDD-4DFA-B385-55FBE866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3DC1A-968A-4A33-8A02-685D506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526FE-88A7-48E1-9093-52D83DD9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00199-F09D-4329-A211-B047ECF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Coolants: Introduction, types - water and oil -based cool...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2719A-4825-4995-8F19-31AB08B3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0B938-EAB4-4FC0-998B-B5D36A6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EDB9B-8F60-4C9F-8142-1EBE7E06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65C0C-D1A9-485F-979C-DC81AE9A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347D2-4C1B-4FF6-915D-1A5D20D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478919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70A33-D0FE-430B-87C3-B9345B2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EB4A4-02B6-42C1-ACD6-CF9296C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F6001-FF3B-4A68-899B-D9CD5749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FDDE5-2ACF-43EB-A9A6-88556F5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E3C2A-A7CE-4B19-9119-5CA4D888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Industrial effluents: Introduction, determination of COD and 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FE00A-B69D-4D39-87AA-768E28B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Industrial effluents: Introduction, deter...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4266F-CED1-4C00-923A-CCA732F7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B3359-2C07-49A1-8644-248FF34F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D1FC5-F854-4838-9A6A-C114BEF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00563-95DA-4A23-A109-F57553C9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2DDD-3A4E-4E56-971E-1EB9C2F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C79EF-0BC0-45E0-AE8F-7F3B96D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C5F29-A6D2-467E-AC5D-9A2B846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B4480-8F8D-4497-A555-F604F15F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EDAD7-6D73-4551-9301-1FF6E38D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499A3-B5A7-4C6B-8F14-6299B257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36058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CF2B0-53DC-44DA-96C0-E48D62D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1A09D-F470-4E25-9777-BF0A558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A93A2-8373-46C1-BC1C-387732C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8E61E-672C-45FA-BBF0-48B9D03B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8C187-A4F7-4E47-ADCF-936F9D65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74DD4-7941-4909-9BFA-6CDB3AE3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42BC4-C69B-474C-A931-7D517A19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9BD8A-B579-4B80-900B-B64F8B4A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AD526-13FF-4307-B341-2671F247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Industr...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58F08-4177-4549-B3E0-7C7781EA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A3D9D-4293-4920-8337-4001503D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0B726-CB4A-4E1E-B51E-23D7BF14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Industrial efflue...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E6BE0-FBDE-4F65-B36E-7747D97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111EC-34F8-4E83-9248-A69552B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53E32-2B79-42F9-9E44-7DE63813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Industri...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DEFD7-4E86-4061-A16B-97E59A2E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F4428-6E1E-443A-89DD-5737B35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A41BB-F30D-4EA3-8EA3-788C9151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Industrial eff...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178E2-1DD0-49D2-9950-1A503489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7320C-E3B9-4916-9453-11BD785D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8E189-AD4A-48FB-83FD-BBD2DC7E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Industrial eff...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A3C35-2234-4DE4-B784-DF13824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EFAB0-09F6-4254-ACFE-D081A27B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4699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0AA66-799C-40D3-92FA-8DD72BA1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68E1B-4BF1-4D5B-826D-8B25C67C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C9B7E-421E-4B78-9057-98EAF41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DAC9-6630-4C64-89D9-B296AD16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F501B-12D5-4608-B9A8-0D055B5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F0CE8-A29B-4547-8D57-34826718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E5527-A0A6-4F22-A5E3-9E18200B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7F4B3-7FCB-46DE-914F-1F1F3056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03F9-2292-4DA0-B329-873B3D5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E3BFC-AE24-4807-AB3B-037089E2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FD683-D65B-45AE-B8A9-FDD967B2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A833C-67CD-4EBE-BFC4-D30E332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BA85A-73C3-4055-9911-0100A62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593DB-AC04-4994-805D-591C5376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DDD2E-B585-4ADC-8B1E-2F4C802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000757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25643-0A26-43DF-B74C-1AA78EE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5C97C-1220-464F-A09F-827651F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40654-6148-4733-AB44-D5268C7D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767E7-8C5C-4CB1-824D-03ADA650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2EDBF-5078-4774-B9FE-364F814F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F28B6-0946-42F4-93A7-1CA79512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Industrial effluents: Introduction, determination of COD...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A6D03-0E22-4561-AAFF-1CD3DF56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E60CA-3F28-4F44-89BF-1051E207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03A71-7369-49B3-9079-BF38830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60AE3-EC1B-475E-AD8C-9BA903D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F11D0-99A0-4194-A59B-0F579F0E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012675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48CE1-E236-4EEB-8D5E-CCEAE32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A1FAF-6A18-48A7-B3FE-10AF8EA7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70EF0-22C0-41AB-8374-80C2EB6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181DC-0364-477B-AB67-D9F2819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AB11B-59EA-4CF8-B853-3EAE165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Sensors: Introduction, potentiometric sensor - principle and its application in the estimation of iron in steel...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516B-01EF-4B4F-A220-CEF8AF1C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Sensors: Introduction, potentiometric sen...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78ADC-E62A-475F-B25F-518C6509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95CF7-107D-4D28-BDCC-463F80D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2A294-CAE9-40EF-8C1B-9AEA93D7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621A0-3EB5-4B7D-9079-498A5585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7704E-139A-43DE-8A86-71D6CDA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F0885-F848-40D7-9CDF-C5959DE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EDF7D-7D19-4E56-BC6D-183A2A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22479-5123-42C9-8662-AAF3BEC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A29D5-4880-401A-BC94-F2491919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35AB6-E372-4CCD-A938-D0DD5EE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76408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C5666-5E46-4512-B42F-69C624D8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FD759-2041-4DA4-9EB5-9D549115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8D0FC-FB47-4B01-AAC1-65EF3B8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EFB3B-8181-471A-B068-FF18A1EE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9BA33-A504-4B5C-A13E-9B97E38F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40574-A5D1-4053-89C0-05767549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8102D-162F-4BC3-B8CA-A0DBCDEC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80B2A-208D-424B-971E-5C2D48C9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0C60A-ADD1-4A2C-950B-C4E337E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Sensors...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5204-C8C3-40E2-A326-C1AF25D2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5694A-0624-46D3-B16E-2F8B611E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76B8B-DBC9-4E1A-85DD-3D86FB5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Sensors: Introduc...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F2FDF-D004-44FE-A11E-8F69574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0565B-2BA4-46F6-A224-0F53FAE0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A4692-C169-4A5F-9AAA-3458ED2A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Sensors:...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2A4EC-2F78-4CFF-ADA1-63EBEAD3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E612F-4228-4B8C-90E5-4CA2BCC1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358BC-3DC7-4C89-A12C-3EC6D4B5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Sensors: Intro...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029EB-3599-458F-884D-D5CF823A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639BD-9E74-434C-B1AB-13DB9733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4183E-E7AE-4399-BF8F-9D53EBD8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Sensors: Intro...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A3DB0-E5CE-4DA7-B4B7-D070769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1EC2A-42BC-4DAE-AF41-76088C9D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753078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B6AA9-42B9-40A9-8D51-7E487DB6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BA754-C710-471D-A378-AB6A8A60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54110-C967-4569-8D74-E0EE2F6D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45F4E-B8E9-4CEE-8173-459E9AE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6E057-662A-4962-8182-F00C00DD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26189-18D3-428C-9597-2E536CC2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AC9CC-EB17-4763-A90C-AF0EB7D6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11573-B52C-449A-AAD4-F6579659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18732-AC79-419F-9853-83328BA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38EC8-5D85-45AA-BC7E-348C07CE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2B5D3-5E96-46BA-92D7-AACB1524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03661-EC63-4DB2-8A76-D495CFD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B6E7A-BBC1-44FA-BB91-2BC0961C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6DABB-7D69-4091-A9AB-929617A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C02FD-A831-410D-9ACC-4C687B5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0576487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A5965-E9DD-4491-8231-4676A792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77CBD-F221-473D-938D-0F6C25E2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97CE0-8105-42F9-B059-22CA7ABF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74A2B-665E-4AB9-9573-4CCAFBC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7D4C5-5CC6-4E34-B56E-AF8E455F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72881-2010-4C98-A038-EAE4B4AC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Sensors: Introduction, potentiometric sensor - principle...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1D19B-ED13-4A7F-8B38-215A0C4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F9B36-E5AF-420B-982D-F406BF7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E4ED8-3162-4436-AF9E-99A0307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1BCE2-0C01-4D50-9DF3-5886A1A1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842DC-8C1B-4AFB-9058-51A1826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173842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8DB10-DE3F-4F68-8506-5D973056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B4B81-9DCF-4717-8FE9-770DAA3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DB03-DCF1-43FC-8059-32E089AC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FC517-AB50-4112-A1FC-5FC10A2C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B709-8303-4983-AD4A-3761E9FB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 onductometric sensor - principle and its application in the estimation of acid mixture in electrochemical bat...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6CCDE-B35B-48FE-807F-112EA4E4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 onductometric sensor - principle and it...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A0EAD-8DDD-48F4-BBAB-8520E639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8FDF8-DFEE-4B9C-8E8D-58D982A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7064B-63D4-42D2-836B-CEF366B1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B6B9F-54B2-4AC8-8D3E-622C743C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8F859-0A79-45AC-AF62-874A7D74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349BB-0257-499B-93A6-EFCC2A6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4D662-99AF-4742-A69D-8A7F4324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E270D-A512-426C-9AFC-518739F2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254D9-7014-4D1F-9375-119C1AF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2535D-4835-42EC-B084-681EBF22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59094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E99AF-7679-4B04-AA61-8D973BA7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C45AC-37E4-4222-A888-4337B9A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8CAED-36E2-405A-831C-4FFB4976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EA3B9-6D87-465C-9C1F-578BCD4C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1DC8A-2E5D-4470-9C8E-B2DB6EC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57301-65F3-4BDE-A02E-DCA9DB9C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DD685-F1A3-4387-B5B0-6B9A1D9C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59B9A-2675-41A3-8E68-907A7D5F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2FA7E-E11E-46B6-8450-3F06F21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 onduc...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7FC2C-86CA-4CAA-A04A-3E149487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64C3B-699A-41C8-BB21-592EB48D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3DE15-876E-4A6D-8542-1723D238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 onductometric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F268C-8201-40D5-A1EA-3FC3E31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C72EC-13FF-401E-9941-E3A70168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BA4FB-5442-463E-A37D-214A675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 onduct...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0F3F4-B2EC-40C7-8663-1E7A50F2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6F0AE-949A-4E04-B346-10F207B2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5BBC8-ADC1-4F14-8C78-CBE94F9B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 onductometri...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2DCF4-B67F-453F-B470-FBC6864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1D1EF-0B9C-47CE-9374-841529A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263CA-B00D-4967-BA4C-F01C72D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 onductometri...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5CEA9-05A6-4492-BC02-37692CF8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DF811-6284-4201-891E-98CB3FA7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2049582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1E5C6-17B5-4CC9-BCC5-DEB7A9F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75792-B335-4EA3-A6B5-50C0777E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1C2C3-1FF7-4BA2-8DA5-4AD4A57A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74F7-5F05-4E6A-80A0-D67F633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02AB5-A68B-48FD-928F-2070895E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9325A-6DCF-4A00-B9A7-A3306EDE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AC1E9-43BC-4BCD-A730-D7A0EFE1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E71F0-B77C-47EE-9B95-DC00DE3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7498F-302B-447E-8789-A1F00D7F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C01DD-A4C9-4EE2-A595-973CD1A8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94153-DF7C-47E5-A6EC-2592240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50AAF-8D3C-42BB-AE57-DF965E5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EE033-27DA-4435-B098-7B00E15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A6E15-75C2-496D-849C-47CE11D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B804C-8789-40EC-AB7B-123E1A3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292210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ED772-EC62-47F0-93FF-F47EDB16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70A90-C10E-47EA-BD15-5776F612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24992-6CF0-4B83-BFBC-5469341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01771-665E-4386-BD50-80184BE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1609F-BE6C-4C75-AF99-FBF2617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4B7C6-0049-46B6-AF1F-65F4E20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 onductometric sensor - principle and its application 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958B9-E19F-4E8E-A0BE-400CCE12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3D6D1-CA35-4A94-9EAF-41E6A616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34CDA-5AD1-434A-9495-E97F07D7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88812-1E2E-4B29-84D4-DE99E165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FCBEA-A4E4-4981-8CF7-F4BD2693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428221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0EFA4-C6C4-487A-9912-94EA461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47EE5-FAB7-4602-86DE-97EE62B4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5163A-85D5-4A74-BDC4-6F16461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422B8-688D-42F3-A266-708DE50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0DEC2-8024-4C55-8E67-54390D7C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 sensor - principle and its application in the estimation of pKa of acid electrolyte.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641BE-4E8C-4447-8902-C4348286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 sensor - principle and its application...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B613E-5219-44E3-A1F3-CDDD6083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F8066-F37C-49E4-82C2-346F770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1C616-6BFA-4D70-AC30-A32243C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573B2-05D6-4986-9046-441A2FA2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F0D3E-C049-49C3-8D4F-0CED447C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34030-6B44-433B-884A-CD31383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32DE-4959-4A48-B871-95FB430B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0D35D-6EA1-4DD8-B276-9FF0755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06129-4F6C-46E1-90FD-995A3D0F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9F242-9662-4A0E-B50B-EBA4FD0D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28606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18941-F773-4035-9D0D-1060121F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58456-149F-4160-9B31-448FB8F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FCFE2-822E-49DD-90D8-39724F30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18D6F-6937-4D45-B512-D9F7ABB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7A123-079A-4005-A93F-8ED2668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2BCE9-12CB-4A73-8064-9CA3621B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9D632-BBE0-451D-84ED-0AD4D049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3E25-E3CC-4770-A319-CD3BD5B9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2C58B-F019-4A29-BFCE-6FA0B0C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pH sens...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62A50-8D3E-457E-8EF1-76B78CEC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AFA6F-B7E9-446E-A016-673282C2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F2A06-7E19-4BAD-9D94-CD152C4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pH sensor - princ...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1E999-C8B2-4E4A-ADAF-5CD80C8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5027F-7117-42CE-8E93-76EBE185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83CE1-FD7B-476E-8FDB-B1ADC011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pH senso...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4C617-B8C1-4049-A839-3F3BF8F7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68B6B-3C7F-46E8-A2B2-F293A50A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89DE0-26F2-4327-8139-D485C40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pH sensor -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A8CC4-A1B2-4DCE-AE74-BEDE0B5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224D2-3FB2-46D7-B3D6-769E1BF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DEA4F-C1FA-48EC-85DA-9BBEFF09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pH sensor - pr...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C0FE1-3582-4207-BA99-B1B5661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65946-B4A1-4BE6-9B98-CE24624C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329773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C25DC-19E7-4810-9317-285CBDD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0E80C-9133-4559-BF96-54AD309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1D561-0D99-4689-8D17-3371CDA1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5D50A-64AD-4C34-9243-0047F15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FDA9A-0E94-458E-979F-E05388A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1519-9432-4C20-8395-62243D61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9B41A-EF47-470F-A6CB-A2D8F174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ADF66-6D3F-42FE-8BA3-7A2B00A4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D353D-D896-4324-949F-D2BF8290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CB52-328C-4C49-A466-92916510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41810-86E3-46D3-8DAD-7402747B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C4C71-0F84-4AC4-93DF-AE4B7628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303D9-A2F1-47BE-8ED2-77F81E7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22666-AF8D-430C-9781-3F854836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670AB-C95C-48BC-9E80-3B9AEA3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6399010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DC10C-5F9E-4F04-BB39-4AE0BA2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9F866-C4FC-4BF2-B6BF-96C308DD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18AC9-CA02-4E55-925F-BD435F1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37D5C-5E9A-4472-83A7-7D6074E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8B36-E7BE-4F5B-8EAE-247B73E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3A49B-584C-4F97-A3D4-BB5BBF3E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 sensor - principle and its application in the estimati...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E37C9-BF6E-4955-B4DB-4F7F812B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DBE27-59D1-4E98-9B30-2CB2FF91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2E827-9D6E-4476-9BB5-427D02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1B209-82D0-474B-9511-F81CD006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DF9C9-1ADA-4BA4-8A13-6427706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621026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1B977-834D-49CF-88AC-61F5FAA5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1B22B-93E1-41E9-A04B-18DC0754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5A4BE-4F14-4BBE-BE02-683DC24B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4348C-4F20-4B71-85F1-9B24EF5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11564-7661-4E32-997E-8BC00C1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1263C-54C0-4D43-BDC9-C175A980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0021065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C857F-EBF6-4155-B715-8C32CF0C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D1075-6532-4522-823B-3E37B7FE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1C465-B852-4E08-B9AC-8536A982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75E12-6997-45B4-A57F-1D070EBD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E72FC-83D3-4278-90A5-9850E8B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Fluid: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Technology: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Smart: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Sensors: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Lubricants: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32785-74C2-4949-BF42-95BC7DFB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106728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E96F6-87AF-4B6B-B08B-954050F4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A33A4-1A02-4E58-88A2-5E9321F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1E9A6-9D15-4025-AB23-78F47C9A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8B5C9-C152-4BD3-B68D-C8C9619F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086B8-5ECA-4137-8B1E-9119FDCF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478A2-2351-43DB-90AA-0A7CF60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42561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FA6DC-12AF-4911-957B-85AA3B94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ACC61-32F9-455E-94A5-CCC55FD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990E-D4AD-41AA-ADE8-12C62196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D1221-3CD4-42F3-AC55-4E96290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5F83D-2D05-4098-8B12-FB14E31C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855D3-281C-40D0-AF29-F50FBAD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20140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6B4D4-44E9-4A09-939A-408F6F46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0CAAA-0E90-4A9A-B976-76210A2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73DA0-8470-44AF-B183-CA2DE0A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EA790-6763-4FAB-A230-C8EA9F06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9A12A-C1BA-4D80-AE59-AEBB78DA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Lubricants: Introduction, classification, ideal properties and applicat...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experimental determination of viscosity using Ostwald's viscometer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Coolants: Introduction, types - water and oil -based coolants , p roper...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Industrial effluents: Introduction, determination of COD and numerical...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Sensors: Introduction, potentiometric sensor - principle and its applic...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098D1-7CEC-4A19-AF4C-3F530BF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DABB5-5116-4C57-A60A-F18033AA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38905-AF87-40AF-A9C1-1A366D80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908141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26C86-36F1-4C56-BA16-44260AFA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A6113-BD4D-4627-913B-7F740D76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onductometric sensor - principle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A87AC-B9C1-4595-A3BE-53F399C3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7DBC2-46DA-4B11-9154-66BE60F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F80DB-5135-4781-BD68-A16A894C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59022-8243-48CB-85F9-6994FAF6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FB07D-9F64-4162-91F9-5C7F8CF2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1659D-E9E0-4201-B1FF-C0DBB49B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C77B9-0787-4024-A505-BF7658FE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41DCE-3358-403A-93DB-2A64F980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4FCA1-16A2-467A-891B-9E92F39C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2B585-2BD7-4DF6-B95A-94FD5265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E95C8-3C35-42FB-952D-FB0DCA68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56A2D-CBE2-4D9B-BACF-270E5853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BFCCE-0F46-404F-A634-F6D42A2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DE51F-FF12-4A35-88E4-758C195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EEE11-735F-4F3E-9649-04F46A54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04CE9-1537-4475-91F9-180D8C41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FCFDF-28C8-404E-9845-72A98D66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361CB-E59C-4712-AE51-ADC2A83E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AB000-A8E7-40FA-8915-E8BDDE5E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840E9-0949-4F10-B97E-1A73AA7D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82A5E-449F-4CEE-B4AC-D159B008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F43C8-A5FF-4413-B683-7D8352B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96A47-BC7A-4626-96BF-573C1435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ABD73-CCE3-41A8-8256-44A74440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79B5E-1B6B-404F-9DBE-15D289F5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2760AE-0FF2-408B-B281-86EAE01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F97AA-AB80-4DB7-A28E-4EB6FE8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76342-37BE-434F-B8D2-E0DEB904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1F190F-B98A-42DA-8016-1793C69D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0DC00-27F9-40CF-A8E2-9221778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2672182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B999B6-133D-4DD4-BBF9-39637DF3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DBD22-3716-450B-A34D-02ACC9F1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 sensor - principle and its application 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BB99A-75F6-4EA3-B233-082579C9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C3C91-CF5A-496C-B0F1-1977720D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676D1-A8DA-4478-AB2A-F31A4A21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D139B-1AA3-4742-85DC-1E6A34EA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35B48-2E8E-4167-8DAA-E5883D30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62286-5A4F-4EE4-8F48-E060C698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4B3AA-5ED8-422E-BF49-C27BB59D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B6F92-CC1D-41A8-9DD0-7E603573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6D7CF-6E61-4D67-A2BD-E6F943D1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1D646-B323-4C03-A420-DD10C2A8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AC923-5C5A-4697-9551-EC79F8A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2DE23-30B0-4FFF-9510-4D86372A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0A206-F5EC-4127-A305-52F7796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F1D99-026A-4460-B9CC-DFBEE22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4FFC3-8F08-4FEE-9556-A76604A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E5F1-E8AE-42F2-B806-39D8E9B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33D45-4820-404F-A6B2-E239A5F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E7F26-E609-4306-A322-4CD8C89E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3A94C-9E4C-4A7E-B44D-2A6A9FCF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AB5F6-A9FB-4617-943F-47BDEA3F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91C2F-8ECC-4243-BF13-8BB6835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01217-8117-4B9E-BE55-55C6DCD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7E47A-F04D-4A16-865D-83509826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A5FE08-7AB9-43E7-ACCD-D4F71C1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13EC3-4C98-4148-831D-F2F71919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EB6AE-5FE7-4D85-B7E5-AB6F3278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CF89C-92AC-4CAB-BBBF-BD36D1B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7F1AE-2B09-4DC5-9CF0-E7634C49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C7C19-D584-4D9A-8DF0-2836C4A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09FEC-DDE3-4C26-A4A6-C661D0F4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904843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2026-08-24T16:02:34.2470000Z</dcterms:created>
  <dcterms:modified xsi:type="dcterms:W3CDTF">2026-08-24T16:02:34.2470000Z</dcterms:modified>
</coreProperties>
</file>