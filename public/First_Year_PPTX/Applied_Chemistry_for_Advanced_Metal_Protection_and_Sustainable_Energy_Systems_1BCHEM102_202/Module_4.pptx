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d6358e6264bf1" /><Relationship Type="http://schemas.openxmlformats.org/officeDocument/2006/relationships/extended-properties" Target="/docProps/app.xml" Id="R8d393814c7834f72" /><Relationship Type="http://schemas.openxmlformats.org/officeDocument/2006/relationships/officeDocument" Target="/ppt/presentation.xml" Id="Rbda0d358b6864e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f70c6fb1544aa"/>
  </p:sldMasterIdLst>
  <p:notesMasterIdLst>
    <p:notesMasterId xmlns:r="http://schemas.openxmlformats.org/officeDocument/2006/relationships" r:id="R611182dbe8204247"/>
  </p:notesMasterIdLst>
  <p:sldIdLst>
    <p:sldId xmlns:r="http://schemas.openxmlformats.org/officeDocument/2006/relationships" id="256" r:id="Re981eabe4c9c4688"/>
    <p:sldId xmlns:r="http://schemas.openxmlformats.org/officeDocument/2006/relationships" id="257" r:id="R87a673dd8e31419c"/>
    <p:sldId xmlns:r="http://schemas.openxmlformats.org/officeDocument/2006/relationships" id="258" r:id="Re11e098971984a0d"/>
    <p:sldId xmlns:r="http://schemas.openxmlformats.org/officeDocument/2006/relationships" id="259" r:id="R0074b9b0bf2b4aa1"/>
    <p:sldId xmlns:r="http://schemas.openxmlformats.org/officeDocument/2006/relationships" id="260" r:id="R4112d06c529143b5"/>
    <p:sldId xmlns:r="http://schemas.openxmlformats.org/officeDocument/2006/relationships" id="261" r:id="Re8ca71636f2345e9"/>
    <p:sldId xmlns:r="http://schemas.openxmlformats.org/officeDocument/2006/relationships" id="262" r:id="R37e3b704f29f4ff3"/>
    <p:sldId xmlns:r="http://schemas.openxmlformats.org/officeDocument/2006/relationships" id="263" r:id="Reabe761538b4468f"/>
    <p:sldId xmlns:r="http://schemas.openxmlformats.org/officeDocument/2006/relationships" id="264" r:id="R84a301f3e8bb43a2"/>
    <p:sldId xmlns:r="http://schemas.openxmlformats.org/officeDocument/2006/relationships" id="265" r:id="R4c498ee67f4d4d87"/>
    <p:sldId xmlns:r="http://schemas.openxmlformats.org/officeDocument/2006/relationships" id="266" r:id="R5f510b952fab46cf"/>
    <p:sldId xmlns:r="http://schemas.openxmlformats.org/officeDocument/2006/relationships" id="267" r:id="R21834c05d6354e5a"/>
    <p:sldId xmlns:r="http://schemas.openxmlformats.org/officeDocument/2006/relationships" id="268" r:id="R7a6d0410faf349e5"/>
    <p:sldId xmlns:r="http://schemas.openxmlformats.org/officeDocument/2006/relationships" id="269" r:id="R595195daaee64a73"/>
    <p:sldId xmlns:r="http://schemas.openxmlformats.org/officeDocument/2006/relationships" id="270" r:id="R8a2c6156a15848f4"/>
    <p:sldId xmlns:r="http://schemas.openxmlformats.org/officeDocument/2006/relationships" id="271" r:id="R70f33160bf794a40"/>
    <p:sldId xmlns:r="http://schemas.openxmlformats.org/officeDocument/2006/relationships" id="272" r:id="R8267f46b59574e59"/>
    <p:sldId xmlns:r="http://schemas.openxmlformats.org/officeDocument/2006/relationships" id="273" r:id="Rdd5a2c7687914773"/>
    <p:sldId xmlns:r="http://schemas.openxmlformats.org/officeDocument/2006/relationships" id="274" r:id="R93f3407dace142cc"/>
    <p:sldId xmlns:r="http://schemas.openxmlformats.org/officeDocument/2006/relationships" id="275" r:id="R6c02fef186bc4745"/>
    <p:sldId xmlns:r="http://schemas.openxmlformats.org/officeDocument/2006/relationships" id="276" r:id="R41d88fbbbc8c48e7"/>
    <p:sldId xmlns:r="http://schemas.openxmlformats.org/officeDocument/2006/relationships" id="277" r:id="R2da39b9a3ac2462a"/>
    <p:sldId xmlns:r="http://schemas.openxmlformats.org/officeDocument/2006/relationships" id="278" r:id="R39d995b390c74a27"/>
    <p:sldId xmlns:r="http://schemas.openxmlformats.org/officeDocument/2006/relationships" id="279" r:id="Re5933242c450461f"/>
    <p:sldId xmlns:r="http://schemas.openxmlformats.org/officeDocument/2006/relationships" id="280" r:id="R83ee5bed712e482f"/>
    <p:sldId xmlns:r="http://schemas.openxmlformats.org/officeDocument/2006/relationships" id="281" r:id="Rc2cc92a5e93b46f9"/>
    <p:sldId xmlns:r="http://schemas.openxmlformats.org/officeDocument/2006/relationships" id="282" r:id="R206d908ae67a404e"/>
    <p:sldId xmlns:r="http://schemas.openxmlformats.org/officeDocument/2006/relationships" id="283" r:id="R28d0cd451fd44cea"/>
    <p:sldId xmlns:r="http://schemas.openxmlformats.org/officeDocument/2006/relationships" id="284" r:id="Rebf2c4db85854407"/>
    <p:sldId xmlns:r="http://schemas.openxmlformats.org/officeDocument/2006/relationships" id="285" r:id="R2cf0d8e63b3f41d0"/>
    <p:sldId xmlns:r="http://schemas.openxmlformats.org/officeDocument/2006/relationships" id="286" r:id="R27d7b76a17cf4947"/>
    <p:sldId xmlns:r="http://schemas.openxmlformats.org/officeDocument/2006/relationships" id="287" r:id="Ra968f525ce2f4809"/>
    <p:sldId xmlns:r="http://schemas.openxmlformats.org/officeDocument/2006/relationships" id="288" r:id="Rca1d747ee3ca44cc"/>
    <p:sldId xmlns:r="http://schemas.openxmlformats.org/officeDocument/2006/relationships" id="289" r:id="R84fc0cac2a18410f"/>
    <p:sldId xmlns:r="http://schemas.openxmlformats.org/officeDocument/2006/relationships" id="290" r:id="Ra582e67a622844b2"/>
    <p:sldId xmlns:r="http://schemas.openxmlformats.org/officeDocument/2006/relationships" id="291" r:id="Rf98d0b37c7344d1d"/>
    <p:sldId xmlns:r="http://schemas.openxmlformats.org/officeDocument/2006/relationships" id="292" r:id="R0fc4d14d0b404f74"/>
    <p:sldId xmlns:r="http://schemas.openxmlformats.org/officeDocument/2006/relationships" id="293" r:id="Ra2ed7a2276104574"/>
    <p:sldId xmlns:r="http://schemas.openxmlformats.org/officeDocument/2006/relationships" id="294" r:id="Rd3783ea59053403f"/>
    <p:sldId xmlns:r="http://schemas.openxmlformats.org/officeDocument/2006/relationships" id="295" r:id="R6ffdc9d0dcb4461c"/>
    <p:sldId xmlns:r="http://schemas.openxmlformats.org/officeDocument/2006/relationships" id="296" r:id="R27d53972159f4186"/>
    <p:sldId xmlns:r="http://schemas.openxmlformats.org/officeDocument/2006/relationships" id="297" r:id="R24d47a4d4c5e41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ee9366f034e59" /><Relationship Type="http://schemas.openxmlformats.org/officeDocument/2006/relationships/slideMaster" Target="/ppt/slideMasters/slideMaster1.xml" Id="Rde9f70c6fb1544aa" /><Relationship Type="http://schemas.openxmlformats.org/officeDocument/2006/relationships/notesMaster" Target="/ppt/notesMasters/notesMaster1.xml" Id="R611182dbe8204247" /><Relationship Type="http://schemas.openxmlformats.org/officeDocument/2006/relationships/presProps" Target="/ppt/presProps.xml" Id="R86062446ef554e50" /><Relationship Type="http://schemas.openxmlformats.org/officeDocument/2006/relationships/tableStyles" Target="/ppt/tableStyles.xml" Id="R825933ca0d5e4821" /><Relationship Type="http://schemas.openxmlformats.org/officeDocument/2006/relationships/slide" Target="/ppt/slides/slide1.xml" Id="Re981eabe4c9c4688" /><Relationship Type="http://schemas.openxmlformats.org/officeDocument/2006/relationships/slide" Target="/ppt/slides/slide2.xml" Id="R87a673dd8e31419c" /><Relationship Type="http://schemas.openxmlformats.org/officeDocument/2006/relationships/slide" Target="/ppt/slides/slide3.xml" Id="Re11e098971984a0d" /><Relationship Type="http://schemas.openxmlformats.org/officeDocument/2006/relationships/slide" Target="/ppt/slides/slide4.xml" Id="R0074b9b0bf2b4aa1" /><Relationship Type="http://schemas.openxmlformats.org/officeDocument/2006/relationships/slide" Target="/ppt/slides/slide5.xml" Id="R4112d06c529143b5" /><Relationship Type="http://schemas.openxmlformats.org/officeDocument/2006/relationships/slide" Target="/ppt/slides/slide6.xml" Id="Re8ca71636f2345e9" /><Relationship Type="http://schemas.openxmlformats.org/officeDocument/2006/relationships/slide" Target="/ppt/slides/slide7.xml" Id="R37e3b704f29f4ff3" /><Relationship Type="http://schemas.openxmlformats.org/officeDocument/2006/relationships/slide" Target="/ppt/slides/slide8.xml" Id="Reabe761538b4468f" /><Relationship Type="http://schemas.openxmlformats.org/officeDocument/2006/relationships/slide" Target="/ppt/slides/slide9.xml" Id="R84a301f3e8bb43a2" /><Relationship Type="http://schemas.openxmlformats.org/officeDocument/2006/relationships/slide" Target="/ppt/slides/slide10.xml" Id="R4c498ee67f4d4d87" /><Relationship Type="http://schemas.openxmlformats.org/officeDocument/2006/relationships/slide" Target="/ppt/slides/slide11.xml" Id="R5f510b952fab46cf" /><Relationship Type="http://schemas.openxmlformats.org/officeDocument/2006/relationships/slide" Target="/ppt/slides/slide12.xml" Id="R21834c05d6354e5a" /><Relationship Type="http://schemas.openxmlformats.org/officeDocument/2006/relationships/slide" Target="/ppt/slides/slide13.xml" Id="R7a6d0410faf349e5" /><Relationship Type="http://schemas.openxmlformats.org/officeDocument/2006/relationships/slide" Target="/ppt/slides/slide14.xml" Id="R595195daaee64a73" /><Relationship Type="http://schemas.openxmlformats.org/officeDocument/2006/relationships/slide" Target="/ppt/slides/slide15.xml" Id="R8a2c6156a15848f4" /><Relationship Type="http://schemas.openxmlformats.org/officeDocument/2006/relationships/slide" Target="/ppt/slides/slide16.xml" Id="R70f33160bf794a40" /><Relationship Type="http://schemas.openxmlformats.org/officeDocument/2006/relationships/slide" Target="/ppt/slides/slide17.xml" Id="R8267f46b59574e59" /><Relationship Type="http://schemas.openxmlformats.org/officeDocument/2006/relationships/slide" Target="/ppt/slides/slide18.xml" Id="Rdd5a2c7687914773" /><Relationship Type="http://schemas.openxmlformats.org/officeDocument/2006/relationships/slide" Target="/ppt/slides/slide19.xml" Id="R93f3407dace142cc" /><Relationship Type="http://schemas.openxmlformats.org/officeDocument/2006/relationships/slide" Target="/ppt/slides/slide20.xml" Id="R6c02fef186bc4745" /><Relationship Type="http://schemas.openxmlformats.org/officeDocument/2006/relationships/slide" Target="/ppt/slides/slide21.xml" Id="R41d88fbbbc8c48e7" /><Relationship Type="http://schemas.openxmlformats.org/officeDocument/2006/relationships/slide" Target="/ppt/slides/slide22.xml" Id="R2da39b9a3ac2462a" /><Relationship Type="http://schemas.openxmlformats.org/officeDocument/2006/relationships/slide" Target="/ppt/slides/slide23.xml" Id="R39d995b390c74a27" /><Relationship Type="http://schemas.openxmlformats.org/officeDocument/2006/relationships/slide" Target="/ppt/slides/slide24.xml" Id="Re5933242c450461f" /><Relationship Type="http://schemas.openxmlformats.org/officeDocument/2006/relationships/slide" Target="/ppt/slides/slide25.xml" Id="R83ee5bed712e482f" /><Relationship Type="http://schemas.openxmlformats.org/officeDocument/2006/relationships/slide" Target="/ppt/slides/slide26.xml" Id="Rc2cc92a5e93b46f9" /><Relationship Type="http://schemas.openxmlformats.org/officeDocument/2006/relationships/slide" Target="/ppt/slides/slide27.xml" Id="R206d908ae67a404e" /><Relationship Type="http://schemas.openxmlformats.org/officeDocument/2006/relationships/slide" Target="/ppt/slides/slide28.xml" Id="R28d0cd451fd44cea" /><Relationship Type="http://schemas.openxmlformats.org/officeDocument/2006/relationships/slide" Target="/ppt/slides/slide29.xml" Id="Rebf2c4db85854407" /><Relationship Type="http://schemas.openxmlformats.org/officeDocument/2006/relationships/slide" Target="/ppt/slides/slide30.xml" Id="R2cf0d8e63b3f41d0" /><Relationship Type="http://schemas.openxmlformats.org/officeDocument/2006/relationships/slide" Target="/ppt/slides/slide31.xml" Id="R27d7b76a17cf4947" /><Relationship Type="http://schemas.openxmlformats.org/officeDocument/2006/relationships/slide" Target="/ppt/slides/slide32.xml" Id="Ra968f525ce2f4809" /><Relationship Type="http://schemas.openxmlformats.org/officeDocument/2006/relationships/slide" Target="/ppt/slides/slide33.xml" Id="Rca1d747ee3ca44cc" /><Relationship Type="http://schemas.openxmlformats.org/officeDocument/2006/relationships/slide" Target="/ppt/slides/slide34.xml" Id="R84fc0cac2a18410f" /><Relationship Type="http://schemas.openxmlformats.org/officeDocument/2006/relationships/slide" Target="/ppt/slides/slide35.xml" Id="Ra582e67a622844b2" /><Relationship Type="http://schemas.openxmlformats.org/officeDocument/2006/relationships/slide" Target="/ppt/slides/slide36.xml" Id="Rf98d0b37c7344d1d" /><Relationship Type="http://schemas.openxmlformats.org/officeDocument/2006/relationships/slide" Target="/ppt/slides/slide37.xml" Id="R0fc4d14d0b404f74" /><Relationship Type="http://schemas.openxmlformats.org/officeDocument/2006/relationships/slide" Target="/ppt/slides/slide38.xml" Id="Ra2ed7a2276104574" /><Relationship Type="http://schemas.openxmlformats.org/officeDocument/2006/relationships/slide" Target="/ppt/slides/slide39.xml" Id="Rd3783ea59053403f" /><Relationship Type="http://schemas.openxmlformats.org/officeDocument/2006/relationships/slide" Target="/ppt/slides/slide40.xml" Id="R6ffdc9d0dcb4461c" /><Relationship Type="http://schemas.openxmlformats.org/officeDocument/2006/relationships/slide" Target="/ppt/slides/slide41.xml" Id="R27d53972159f4186" /><Relationship Type="http://schemas.openxmlformats.org/officeDocument/2006/relationships/slide" Target="/ppt/slides/slide42.xml" Id="R24d47a4d4c5e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def349772c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01a7375a5470e" /><Relationship Type="http://schemas.openxmlformats.org/officeDocument/2006/relationships/notesMaster" Target="/ppt/notesMasters/notesMaster1.xml" Id="Rc726576455ba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e2f91c1110442a" /><Relationship Type="http://schemas.openxmlformats.org/officeDocument/2006/relationships/notesMaster" Target="/ppt/notesMasters/notesMaster1.xml" Id="Rc6269f0dd226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50123b2c446c7" /><Relationship Type="http://schemas.openxmlformats.org/officeDocument/2006/relationships/notesMaster" Target="/ppt/notesMasters/notesMaster1.xml" Id="R6e0480399af647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62f6df06894a88" /><Relationship Type="http://schemas.openxmlformats.org/officeDocument/2006/relationships/notesMaster" Target="/ppt/notesMasters/notesMaster1.xml" Id="Rdc9d98d40b0542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ad9badb504e2a" /><Relationship Type="http://schemas.openxmlformats.org/officeDocument/2006/relationships/notesMaster" Target="/ppt/notesMasters/notesMaster1.xml" Id="R1db466ee83a74b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8f05c646c84d8e" /><Relationship Type="http://schemas.openxmlformats.org/officeDocument/2006/relationships/notesMaster" Target="/ppt/notesMasters/notesMaster1.xml" Id="R9a5638c03d5e44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4c33ebc8849a7" /><Relationship Type="http://schemas.openxmlformats.org/officeDocument/2006/relationships/notesMaster" Target="/ppt/notesMasters/notesMaster1.xml" Id="Rcd387d062a224c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f28912829408e" /><Relationship Type="http://schemas.openxmlformats.org/officeDocument/2006/relationships/notesMaster" Target="/ppt/notesMasters/notesMaster1.xml" Id="Raec2eadf367c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d49e02b5f44fb8" /><Relationship Type="http://schemas.openxmlformats.org/officeDocument/2006/relationships/notesMaster" Target="/ppt/notesMasters/notesMaster1.xml" Id="R3f0bd0e5548340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525f1bcb9a4bf8" /><Relationship Type="http://schemas.openxmlformats.org/officeDocument/2006/relationships/notesMaster" Target="/ppt/notesMasters/notesMaster1.xml" Id="Rfef007c14ae147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8a857201d94df3" /><Relationship Type="http://schemas.openxmlformats.org/officeDocument/2006/relationships/notesMaster" Target="/ppt/notesMasters/notesMaster1.xml" Id="R453f75b40f1243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92bdbc64394b5a" /><Relationship Type="http://schemas.openxmlformats.org/officeDocument/2006/relationships/notesMaster" Target="/ppt/notesMasters/notesMaster1.xml" Id="Ra05734507d7e47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3f77224f2c4392" /><Relationship Type="http://schemas.openxmlformats.org/officeDocument/2006/relationships/notesMaster" Target="/ppt/notesMasters/notesMaster1.xml" Id="R94055acd528a4a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34b9cbdd6a4a08" /><Relationship Type="http://schemas.openxmlformats.org/officeDocument/2006/relationships/notesMaster" Target="/ppt/notesMasters/notesMaster1.xml" Id="Re5804a93956b46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eee528e2e14675" /><Relationship Type="http://schemas.openxmlformats.org/officeDocument/2006/relationships/notesMaster" Target="/ppt/notesMasters/notesMaster1.xml" Id="R48024712a74a4f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eb330ef1204c08" /><Relationship Type="http://schemas.openxmlformats.org/officeDocument/2006/relationships/notesMaster" Target="/ppt/notesMasters/notesMaster1.xml" Id="Rb3139bcd49f241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92433cb61e4af0" /><Relationship Type="http://schemas.openxmlformats.org/officeDocument/2006/relationships/notesMaster" Target="/ppt/notesMasters/notesMaster1.xml" Id="Reb4c4445c2e94b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75616a2bd145b3" /><Relationship Type="http://schemas.openxmlformats.org/officeDocument/2006/relationships/notesMaster" Target="/ppt/notesMasters/notesMaster1.xml" Id="Re245285acbef42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f91b38d06941e9" /><Relationship Type="http://schemas.openxmlformats.org/officeDocument/2006/relationships/notesMaster" Target="/ppt/notesMasters/notesMaster1.xml" Id="Rb6c4b0c6093f4f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96bd0e6cdc4a1f" /><Relationship Type="http://schemas.openxmlformats.org/officeDocument/2006/relationships/notesMaster" Target="/ppt/notesMasters/notesMaster1.xml" Id="R0dabd9f27fc941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99759a87ef400b" /><Relationship Type="http://schemas.openxmlformats.org/officeDocument/2006/relationships/notesMaster" Target="/ppt/notesMasters/notesMaster1.xml" Id="R507b454804f84c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7ffa2a0e644156" /><Relationship Type="http://schemas.openxmlformats.org/officeDocument/2006/relationships/notesMaster" Target="/ppt/notesMasters/notesMaster1.xml" Id="R3b554ddc0c6a4e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10f52939aa04425" /><Relationship Type="http://schemas.openxmlformats.org/officeDocument/2006/relationships/notesMaster" Target="/ppt/notesMasters/notesMaster1.xml" Id="Re36278dc8e7344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59cab9849d48fe" /><Relationship Type="http://schemas.openxmlformats.org/officeDocument/2006/relationships/notesMaster" Target="/ppt/notesMasters/notesMaster1.xml" Id="Rf25d3a5763d643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004ee98a3d4cc1" /><Relationship Type="http://schemas.openxmlformats.org/officeDocument/2006/relationships/notesMaster" Target="/ppt/notesMasters/notesMaster1.xml" Id="Rc0b0ececd5934c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daf6709da449fd" /><Relationship Type="http://schemas.openxmlformats.org/officeDocument/2006/relationships/notesMaster" Target="/ppt/notesMasters/notesMaster1.xml" Id="R830fa5d87d0449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b9bc1710664b44" /><Relationship Type="http://schemas.openxmlformats.org/officeDocument/2006/relationships/notesMaster" Target="/ppt/notesMasters/notesMaster1.xml" Id="Rbe0b870c635943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864541166548f6" /><Relationship Type="http://schemas.openxmlformats.org/officeDocument/2006/relationships/notesMaster" Target="/ppt/notesMasters/notesMaster1.xml" Id="R86e1d08f66594d1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b96b1ac272a4768" /><Relationship Type="http://schemas.openxmlformats.org/officeDocument/2006/relationships/notesMaster" Target="/ppt/notesMasters/notesMaster1.xml" Id="Rb1b590e381044b6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e5b430b436453b" /><Relationship Type="http://schemas.openxmlformats.org/officeDocument/2006/relationships/notesMaster" Target="/ppt/notesMasters/notesMaster1.xml" Id="R4d30e621098d4bb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8e82d7a4ea4c7e" /><Relationship Type="http://schemas.openxmlformats.org/officeDocument/2006/relationships/notesMaster" Target="/ppt/notesMasters/notesMaster1.xml" Id="Reba0bddbb6fa43d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0d9129370b248c0" /><Relationship Type="http://schemas.openxmlformats.org/officeDocument/2006/relationships/notesMaster" Target="/ppt/notesMasters/notesMaster1.xml" Id="Rb59dbfb251bd41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4d79f8590e4d44" /><Relationship Type="http://schemas.openxmlformats.org/officeDocument/2006/relationships/notesMaster" Target="/ppt/notesMasters/notesMaster1.xml" Id="R72bd9cdfaea549d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7148d2f96e64693" /><Relationship Type="http://schemas.openxmlformats.org/officeDocument/2006/relationships/notesMaster" Target="/ppt/notesMasters/notesMaster1.xml" Id="R56195adfd32d464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ea15fdf9a764ef7" /><Relationship Type="http://schemas.openxmlformats.org/officeDocument/2006/relationships/notesMaster" Target="/ppt/notesMasters/notesMaster1.xml" Id="Rf5ef9ef54b664a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996f26977345b7" /><Relationship Type="http://schemas.openxmlformats.org/officeDocument/2006/relationships/notesMaster" Target="/ppt/notesMasters/notesMaster1.xml" Id="R62b1eabca768441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ac2732cdcc64fb0" /><Relationship Type="http://schemas.openxmlformats.org/officeDocument/2006/relationships/notesMaster" Target="/ppt/notesMasters/notesMaster1.xml" Id="R407b7db699594d4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3b79b0f38fb4a10" /><Relationship Type="http://schemas.openxmlformats.org/officeDocument/2006/relationships/notesMaster" Target="/ppt/notesMasters/notesMaster1.xml" Id="R5e798a353b5f43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ac46b10ae774b03" /><Relationship Type="http://schemas.openxmlformats.org/officeDocument/2006/relationships/notesMaster" Target="/ppt/notesMasters/notesMaster1.xml" Id="R9079339918ed4bc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073fa9ffbdf4de6" /><Relationship Type="http://schemas.openxmlformats.org/officeDocument/2006/relationships/notesMaster" Target="/ppt/notesMasters/notesMaster1.xml" Id="R6f2a895958cb403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3875c40af26422f" /><Relationship Type="http://schemas.openxmlformats.org/officeDocument/2006/relationships/notesMaster" Target="/ppt/notesMasters/notesMaster1.xml" Id="Rae3ddb274a724ba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084551ff448428b" /><Relationship Type="http://schemas.openxmlformats.org/officeDocument/2006/relationships/notesMaster" Target="/ppt/notesMasters/notesMaster1.xml" Id="Rded3019cac11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7ac00e457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10b3e090545e3" /><Relationship Type="http://schemas.openxmlformats.org/officeDocument/2006/relationships/slideLayout" Target="/ppt/slideLayouts/slideLayout1.xml" Id="R478b38dd9b68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b38dd9b68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1f66073a4123" /><Relationship Type="http://schemas.openxmlformats.org/officeDocument/2006/relationships/notesSlide" Target="/ppt/notesSlides/notesSlide1.xml" Id="Rfbb650f2ff3645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f1bd664774584" /><Relationship Type="http://schemas.openxmlformats.org/officeDocument/2006/relationships/notesSlide" Target="/ppt/notesSlides/notesSlide2.xml" Id="R64a9dfca30fe40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e5d8059c74d41" /><Relationship Type="http://schemas.openxmlformats.org/officeDocument/2006/relationships/notesSlide" Target="/ppt/notesSlides/notesSlide3.xml" Id="R523d8e39a438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90224644b419a" /><Relationship Type="http://schemas.openxmlformats.org/officeDocument/2006/relationships/notesSlide" Target="/ppt/notesSlides/notesSlide4.xml" Id="R74c6a2afe96a4c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0ccb67c4f4152" /><Relationship Type="http://schemas.openxmlformats.org/officeDocument/2006/relationships/notesSlide" Target="/ppt/notesSlides/notesSlide5.xml" Id="Rf89e8445c73047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8298598ff4cc5" /><Relationship Type="http://schemas.openxmlformats.org/officeDocument/2006/relationships/notesSlide" Target="/ppt/notesSlides/notesSlide6.xml" Id="Re22039c0169046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b295d481644a7" /><Relationship Type="http://schemas.openxmlformats.org/officeDocument/2006/relationships/notesSlide" Target="/ppt/notesSlides/notesSlide7.xml" Id="R29351da5fd78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5bc7a54e4761" /><Relationship Type="http://schemas.openxmlformats.org/officeDocument/2006/relationships/notesSlide" Target="/ppt/notesSlides/notesSlide8.xml" Id="R75c9be48eee94b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5c55412284972" /><Relationship Type="http://schemas.openxmlformats.org/officeDocument/2006/relationships/notesSlide" Target="/ppt/notesSlides/notesSlide9.xml" Id="Rbfa826b5b47a4e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22169855e43be" /><Relationship Type="http://schemas.openxmlformats.org/officeDocument/2006/relationships/notesSlide" Target="/ppt/notesSlides/notesSlide10.xml" Id="R571b06b2b8d44b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5cf8990364a6c" /><Relationship Type="http://schemas.openxmlformats.org/officeDocument/2006/relationships/notesSlide" Target="/ppt/notesSlides/notesSlide11.xml" Id="Rfe766847ca6640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28e445bdf4225" /><Relationship Type="http://schemas.openxmlformats.org/officeDocument/2006/relationships/notesSlide" Target="/ppt/notesSlides/notesSlide12.xml" Id="R31386d1af6304b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d44c1fd4e4840" /><Relationship Type="http://schemas.openxmlformats.org/officeDocument/2006/relationships/notesSlide" Target="/ppt/notesSlides/notesSlide13.xml" Id="Rc96e071fb1ae42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155bca3e444ba" /><Relationship Type="http://schemas.openxmlformats.org/officeDocument/2006/relationships/notesSlide" Target="/ppt/notesSlides/notesSlide14.xml" Id="R439706d2169f42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3f0dffa6e4d95" /><Relationship Type="http://schemas.openxmlformats.org/officeDocument/2006/relationships/notesSlide" Target="/ppt/notesSlides/notesSlide15.xml" Id="R742680ea3e574a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48b9774cc4c9a" /><Relationship Type="http://schemas.openxmlformats.org/officeDocument/2006/relationships/notesSlide" Target="/ppt/notesSlides/notesSlide16.xml" Id="R53c34dfc576647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1824fa03543ad" /><Relationship Type="http://schemas.openxmlformats.org/officeDocument/2006/relationships/notesSlide" Target="/ppt/notesSlides/notesSlide17.xml" Id="Re17b435c941e4f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7226e83fd472b" /><Relationship Type="http://schemas.openxmlformats.org/officeDocument/2006/relationships/notesSlide" Target="/ppt/notesSlides/notesSlide18.xml" Id="R45835a1fe4764c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a8c2eff4f4801" /><Relationship Type="http://schemas.openxmlformats.org/officeDocument/2006/relationships/notesSlide" Target="/ppt/notesSlides/notesSlide19.xml" Id="Ree39d1aed7e64f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e8dbced7f47d8" /><Relationship Type="http://schemas.openxmlformats.org/officeDocument/2006/relationships/notesSlide" Target="/ppt/notesSlides/notesSlide20.xml" Id="Rf3c6a7537f4049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3dd3d669c44fb" /><Relationship Type="http://schemas.openxmlformats.org/officeDocument/2006/relationships/notesSlide" Target="/ppt/notesSlides/notesSlide21.xml" Id="Ra32b353d150c43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8414cdbfc45f6" /><Relationship Type="http://schemas.openxmlformats.org/officeDocument/2006/relationships/notesSlide" Target="/ppt/notesSlides/notesSlide22.xml" Id="Rfb8f906e7c314c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52cc94763487b" /><Relationship Type="http://schemas.openxmlformats.org/officeDocument/2006/relationships/notesSlide" Target="/ppt/notesSlides/notesSlide23.xml" Id="Rdadfc363b1c444b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576d5541c4bdd" /><Relationship Type="http://schemas.openxmlformats.org/officeDocument/2006/relationships/notesSlide" Target="/ppt/notesSlides/notesSlide24.xml" Id="R01f939746e7543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81d8efd4d48ad" /><Relationship Type="http://schemas.openxmlformats.org/officeDocument/2006/relationships/notesSlide" Target="/ppt/notesSlides/notesSlide25.xml" Id="R6f5d29a1270b48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aeb9cec77444c" /><Relationship Type="http://schemas.openxmlformats.org/officeDocument/2006/relationships/notesSlide" Target="/ppt/notesSlides/notesSlide26.xml" Id="Rbad310351d4340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032abde5e4aa3" /><Relationship Type="http://schemas.openxmlformats.org/officeDocument/2006/relationships/notesSlide" Target="/ppt/notesSlides/notesSlide27.xml" Id="Rfb064350425c43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bd1f7495b4936" /><Relationship Type="http://schemas.openxmlformats.org/officeDocument/2006/relationships/notesSlide" Target="/ppt/notesSlides/notesSlide28.xml" Id="Rdd007b547d264c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94dd3ba974945" /><Relationship Type="http://schemas.openxmlformats.org/officeDocument/2006/relationships/notesSlide" Target="/ppt/notesSlides/notesSlide29.xml" Id="Rbf6e28842f814e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2a8b1f4094e64" /><Relationship Type="http://schemas.openxmlformats.org/officeDocument/2006/relationships/notesSlide" Target="/ppt/notesSlides/notesSlide30.xml" Id="R090af65d22314d8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8a69e45cb4728" /><Relationship Type="http://schemas.openxmlformats.org/officeDocument/2006/relationships/notesSlide" Target="/ppt/notesSlides/notesSlide31.xml" Id="Rd63ca0ea02bb44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896bbdbc74358" /><Relationship Type="http://schemas.openxmlformats.org/officeDocument/2006/relationships/notesSlide" Target="/ppt/notesSlides/notesSlide32.xml" Id="R0b55c53c084744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8edd1349e4abe" /><Relationship Type="http://schemas.openxmlformats.org/officeDocument/2006/relationships/notesSlide" Target="/ppt/notesSlides/notesSlide33.xml" Id="R5230cc13c7c44f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54b9416245ee" /><Relationship Type="http://schemas.openxmlformats.org/officeDocument/2006/relationships/notesSlide" Target="/ppt/notesSlides/notesSlide34.xml" Id="R1120f3e7418146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56d060f5548b6" /><Relationship Type="http://schemas.openxmlformats.org/officeDocument/2006/relationships/notesSlide" Target="/ppt/notesSlides/notesSlide35.xml" Id="Rfa8c4470c2794d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eefdd59954558" /><Relationship Type="http://schemas.openxmlformats.org/officeDocument/2006/relationships/notesSlide" Target="/ppt/notesSlides/notesSlide36.xml" Id="Re480809d5b4845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5dd2a3f9e4084" /><Relationship Type="http://schemas.openxmlformats.org/officeDocument/2006/relationships/notesSlide" Target="/ppt/notesSlides/notesSlide37.xml" Id="R3b3f90c3b21049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d2e930944248" /><Relationship Type="http://schemas.openxmlformats.org/officeDocument/2006/relationships/notesSlide" Target="/ppt/notesSlides/notesSlide38.xml" Id="Rbdcfa4d69f67416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8ac98c98a4dc5" /><Relationship Type="http://schemas.openxmlformats.org/officeDocument/2006/relationships/notesSlide" Target="/ppt/notesSlides/notesSlide39.xml" Id="R243b59241a654d0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e7f97aff1400c" /><Relationship Type="http://schemas.openxmlformats.org/officeDocument/2006/relationships/notesSlide" Target="/ppt/notesSlides/notesSlide40.xml" Id="R9ebe30919c624ad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3d5575bba48f2" /><Relationship Type="http://schemas.openxmlformats.org/officeDocument/2006/relationships/notesSlide" Target="/ppt/notesSlides/notesSlide41.xml" Id="Ra19a4f5ae7fc46e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b31d888c4956" /><Relationship Type="http://schemas.openxmlformats.org/officeDocument/2006/relationships/notesSlide" Target="/ppt/notesSlides/notesSlide42.xml" Id="R3d9db10faa4c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E3BD7-55A7-4F3B-8C0D-D52C4F9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9EF89-4480-4100-B7FC-27E098D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Materials for Engineering Applications Engineering Polymers: Introduction, molecular weight of polymers - number average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11BF1-C360-4503-B7A4-84119D5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5A234-DDD3-43AB-A16A-A7D9565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25598-1925-4687-B252-6A8A7DE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C71B7-AD59-4B1B-8F8F-DD7C2B1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4C5B5-E056-412B-949F-08CB9B8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94C83-984D-4FE2-B491-65EF58A1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B7A59-D22F-4ADA-97EC-3BF617E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5DF74-A5BD-4ED3-8525-A35AD19B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5CB12-D439-4B0B-AF61-50799CF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8428-0DAF-4D8A-8770-3D5C839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83FDB-F650-444D-A8C5-6392DE57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20434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6C481-C2E3-4CD4-A0C7-4D1E1A62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6B3E2-4E2E-4347-9437-3FE33B3F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885FF-FB7D-43C1-A4B4-98E65D02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CB832-AA46-48DA-B922-9CF4D660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110F3-D5C2-41D2-8894-2ADFCD0D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54878-0FAD-4761-B873-C017FAD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BF4B-2551-4B4D-BB77-E2B3534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E24B3-16A5-48CC-89CE-E5FCA324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9201B-09B1-443B-9959-D795E34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FEADA-B964-431A-B867-123D158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6B282-7355-46F5-BD6D-FDCE85DB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EECEB-F2AB-4E96-8B9C-F5C7788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40CA1-D563-47BE-B385-422C798E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3D1E5-BF36-4F45-B3AB-5ED341C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9D75B-EFD8-42E3-8A28-557860A3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06214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0EBD9-9361-445D-9C2F-778FC39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5753C-74EB-4898-90B7-077B8B0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6F4DD-1432-493C-B11C-B1165AD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9DDD9-A456-4A7A-9D69-5C380AB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7E3AA-35E9-4BE1-BA84-95D85253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3B0E0-8390-43F3-9CEC-D4462A5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C0A18-A553-4D77-BFD9-F4DFA85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C59E7-017A-4AC2-B338-01961AE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C257-8E4A-4F3B-837B-444B61C1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Polymers: Introduction, molecular weight of polymers - nu...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6F291-EA62-471D-BAFB-9125630C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D2C5E-7E00-4642-97B4-2EBAFC34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BDC30-1281-4512-AE9F-2336C262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Synthesis, properties and engineering applications of chl...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982B2-0BF9-4625-BD1D-7F24C56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7E606-36DF-49FF-9C22-B92A507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0A3A1-0D59-499F-9D57-CA2F633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Structure-properties relationship of polymers (Crystallin...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FAA2F-D149-439B-8B8B-35F47C6B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0B908-5D6D-4D8C-9951-F21283A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6C971-BDA4-4837-859F-6D09A12B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Glass transition temperature (Tg), factor affecting Tg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9CD56-DE34-465D-811C-D46AFF75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56D04-6F94-4073-A00A-6F78070D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2DC9C-CAEC-438D-9268-AF3598D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Composites: Introduction, fiber -reinforced polymers (FRP...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16E2B-5AAA-4B72-8848-79CE6F9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859D6-F37D-4584-922F-C0E7468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07AFF-4367-4B44-B909-AFBC0269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Kevlar - Synthesis, properties and industrial applications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80C50-9FCF-4DF6-A1E6-FC3E7137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0806C-C811-43CE-B0A8-B39FCCC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FD45B-AC9B-49CB-A60C-684FBD9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Carbon -fiber - Preparation from Polyacrylonitrile (PAN),...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0494C-4F9F-4E01-A954-FF356909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42E0D-19A0-490E-B4A4-BB7A178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73ADB-EE2A-4D8B-8390-F3CE11D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Printing materials: Introduction, synthesis, properties a...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1F83EC-560F-4B62-B06C-241F23D0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E973F-FE61-43E3-83DC-6231D9B9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25402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5B7F2-7F43-4D01-AD68-3329FE49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4A05D-1DDC-4FEE-876C-4ED2A103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4F496-1503-4612-9F80-18A4FC2D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51B81-CD99-4F0F-8070-C2C997D3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7BF6-6DB7-4678-A3C0-7DE38049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81B0D-4065-4EFC-93B1-EA59F4F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9CD6A-A451-43DF-BCBA-490CADB3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5A435-59AB-4934-822B-2D9D484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Polymers: Introduction, molecular weight of polymers - nu...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A6765-E166-4343-B805-DE9E80F8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B58F8-B1D9-4924-B3DF-5AC5564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A075C-09E5-4F10-A24E-A34F1AA4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Synthesis, properties and engineering applications of chl...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4445-EEB7-4C64-8B82-BFA535B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B9989-90B9-464F-A7CD-727FD413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78B0B-FB4D-4BAE-BE75-3FF35F81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Structure-properties relationship of polymers (Crystallin...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EFAE8-ED8C-4195-B8A4-10958EC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B155A-B908-4C9E-8188-04917C20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87B5B-1A56-4AEB-AA2C-3963160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Glass transition temperature (Tg), factor affecting Tg an...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5390F-F477-460F-BD1B-F10298C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C16A8-0FA5-4398-A609-56592A65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876BB-61A3-49B8-BB7D-88D87A8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Composites: Introduction, fiber -reinforced polymers (FRP...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439C6-CCAB-4C3B-870A-10069FEF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08A82-AD7D-4D6D-BAEA-7ECEC9F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5EB7C-A677-4188-BB04-1DE3E2D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Kevlar - Synthesis, properties and industrial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62A54-D5D6-44A9-9FF2-7DE7746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D72AE-896B-4052-9803-F6106AE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750B7-B2AB-4BFB-99BB-5D992776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Carbon -fiber - Preparation from Polyacrylonitrile (PAN),...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1B143-8F73-44F6-9E34-ADFB755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52650-9771-4E1B-815E-7D5C7EB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47694-F629-46C5-B3CD-4FC0E76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06407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F178F-B2FE-4D94-B6E8-08E94B3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FCF56-06CC-4E72-AC1B-DEB583C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58C5E-4338-4F05-98E8-6611225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6ACF2-8092-4BDE-9381-9EDEF868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0B9F2-2F00-4A77-8E9E-8E878604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8453F-A41B-4E97-A2DB-9207DDEA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E1197-F650-41B4-8305-C6C198D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Polymers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2D0A6-E97F-46BF-A30B-F9E86C80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molecular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58283-5965-45CF-957A-1FCD1961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8F743-583F-4ACE-9C64-AF94128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96E2B-F279-4986-8F40-58C9594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619CF-A922-46BC-9752-301F1D4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B8F61-07E4-4BF4-9B77-2D4DAD9E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Synthesis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48B39-53F1-4268-B67E-ED5A3934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C4C63-3E85-476F-A384-8B9D103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1A112-3208-4EF5-9B21-6C24A95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3857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21842-6F18-4B6D-A522-3A9F02A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CBFA9-85D0-4B47-8AAA-77225BBB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D593B-E209-4F4B-9037-0D14BB9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BE89-A334-471B-BDE9-39841E37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8F267-CF8A-46AF-B77D-304C978D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Polymers: Introduction, molecular weight of polymers - number average and weight average molecular weight, nume...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0F9A4-065A-4211-A994-55D1D56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Polymers: Introduction, molecular weight...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2CEF-8EA5-4469-8CB9-D12FF196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7E161-CCA9-4C3F-BED5-88B1B04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BD99F-AC40-481E-8918-4149DCA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165B-89FA-491D-ABD1-39611441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9FFD9-E1E3-461E-8002-B81C5510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DBC3-AB3A-4CEE-8887-A645BD5F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320C8-A2BC-4BFB-8D5B-BECA23E3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BBFE6-7B43-48E9-89FC-FC1C78C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4A597-E09F-49EE-A652-EE9B3BF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4ED1C-3617-4954-B093-FF8C24F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14720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F89553-AB63-4D7E-9B49-BC28464A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ECFD5-66C7-4884-931C-641623FD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7F16B-8422-4FCD-82C1-78680D1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FE89-F3F3-4CB2-BEEB-08839A5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11434-2B1E-4D39-8252-A54F7140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8D67-577B-43A3-807E-5FEF841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69C54-5777-421D-A65B-2BA84181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7B79-FF10-4F8A-9F0D-86D3ACD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D9D44-4326-4223-B36C-7A52B70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Polymer...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3BA65-9E9F-40A0-B00E-DFB5A35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41D75-5FF1-4C68-A200-EEC167A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70864-4172-4F05-862F-468FBADA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Polymers: Introdu...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CFF15-556F-4DED-9AEE-935F702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3E8F4-6E55-49D7-9BD4-37F82F25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E8BFB-8736-49CF-9E9D-E18F649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Polymers...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EDBFC-501B-4809-9C72-2328941C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FCB15-6590-46A8-AFD2-01BA5E9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6E64F-1DC6-4E66-8818-C6B2C63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Polymers: Intr...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883E3-5B5B-413A-9F40-41D8265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10FD9-3B1D-4FEF-9ED6-48A6636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5A5E7-E9B8-4CB8-A3C3-90B5F0CC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Polymers: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7F14C-5D11-4E4A-A24B-70D6286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9E302-25F7-4ACE-B20F-CCAD1BC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41896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3842-F1D4-44AB-BF1A-A3BFF75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0C1C2-0277-4C4F-B46B-B33D13A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39EA8-7ADB-4A15-8DA2-5CC0ED0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1EC-2404-4049-89BB-0BFD312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4C616-1B62-44FC-8998-5EAFC9F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6F511-5F16-4BB1-A0B9-95E17C3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B791B-FD1D-4A42-98A1-F3394190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290D4-E7D9-456B-9A2C-1A874EF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13CF6-B87B-4381-B625-D0AB997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F56D9-3E39-4D33-AD08-F4ACC41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E96FF-6DDD-46A2-918A-195BFFC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28AAB-2A57-4E05-8382-44D869C1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403E6-7677-4E56-B46F-DEDF1C2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BB639-CB7E-4744-8FCA-1CA24F5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418B6-24DA-48E0-9816-BD0EB88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36481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A9105-2CD3-4167-BC97-6B447A4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B3815-85AC-40D7-8E7A-2D2F4EE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52B5-91DF-4E09-B334-1A4DF2C5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8D6D7-C45C-4363-AFA1-87E3B581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9C38E-48BD-4189-B1CD-8C9E147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98B16-8A7D-4F13-A6D4-C250F6D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Polymers: Introduction, molecular weight of polymers - nu...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17EEE-36D7-4EF1-88C7-AEA0277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C3C28-7394-49D0-8185-77A6A3F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DCF87-1679-43D0-988D-6D4DC13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E5306-76F5-4325-BCD0-CE834F8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C8A96-B6C1-45B9-A2ED-98EB6D9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27237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CDB3-2DA4-4645-8738-19B3579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CD8C1-6BE2-4BED-A226-32924AF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52EC5-6601-49BE-909B-99D0DE9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EA13-D966-427F-A3BF-BEDFFD8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CB0C-5418-45C3-BF12-6FBD4D6A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Synthesis, properties and engineering applications of chlorinated polyvinyl chloride (CPVC) , p olymethyl metha...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5AABF-5E41-42D8-A829-16E9E0A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Synthesis, properties and engineering app...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9873C-8591-4E24-AA9A-0229DF91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6CF2F-2437-4CC7-A099-F30A5CA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1FBDC-6287-40E0-B1F6-D97EAA1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CBC19-D873-42FA-BBC9-7339C43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3029-8230-4018-8457-8C28273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8B631-F8DE-4834-A448-28C939C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5588-E377-4C3E-84EB-93065AAD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91B36-FEA4-4037-8C24-F02D367E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4B76-0531-4435-A5ED-CA0B75D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EC069-3032-4204-8305-4C88704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2671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B46DB-909C-443E-A346-665CA7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E59AF-05CC-4EBC-92C5-21ADBC18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6C01E-40CC-43A4-8EE0-AD7EA8D0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DA675-9282-4275-8ACC-7444177E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D96D7-EC4B-446A-9E0F-91D25FC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57AF0-E5C9-4A9D-B012-BA04F27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430C1-8518-40BF-9608-602BAFB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71EBD-275F-4BB6-98A0-F8EBD49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494DB-4F6B-40D3-8CD7-37BEA0B6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06EF5-7E51-45AD-B59F-5F63887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F39C5-C4CD-4454-9780-8BED6A5A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91893-A278-49DE-8BF1-676D466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Synthesis, proper...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44CC2-A0D8-45C5-9038-1CEBEA8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C2A89-0E56-4B30-98C8-3C85454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8815C-132A-404D-9863-67086BB5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6D3D1-AD4A-4E6E-BC2D-9719AC43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FCB70-1101-476B-9E74-21F835A4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EE562-1DCF-4D5A-92E3-B944878C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Synthesis,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9A8BE-8716-48BC-9201-F31B5A4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638B3-7289-4DB6-B856-EA54B6ED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29DC4-DF04-40F7-93EB-18E3DB31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Synthesis,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F9AB7-AED0-41D7-9742-DCF0FCD6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02317-C016-4CE5-AD1A-C1465CA7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953380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5C43F-83B5-455B-8504-E9469147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E7A36-6FEE-4EC7-AE90-BF77908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75525-41E2-4AA0-9F76-B6A8B44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E5333-A19C-41E5-ACA9-89C4A3F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9FFF2-DCA1-48E9-A8A1-94051436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3554E-6FC3-46DC-8EC6-71A0D6B9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56C4C-ECFE-4198-80BC-6CAF228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4AEBF-D1A5-4E73-BF07-4AE56E3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DED2F-9182-47A7-9521-50A4BE91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7A23-8CD2-42D4-8BD3-3E2E7E3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5C7F-2587-4556-858D-C448127F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6CE4C-D9AE-4AB1-8EA5-FCB300D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FF253-FA49-4F5E-A03D-11D7B8E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8C1ED-DF12-473A-B0AA-AED3CE15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3104D-459B-4948-BCAB-ACB0C7A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220542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93901-4A5E-4F8F-A31C-637F2AB2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E040-91B3-47CF-B525-6A60DA4F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80489-36AE-4984-A13F-5060DBA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90377-8B7B-4C31-A061-1F37038A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6FF80-FD50-42EA-BBBF-FD212CD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B078B-F973-4937-AD1C-8094ED27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Synthesis, properties and engineering applications of chl...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7739C-163F-45EC-AAEE-F3956B81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D3A59-7791-4A38-A1A8-6C507C1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C086C-D90B-4408-9AA6-A872779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C4C75-C7EA-43DB-A265-060B2B0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5841F-C65A-4BF6-AFC5-7690FD23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50951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DE431-ECE0-4338-813B-E801117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D7BE7-F64B-404A-B825-C5F05C2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70364-0BBC-444C-B5B7-91A9948C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856C-F973-4E5D-8A3D-5EA69982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8D38F-9D6B-4360-B2C9-A33036D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Structure-properties relationship of polymers (Crystallinity, Strength, Elasticity and chemical resistivity]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19382-3367-41BB-8B4B-B7318DBB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Structure-properties relationship of poly...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CABA3-3EA2-48CD-84D6-10794BEB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DE2E1-C528-46AC-A934-8D1BEAE2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7BFC7-D5CE-47A4-AAE1-41E8191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6C583-5590-40F9-8413-480E865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CB27B-137D-4D05-B99D-F44200D1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F2DC5-BF06-448D-B339-FE35BC4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9FC91-94B7-4631-88AF-B454BF6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51538-B468-49B9-A0D1-9F0307A6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EF429-DF5F-4266-9C6D-CB365B2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5D064-91F8-49AB-AADD-D9500E5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021286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963A4-06C4-477B-8C99-5B71ACE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129B-AD84-4B0C-834A-403F70C5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D6F83-3466-4D4F-A8D5-E78FFC4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0CAAC-9D90-4FAD-9F36-9654645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1879A-AD15-4DEC-BA5F-FB15197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5979-AD10-436C-9C80-B1F0B2C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0F504-657C-41D4-9B6A-29EB2497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C2A89-57DD-46CC-B19D-85E1776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01C1A-429B-4EDC-8B9C-3367CC1E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Structu...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23E0C-B5A9-49FE-933A-6B53DBC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BC5A5-5691-461A-B777-CE90D72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90297-18B8-42BC-95B7-DB8CF2F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Structure-propert...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56123-1A12-4491-9358-9B76054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18EF4-9E14-4E5F-971B-96FB8368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A991-1AF1-48A9-947D-BD22515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Structur...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20071-55DF-4429-9F7B-1E72DA5D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D146B-DFA4-4D71-A6A8-D631C856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7050A-91A9-46F4-998A-DAFFEB9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Structure-prop...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8DCD3-55E5-4B59-A56F-BEC17E4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CB0AD-7B93-4055-8E10-F6B1A48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153AA-BE9D-4551-A130-D193731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Structure-prop...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1B19D-03A2-4D57-B04D-A3BA03BB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802BF-85E8-4888-AC03-68789CC8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260836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A2663-99F6-4BC4-9869-CB2B364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83A2-E0A7-478F-B5A9-C2D7B87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A2294-14DC-4C04-802F-593FA39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AB6B0-8B23-4E79-BF99-248E30E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9F03-81E9-4149-B39D-464C1D9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75E4-5DD8-4C88-A203-11E9EEB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90DD2-488B-4672-8E58-C2E17A3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0BE47-6E76-4721-BB5B-6EAE16A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25895-C5A2-4DE9-B0BD-95D01D1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CE01A-EB06-45F4-B32A-E45F4AD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3281E-587A-46D8-8757-8944670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9F092-BDB3-4137-8B5C-82F32FF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FEEE0-0B8F-438A-A76D-708D0654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DB2DE-8B17-419F-A2A8-6B6FA65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A74A6-0A27-4983-8060-99E6BF7D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62667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B1D13-DD16-447B-8413-B8E3929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6C682-D180-4EB1-8E1D-FC64705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2E59-F4B0-4253-B050-1E769707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B4A11-8F1F-4C30-88C9-77CB8F1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0979-D473-463E-B074-0D7C4F2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01717-91C2-46AC-8AC1-BED1C3A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Structure-properties relationship of polymers (Crystallin...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47A23-0247-482B-BAA5-DCF1D62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D260F-E2A3-415E-8883-B1E32FF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15F0F-AA3E-4742-A69E-50CC05BC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EEFEC-C36B-4287-8823-4C08170B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27A8F-5EF2-4EB0-8EC6-79D5D6EB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1171511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92863-C3D9-4C21-BE99-7884F7D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4BEC3-2826-45D3-BA65-6B0358E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7CFF7-DD96-4CB5-B098-59E1848D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0E4B7-C1E0-44F1-8638-3BB9A03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AC9B2-6D14-4745-83BB-BE070100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Glass transition temperature (Tg), factor affecting Tg and its 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9AA0D-3E7D-4BF5-AC0D-EA17ED82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Glass transition temperature (Tg), factor...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ECE77-5E99-4777-9CB2-37F6F24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0EA97-192C-465B-8BF8-270BDDF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E74A2-85C8-4C38-8039-3F2BF35A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CAD8A-BAEF-44CE-880F-5AFA557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2EA4-6A2A-4AEF-AFE3-D390A6D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E3993-9C49-4A19-A1CF-4C0C9B28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E941D-06BF-45A2-AE0A-6CE23DB2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5ED7E-450B-4054-833D-47D88F54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308C5-BD8A-4120-B935-E145A19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F094B-4ACC-4742-84E0-BCE24D2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42843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037C5-D996-410A-9743-487AC69B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DB07A-6BF7-4158-A460-8651727B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2E555-E829-4201-B34D-5774A64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31464-7294-4261-BD41-D62478F4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CA63D-BCC8-46F8-AB8B-6ECB3D3C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C3643-2EE2-483F-92E9-7EB63534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25BEF-9FEE-4482-97A1-4C329CD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A7BC6-A6A1-47D4-A629-B64D4E9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BAF99-FD9C-48C0-8976-AC7C7C86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Glass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D95C-9649-4C04-B606-316BADA5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18695-AC53-41C3-A114-36F6562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DDADF-B48D-4356-90F5-F97202B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Glass transition...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7B5B4-7353-4D06-B5F8-5A0FAA1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C74C3-C166-49A4-A6D8-9C470B7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4D3A1-5A43-4B24-B5C9-2222771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Glass tr...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E0069-790C-48A9-9070-9916D66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B5630-CE3D-48B2-A718-2B88F12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2E2AF-D2D0-466A-8EEF-1EACCEE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Glass transiti...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68DEF-F2D8-4144-A899-40F51864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94837-56BF-4760-A9F5-DB91929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E264F-FB65-4FC5-870C-BDC50327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Glass transiti...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063E1-237E-4D21-B3CA-5B1F9349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F15B6-02F6-43B7-B7E0-8A7F7B35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368406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83AEA-43D5-4677-B8E8-F998FEB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FCCB8-1BF7-4A36-A3EF-EC14B26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9C300-17A8-4EA5-8A19-9073616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26D85-B723-46E2-8E98-F207D22D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5E10F-9FBD-4339-987F-21C1AB21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DD2DA-3898-4417-8418-7042C5E1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A7629-3667-413D-96E2-27FCE61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BDE05-7F00-4472-B8F1-696A1235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56C3-20EE-4524-859F-2A4FC89E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BF150-78BC-4D56-9D14-6D695094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CE46D-726A-461E-B002-194202D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68EEA-8653-4369-9A3B-2C3B375F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B20B6-71AC-49E5-BB39-179D670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58F6-C22D-402A-BB02-F911FB6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674F-9C5E-40E0-B03C-16E695C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71346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D5D66-16B7-4008-8B47-CF17A7EB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CBED5-E380-4E9D-9E5F-1009FB7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E3904-3162-49E2-8CC3-7209EEC3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B70BB-4575-4019-B449-E7CD799D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DE1D-3A95-4F0E-8B9B-0EE5F7A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28951-91CA-49F3-84D8-8AF2DC03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Glass transition temperature (Tg), factor affecting Tg an...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3D154-052B-44BD-8973-E639095A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CADAA-D8FF-4BD9-9352-EB2F2B14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15721-BA0F-44BF-A59D-D52E5AC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09BC1-426B-4A36-A53D-D63CA1A6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DA70D-9CD8-496A-9953-03BF4EEE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080883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9923C-75E4-479D-9825-1CD411D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10759-23E2-434B-8227-8DBF8230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EE7C-8728-4CB5-8A9E-06D45B0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9CA81-5381-48CC-BE9D-8A4E484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E32A0-EF60-454B-846F-8E2179E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Composites: Introduction, fiber -reinforced polymers (FRPs)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7CF19-167B-4EB6-A050-6F8098FF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Composites: Introduction, fiber -reinforc...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4BA0D-DE3D-4342-9A04-1CE52531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16A48-718E-4BBC-BD0E-0855F8D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0ABD3-CC98-473E-881B-634D2D9A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C2102-4CE6-4C1A-A029-C3C1252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569DB-E04F-4261-81CB-4D0E51B4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A3ADB-78B7-48B8-B9BD-BE0B5B34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DD0D1-6079-481B-9076-8538FB3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4862E-EDAC-4C51-B527-4A1EB96A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BC8D4-AC88-4AF9-8334-F5B134F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25D1C-5381-4017-8AA0-30A0AADA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450734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3EB66-4118-4302-8717-061F08F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368C3-E8E1-4501-8528-A6B4F3CE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63F91-BB58-498F-8576-165B8D7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04ADB-8DDB-41AF-A99A-FEF3DCC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4681-48DD-4756-8F9E-60140B7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8EC94-4C34-421D-96FF-8FC8305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78B5B-49F6-405B-89CD-CEECA59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36701-12D8-4116-A891-EBD0EA4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C53B5-A78B-4A59-A16F-1BAE1CAB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Composi...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7125B-DC16-4438-A778-F667CA1A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9FE9F-CFCE-4F78-8073-4B864D0D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699E3-3376-4911-BFDE-60700F1D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Composites: Intro...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03417-CF78-4AD6-8A30-BF98B93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C3D5B-0A55-47D4-B4D0-E48D6BB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5EEC3-6560-441A-ACDB-360D55E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CCE00-E860-482B-A094-F4F50F5D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9D049-7713-44FE-B0D0-BA27DF1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6EC99-3333-4CFE-8DA5-482DFF0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Composites: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AD5E3-3C08-47B2-B2E9-12C33908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D0B36-93B5-4555-86E5-21C0483E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C2E07-65BE-4539-BD99-238E0F4B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Composites: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5DDA5-A76B-4FC8-9695-EBD4D55D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42FC7-7855-4FD3-917C-01D260C6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540575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0AFF7-B0F4-4552-87D2-8B7C9073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5EE09-7BF8-4FFC-8604-A334975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A3EAD-7852-4141-88B7-64247046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B67A2-D882-44AE-AFBF-592FD54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61612-F65D-48BC-A56F-6C3AEF8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6718F-34B8-40A8-8A71-CBB10585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7682-55DD-41CA-830A-6F6D420C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94034-F686-4242-B078-0907243A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F8A3F-CCE8-443E-984E-FADDC29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89EE-F4CC-41B3-B263-A4DC59B3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5A865-23D7-4677-92A1-A89352B2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3702B-92A6-469B-BD5D-1A2F7E9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3B746-FD33-46F1-B203-C3F8E83A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AFCD1-EFFC-4718-B521-30AC78F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FC67D-A855-40A3-94E3-0BDFDA6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302532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3924F-A4A2-471E-8B06-C82742A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6A8C4-BF76-48AA-A2BE-0CC51DF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BBA7B-8108-4419-AA3D-CDF3E16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05A0C-6721-432B-9E49-C496C66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A9295-1DDA-4C6A-8E4F-FA0EC18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EE6DC-02A7-4DCD-83F4-BD911FE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Composites: Introduction, fiber -reinforced polymers (FRP...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EFC20-85DF-4665-8189-07119273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F1480-2488-4BD6-86FD-E4C1D60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0BF9B-326D-421E-8ADF-3975215B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2AD9D-8E9A-4C48-9B30-3E9B8AC2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D768C-526E-416F-A3DD-32687DAE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53071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162A8-D8E3-4CEC-9E0E-3128EFB6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C51C-963E-4D8F-BACA-C13B545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E7EA8-F333-4CDF-89F4-AEBCE51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80B3C-C3BA-440A-BCCE-66F7522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2927-ED94-4544-BA3C-C6A2461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Kevlar - Synthesis, properties and industrial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F17E1-5F95-4D7E-AABD-EA461094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Kevlar - Synthesis, properties and indust...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D7C0A-AFA1-4F9F-85F1-275EDB5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FDE72-3216-4517-9900-DAEAB8CE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41A63-42A9-4926-8712-689D819B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77194-9D6C-4394-9F21-192DEE51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76DC-8485-494E-AD34-2323253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6EF2-5C1D-4042-927C-CCCBE994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4C05B-EE2E-4E29-ACB9-A2A7228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7658F-C23D-41C3-859F-52C478F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267EE-C4CA-44D4-AF3C-BE8722C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3EFF8-D9E9-4206-9623-578EC756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559426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A39A6-F3EE-4369-BF06-4C7AAF47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0219C-1EC6-4C5D-AF0E-0DB0B7E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DFCB-9366-4392-A162-86DC2351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2BB80-94AD-4E89-AD5A-BE1847A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9DE59-FAE5-409C-89F3-226CD3DA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8B59-27CB-490C-8EAA-CDDFDA6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53C64-56D4-4490-BF37-93691918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1B72-4E1E-4394-8263-16E3C78E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40981-5C83-41AC-855C-B618334D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Kevlar...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F929-5BB1-4CC1-AF6D-41613EB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E2895-E587-4516-953E-434D7F8E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298F6-CEE2-4C74-8A40-D53F15D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Kevlar - Synthesi...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B157A-82ED-4312-AC3E-98B9709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D4E94-C24C-4BCB-8A44-BC616F2F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A9CBA-E315-43B1-A9DE-A0FDDCA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Kevlar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B5EED-38A7-4ECA-8188-A159627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F405C-7A14-4E23-A348-F10B6235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43BB4-A500-4AB5-910E-4C52C818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Kevlar - Synth...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D4053-0928-4287-B9F6-89F52D97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D7882-EE8C-4879-8516-E23EDE5F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831D-99A3-40E3-B169-FB58823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Kevlar - Synth...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ACC85-5B18-4CF2-B552-81897D2D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5A556-A78D-4A55-A803-A42F1D05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793712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17652-6F4E-4F85-A2D9-051DE06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ED833-3C93-49A9-BCEA-99F326EE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015B8-A98A-4063-BD6D-164373D3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FF8B3-9DD5-4ADE-BB7D-55C49B2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92966-0B64-451A-8231-5A97E104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BF33A-6C3A-42EB-839F-2DA604D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2682F-3D1E-4581-9BA7-466D480F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CF912-8340-4966-B7D8-3BF0EF9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A144-29B4-49AC-8944-E09265FD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E982B-BCE7-4A3A-8948-98B3B0B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92B2C-6D26-4423-B1A5-50B34D68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FE6FB-70C8-4658-9FF5-94F302E0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2CD58-F80B-43A7-8BCB-5A4FB7D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00796-A57B-4A75-93BA-21A4D1D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045DB-6CE4-46DE-A00F-A904C8E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883626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35894-4480-420D-9EAD-883AF7C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149E0-EE80-4D5E-B85D-7D5A6184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BD612-7966-4F56-BF75-929024E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3D08E-2F1F-4EDB-B8CE-95AD23E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EFB1D-BD6B-4E65-8619-2B42E8A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FAC2B-24FB-42B3-A7CA-2438C2FC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Kevlar - Synthesis, properties and industrial applications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A14E1-92BE-4554-9716-65871354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EB09-FA5C-4657-8F4B-8864619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47391-C70D-403D-933B-43C9AA5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3275B-BE9B-499E-9784-4768AF15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B05B2-4250-4D30-B5CF-DE5E7C7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882108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32E74-9D1B-493D-A9C2-2115869F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14BF-A6C4-4FA8-8D08-B06CB946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7C1E-7F58-47DB-A4E2-E11272AD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F4D95-4FC6-46E7-94C7-906ADB4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E41FB-8475-4042-B2DE-05D2D38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Carbon -fiber - Preparation from Polyacrylonitrile (PAN), properties and industrial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5517-9B89-47CA-98BE-37769E5B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Carbon -fiber - Preparation from Polyacry...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5A28-FD93-4178-AD02-3B4E31B6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4A597-4816-4F03-ABEA-F128F27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1014B-662A-4DDF-AE7B-70B3671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82B18-EE1F-47F0-A600-BEBA76B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D3E35-0B3F-4DB0-985C-EAE1F72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89A49-7CAE-4D19-B09B-3DDBC28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BBEBC-1B29-400D-892C-CDBA84E8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2522-A52C-40AA-A226-6C20D7CA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F43BD-2D3F-4DCA-961E-9EC7123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FCE48-4475-4857-801B-E33603A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520160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64492-7692-48F0-B57F-B66E498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4651C-DB94-4D48-82EB-DC94F018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CC67-C2FE-42BE-B405-1F5E436E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CD706-C318-4C11-8EEB-4FAEF99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448A-388F-4EFA-B06D-73E0D1E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5EAF6-17C7-44E7-9281-4E29C73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9C3C9-9585-4D54-B318-1C2FAD77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00995-CB29-4624-A5A0-D618C06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474F8-AAC9-4820-8F42-8CB6FFC6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Carbon...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1C7A5-85AB-4813-AA3B-28E66A03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5D0A6-8F0C-42A7-B912-A09FE20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78EF5-091D-49DF-9DE0-81C2E8D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Carbon -fiber -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E1A1C-DC28-421D-BD1A-83D5C66C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BC620-7219-476F-9BA1-5C62027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972FE-C7F5-43A0-BBE0-1BC109B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Carbon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00DF2-17E9-4DBA-9178-572EF8E0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292E7-7184-4FDA-9CC0-A8607BC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BFBFC-9877-4901-9D8D-BE1A377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Carbon -fiber...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30061-8F3B-407A-AFD2-73C5A89B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36899-F311-4408-BF68-3A6308E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4DB8E-DCC4-4149-8B49-35E7A990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Carbon -fiber...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81158-A3F2-4A3E-8BD1-78D5AA8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12B13-BD5A-4812-B54C-2AF0AC61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35901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748B-3F8D-472D-A87F-0A51B9D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7B362-116B-417D-BE78-D93E83A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C5866-8398-4D1A-BD33-0191D32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08798-9AC0-4D23-B17E-4419D9C1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008A5-F7A8-478B-A461-EDDD283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E5DF4-D7C4-48A0-8D19-E1D69B10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F91C8-BE1A-4A25-A804-83FF7213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E7683-AABC-43C7-AB00-9C9C404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FB0FE-B1C2-4977-9088-B88A580F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CAC10-BE92-4EB3-BC20-393949FA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6703B-A960-42A4-BEB6-8C26D69A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20055-73EB-40F6-8682-8EED031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EDE19-FE3C-4EFF-A212-E2BABD06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568CE-C540-4939-B5D3-AC75B6F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CE82B-5375-4508-96D6-A8345740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399502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688E7-776E-49C6-9BD1-077D0ADF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5F94-6CB9-4BCB-8B80-505834F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85314-474F-441B-A7D0-FA5C9E0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DF238-F6EA-4D25-8AB4-91EF6E0A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93A3C-7D2A-4A3A-971D-BF5840C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18653-FE52-4AAE-8F32-7A4C710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Carbon -fiber - Preparation from Polyacrylonitrile (PAN),...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986FE-FE1A-4CE1-8F6C-C89F609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1F3B8-99A8-4D82-BCC0-6CCA142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2F3C4-FBF9-4D95-A75A-A14BAB40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C907E-7854-4F36-96BC-DD1427AA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25665-27C7-44AC-ABF6-41C1D8B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458540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C2688-2B26-4869-9A86-C524848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6AFE-1526-4ED3-B8EB-CB972AC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60D3D-F768-4230-A427-7F057B8E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DAAC1-0D39-469E-B9BA-580F501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0064-C4CF-424D-BD2C-210D023A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Printing materials: Introduction, synthesis, properties and applications of polylactic acid (PLA) resin.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8DCFC-C745-4218-A934-02A985A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Printing materials: Introduction, synthes...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19C36-C949-47CF-93BC-9E98419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CE84C-82F0-403A-866C-8BF73F1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44457-B79B-42C5-8D89-64479261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1131C-885A-461D-BD42-C7402C42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3B46-37FB-4806-AE1F-85B1DF0A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2C263-B94A-4DBD-B6EA-D2F10BC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318A5-7061-4888-A7A4-669CCAB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EEF81-FFFF-4EF4-9552-7A696702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A960B-D060-4F20-90C0-D54E8F6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4110E-35A3-4CA0-B682-1097195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187397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E95F5-A588-41C7-BA88-025A556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7BA90-65AD-44E2-8759-7E82A49E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12B53-E895-45A7-A4A6-215DB87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D7B74-DC9D-478A-8884-75116DB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38E7A-E6B9-4C76-91E1-08DA79D5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30061-6555-4494-86A2-2E364F6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1D77D-7F9F-4760-9085-4518711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B78B4-F4BB-4E6E-A4D3-BF2555E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78302-A9E8-48C5-A160-53753C0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Printin...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891BF-97F8-424F-A4CB-9267762F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01DE0-4291-4080-85FF-783EF0E7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4B23D-6A63-4919-B538-7665D3B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Printing material...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90D16-4D8C-4BB1-86F1-4E06EAA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E381F-6AD8-4A65-B102-3EC59348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31598-329C-433C-BD6E-84C196C8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Printing...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F2C8C-5EAA-4D0E-957E-5C79DE7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9BDBA-2F99-45DF-9A7E-18734B3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BBF44-EA63-4FCA-908B-E7D77BC3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Printing mater...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3E236-E1A8-4426-BC79-EFDEC00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DA43E-FCF3-4080-9F5E-993FE3AA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CE629-B4AE-4F87-B0A3-1FF5ADE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Printing mater...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492A3-97CF-4769-9A8D-7FE32D6B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A864D-786B-4189-9174-36F841F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674077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81AB9-12DD-4E75-B733-56766705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57FBA-4F55-432E-98EE-76E88CD1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E7923-81FE-43BF-914B-AD07664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8F12E-6FE2-4F12-BDB1-8E01D62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987C8-CA1F-4904-B015-596FBCF8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0106E-07A0-40EA-9C37-39FD06C3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17981-E8F8-490B-8917-17E873F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C1DA8-3EF0-4BB9-A4DF-6BE39D0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A9763-32F7-4534-A2A5-EAC4E3A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F5CA9-D9BF-4056-B80A-73C09B5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C83FA-327D-4A89-B5F2-CCDE92C0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D86EB-A5B8-4C27-8583-7C7A640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863DF-A3DB-443D-9FBE-8DB8D49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6D19B-1244-494E-8762-F974C49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B09BC-1B1D-472E-96C9-82D1552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940173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3F8CB-880F-4B50-AB2B-10B56EB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42278-5E0D-4DDB-A402-9D5C479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696E5-1FA7-4DBC-BDF6-04748AE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C8B3-C607-4507-B238-0DDD031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70EBA-C81D-4AFA-B056-2F4B6E71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13B3E-D330-4E54-91EB-304D864A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Printing materials: Introduction, synthesis, properties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7690C-5228-4A31-8717-D836490C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412D7-3950-462E-A025-77A5995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018E7-04B0-4D9E-842F-A3FEF99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CF5B-06D7-446A-AEB6-5C64BC3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E3A66-0C71-41F7-94C3-61B5A8A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803099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EA9E0-3987-48C3-A5D7-ABBEE86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6F40D-7DFB-49A7-A97A-74DDD431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5999-1AC7-4FA0-B239-1D2262A2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9DFD6-7943-40F8-84CA-5C30E8B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82887-4E14-4327-96FF-A06D99D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C57A7-B2E0-4298-B3DC-995D6A1C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593499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B1F39-6B99-4DE4-96A7-6C3C8016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CE7BD-1EF2-4B80-9A5D-8B7E0A59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ED966-30D0-4C34-90BE-1D07296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460AA-C706-42C7-A527-131B75F2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7AA7C-2B86-4CBF-8C93-CDDE13A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molecular: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weight: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D8044-EC89-4C2D-8014-BD7A6E3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338847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956B4-A64C-4E2D-AB91-24D8CCCB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365EE-5DDD-4949-9CA8-3155545C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03B8A-56F1-439E-9916-6289BB5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5E5D0-B600-4C5C-BB6D-79EEA52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BAE80-38B6-4B2D-B1F8-3E2DC9E3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7A811-BDC8-44FD-A734-8F7FC7D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911798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5A715-D6B7-4AD1-80E7-C02ED9A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05EE-2D62-4CD6-AAE5-56507D9E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A3D31-A785-43DC-BFB8-87DA6743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B7665-21C1-4CCC-B9B3-5C57D95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04DD3-38EA-4A89-9CE1-D80C196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0664A-371A-4A70-8B55-84A10C79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73762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69124-CC46-41A7-8008-D2AE4A3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CA088-F504-4166-B654-1231106C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9E7A9-3647-46F8-883C-EF55C16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3A31D-C76F-44CA-8C29-62A3B381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F4026-F40F-40FD-9B61-5729F68F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Polymers: Introduction, molecular weight of polymers - number average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Synthesis, properties and engineering applications of chlorinated polyv...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Structure-properties relationship of polymers (Crystallinity, Strength,...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Glass transition temperature (Tg), factor affecting Tg and its signific...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Composites: Introduction, fiber -reinforced polymers (FRPs)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ADAD9-40DC-464F-A400-9DB40DF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6264A-CBD1-46DB-8062-C6E883D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74302-F9DB-42A3-B023-29B8207D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16983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2026-08-24T16:02:34.0150000Z</dcterms:created>
  <dcterms:modified xsi:type="dcterms:W3CDTF">2026-08-24T16:02:34.0150000Z</dcterms:modified>
</coreProperties>
</file>