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49e248101841a4" /><Relationship Type="http://schemas.openxmlformats.org/officeDocument/2006/relationships/extended-properties" Target="/docProps/app.xml" Id="R87d4f78654ee43b4" /><Relationship Type="http://schemas.openxmlformats.org/officeDocument/2006/relationships/officeDocument" Target="/ppt/presentation.xml" Id="Rf7fbdbd4b74e42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12cef7c6044419"/>
  </p:sldMasterIdLst>
  <p:notesMasterIdLst>
    <p:notesMasterId xmlns:r="http://schemas.openxmlformats.org/officeDocument/2006/relationships" r:id="R4595ee292a724fcf"/>
  </p:notesMasterIdLst>
  <p:sldIdLst>
    <p:sldId xmlns:r="http://schemas.openxmlformats.org/officeDocument/2006/relationships" id="256" r:id="R0b2d8cccc9834ed7"/>
    <p:sldId xmlns:r="http://schemas.openxmlformats.org/officeDocument/2006/relationships" id="257" r:id="Rf430b89ad4414ae4"/>
    <p:sldId xmlns:r="http://schemas.openxmlformats.org/officeDocument/2006/relationships" id="258" r:id="R831f45fd472f458a"/>
    <p:sldId xmlns:r="http://schemas.openxmlformats.org/officeDocument/2006/relationships" id="259" r:id="R88173845f18e4eb6"/>
    <p:sldId xmlns:r="http://schemas.openxmlformats.org/officeDocument/2006/relationships" id="260" r:id="R4fc8fb527dbe4d31"/>
    <p:sldId xmlns:r="http://schemas.openxmlformats.org/officeDocument/2006/relationships" id="261" r:id="R43f40cc415e740b3"/>
    <p:sldId xmlns:r="http://schemas.openxmlformats.org/officeDocument/2006/relationships" id="262" r:id="Rd49bc5b5185e4f6c"/>
    <p:sldId xmlns:r="http://schemas.openxmlformats.org/officeDocument/2006/relationships" id="263" r:id="R70f5d2fd591e4c5b"/>
    <p:sldId xmlns:r="http://schemas.openxmlformats.org/officeDocument/2006/relationships" id="264" r:id="R3c3297d107de4198"/>
    <p:sldId xmlns:r="http://schemas.openxmlformats.org/officeDocument/2006/relationships" id="265" r:id="R512e4ca393e94548"/>
    <p:sldId xmlns:r="http://schemas.openxmlformats.org/officeDocument/2006/relationships" id="266" r:id="R0d9d42f029f94d67"/>
    <p:sldId xmlns:r="http://schemas.openxmlformats.org/officeDocument/2006/relationships" id="267" r:id="Rdee8ce85205243e2"/>
    <p:sldId xmlns:r="http://schemas.openxmlformats.org/officeDocument/2006/relationships" id="268" r:id="R8d88cf70e25a4780"/>
    <p:sldId xmlns:r="http://schemas.openxmlformats.org/officeDocument/2006/relationships" id="269" r:id="R922cddd197914989"/>
    <p:sldId xmlns:r="http://schemas.openxmlformats.org/officeDocument/2006/relationships" id="270" r:id="R24ae30359e5247a9"/>
    <p:sldId xmlns:r="http://schemas.openxmlformats.org/officeDocument/2006/relationships" id="271" r:id="R7aca72939fc240b6"/>
    <p:sldId xmlns:r="http://schemas.openxmlformats.org/officeDocument/2006/relationships" id="272" r:id="R1f66615289094346"/>
    <p:sldId xmlns:r="http://schemas.openxmlformats.org/officeDocument/2006/relationships" id="273" r:id="Rc42e36b9783a41a8"/>
    <p:sldId xmlns:r="http://schemas.openxmlformats.org/officeDocument/2006/relationships" id="274" r:id="R93c1513ff6be4c81"/>
    <p:sldId xmlns:r="http://schemas.openxmlformats.org/officeDocument/2006/relationships" id="275" r:id="R407fc994bceb4323"/>
    <p:sldId xmlns:r="http://schemas.openxmlformats.org/officeDocument/2006/relationships" id="276" r:id="R8c299dea6f214433"/>
    <p:sldId xmlns:r="http://schemas.openxmlformats.org/officeDocument/2006/relationships" id="277" r:id="Rb846a8579ef94297"/>
    <p:sldId xmlns:r="http://schemas.openxmlformats.org/officeDocument/2006/relationships" id="278" r:id="Re199c4262a274253"/>
    <p:sldId xmlns:r="http://schemas.openxmlformats.org/officeDocument/2006/relationships" id="279" r:id="R895ba83bf8f2450d"/>
    <p:sldId xmlns:r="http://schemas.openxmlformats.org/officeDocument/2006/relationships" id="280" r:id="R733569792d584130"/>
    <p:sldId xmlns:r="http://schemas.openxmlformats.org/officeDocument/2006/relationships" id="281" r:id="Rd82992c5a4724467"/>
    <p:sldId xmlns:r="http://schemas.openxmlformats.org/officeDocument/2006/relationships" id="282" r:id="R928e3f8a05c146f7"/>
    <p:sldId xmlns:r="http://schemas.openxmlformats.org/officeDocument/2006/relationships" id="283" r:id="R318ed4eeba6d4fcb"/>
    <p:sldId xmlns:r="http://schemas.openxmlformats.org/officeDocument/2006/relationships" id="284" r:id="R20788b14547946ea"/>
    <p:sldId xmlns:r="http://schemas.openxmlformats.org/officeDocument/2006/relationships" id="285" r:id="Rf4fb291f6edc4a92"/>
    <p:sldId xmlns:r="http://schemas.openxmlformats.org/officeDocument/2006/relationships" id="286" r:id="Ra9ba7a16b678455c"/>
    <p:sldId xmlns:r="http://schemas.openxmlformats.org/officeDocument/2006/relationships" id="287" r:id="R7050c3bca43549f0"/>
    <p:sldId xmlns:r="http://schemas.openxmlformats.org/officeDocument/2006/relationships" id="288" r:id="Rcd40abf018fc4f3e"/>
    <p:sldId xmlns:r="http://schemas.openxmlformats.org/officeDocument/2006/relationships" id="289" r:id="Rcdff7ab2d0934fe0"/>
    <p:sldId xmlns:r="http://schemas.openxmlformats.org/officeDocument/2006/relationships" id="290" r:id="R47fec0a28dd941a6"/>
    <p:sldId xmlns:r="http://schemas.openxmlformats.org/officeDocument/2006/relationships" id="291" r:id="R33bb91eedef64a78"/>
    <p:sldId xmlns:r="http://schemas.openxmlformats.org/officeDocument/2006/relationships" id="292" r:id="Rf7d097aa208f4555"/>
    <p:sldId xmlns:r="http://schemas.openxmlformats.org/officeDocument/2006/relationships" id="293" r:id="R226d969ce4504f2a"/>
    <p:sldId xmlns:r="http://schemas.openxmlformats.org/officeDocument/2006/relationships" id="294" r:id="R65d9dd91982f4baa"/>
    <p:sldId xmlns:r="http://schemas.openxmlformats.org/officeDocument/2006/relationships" id="295" r:id="Reda4c4c01d8b4ac5"/>
    <p:sldId xmlns:r="http://schemas.openxmlformats.org/officeDocument/2006/relationships" id="296" r:id="R43beb5f629fa4f66"/>
    <p:sldId xmlns:r="http://schemas.openxmlformats.org/officeDocument/2006/relationships" id="297" r:id="R27a6390ea72649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d0b8303c8c4305" /><Relationship Type="http://schemas.openxmlformats.org/officeDocument/2006/relationships/slideMaster" Target="/ppt/slideMasters/slideMaster1.xml" Id="Rb712cef7c6044419" /><Relationship Type="http://schemas.openxmlformats.org/officeDocument/2006/relationships/notesMaster" Target="/ppt/notesMasters/notesMaster1.xml" Id="R4595ee292a724fcf" /><Relationship Type="http://schemas.openxmlformats.org/officeDocument/2006/relationships/presProps" Target="/ppt/presProps.xml" Id="R8c585a58098a48ae" /><Relationship Type="http://schemas.openxmlformats.org/officeDocument/2006/relationships/tableStyles" Target="/ppt/tableStyles.xml" Id="R79630e2943b14169" /><Relationship Type="http://schemas.openxmlformats.org/officeDocument/2006/relationships/slide" Target="/ppt/slides/slide1.xml" Id="R0b2d8cccc9834ed7" /><Relationship Type="http://schemas.openxmlformats.org/officeDocument/2006/relationships/slide" Target="/ppt/slides/slide2.xml" Id="Rf430b89ad4414ae4" /><Relationship Type="http://schemas.openxmlformats.org/officeDocument/2006/relationships/slide" Target="/ppt/slides/slide3.xml" Id="R831f45fd472f458a" /><Relationship Type="http://schemas.openxmlformats.org/officeDocument/2006/relationships/slide" Target="/ppt/slides/slide4.xml" Id="R88173845f18e4eb6" /><Relationship Type="http://schemas.openxmlformats.org/officeDocument/2006/relationships/slide" Target="/ppt/slides/slide5.xml" Id="R4fc8fb527dbe4d31" /><Relationship Type="http://schemas.openxmlformats.org/officeDocument/2006/relationships/slide" Target="/ppt/slides/slide6.xml" Id="R43f40cc415e740b3" /><Relationship Type="http://schemas.openxmlformats.org/officeDocument/2006/relationships/slide" Target="/ppt/slides/slide7.xml" Id="Rd49bc5b5185e4f6c" /><Relationship Type="http://schemas.openxmlformats.org/officeDocument/2006/relationships/slide" Target="/ppt/slides/slide8.xml" Id="R70f5d2fd591e4c5b" /><Relationship Type="http://schemas.openxmlformats.org/officeDocument/2006/relationships/slide" Target="/ppt/slides/slide9.xml" Id="R3c3297d107de4198" /><Relationship Type="http://schemas.openxmlformats.org/officeDocument/2006/relationships/slide" Target="/ppt/slides/slide10.xml" Id="R512e4ca393e94548" /><Relationship Type="http://schemas.openxmlformats.org/officeDocument/2006/relationships/slide" Target="/ppt/slides/slide11.xml" Id="R0d9d42f029f94d67" /><Relationship Type="http://schemas.openxmlformats.org/officeDocument/2006/relationships/slide" Target="/ppt/slides/slide12.xml" Id="Rdee8ce85205243e2" /><Relationship Type="http://schemas.openxmlformats.org/officeDocument/2006/relationships/slide" Target="/ppt/slides/slide13.xml" Id="R8d88cf70e25a4780" /><Relationship Type="http://schemas.openxmlformats.org/officeDocument/2006/relationships/slide" Target="/ppt/slides/slide14.xml" Id="R922cddd197914989" /><Relationship Type="http://schemas.openxmlformats.org/officeDocument/2006/relationships/slide" Target="/ppt/slides/slide15.xml" Id="R24ae30359e5247a9" /><Relationship Type="http://schemas.openxmlformats.org/officeDocument/2006/relationships/slide" Target="/ppt/slides/slide16.xml" Id="R7aca72939fc240b6" /><Relationship Type="http://schemas.openxmlformats.org/officeDocument/2006/relationships/slide" Target="/ppt/slides/slide17.xml" Id="R1f66615289094346" /><Relationship Type="http://schemas.openxmlformats.org/officeDocument/2006/relationships/slide" Target="/ppt/slides/slide18.xml" Id="Rc42e36b9783a41a8" /><Relationship Type="http://schemas.openxmlformats.org/officeDocument/2006/relationships/slide" Target="/ppt/slides/slide19.xml" Id="R93c1513ff6be4c81" /><Relationship Type="http://schemas.openxmlformats.org/officeDocument/2006/relationships/slide" Target="/ppt/slides/slide20.xml" Id="R407fc994bceb4323" /><Relationship Type="http://schemas.openxmlformats.org/officeDocument/2006/relationships/slide" Target="/ppt/slides/slide21.xml" Id="R8c299dea6f214433" /><Relationship Type="http://schemas.openxmlformats.org/officeDocument/2006/relationships/slide" Target="/ppt/slides/slide22.xml" Id="Rb846a8579ef94297" /><Relationship Type="http://schemas.openxmlformats.org/officeDocument/2006/relationships/slide" Target="/ppt/slides/slide23.xml" Id="Re199c4262a274253" /><Relationship Type="http://schemas.openxmlformats.org/officeDocument/2006/relationships/slide" Target="/ppt/slides/slide24.xml" Id="R895ba83bf8f2450d" /><Relationship Type="http://schemas.openxmlformats.org/officeDocument/2006/relationships/slide" Target="/ppt/slides/slide25.xml" Id="R733569792d584130" /><Relationship Type="http://schemas.openxmlformats.org/officeDocument/2006/relationships/slide" Target="/ppt/slides/slide26.xml" Id="Rd82992c5a4724467" /><Relationship Type="http://schemas.openxmlformats.org/officeDocument/2006/relationships/slide" Target="/ppt/slides/slide27.xml" Id="R928e3f8a05c146f7" /><Relationship Type="http://schemas.openxmlformats.org/officeDocument/2006/relationships/slide" Target="/ppt/slides/slide28.xml" Id="R318ed4eeba6d4fcb" /><Relationship Type="http://schemas.openxmlformats.org/officeDocument/2006/relationships/slide" Target="/ppt/slides/slide29.xml" Id="R20788b14547946ea" /><Relationship Type="http://schemas.openxmlformats.org/officeDocument/2006/relationships/slide" Target="/ppt/slides/slide30.xml" Id="Rf4fb291f6edc4a92" /><Relationship Type="http://schemas.openxmlformats.org/officeDocument/2006/relationships/slide" Target="/ppt/slides/slide31.xml" Id="Ra9ba7a16b678455c" /><Relationship Type="http://schemas.openxmlformats.org/officeDocument/2006/relationships/slide" Target="/ppt/slides/slide32.xml" Id="R7050c3bca43549f0" /><Relationship Type="http://schemas.openxmlformats.org/officeDocument/2006/relationships/slide" Target="/ppt/slides/slide33.xml" Id="Rcd40abf018fc4f3e" /><Relationship Type="http://schemas.openxmlformats.org/officeDocument/2006/relationships/slide" Target="/ppt/slides/slide34.xml" Id="Rcdff7ab2d0934fe0" /><Relationship Type="http://schemas.openxmlformats.org/officeDocument/2006/relationships/slide" Target="/ppt/slides/slide35.xml" Id="R47fec0a28dd941a6" /><Relationship Type="http://schemas.openxmlformats.org/officeDocument/2006/relationships/slide" Target="/ppt/slides/slide36.xml" Id="R33bb91eedef64a78" /><Relationship Type="http://schemas.openxmlformats.org/officeDocument/2006/relationships/slide" Target="/ppt/slides/slide37.xml" Id="Rf7d097aa208f4555" /><Relationship Type="http://schemas.openxmlformats.org/officeDocument/2006/relationships/slide" Target="/ppt/slides/slide38.xml" Id="R226d969ce4504f2a" /><Relationship Type="http://schemas.openxmlformats.org/officeDocument/2006/relationships/slide" Target="/ppt/slides/slide39.xml" Id="R65d9dd91982f4baa" /><Relationship Type="http://schemas.openxmlformats.org/officeDocument/2006/relationships/slide" Target="/ppt/slides/slide40.xml" Id="Reda4c4c01d8b4ac5" /><Relationship Type="http://schemas.openxmlformats.org/officeDocument/2006/relationships/slide" Target="/ppt/slides/slide41.xml" Id="R43beb5f629fa4f66" /><Relationship Type="http://schemas.openxmlformats.org/officeDocument/2006/relationships/slide" Target="/ppt/slides/slide42.xml" Id="R27a6390ea72649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b2108f2ae74b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5290099f214607" /><Relationship Type="http://schemas.openxmlformats.org/officeDocument/2006/relationships/notesMaster" Target="/ppt/notesMasters/notesMaster1.xml" Id="Rba4babfbd69549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12cd7689ce40fa" /><Relationship Type="http://schemas.openxmlformats.org/officeDocument/2006/relationships/notesMaster" Target="/ppt/notesMasters/notesMaster1.xml" Id="Rbb5a1025160c49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b5d28413cd4907" /><Relationship Type="http://schemas.openxmlformats.org/officeDocument/2006/relationships/notesMaster" Target="/ppt/notesMasters/notesMaster1.xml" Id="Rd97a77a71cc743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147a67cc784e2e" /><Relationship Type="http://schemas.openxmlformats.org/officeDocument/2006/relationships/notesMaster" Target="/ppt/notesMasters/notesMaster1.xml" Id="R46b23d56705e49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9d4b97be00404b" /><Relationship Type="http://schemas.openxmlformats.org/officeDocument/2006/relationships/notesMaster" Target="/ppt/notesMasters/notesMaster1.xml" Id="R2f70130c105948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a89f5947bb453e" /><Relationship Type="http://schemas.openxmlformats.org/officeDocument/2006/relationships/notesMaster" Target="/ppt/notesMasters/notesMaster1.xml" Id="R2fc4c3dc267d45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b5005ad868455f" /><Relationship Type="http://schemas.openxmlformats.org/officeDocument/2006/relationships/notesMaster" Target="/ppt/notesMasters/notesMaster1.xml" Id="R01d9ba7245c542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a0ab252ca8442b" /><Relationship Type="http://schemas.openxmlformats.org/officeDocument/2006/relationships/notesMaster" Target="/ppt/notesMasters/notesMaster1.xml" Id="Red90bc890abd41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3be0a32924426f" /><Relationship Type="http://schemas.openxmlformats.org/officeDocument/2006/relationships/notesMaster" Target="/ppt/notesMasters/notesMaster1.xml" Id="R8bb958de07da43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679925a01c4048" /><Relationship Type="http://schemas.openxmlformats.org/officeDocument/2006/relationships/notesMaster" Target="/ppt/notesMasters/notesMaster1.xml" Id="R3bc9a5e56bba45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fbc961b6b441fe" /><Relationship Type="http://schemas.openxmlformats.org/officeDocument/2006/relationships/notesMaster" Target="/ppt/notesMasters/notesMaster1.xml" Id="R91be389b8b4f47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439d748ac84e60" /><Relationship Type="http://schemas.openxmlformats.org/officeDocument/2006/relationships/notesMaster" Target="/ppt/notesMasters/notesMaster1.xml" Id="R92548f91d1a544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42b04926fb4fe3" /><Relationship Type="http://schemas.openxmlformats.org/officeDocument/2006/relationships/notesMaster" Target="/ppt/notesMasters/notesMaster1.xml" Id="Rbe05248536e649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3d39bde6b64d19" /><Relationship Type="http://schemas.openxmlformats.org/officeDocument/2006/relationships/notesMaster" Target="/ppt/notesMasters/notesMaster1.xml" Id="R4e4b56a9b5694e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4adc2f89de4055" /><Relationship Type="http://schemas.openxmlformats.org/officeDocument/2006/relationships/notesMaster" Target="/ppt/notesMasters/notesMaster1.xml" Id="R8b3bf87bdebb4a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778a50b11c495b" /><Relationship Type="http://schemas.openxmlformats.org/officeDocument/2006/relationships/notesMaster" Target="/ppt/notesMasters/notesMaster1.xml" Id="Rfd06d0b7bb1141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9d898e24d849e4" /><Relationship Type="http://schemas.openxmlformats.org/officeDocument/2006/relationships/notesMaster" Target="/ppt/notesMasters/notesMaster1.xml" Id="R2381c9566cc246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77ce0f26f44288" /><Relationship Type="http://schemas.openxmlformats.org/officeDocument/2006/relationships/notesMaster" Target="/ppt/notesMasters/notesMaster1.xml" Id="Rbc073bbb76b44c2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a9c06417b84775" /><Relationship Type="http://schemas.openxmlformats.org/officeDocument/2006/relationships/notesMaster" Target="/ppt/notesMasters/notesMaster1.xml" Id="R7f1b23556c8d43c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e0624ed23b946e6" /><Relationship Type="http://schemas.openxmlformats.org/officeDocument/2006/relationships/notesMaster" Target="/ppt/notesMasters/notesMaster1.xml" Id="Ra2469884e80a4f4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9e2c6ec102425a" /><Relationship Type="http://schemas.openxmlformats.org/officeDocument/2006/relationships/notesMaster" Target="/ppt/notesMasters/notesMaster1.xml" Id="R2e42f89a217b4f5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1ac983ba9846c1" /><Relationship Type="http://schemas.openxmlformats.org/officeDocument/2006/relationships/notesMaster" Target="/ppt/notesMasters/notesMaster1.xml" Id="Rca8e609b1ffa42c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81f47b5142f4247" /><Relationship Type="http://schemas.openxmlformats.org/officeDocument/2006/relationships/notesMaster" Target="/ppt/notesMasters/notesMaster1.xml" Id="R496168d6a168491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0a8149fe48475a" /><Relationship Type="http://schemas.openxmlformats.org/officeDocument/2006/relationships/notesMaster" Target="/ppt/notesMasters/notesMaster1.xml" Id="R9e3bd5e56e304c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1215d6e29de49a0" /><Relationship Type="http://schemas.openxmlformats.org/officeDocument/2006/relationships/notesMaster" Target="/ppt/notesMasters/notesMaster1.xml" Id="R05242a1b7f084f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5d97f6775334f39" /><Relationship Type="http://schemas.openxmlformats.org/officeDocument/2006/relationships/notesMaster" Target="/ppt/notesMasters/notesMaster1.xml" Id="R385386dbff3e4a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87ed43bffdb46d8" /><Relationship Type="http://schemas.openxmlformats.org/officeDocument/2006/relationships/notesMaster" Target="/ppt/notesMasters/notesMaster1.xml" Id="Rceab682afc094bd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bc29c9a40334acc" /><Relationship Type="http://schemas.openxmlformats.org/officeDocument/2006/relationships/notesMaster" Target="/ppt/notesMasters/notesMaster1.xml" Id="R6633942106224d2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3029ef23f1d4603" /><Relationship Type="http://schemas.openxmlformats.org/officeDocument/2006/relationships/notesMaster" Target="/ppt/notesMasters/notesMaster1.xml" Id="R123cbecbb8194e9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9e830d96a8d47f9" /><Relationship Type="http://schemas.openxmlformats.org/officeDocument/2006/relationships/notesMaster" Target="/ppt/notesMasters/notesMaster1.xml" Id="R3432ab18596b4ce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b67c28aacea4472" /><Relationship Type="http://schemas.openxmlformats.org/officeDocument/2006/relationships/notesMaster" Target="/ppt/notesMasters/notesMaster1.xml" Id="R5aa26f38f35c430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b7e0abbfc064c46" /><Relationship Type="http://schemas.openxmlformats.org/officeDocument/2006/relationships/notesMaster" Target="/ppt/notesMasters/notesMaster1.xml" Id="R8b63c0a35ea742d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29c0590d593467f" /><Relationship Type="http://schemas.openxmlformats.org/officeDocument/2006/relationships/notesMaster" Target="/ppt/notesMasters/notesMaster1.xml" Id="R317ee0e1f76941d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de19c66f9f94d62" /><Relationship Type="http://schemas.openxmlformats.org/officeDocument/2006/relationships/notesMaster" Target="/ppt/notesMasters/notesMaster1.xml" Id="Rea4194de9ad8404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9e3da8e1f7c48ec" /><Relationship Type="http://schemas.openxmlformats.org/officeDocument/2006/relationships/notesMaster" Target="/ppt/notesMasters/notesMaster1.xml" Id="R3d0de7cd1d654a6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05c967dfda84698" /><Relationship Type="http://schemas.openxmlformats.org/officeDocument/2006/relationships/notesMaster" Target="/ppt/notesMasters/notesMaster1.xml" Id="R0603a278c5c44d4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3b8c268f8be4eb0" /><Relationship Type="http://schemas.openxmlformats.org/officeDocument/2006/relationships/notesMaster" Target="/ppt/notesMasters/notesMaster1.xml" Id="Re7f8aca58c5c44d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921c2cdbb5d4c34" /><Relationship Type="http://schemas.openxmlformats.org/officeDocument/2006/relationships/notesMaster" Target="/ppt/notesMasters/notesMaster1.xml" Id="Ra76ff506493946c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3a5d85c6e084d3c" /><Relationship Type="http://schemas.openxmlformats.org/officeDocument/2006/relationships/notesMaster" Target="/ppt/notesMasters/notesMaster1.xml" Id="Re9df6bfb3fe540a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0ea634a314840e7" /><Relationship Type="http://schemas.openxmlformats.org/officeDocument/2006/relationships/notesMaster" Target="/ppt/notesMasters/notesMaster1.xml" Id="R9872bbaf294c46a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7f6f36e0f8c41b9" /><Relationship Type="http://schemas.openxmlformats.org/officeDocument/2006/relationships/notesMaster" Target="/ppt/notesMasters/notesMaster1.xml" Id="R40f5fbc3c6ef414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87606a028054bef" /><Relationship Type="http://schemas.openxmlformats.org/officeDocument/2006/relationships/notesMaster" Target="/ppt/notesMasters/notesMaster1.xml" Id="Rff9ef22b53154d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08db1787444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480111bcc24fcc" /><Relationship Type="http://schemas.openxmlformats.org/officeDocument/2006/relationships/slideLayout" Target="/ppt/slideLayouts/slideLayout1.xml" Id="Rdb40277f08f247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40277f08f247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3ff1a68a44759" /><Relationship Type="http://schemas.openxmlformats.org/officeDocument/2006/relationships/notesSlide" Target="/ppt/notesSlides/notesSlide1.xml" Id="R17a1ed93775b46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4441b9f27468a" /><Relationship Type="http://schemas.openxmlformats.org/officeDocument/2006/relationships/notesSlide" Target="/ppt/notesSlides/notesSlide2.xml" Id="R8e656d473b7f42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3d645b7ec42c5" /><Relationship Type="http://schemas.openxmlformats.org/officeDocument/2006/relationships/notesSlide" Target="/ppt/notesSlides/notesSlide3.xml" Id="R16281c02c7f24d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070d42a934d78" /><Relationship Type="http://schemas.openxmlformats.org/officeDocument/2006/relationships/notesSlide" Target="/ppt/notesSlides/notesSlide4.xml" Id="R797c213c9b5246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c4ee1561243b1" /><Relationship Type="http://schemas.openxmlformats.org/officeDocument/2006/relationships/notesSlide" Target="/ppt/notesSlides/notesSlide5.xml" Id="R6104f52c0af64d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6507284904186" /><Relationship Type="http://schemas.openxmlformats.org/officeDocument/2006/relationships/notesSlide" Target="/ppt/notesSlides/notesSlide6.xml" Id="R5b426e1560194d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e24b5036b4c76" /><Relationship Type="http://schemas.openxmlformats.org/officeDocument/2006/relationships/notesSlide" Target="/ppt/notesSlides/notesSlide7.xml" Id="R12e404d71a264c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39a9f4a724c74" /><Relationship Type="http://schemas.openxmlformats.org/officeDocument/2006/relationships/notesSlide" Target="/ppt/notesSlides/notesSlide8.xml" Id="Rd35cd80bcf894a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3995c8bd046e7" /><Relationship Type="http://schemas.openxmlformats.org/officeDocument/2006/relationships/notesSlide" Target="/ppt/notesSlides/notesSlide9.xml" Id="R3817bdc57d974a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35d9514ac40b9" /><Relationship Type="http://schemas.openxmlformats.org/officeDocument/2006/relationships/notesSlide" Target="/ppt/notesSlides/notesSlide10.xml" Id="R0d841a2e920242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dc8640e9a438a" /><Relationship Type="http://schemas.openxmlformats.org/officeDocument/2006/relationships/notesSlide" Target="/ppt/notesSlides/notesSlide11.xml" Id="R88e51445ba9241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be826692a422f" /><Relationship Type="http://schemas.openxmlformats.org/officeDocument/2006/relationships/notesSlide" Target="/ppt/notesSlides/notesSlide12.xml" Id="R411fce2c689d4d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1b0a12e004534" /><Relationship Type="http://schemas.openxmlformats.org/officeDocument/2006/relationships/notesSlide" Target="/ppt/notesSlides/notesSlide13.xml" Id="R24837fd8c0524a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3449ae48341d8" /><Relationship Type="http://schemas.openxmlformats.org/officeDocument/2006/relationships/notesSlide" Target="/ppt/notesSlides/notesSlide14.xml" Id="R21370b1f92bc41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06dbee3774eeb" /><Relationship Type="http://schemas.openxmlformats.org/officeDocument/2006/relationships/notesSlide" Target="/ppt/notesSlides/notesSlide15.xml" Id="R5299abaed2a24b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63105ee384347" /><Relationship Type="http://schemas.openxmlformats.org/officeDocument/2006/relationships/notesSlide" Target="/ppt/notesSlides/notesSlide16.xml" Id="R9a5d4a8eea254d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74b8eac2c4e9a" /><Relationship Type="http://schemas.openxmlformats.org/officeDocument/2006/relationships/notesSlide" Target="/ppt/notesSlides/notesSlide17.xml" Id="R18a6d11c56c7486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965adbc714adb" /><Relationship Type="http://schemas.openxmlformats.org/officeDocument/2006/relationships/notesSlide" Target="/ppt/notesSlides/notesSlide18.xml" Id="R3667d5ff153549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f2ecbde3e4a7a" /><Relationship Type="http://schemas.openxmlformats.org/officeDocument/2006/relationships/notesSlide" Target="/ppt/notesSlides/notesSlide19.xml" Id="R18768954b316489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9e4517cd044be" /><Relationship Type="http://schemas.openxmlformats.org/officeDocument/2006/relationships/notesSlide" Target="/ppt/notesSlides/notesSlide20.xml" Id="Rb73b3f870df345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f1eef46a94ac2" /><Relationship Type="http://schemas.openxmlformats.org/officeDocument/2006/relationships/notesSlide" Target="/ppt/notesSlides/notesSlide21.xml" Id="R327ef63547a146f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e71b8b5374bcc" /><Relationship Type="http://schemas.openxmlformats.org/officeDocument/2006/relationships/notesSlide" Target="/ppt/notesSlides/notesSlide22.xml" Id="R20d5b46a25f040b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3bbe5a5f04c2e" /><Relationship Type="http://schemas.openxmlformats.org/officeDocument/2006/relationships/notesSlide" Target="/ppt/notesSlides/notesSlide23.xml" Id="Rdcc22cee6c2a4f7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39d58394c44de" /><Relationship Type="http://schemas.openxmlformats.org/officeDocument/2006/relationships/notesSlide" Target="/ppt/notesSlides/notesSlide24.xml" Id="R21c4b1db22af451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ec8f0bd3b448b" /><Relationship Type="http://schemas.openxmlformats.org/officeDocument/2006/relationships/notesSlide" Target="/ppt/notesSlides/notesSlide25.xml" Id="R3336214c6139486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e409f920144f5" /><Relationship Type="http://schemas.openxmlformats.org/officeDocument/2006/relationships/notesSlide" Target="/ppt/notesSlides/notesSlide26.xml" Id="Reb1b7384cb1e456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50cd018194aab" /><Relationship Type="http://schemas.openxmlformats.org/officeDocument/2006/relationships/notesSlide" Target="/ppt/notesSlides/notesSlide27.xml" Id="Rb638f779c332419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217a3112948e6" /><Relationship Type="http://schemas.openxmlformats.org/officeDocument/2006/relationships/notesSlide" Target="/ppt/notesSlides/notesSlide28.xml" Id="Re1cd071e3e6c4e3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fa94e24bb4abd" /><Relationship Type="http://schemas.openxmlformats.org/officeDocument/2006/relationships/notesSlide" Target="/ppt/notesSlides/notesSlide29.xml" Id="Rb41ed1d7d80c431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370a139ef4d4a" /><Relationship Type="http://schemas.openxmlformats.org/officeDocument/2006/relationships/notesSlide" Target="/ppt/notesSlides/notesSlide30.xml" Id="R207ff33f7ff7494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f2d1597014102" /><Relationship Type="http://schemas.openxmlformats.org/officeDocument/2006/relationships/notesSlide" Target="/ppt/notesSlides/notesSlide31.xml" Id="R6ac8e5ef26b1474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2925d32984ad3" /><Relationship Type="http://schemas.openxmlformats.org/officeDocument/2006/relationships/notesSlide" Target="/ppt/notesSlides/notesSlide32.xml" Id="R2fb47c98b67d438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8e82971164ccd" /><Relationship Type="http://schemas.openxmlformats.org/officeDocument/2006/relationships/notesSlide" Target="/ppt/notesSlides/notesSlide33.xml" Id="Rc83372a0d0ee476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d20412cb046de" /><Relationship Type="http://schemas.openxmlformats.org/officeDocument/2006/relationships/notesSlide" Target="/ppt/notesSlides/notesSlide34.xml" Id="Rb52ddc08f8514f1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1554601c742f8" /><Relationship Type="http://schemas.openxmlformats.org/officeDocument/2006/relationships/notesSlide" Target="/ppt/notesSlides/notesSlide35.xml" Id="R62c96abe379b4d8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5f838b91c4b09" /><Relationship Type="http://schemas.openxmlformats.org/officeDocument/2006/relationships/notesSlide" Target="/ppt/notesSlides/notesSlide36.xml" Id="R1ed03227cd984b9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228d743514311" /><Relationship Type="http://schemas.openxmlformats.org/officeDocument/2006/relationships/notesSlide" Target="/ppt/notesSlides/notesSlide37.xml" Id="R39a88d0681374b8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f068d938e47d6" /><Relationship Type="http://schemas.openxmlformats.org/officeDocument/2006/relationships/notesSlide" Target="/ppt/notesSlides/notesSlide38.xml" Id="R65ebc86779e14dd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bed2ef97e4bd1" /><Relationship Type="http://schemas.openxmlformats.org/officeDocument/2006/relationships/notesSlide" Target="/ppt/notesSlides/notesSlide39.xml" Id="R45b3809b0bd84a4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86197048b42e0" /><Relationship Type="http://schemas.openxmlformats.org/officeDocument/2006/relationships/notesSlide" Target="/ppt/notesSlides/notesSlide40.xml" Id="Raf7b6672cccb426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ae9684d4e4831" /><Relationship Type="http://schemas.openxmlformats.org/officeDocument/2006/relationships/notesSlide" Target="/ppt/notesSlides/notesSlide41.xml" Id="R0f01e506cdc34cb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4b3331ebd44f2" /><Relationship Type="http://schemas.openxmlformats.org/officeDocument/2006/relationships/notesSlide" Target="/ppt/notesSlides/notesSlide42.xml" Id="Re84853047e3b41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E96EA-1D4B-4828-BFB2-AB8570F6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93035-0F72-4DBC-B9CC-B2BCDFD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Electrical Properties of Metals and Semiconductors Failures of classical free electron theory, Mechanisms of electron sc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A47F7-6437-4228-A960-9067AAD3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QUANTUM PHYSICS AND ELECTRONIC SENSORS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1BPHEC102/202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81681-C57E-4C78-BEA5-3AAAB0E6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67E5F-DC4F-4073-AA96-3ABBADA8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E71A5-2507-4D16-B266-C76C364C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4804C-63F5-413E-833C-3AB9F06F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581D2-000B-4908-96F1-B61AC33A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40A68-BBEF-4EBF-8E2E-EF588860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231C1-CE72-4941-809D-F4098C30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5B843-2285-4D10-BB72-B908733B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01CF1-5D53-434F-9FD4-AC7CBC50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19336-478D-40BC-BBD7-A62C7758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84383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CC58E-8EC6-41F7-B663-A8FF2B93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05481-3E5A-45C3-BB84-A53ED5A5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1A88B-84D4-4B79-A3C8-946A2938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443F5-AA27-43C4-B372-C2C5851E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8EDB4-8CEE-4C6E-9586-8DBC251F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AE0BA-64B2-44DE-A393-8F9F7830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6D0E8-4ED3-4A1E-9606-553C97E2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32422-8544-47C1-9ED3-2ED828AC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08F7F-0CF6-4790-A68F-5C29BF8D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21292-AC99-4B07-875F-E182D901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69659-BC5B-4C9F-BB38-DFD37496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420EA-A5F0-4029-93E7-F7C05EE9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12643-4DC0-4A73-9E27-F1669335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690EB-5922-40A3-9E80-D9917548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9BEA5-513A-4090-B705-7327DF8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324322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47F5E-3005-46A4-878A-6F08835D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F7B76-CB82-4243-94C3-8304BFD7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96EB6-60B8-4419-8E22-164CEFC4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A8D2B-7BB7-4760-85D4-EE007DFF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30046-F6C5-423D-8BD7-E698A449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FC902-9B40-4002-8D5F-80085C95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C35BD-C9E6-4EF2-99F6-CE3DB953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44A56-D6F1-48C5-85E0-F6EDA04B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C4E9C-6DAB-4174-B947-74559B85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Electrical Properties of Metals and Semiconductors Failur...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89858-5D57-457D-AD38-58250A32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03FBB-3327-41E8-A38F-08943225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C9007-02E1-4292-8683-7919C155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Mechanisms of electron scattering in solids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FF263-6D84-4BAB-B616-41675A5B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11336-5803-4D18-893A-3E6739C7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F2040-0215-439F-9324-891DBB36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Matheissen's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713BC-518B-4CA1-8F2A-6505CBB8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ACE68-0823-4A03-BB51-3DB6A7C2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8AA1F-126E-49CB-8E38-141A116F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As- sumptions of Quantum free electron theory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4BDFD-7237-4E92-9B60-E8418803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6CE301-F29D-445D-B1DA-6144C692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1E8B4-4558-4011-AC44-2795095D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Density of states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E4E73-0973-47AE-95BB-0851012E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BA464-9B84-432A-B42F-57642A1E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810C0-893F-46F0-BBB9-41663E9E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Fermi Dirac statistics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955265-A170-4860-9D8E-839C35CB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745C2-92EF-4D9D-BB34-F3F7AA2D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A9BEF0-64EC-404B-B62E-E1A002CE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Fermi energy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2E4340-5D84-405B-B043-9CB04E48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AA6B20-2608-43E3-90BC-407B0614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A4FC2-CE4A-49EC-930F-FFE40392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Variation of Fermi factor with temperature and energy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330A8-A6EF-4FAF-88A1-2DD2189B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DC5071-26C3-485A-8658-5326BF5D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035289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6A04D6-063E-4725-83D8-4A48C3E7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B2C8E-97B9-4EFD-A465-6614D89E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3B3E0-874D-4711-A549-ED17C977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FC487-5D7A-4A01-B41F-843634C6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64425-F18E-4D58-B0DE-073C4576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097EF-A2A3-4444-9F9B-34BCFF6F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A43D3-05B1-4FEA-808F-3676951A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04B73-B4CC-4450-AD2B-300BD6EA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Electrical Properties of Metals and Semiconductors Failur...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F4627-B7BA-4057-9228-C6B9F90D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B3806-9947-4590-8DA2-6D8E8C55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A6116-3F68-4DAD-BA1C-2CB43984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Mechanisms of electron scattering in solids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D251A-9F5B-4308-94BA-3D172733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31B60-1696-45D7-9B27-10A6364C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C4B92-82E9-417D-BAB6-D055CC64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Matheissen's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D598E-131D-4CC6-9F4E-189A971B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F32BF-90B4-4BBC-9619-3F3CAEE6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7F0CC-856F-4273-9AE6-1170415C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As- sumptions of Quantum free electron theory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B6AB7-66AD-4438-8CA6-EC565CB6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66A55-6BD8-4929-9A98-68778C0C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14584-1FA0-4D59-9CAC-A4D4A940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Density of states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CA05D4-F495-45D1-B5C5-125AD6FE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6A8E9-5B04-4E73-AB0D-0F517786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58CC4-F702-45E5-8091-DA50AF2A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Fermi Dirac statistics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B4E39-3A01-4324-9DE5-62F6F9E3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1D152-5C9F-44C5-A681-568107E6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DBD28A-8CE3-472D-A86A-79A1ECE4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Fermi energy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848313-F55C-415C-82FB-509C7B47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14776-9F5B-45C7-9942-0C2AEB7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2761E3-C5AA-4297-8E12-C3C48A97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126032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E0090-2FEC-4B2E-AC8F-4233809D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1CFD6-F55E-459A-872E-34D19B72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B5DED-6C1F-43ED-8A2C-2F6DBF89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C2873-512A-482D-B970-26700FD8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20CBC-0A5B-4D60-8D58-EF298144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554CD-CB7C-4549-86D9-1D440806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FAF9F-F0A7-4FE9-B278-1A907EB8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FE2CC-E4E3-4CAF-85EB-48391212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Semiconductors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D1F8E-AB84-4AC3-8111-D114AB45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Failures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F74AA-8603-4978-9DC9-E42F23F4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37C44-4AA4-47DC-A9F4-412A616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3AEC6-472C-48C6-A789-74EE46E3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26F48-512F-4270-BAA3-7DCE4CCE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Mechanisms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77442-4021-4308-8748-2B88B5B0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scattering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5B2B2-D475-4B99-866E-A59D3124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89253-8F5D-4082-B373-D467A826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622775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6A898-232B-4581-8193-80D88081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00F34-7B9D-4B7E-A396-909A19CF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D4921-535A-4953-BB21-2C685CCE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A1832-4560-4318-84C9-895A6302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E5245-B1FD-4775-8EE0-BDE539ED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Electrical Properties of Metals and Semiconductors Failures of classical free electron 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5F10A-DDF9-4573-A2BD-60C207F7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Electrical Properties of Metals and Semic...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26DD9-9C63-45B3-8EFD-FC62B0DF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F5D8E-3443-4C62-A7B2-0AB4AEB3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FA331-CB07-4242-826D-50EDF692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E3098-A9D7-4603-8BA2-FFF51240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57DBB-294F-4215-B906-C890C254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71320-E37E-4B55-8AA3-2D6179AB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E439B-124E-422E-A05B-D9464012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B7B72-75D0-4352-B089-2DC88FFE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921A1-F411-4CB1-B14F-FFBB8994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9091C-DC77-4C45-8D78-F4204782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9890852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1EEDC-92A1-4AF1-A5A7-0615691F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4BE96-F82A-490D-8C58-5E97F51D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5DB66-8B4F-468C-8133-878A470E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D4328-BF32-4CAF-A6C4-48F4D844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59A60-0767-4672-8C2F-D28597D8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81B5E-C6CC-415B-9643-8DB3B060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C271B-5D7A-46C5-851F-0AAFE6BE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DF263-D44F-4A9B-B71F-A7C6B6C3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40519-97CA-4929-B016-7FEC0623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Electrical...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1D369-7B8F-42FD-BE89-69098886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FCDCE-1B9C-4261-9795-6682AF2A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ED143-31B3-4EDC-A076-CCB7F3CF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Electr...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14BE8-B25B-4138-A4B0-DA75594F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D9C9F-ACBC-44BB-8088-07F97296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70EE1-68D9-40FA-A7BE-5F5A54EF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Electrical 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3153C-936C-40CD-B92D-7EFA9D0A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4D023-71BD-4F8E-95EC-DFA7EFD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68B97-1732-46D0-9450-E497DC41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Electrical...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FE846-C5D0-451D-80AF-36C635E3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7140D-8B6C-4673-A893-16F20A70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5E288-0E0A-4F1F-A742-B648EDA6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Electr...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23FD1-883F-4FC9-B6C9-ACC1A55C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F3FE7-6E42-43A0-AB0C-E2383918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314137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9459A-ACFC-44A4-BC22-73D1A9D8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22B35-1A7F-4271-92A4-42F8CE76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B7EA2-CCF2-45DE-A4D7-458D4431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D1B80-08DB-4DC1-9AC5-2E030C7A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9BB8A-0EFF-422F-8BCC-53B63E35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F4D3F-C622-4E1A-BC66-D8E14D92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BEB40-056C-4BD3-ADD8-12E597F6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F28CC-81E8-489C-9674-5BD0E8F3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D3FE9-E852-40A2-B633-06E635B4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45E26-0F72-460D-B16F-82347288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A912B-9DFD-4F6F-8F35-238CD269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6BD59-D09E-4D6F-A8AB-06A7A56C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8D218-871D-49D1-8A11-4EC4EB30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8B238-995F-46CB-BEBC-F2606868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0B1E5-6446-41BB-9FFF-574B3A1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0287115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1DA52-2AFA-4259-90A5-AC599BDA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A0A5C-0CE2-485C-BE3F-92B62356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C2CB2-A8A8-48CA-85DE-376120DB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4EFE5-6030-41B4-87CC-F3A6F58E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F9E01-DDC1-478A-9017-72BCD951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91DE4-CC05-4C42-BCAF-C051E542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Electrical Properties of Metals and Semiconductors Failur...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A4DED-A8EF-48B9-BB7C-C68615C9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E1AD5-2934-49DC-8840-E6CBD9A6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E8E2D-40DD-496A-98A6-978A6B7B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BD539-F0B9-40B0-B4C3-867F66D1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C1289-DF14-4794-8C0A-540F6942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986793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23693-1BC4-42B0-A24A-F89CF26E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60D98-0986-42AC-8A65-05A49A77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B5826-F661-47DE-A625-04EA9847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35BA5-AA13-4C0E-8132-A76A9176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AA814-B6D4-41B0-BF8E-B3C1B8BD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Mechanisms of electron scattering in 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E0D6C-B6C9-468B-9DBF-0245BD36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Mechanisms of electron scattering in soli...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93756-C45C-470F-B447-C2DA567C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FBA28-06B3-4360-AEEB-7CD8083D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50AFB-6F5C-47FF-98A6-144D5ED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B235A-736C-4C22-AC3E-9CA1865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52C25-527F-4348-8255-949FE669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BFC64-0C43-4A98-BF2F-516D1FDD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74ED-0612-494A-AA0D-CE85825D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52822-81D5-4E78-9DF1-22843490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18B94-898E-4060-9060-A4644295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5EBC3-6AC5-40BD-8BE9-DEA7E424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064582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22497A-3DFA-4CEC-BFF8-39AC434A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D03DE-87A0-4BE8-8887-C6C2F357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5DE85-8E03-4D5F-B6BE-B4921F1E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C216A-AFE9-4089-BAB6-82A7BBD9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582C0-DF59-4321-8F96-F32B89D6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E3F33-9AB7-47D9-88C2-F613E6B6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2CA63-50BE-4A5C-8E5B-587361E4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30D54-A7F7-40E6-A7C9-A5392005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7E436-E2C8-49B9-9300-CE68CEEE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Mechanisms...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AF5DC-A29D-44A1-BE6E-88DCAC1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00152-2C3D-4ED8-AAB1-037FCB4C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7F778-91BA-46F3-A156-9DB64403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Mechan...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C2FE1-BF0C-4F87-B9FB-2FEF8560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FD958-D68A-4A5B-AD86-BC16F85A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4F910-048C-4B00-941D-9080C585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Mechanisms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E6463-038A-452E-B330-95E40111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ABC93-062C-4C9D-81A2-AEE91A1E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10DB1-985C-4280-A17D-D7DDA660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Mechanisms...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45B49-DA43-486E-A8D6-F2AF988F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8FBAE-C4B8-482C-BE96-E6597CAE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4B8FF-5CCC-4DCE-9464-EC4E14BA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Mechan...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41355-CEB2-4FB0-9A6B-06BB14E5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EB972B-0F84-47D9-AE19-FC98687D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8497870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4849D-7997-49A4-BCE1-1169DA02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CA1DE-5CAF-41F9-886E-19A2A515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B5346-D921-4F26-BA7A-B04608BC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8F9B0-4943-4878-A817-2A1795AE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3B17A-0F83-4061-84F1-93818F0D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A9834-B655-4E87-9B6C-A2391D8E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27D15-6AAC-4798-A34B-1ED5D0FB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0FC46-890C-4419-B4E0-FEAEFB7D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B4AEF-961E-482F-8451-1AA77631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4F7BD-4CD7-4241-8F9F-9A3EF0DD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35044-1D8D-4A19-BDA6-1ABE856A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C973B-2407-4E0B-9100-B937484C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3BC6E-C3BD-41C6-8ECA-7680144B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13C64-30A7-43C8-8301-0468EA39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C7A8E-6E32-479B-81BD-4734B0AA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8120566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9AF8D-4DD2-4CAD-A286-5295E1C4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EF23F-6EC0-4987-AEE8-1F665875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773AE-D5FC-4C05-962C-51B3D64E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1C762-6271-4AE2-B616-739AC315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4EC2D-FD13-411E-8A18-CBD67CDF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6B36A-687C-46FE-ABEF-B99C5002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Mechanisms of electron scattering in solids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3369B-DBC9-46E6-9B58-C46B8A51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8AE3B-682A-4067-9D8F-786BB4A7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7B4B1-6D3A-4D25-AE74-7FA9E8EF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A34F0-54E6-46AF-B85F-2B74714B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2E94B-8A74-46CC-8DAC-1974E64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68843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074A3-A673-49C4-A770-C6E89E48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1793F-2243-41ED-B840-1C3AC6AE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4D928-FE06-41DE-90CA-DC5E03E3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3E37B-2FA1-4EE7-B572-AFC73657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A401C-9214-4149-9E27-44C0AE4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Matheissen's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DD34D-E644-47F0-A2FA-4A1A1E78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Matheissen's rule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8C18B-3ED2-4CBA-A500-9F0E5F69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06CBC-E3C9-4A82-A2D2-AC4B09E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A8A4A-C230-4E90-8965-D5403290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7A1D5-2259-4958-B445-F6AAE025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01288-D542-42AA-9BCD-5CABC516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E99E6-4A98-4F30-B05A-49048C89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CB2F9-277E-4950-8E7B-3C7F440A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CE2D6-D921-426E-A916-0A894313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8D281-5351-4F50-B882-E1DEE094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FC0C4-2585-4009-8604-11DF6005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433026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F866D-E23E-49E3-A3D7-2E1188CA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5B9A2-AEF7-4504-927B-F03E2E14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FCF7D-B7AD-4203-8423-6269905F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D0CAF-F4EB-4F9F-9FE6-B8CF5BED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5F6E1-5FCC-41E7-9685-CCB8B8E5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8C487-158A-46E9-84D1-6A374D40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D99BF-5A37-47BA-AB00-3DD3A330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9B6F0-FE95-473C-8207-75ACE578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082EA-FAC6-4896-9759-43155EB3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Matheissen'...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D4F9E-CA1A-44A6-8C66-B9515948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8BD49-1328-4FBA-8EF0-F8955CEB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BED49-64D5-4FBB-95D9-265893F4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Mathei...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ACD64-9EE4-4E0E-9A33-CA042925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96675-4F2D-4E9F-8583-78FD77CE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88607-ADCF-4E55-AD5E-FB4321D6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Matheissen's...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5233A-9F79-45BF-B52B-1B24B145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67A6F-519E-4B8B-944E-7CFA8283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30608-5417-485C-898F-D72A1C4B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Matheissen'...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EB0C1-14CB-4519-8203-D6D453D6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57394-19F5-4032-87AA-28EC0B54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02280-7573-417F-81B2-C3EC8AD0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Mathei...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C70C8-E6D8-4B82-85C4-3E9044A1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E7476-FE25-4DC8-8277-E5A35F61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1170852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45324-D28A-4E60-89B5-7015A28C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9021A-4418-4FF1-8218-28F2C953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3CC89-B161-4A63-B3D2-84F5BCC1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51A90-3CC3-4FDB-AE19-C8CDC10D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7411D-CC9D-4C8D-BE81-38F9A5CA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D4477-00D7-4436-864A-B505B78A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AF063-A008-46BD-9A80-573BDC5A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F81B1-5FFF-4B54-BBE3-D476B454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0AE62-7070-47D0-885C-174897FA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A5216-A3AA-455B-B65F-8FCE7E47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0E668-B175-466A-9B23-AC2D220E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17CF3-EC2E-4649-BF5F-846960CB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F6719-B2D7-4D24-AD46-A0FBB442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D7FC2-7963-4A39-AAE0-6D44A035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C14F0-89EF-4340-A70D-38E17B57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235796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F0FB4-57B6-4AFB-9C7B-425032F1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458D3-9293-4C05-94DF-1021EC7B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685CB-5C66-4DB6-8848-7BE26526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B3336-27A3-412F-BF17-4CA12768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5D367-6215-43D3-B489-3EFFE3DC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BBA3F-4FF7-46EB-A72E-2B073BEF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Matheissen's rule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4A51C-EA8C-4B01-B028-8F33B826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BB5AC-F54B-4212-9A92-7A5D73EE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B25A0-548F-4C75-8405-15B1CF6F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DA83B-B486-4492-919C-BEAA342F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40E5A-D288-48F4-AC13-FB3F505F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6385078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9CC13-5305-431D-AE2E-BC25B6E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3F837-65D7-44AB-A17C-42639878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2770A-D485-46C6-B791-52FBC20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EC5BD-3CC2-4B69-A0A5-1FFE9079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D7905-D4FE-4555-AE00-473C5364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As- sumptions of Quantum free electron 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E42C5-628C-4FD6-88EF-2AF631EA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As- sumptions of Quantum free electron th...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32B25-428F-4040-8CF8-37B7A81C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AFA35-DC95-4D51-9A89-570CFFF0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A4348-D308-40C8-8356-4612219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A379E-A054-4DE2-BED9-C4926444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1C9EE-0495-4D9E-9B93-177047DE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1F900-9D9E-4AB2-9582-421BBE55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34BC8-145B-4851-A859-1C252740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7FDCD-61AE-4231-B444-A4676718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E03B5-957F-4E5A-BD64-7C00EE72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2A2ED-4344-4FDD-AA48-4F33DF55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0947410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B783B-1302-4A49-A833-D520ADAC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DADCF-BBCC-406B-9C62-C0B575A0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780E4-7866-4C51-8EED-729E1BAB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3EA04-1BB7-497A-A390-194EFA86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A67CD-6471-4DBA-B138-8D1D968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8E5AA-CE7B-4E83-984B-378BD080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439EF-5E8C-4F24-BD6F-DE3F543C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F926B-F019-444C-88FA-A42CB81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D226D-86B8-45BE-8314-EB59069C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As- sumptio...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72F68-C7C7-402C-A21C-68F013EB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BE7B5-A6C8-44B5-8772-F93FC1CF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91822-DC18-4AA6-A76D-2737B8A3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As- su...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D36B4-9F1F-4EA2-9F47-A1510358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391BC-99C1-4379-96E0-A055D8FE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BBBC9-3FB2-45B7-A2FB-35E700F9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As- sumption...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06522-26A1-4B74-9CAE-8213ED1A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8CB08-EF1F-4CA6-AC81-DE2E7D62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1872A-7CB3-430B-9ACA-DB671607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As- sumptio...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ED027-82E5-47D9-9EA6-72F04C1F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01589-3693-47F9-9524-979CC675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BA3F8-D42B-4946-8B2D-D9D42E5C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As- su...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708458-C120-4C4E-BCE6-AE470EF6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AD87C-C565-44D6-8DDA-4C41FE72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779553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6643D-1D37-4D5A-82F9-B2BDE6A4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EB40F-E603-4E84-B95D-111DF92B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31B06-8882-45B8-9DBA-69D6802D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0714E-689D-4A96-866D-79BFC6F6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92EA7-DC7D-4B05-BC5F-B85D7E82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C3E4A-67D6-4034-B1CE-827BEB44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70F9D-28EC-42D8-B087-0503FBA3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BF8B8-5632-4468-905F-991DD965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C6894-21F4-42DE-8935-422E4950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F0980-4C14-4FF3-9E8C-B8A7C889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CA304-091E-47AA-91F1-DE8393CE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C5CE2-48CE-4BD7-83C0-13746ADD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D958E-AC89-4907-8D5A-6C57B54F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4746B-734D-4E8D-B3D2-F6531279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860C9-B9B0-4E14-AEBD-B42D25BF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0532251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253F2-3C42-4038-B31D-A5DEC67B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AB3E7-BBA4-4073-8E90-76C3D15F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10BAC-43D9-45E7-B3DA-0CB3261D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30C93-4CF9-4C06-9C08-97CDF021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7768C-7933-45A3-A572-C9E43B8C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ADF51-7008-43B2-AAA0-E9D4A2CB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As- sumptions of Quantum free electron theory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EFE38-3497-49E4-93D9-C09C07E2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3C29B-B390-4433-B955-67F388C5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B9993-89A8-464C-9602-B57E0480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7EBFF-AE47-4EE1-9932-0ADEBAA8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1CC6B-48E0-48F8-A8E9-B302EF7C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019192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78B5D-A0BF-414F-9257-C24FE13E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52C3C-BED8-46AD-BB90-BEEEC955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5D037-E53A-447B-8473-F9B48843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7A1A2-96C0-4AC1-B5FD-C9F65483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4F94D-86D4-4F47-9B45-A6BA2339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Density of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56A41-4149-499C-910A-1A775B95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Density of states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CFC38-1047-42C6-99AA-1018276A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85A6D-DC84-491E-A971-DC62B420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FF142-9313-4351-B7B9-A5EDE745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75D31-ED37-4065-BF9A-92FDEA3E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07F68-DF89-4ABD-B7EB-5F80C1C0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A6FA3-46A3-4D15-809A-D189FB60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1AE16-F888-4E5C-B732-3E9C2F31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A41A8-320C-432B-9B79-DAE0AD97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86FF2-1949-44C3-B9F0-F9E5A91F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07CAA-3576-4DCB-AB79-811C67FF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761941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B0034E-3548-485D-8565-159F3224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7EDE1-1B83-4E7D-87B6-CE0BB285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960BE-E006-4A8B-A2B2-29E9A84D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61AE5-C55D-47E1-80AE-9BF7E9E7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108C5-E496-4665-8FB3-5EE31E61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C5CDF-7760-4A76-B6DA-6326EAA0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2189A-AC52-479E-89F0-52788C5D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99648-3772-4C4E-820B-6DF68F1E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9A8B8-84FF-4DE3-93C3-0E2B1B11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Density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49C9A-FE7A-437F-BD3D-DC2D8285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28D90-7DA7-492F-8281-EFD70BDC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6629C-049F-4947-B995-70EB0B86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Densit...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33FC6-32A6-4B7F-95CE-1B7CA3F3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DA204-6CBE-4B62-AD8D-9F74151F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6971D-5E07-406B-90EA-7E44255C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Density of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CC871-8C61-4A48-A924-5B0E62A3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B7E68-1647-4DF3-83F6-3B7D20B3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44480-7891-4196-9FDD-AA1B1C68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Density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1BD76-A50E-4FCD-865F-E6146F5B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A3E80-3755-4324-9117-3DC2B2DC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C0541-E6BA-4F89-9B65-142A989E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Densit...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2866A-BC44-4BF7-9714-9CBABE6D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E14619-3E69-4E4A-9CAF-288883AD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669641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B0544-75EE-4CA4-BC55-D6E5850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7AB29-ACD7-4988-B8A7-2D03C400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755E8-FF06-4452-A58B-4D024606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CEC5A-16C2-487F-9534-1DDFD30A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F7F14-8F62-4EB0-BC41-47C41B23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35660-03E5-4116-B9EB-E397332C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AFFE0-DB40-4856-9649-B5124A2A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F2795-CD2B-4B6F-96BC-A3C06903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1CC4A-3E92-4964-A33C-DC7590F0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E0F4E-9975-4911-A423-C155C6BA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DBB57-4A59-4D7A-BEFC-2AFD1E59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0817A-40DB-4AE2-BEA0-BD01D767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5CA46-C446-499D-85A3-DA2CDBD8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5D8B7-A7E2-4EDF-80D5-A8999AC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C045D-1E71-47D3-B90F-9E4EAF8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9069413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66114-12F7-4029-8065-E6FC44E9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BD35B-0C79-4CC0-8BA7-1CD1AE5C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4A26B-6E6B-4738-B982-BB47C6E6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2F117-DEB8-459D-8F8A-E7C0E9D5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BA465-B953-473A-9C6D-F54F0DA6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0A4DD-3ADD-4DE3-A944-4BCB883D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Density of states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CF6F6-01D4-4067-9E0C-FB04BA05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E1FA6-1F1D-4BC2-BBB7-B393006D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2E246-DCD3-4210-9666-939F0978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0E874-A8C6-41CE-9E77-2B161112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F0083-4502-4520-BD07-223E76A8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6132423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A23B3-3920-4ADD-AE19-23E6F0C2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7F4C-3E1F-4CC4-B08A-FD2DD839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30CF5-6E53-4166-970C-D074D207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D165F-BDE9-4793-9888-E199C497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400F0-EB2A-4682-AE68-8B6A29E2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Fermi Dirac statistics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78F06-B036-43E0-A787-881789D6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Fermi Dirac statistics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EECD1-B8A7-47F9-819D-2AD298CC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D6CBE-9764-480A-AE0D-95FABCC6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EB9C6-A2C0-4C98-B819-EA924301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5ADAF-9318-47C6-928A-27D7DBDA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5710B-11FF-4DDF-B7C5-4FE1B264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5876C-FE5C-4DAA-9C55-A628CDE2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7A368-24F2-4D27-BD52-5886897E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C31D0-F3D6-4D2D-90E4-4A37FAB8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4A374-33C9-46CD-9335-2E52D1FC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C89ED-78A7-404C-8827-CB5FEA24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27517868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3F827-3890-417C-BFC5-33A0EA4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E6E5B-A111-40BD-8E81-E46893ED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06E3A-CA7A-4CF2-8E33-74E71A1A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E1430-F896-460A-BA38-3EA8FB9B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39CCC-A66F-4968-856D-B6399BA9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0FAF5-40B7-414F-81D4-C432501D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07786-013D-40E5-8F10-7E7379DB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3C5FD-62F6-4EFA-B951-176F9B77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6614A-73D7-493D-93A3-39C6DB95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Fermi Dirac...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21480-96A4-496E-B0CE-2ED888DA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AB89B-EE30-45B8-BB57-E2076DFE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B8ABD-F9CD-4772-9C44-3E324D6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Fermi...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869CD-9959-4CD1-A9BE-1FBEFFE2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C1F74-3B59-4897-94B2-39E53451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C64D9-7309-480C-81FC-C053C998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Fermi Dirac...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9E34B-532C-42A9-A86B-B379B027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00EFF-AADF-474D-AD33-D326327D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2467B-9C4D-4459-9C1D-2DA4E1AB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Fermi Dirac...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CE7CF-5D49-4662-A907-4A1A441B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51260-A2E4-4626-B386-3914187A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EB782-3872-4B90-AADD-3CA3B78B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Fermi...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A3F54-F8A1-4E53-B419-9E3F0948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26D07-9EA6-4B19-877B-F939ABA7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0324253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AA9B6-BB56-4808-BBE4-A2C5CEB5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0480B-05BF-441C-8EBF-690ED141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F554A-9FA7-4A83-9266-A96B914F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E2F10-7E7F-4127-89E2-EDA9726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A232E-BC5F-48FF-99FA-16DAE6A3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35442-4156-46CC-89E2-7E2A3952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44B86-7419-4C56-B1CD-F9E50B7F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EB2C3-F030-4FAC-A665-2908A2F3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A242C-12E4-44DD-B7A8-AF65DC74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D0864-81EB-4A6F-B539-FA9A5F03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A904B-674A-4644-A004-61CA1EDB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5AE24-56E2-43FB-B7B9-2FCA926A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E28C0-69AE-452C-9E6A-B8B45348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BEE22-FDD2-4FF6-9043-C675B8B5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EDDB5-28D0-4EBD-BF25-8D874FAB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624131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DF1B4-D499-4D6F-B674-7ACDDBE0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5D5E6-26BB-4776-B367-FE593F8B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99D40-64E8-4CE4-8569-60CAF6A7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04D7A-2D78-4121-9763-69E1542F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37DE4-29D1-48D3-9D9F-C52DFC7D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F9640-D197-4CA7-BD07-BE63F266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Fermi Dirac statistics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77EB8-1C06-4C9C-98BE-E513AA19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41BDC-2D66-48DD-8A35-02E6DEF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BE9A8-B60F-4DF9-A2B1-8760DA48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B3948-E933-4D77-9517-279AC8A7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4D00A-1B65-45BB-B6BB-084964A9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353055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D4822-BF26-4218-8E25-37B8FD69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43B3D-219F-4768-A176-67C3C96C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A15D9-F7A8-4C89-96DB-0AEBBA7C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B18E4-8F71-44F3-BFC0-C6191DA2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551E1-0BA5-46AB-9386-D07B7361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Fermi energy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EDB78-7DE3-4397-9836-D8ED5971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Fermi energy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A7443-4874-4582-9C3B-CFC923DB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FAD1E-6EFD-45B6-BF14-8DE2CB77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58C91-9A50-4892-9EF4-B21B7EE9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427DA-0CA4-4FEF-A472-99F1B232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3C0B5-3DF5-4023-B9BB-A4365A2C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D53D0-77E9-4352-B778-434098C9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4C591-95A0-4A56-B2ED-B73FDF78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BA162-6AB8-44F8-B2ED-5A6E1E8A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4CB14-F56D-4EB9-BB3C-C225A4F2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5C863-0FC3-4224-8898-087DB55B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1562419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58BBCB-21E9-4FCF-88FE-630603DC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10AC2-9208-44BE-AC81-C2848BAB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20BF4-54C4-4CFD-81C3-CCE16C39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F4307-6226-40BD-97E3-058E7058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1B67B-E274-4555-8B3E-AD1190E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C449A-735C-42E0-84E6-DB3C07D6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C9CA6-9CAF-49E6-80E8-88D2BC87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EB600-6CDD-45C1-B437-594F81F1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1E6CF-8551-4E51-8034-5AAA24C1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Fermi energ...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48EEB-1234-4A4B-9991-EEEEB737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5F255-E02C-4543-A576-392BE7A3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98DBE-C84E-4A97-8740-0CEE3C3B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Fermi...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66EC6-5C7D-4A19-9807-E994A8DA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28FFB-8A94-4724-A091-9614D4FA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9A270-1892-4963-A215-BCFBCFFA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Fermi energy.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F8C96-D0C8-42FF-A493-B521616F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DD74E-8502-43B5-AF53-75C98AC9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98255-346E-49DD-88BC-AF5A2C89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Fermi energ...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C54AC-1115-4C62-9F26-A6223C7A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02871-38CC-406C-A4BE-E6FBB03C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5E5F5-E439-45D1-918A-E3827172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Fermi...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76A35-3F9C-4165-88FB-2F8A32E3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46CA8-57F4-468F-B3B6-37991010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7539029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6A918-1C83-441B-A30F-C65CA75D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1D777-87AD-4077-86AC-17A2B1C7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3A3DC-8D33-4E19-8303-850AFA20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8C2D5-D18A-48FD-BE26-A4B4DCD3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03125-3772-4392-86E4-7EBD9EBD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800D0-279E-494D-A456-4E9042EC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6095B-B951-4AC0-9665-205E3030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1C9B4-C7BC-42BC-9F0D-A4D38CD8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0BF87-57D4-432E-A3B6-CC9CD61C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1FC68-F8AB-4F54-B8F8-BD76B98C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22871-F3F7-4EC9-A3C8-63F2675E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37951-556C-461F-92AD-23D4D9BB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E060F-4135-49BC-A6EF-951B073D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0C1FD-DFCB-4A9A-BE8B-B38B9FF2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00C6A-FFB0-40B4-995B-1B43D000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7060393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B7089-430E-4D95-9010-46056F76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1ECF1-FE14-4F77-9D68-A83CC99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C0A06-357E-4CBF-BCAD-93653157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ACA38-E832-4874-9BD3-C1FD762C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AD1B7-A4AE-4F83-8BE4-BE2B63B7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556AC-EA17-4B4A-B4FC-95C94988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Fermi energy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74894-D2AC-48EA-B6FD-C3DE6E16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98BFB-7FDD-498F-A5ED-75BD3789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07643-7694-49CC-B13C-0EBF4BA3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2CC56-3E2A-4D33-97D8-05C9CA5F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53864-1DD4-449F-87EA-6396321A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4870993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CCF1C-F41D-4051-BB4C-7B943827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92CFE-F1B5-471A-A809-35FC170E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C6F58-F91A-4DF9-A24E-F5C78E34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E4293-9DD0-42E5-BE92-41D50EA5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6A19E-A954-4E32-90CB-87E6E021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Variation of Fermi factor with temperature and energy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8FE81-9D90-4A69-8294-4FF8F430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Variation of Fermi factor with temperatur...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5B911-45A9-4884-BAB4-ACFBD868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D2143-8311-4C90-A7B6-618E9D78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0D6DA-5E0A-440E-A09E-FE8E8253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D814E-B2FD-4C54-A04C-04D3D278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8EC8D-FD90-447A-8EFE-8E557343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DE93F-8D23-4B37-B9A6-92992D67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1D9C8-F91C-4E9C-8E15-EE13A319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721AE-8591-4034-89B3-F47CB32A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AE602-67B9-4905-998E-FD3F9BC4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DD6CC-3EA3-4468-A9F2-0E8F0F11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6881048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061CC-1DB1-4693-BDC3-F06C7722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35757-6771-4853-8FD7-8CC20520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E6D77-0096-44D2-A5E9-17D1C75A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C8BB8-B831-48BA-A811-D14632E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05831-BA80-48CD-B1E1-50FC042E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63EE8-3CCC-4B99-B090-4837619A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75BFF-3C24-4D25-B629-CBA2E2C2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F2FC9-1FC4-4063-9B5A-4E851D27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8C9E1-A5BC-40D4-8892-09F8FEAF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Variation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32A78-D85F-45D5-9F93-C4EE60DA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6E949-B4AD-4D97-8CE8-2E7DD4AB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EFBF3-2ECF-4A29-BE24-5B7F28FA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Variat...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081D0-66B0-4E74-AEC6-5A5CAD07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7C72E-C192-4374-950A-A3AB2DFC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3C761-0824-470E-A14E-A0882748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Variation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D4DDF-213F-436A-B3FF-6853E696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E3804-3E47-4E40-B5C7-4DCFA5A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E58A4-7F6B-48E6-8971-01B0D2DA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Variation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89180-D59E-4993-A5F5-175258F4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0C3C1-697C-4E3E-B2DF-AB2797F9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19368-5A53-4C0F-A9FA-918B6ED1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Variat...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DB2213-63E9-479A-8226-6B4FA241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344FB6-4FC2-441E-A076-83AFF46D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3151196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AD7FE-A89E-4D84-9D37-F9FF7289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08FB2-31A8-4738-AE92-B9AD34E6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0210E-8B91-48DE-B099-74810017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32F55-E370-4EF4-8790-81EC7FBD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03953-F877-4A3B-8503-02E7B4E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C4628-7F24-4B11-A703-D43075C1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5C256-FE35-4BD2-83F3-ABDB8C16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5197D-A513-4712-96CA-9D906F16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963B2-8A88-40D8-96D3-409F8FCF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3B116-A05F-4799-9B85-4EB8DD72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81C8B-9905-4EEA-B47C-B0FBA78E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0043E-410C-4376-BED6-14C097ED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D6CD8-F17E-40F1-95E5-E263143B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222B5-886F-4BB1-8F72-95DD5E15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BC456-B0FB-4232-841B-C0B0FA35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0734078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3F216-0D33-4589-95E6-F16BEB54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38F7A-0E4C-44A9-AEE7-122DB266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8BB87-A1A9-4525-86FA-FCC095BC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9B761-5DD7-4634-9D03-905EDE45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CAA91-42AC-4B14-8234-2C5A2DC0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CEABC-5E38-425E-9F0F-0C8C0C23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Variation of Fermi factor with temperature and energy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EE97A-9C23-4431-9562-FFDD9007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32775-6449-49B0-87DE-D310004F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C6B2F-4CDA-4546-9D9C-4A2DDB21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3497E-C559-48D7-A974-B245BD69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8119F-B668-42B6-8370-995EFBB2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39123488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634A3-FD6E-46C1-8A32-9DE2D61C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A9211-FBE2-492F-A585-9FCD009E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C45AB-92F1-40C8-8BCC-2873CE7C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00D33-6887-49F1-930C-13075840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430C2-E6AC-459D-86FF-D722B3A5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FD074-B597-4327-A6E7-53E040DD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5430163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93B3A-AD18-48C0-ADBF-A8013175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422D3-A9ED-4F51-82F8-40E951DF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4BEE4-FEFA-47AD-AE48-8BC15694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55CB3-5EAA-4F80-98BC-93F0D076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806BC-0A49-42CA-8152-B4F6A2B7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Semiconductors: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Failures: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98F7C-D314-44F8-B408-A2A94FEE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8830217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5BD62-47B9-453F-9C51-CD645AC9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2D585-E904-4BE3-BF9C-00EC0DBC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22302-99A3-4596-B3F7-A5A0D8DD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13069-5F57-4A50-A275-3A422448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E5DF5-1B28-47EF-B891-C25AF07B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6DBD7-6EA8-4C83-B1F6-5B0E6169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56652064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DF0DE-D648-42AA-A6E9-9FE9B816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B9C1F-9DC6-4488-B968-EBC3A84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01B36-358A-43D9-9AD3-CF0D38E8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ADCA3-3C57-447F-90AB-525A5F3C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7BFED-A591-4856-90FA-15B6866C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EFF81-03DD-48B4-8196-0FD75849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170071131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9EBCD-403D-4414-811E-E3035BE9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70BBD-57D6-4605-9C1A-F8425943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38984-D8C8-4E52-B1CC-B4B08792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AC889-572E-4E25-8C98-77875213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3D8BB-47F3-452E-A21C-53EE3BE7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Electrical Properties of Metals and Semiconductors Failures of classica...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Mechanisms of electron scattering in solids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Matheissen's rule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As- sumptions of Quantum free electron theory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Density of states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40957-8057-48AC-9657-4E8FD750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FE7C1-D581-4C95-B60D-1592414E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1EF50-4153-4D81-A059-71FFCFDE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ELECTRONIC SENSORS</a:t>
            </a:r>
          </a:p>
        </p:txBody>
      </p:sp>
    </p:spTree>
    <p:extLst>
      <p:ext uri="{BB962C8B-B14F-4D97-AF65-F5344CB8AC3E}">
        <p14:creationId xmlns:p14="http://schemas.microsoft.com/office/powerpoint/2010/main" val="2105253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2026-08-24T16:03:07.8000000Z</dcterms:created>
  <dcterms:modified xsi:type="dcterms:W3CDTF">2026-08-24T16:03:07.8000000Z</dcterms:modified>
</coreProperties>
</file>