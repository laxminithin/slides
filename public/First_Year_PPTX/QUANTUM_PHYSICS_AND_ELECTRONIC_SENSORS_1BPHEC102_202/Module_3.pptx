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f7a0513af843c6" /><Relationship Type="http://schemas.openxmlformats.org/officeDocument/2006/relationships/extended-properties" Target="/docProps/app.xml" Id="Ra2dd13dc141f4d32" /><Relationship Type="http://schemas.openxmlformats.org/officeDocument/2006/relationships/officeDocument" Target="/ppt/presentation.xml" Id="R4f7a95dc6a5b43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9e240d38ab4ffc"/>
  </p:sldMasterIdLst>
  <p:notesMasterIdLst>
    <p:notesMasterId xmlns:r="http://schemas.openxmlformats.org/officeDocument/2006/relationships" r:id="R78be5a69c5b34b12"/>
  </p:notesMasterIdLst>
  <p:sldIdLst>
    <p:sldId xmlns:r="http://schemas.openxmlformats.org/officeDocument/2006/relationships" id="256" r:id="R2b62e2340ced40f7"/>
    <p:sldId xmlns:r="http://schemas.openxmlformats.org/officeDocument/2006/relationships" id="257" r:id="R8452869fe0dc42ca"/>
    <p:sldId xmlns:r="http://schemas.openxmlformats.org/officeDocument/2006/relationships" id="258" r:id="Rb6fb9053004c4669"/>
    <p:sldId xmlns:r="http://schemas.openxmlformats.org/officeDocument/2006/relationships" id="259" r:id="R43cc47d33d8743b3"/>
    <p:sldId xmlns:r="http://schemas.openxmlformats.org/officeDocument/2006/relationships" id="260" r:id="R6abf01088b79413a"/>
    <p:sldId xmlns:r="http://schemas.openxmlformats.org/officeDocument/2006/relationships" id="261" r:id="R5705e0d715ed4799"/>
    <p:sldId xmlns:r="http://schemas.openxmlformats.org/officeDocument/2006/relationships" id="262" r:id="Rf2a74286b9734681"/>
    <p:sldId xmlns:r="http://schemas.openxmlformats.org/officeDocument/2006/relationships" id="263" r:id="R3c9fa218745d4291"/>
    <p:sldId xmlns:r="http://schemas.openxmlformats.org/officeDocument/2006/relationships" id="264" r:id="R68934ac79f764565"/>
    <p:sldId xmlns:r="http://schemas.openxmlformats.org/officeDocument/2006/relationships" id="265" r:id="Rf9c74e261e214919"/>
    <p:sldId xmlns:r="http://schemas.openxmlformats.org/officeDocument/2006/relationships" id="266" r:id="R6d3cf63a170f4842"/>
    <p:sldId xmlns:r="http://schemas.openxmlformats.org/officeDocument/2006/relationships" id="267" r:id="R018cdb613a4646fe"/>
    <p:sldId xmlns:r="http://schemas.openxmlformats.org/officeDocument/2006/relationships" id="268" r:id="R5bb8eb13518c4531"/>
    <p:sldId xmlns:r="http://schemas.openxmlformats.org/officeDocument/2006/relationships" id="269" r:id="R5c053db0069e40b2"/>
    <p:sldId xmlns:r="http://schemas.openxmlformats.org/officeDocument/2006/relationships" id="270" r:id="R1b8a49c389cc4c83"/>
    <p:sldId xmlns:r="http://schemas.openxmlformats.org/officeDocument/2006/relationships" id="271" r:id="R57da9e6981004d76"/>
    <p:sldId xmlns:r="http://schemas.openxmlformats.org/officeDocument/2006/relationships" id="272" r:id="Rdef7be75eb504860"/>
    <p:sldId xmlns:r="http://schemas.openxmlformats.org/officeDocument/2006/relationships" id="273" r:id="R868a14b9b9744b4b"/>
    <p:sldId xmlns:r="http://schemas.openxmlformats.org/officeDocument/2006/relationships" id="274" r:id="Rbb942a7350eb43b3"/>
    <p:sldId xmlns:r="http://schemas.openxmlformats.org/officeDocument/2006/relationships" id="275" r:id="Ree837074724145df"/>
    <p:sldId xmlns:r="http://schemas.openxmlformats.org/officeDocument/2006/relationships" id="276" r:id="R0e527174ada94f01"/>
    <p:sldId xmlns:r="http://schemas.openxmlformats.org/officeDocument/2006/relationships" id="277" r:id="Rb53e798124bf4a5f"/>
    <p:sldId xmlns:r="http://schemas.openxmlformats.org/officeDocument/2006/relationships" id="278" r:id="R70cb9854c892441c"/>
    <p:sldId xmlns:r="http://schemas.openxmlformats.org/officeDocument/2006/relationships" id="279" r:id="R58c7db584f854b2a"/>
    <p:sldId xmlns:r="http://schemas.openxmlformats.org/officeDocument/2006/relationships" id="280" r:id="R57bdbc62ce8048bf"/>
    <p:sldId xmlns:r="http://schemas.openxmlformats.org/officeDocument/2006/relationships" id="281" r:id="R2e48a8f440be4f5d"/>
    <p:sldId xmlns:r="http://schemas.openxmlformats.org/officeDocument/2006/relationships" id="282" r:id="R1de844f5447b4842"/>
    <p:sldId xmlns:r="http://schemas.openxmlformats.org/officeDocument/2006/relationships" id="283" r:id="R61153400c9c646fd"/>
    <p:sldId xmlns:r="http://schemas.openxmlformats.org/officeDocument/2006/relationships" id="284" r:id="R5e7a6dd524e84117"/>
    <p:sldId xmlns:r="http://schemas.openxmlformats.org/officeDocument/2006/relationships" id="285" r:id="Rac74e6c326d042c1"/>
    <p:sldId xmlns:r="http://schemas.openxmlformats.org/officeDocument/2006/relationships" id="286" r:id="R770cf94b2c114bc6"/>
    <p:sldId xmlns:r="http://schemas.openxmlformats.org/officeDocument/2006/relationships" id="287" r:id="Rba67cb0bfe384af4"/>
    <p:sldId xmlns:r="http://schemas.openxmlformats.org/officeDocument/2006/relationships" id="288" r:id="Rbad9601e4d5c4c62"/>
    <p:sldId xmlns:r="http://schemas.openxmlformats.org/officeDocument/2006/relationships" id="289" r:id="R30d0bba3d56d4cef"/>
    <p:sldId xmlns:r="http://schemas.openxmlformats.org/officeDocument/2006/relationships" id="290" r:id="R54ae5a5a0fa74c61"/>
    <p:sldId xmlns:r="http://schemas.openxmlformats.org/officeDocument/2006/relationships" id="291" r:id="R52de47dbc6c642af"/>
    <p:sldId xmlns:r="http://schemas.openxmlformats.org/officeDocument/2006/relationships" id="292" r:id="R6d64d98da88c4f64"/>
    <p:sldId xmlns:r="http://schemas.openxmlformats.org/officeDocument/2006/relationships" id="293" r:id="Rc3d53d713f6d4a1b"/>
    <p:sldId xmlns:r="http://schemas.openxmlformats.org/officeDocument/2006/relationships" id="294" r:id="R93962f99c43c4010"/>
    <p:sldId xmlns:r="http://schemas.openxmlformats.org/officeDocument/2006/relationships" id="295" r:id="R3419a00a5fe046b3"/>
    <p:sldId xmlns:r="http://schemas.openxmlformats.org/officeDocument/2006/relationships" id="296" r:id="R823a6583406f4559"/>
    <p:sldId xmlns:r="http://schemas.openxmlformats.org/officeDocument/2006/relationships" id="297" r:id="Rb663cdbc998049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dbdcbf8972432f" /><Relationship Type="http://schemas.openxmlformats.org/officeDocument/2006/relationships/slideMaster" Target="/ppt/slideMasters/slideMaster1.xml" Id="Red9e240d38ab4ffc" /><Relationship Type="http://schemas.openxmlformats.org/officeDocument/2006/relationships/notesMaster" Target="/ppt/notesMasters/notesMaster1.xml" Id="R78be5a69c5b34b12" /><Relationship Type="http://schemas.openxmlformats.org/officeDocument/2006/relationships/presProps" Target="/ppt/presProps.xml" Id="R85c6ad262a5940af" /><Relationship Type="http://schemas.openxmlformats.org/officeDocument/2006/relationships/tableStyles" Target="/ppt/tableStyles.xml" Id="R19ee8264fb51491b" /><Relationship Type="http://schemas.openxmlformats.org/officeDocument/2006/relationships/slide" Target="/ppt/slides/slide1.xml" Id="R2b62e2340ced40f7" /><Relationship Type="http://schemas.openxmlformats.org/officeDocument/2006/relationships/slide" Target="/ppt/slides/slide2.xml" Id="R8452869fe0dc42ca" /><Relationship Type="http://schemas.openxmlformats.org/officeDocument/2006/relationships/slide" Target="/ppt/slides/slide3.xml" Id="Rb6fb9053004c4669" /><Relationship Type="http://schemas.openxmlformats.org/officeDocument/2006/relationships/slide" Target="/ppt/slides/slide4.xml" Id="R43cc47d33d8743b3" /><Relationship Type="http://schemas.openxmlformats.org/officeDocument/2006/relationships/slide" Target="/ppt/slides/slide5.xml" Id="R6abf01088b79413a" /><Relationship Type="http://schemas.openxmlformats.org/officeDocument/2006/relationships/slide" Target="/ppt/slides/slide6.xml" Id="R5705e0d715ed4799" /><Relationship Type="http://schemas.openxmlformats.org/officeDocument/2006/relationships/slide" Target="/ppt/slides/slide7.xml" Id="Rf2a74286b9734681" /><Relationship Type="http://schemas.openxmlformats.org/officeDocument/2006/relationships/slide" Target="/ppt/slides/slide8.xml" Id="R3c9fa218745d4291" /><Relationship Type="http://schemas.openxmlformats.org/officeDocument/2006/relationships/slide" Target="/ppt/slides/slide9.xml" Id="R68934ac79f764565" /><Relationship Type="http://schemas.openxmlformats.org/officeDocument/2006/relationships/slide" Target="/ppt/slides/slide10.xml" Id="Rf9c74e261e214919" /><Relationship Type="http://schemas.openxmlformats.org/officeDocument/2006/relationships/slide" Target="/ppt/slides/slide11.xml" Id="R6d3cf63a170f4842" /><Relationship Type="http://schemas.openxmlformats.org/officeDocument/2006/relationships/slide" Target="/ppt/slides/slide12.xml" Id="R018cdb613a4646fe" /><Relationship Type="http://schemas.openxmlformats.org/officeDocument/2006/relationships/slide" Target="/ppt/slides/slide13.xml" Id="R5bb8eb13518c4531" /><Relationship Type="http://schemas.openxmlformats.org/officeDocument/2006/relationships/slide" Target="/ppt/slides/slide14.xml" Id="R5c053db0069e40b2" /><Relationship Type="http://schemas.openxmlformats.org/officeDocument/2006/relationships/slide" Target="/ppt/slides/slide15.xml" Id="R1b8a49c389cc4c83" /><Relationship Type="http://schemas.openxmlformats.org/officeDocument/2006/relationships/slide" Target="/ppt/slides/slide16.xml" Id="R57da9e6981004d76" /><Relationship Type="http://schemas.openxmlformats.org/officeDocument/2006/relationships/slide" Target="/ppt/slides/slide17.xml" Id="Rdef7be75eb504860" /><Relationship Type="http://schemas.openxmlformats.org/officeDocument/2006/relationships/slide" Target="/ppt/slides/slide18.xml" Id="R868a14b9b9744b4b" /><Relationship Type="http://schemas.openxmlformats.org/officeDocument/2006/relationships/slide" Target="/ppt/slides/slide19.xml" Id="Rbb942a7350eb43b3" /><Relationship Type="http://schemas.openxmlformats.org/officeDocument/2006/relationships/slide" Target="/ppt/slides/slide20.xml" Id="Ree837074724145df" /><Relationship Type="http://schemas.openxmlformats.org/officeDocument/2006/relationships/slide" Target="/ppt/slides/slide21.xml" Id="R0e527174ada94f01" /><Relationship Type="http://schemas.openxmlformats.org/officeDocument/2006/relationships/slide" Target="/ppt/slides/slide22.xml" Id="Rb53e798124bf4a5f" /><Relationship Type="http://schemas.openxmlformats.org/officeDocument/2006/relationships/slide" Target="/ppt/slides/slide23.xml" Id="R70cb9854c892441c" /><Relationship Type="http://schemas.openxmlformats.org/officeDocument/2006/relationships/slide" Target="/ppt/slides/slide24.xml" Id="R58c7db584f854b2a" /><Relationship Type="http://schemas.openxmlformats.org/officeDocument/2006/relationships/slide" Target="/ppt/slides/slide25.xml" Id="R57bdbc62ce8048bf" /><Relationship Type="http://schemas.openxmlformats.org/officeDocument/2006/relationships/slide" Target="/ppt/slides/slide26.xml" Id="R2e48a8f440be4f5d" /><Relationship Type="http://schemas.openxmlformats.org/officeDocument/2006/relationships/slide" Target="/ppt/slides/slide27.xml" Id="R1de844f5447b4842" /><Relationship Type="http://schemas.openxmlformats.org/officeDocument/2006/relationships/slide" Target="/ppt/slides/slide28.xml" Id="R61153400c9c646fd" /><Relationship Type="http://schemas.openxmlformats.org/officeDocument/2006/relationships/slide" Target="/ppt/slides/slide29.xml" Id="R5e7a6dd524e84117" /><Relationship Type="http://schemas.openxmlformats.org/officeDocument/2006/relationships/slide" Target="/ppt/slides/slide30.xml" Id="Rac74e6c326d042c1" /><Relationship Type="http://schemas.openxmlformats.org/officeDocument/2006/relationships/slide" Target="/ppt/slides/slide31.xml" Id="R770cf94b2c114bc6" /><Relationship Type="http://schemas.openxmlformats.org/officeDocument/2006/relationships/slide" Target="/ppt/slides/slide32.xml" Id="Rba67cb0bfe384af4" /><Relationship Type="http://schemas.openxmlformats.org/officeDocument/2006/relationships/slide" Target="/ppt/slides/slide33.xml" Id="Rbad9601e4d5c4c62" /><Relationship Type="http://schemas.openxmlformats.org/officeDocument/2006/relationships/slide" Target="/ppt/slides/slide34.xml" Id="R30d0bba3d56d4cef" /><Relationship Type="http://schemas.openxmlformats.org/officeDocument/2006/relationships/slide" Target="/ppt/slides/slide35.xml" Id="R54ae5a5a0fa74c61" /><Relationship Type="http://schemas.openxmlformats.org/officeDocument/2006/relationships/slide" Target="/ppt/slides/slide36.xml" Id="R52de47dbc6c642af" /><Relationship Type="http://schemas.openxmlformats.org/officeDocument/2006/relationships/slide" Target="/ppt/slides/slide37.xml" Id="R6d64d98da88c4f64" /><Relationship Type="http://schemas.openxmlformats.org/officeDocument/2006/relationships/slide" Target="/ppt/slides/slide38.xml" Id="Rc3d53d713f6d4a1b" /><Relationship Type="http://schemas.openxmlformats.org/officeDocument/2006/relationships/slide" Target="/ppt/slides/slide39.xml" Id="R93962f99c43c4010" /><Relationship Type="http://schemas.openxmlformats.org/officeDocument/2006/relationships/slide" Target="/ppt/slides/slide40.xml" Id="R3419a00a5fe046b3" /><Relationship Type="http://schemas.openxmlformats.org/officeDocument/2006/relationships/slide" Target="/ppt/slides/slide41.xml" Id="R823a6583406f4559" /><Relationship Type="http://schemas.openxmlformats.org/officeDocument/2006/relationships/slide" Target="/ppt/slides/slide42.xml" Id="Rb663cdbc998049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af040f0d8142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ae6fe65e5c47d6" /><Relationship Type="http://schemas.openxmlformats.org/officeDocument/2006/relationships/notesMaster" Target="/ppt/notesMasters/notesMaster1.xml" Id="Rca96d4fd0b6044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9e37c6c94445d7" /><Relationship Type="http://schemas.openxmlformats.org/officeDocument/2006/relationships/notesMaster" Target="/ppt/notesMasters/notesMaster1.xml" Id="R2319a5564d2442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8d7c4bcabb454c" /><Relationship Type="http://schemas.openxmlformats.org/officeDocument/2006/relationships/notesMaster" Target="/ppt/notesMasters/notesMaster1.xml" Id="R202a27ccf9aa46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66a3e94b8a4f25" /><Relationship Type="http://schemas.openxmlformats.org/officeDocument/2006/relationships/notesMaster" Target="/ppt/notesMasters/notesMaster1.xml" Id="Rd74bbd4fb04144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f59129b8a24119" /><Relationship Type="http://schemas.openxmlformats.org/officeDocument/2006/relationships/notesMaster" Target="/ppt/notesMasters/notesMaster1.xml" Id="Rcb50792764fb4d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959d508d484aa0" /><Relationship Type="http://schemas.openxmlformats.org/officeDocument/2006/relationships/notesMaster" Target="/ppt/notesMasters/notesMaster1.xml" Id="R14452e3430b845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76fed8d07948c8" /><Relationship Type="http://schemas.openxmlformats.org/officeDocument/2006/relationships/notesMaster" Target="/ppt/notesMasters/notesMaster1.xml" Id="R30f48f480ec44a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07bc614fad414c" /><Relationship Type="http://schemas.openxmlformats.org/officeDocument/2006/relationships/notesMaster" Target="/ppt/notesMasters/notesMaster1.xml" Id="R9f9e431c23fb49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e429c7fb4945c3" /><Relationship Type="http://schemas.openxmlformats.org/officeDocument/2006/relationships/notesMaster" Target="/ppt/notesMasters/notesMaster1.xml" Id="Rdca1eef26a7c4f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8c03b26d2d452b" /><Relationship Type="http://schemas.openxmlformats.org/officeDocument/2006/relationships/notesMaster" Target="/ppt/notesMasters/notesMaster1.xml" Id="Rf1d0e02ac1994a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0f37704fcc43c6" /><Relationship Type="http://schemas.openxmlformats.org/officeDocument/2006/relationships/notesMaster" Target="/ppt/notesMasters/notesMaster1.xml" Id="Rab43fe14423a45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100c3902964a19" /><Relationship Type="http://schemas.openxmlformats.org/officeDocument/2006/relationships/notesMaster" Target="/ppt/notesMasters/notesMaster1.xml" Id="R0a055407e48b44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920d0ca57e428b" /><Relationship Type="http://schemas.openxmlformats.org/officeDocument/2006/relationships/notesMaster" Target="/ppt/notesMasters/notesMaster1.xml" Id="Re0cf1f13873b40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a4a27f42ce4d0b" /><Relationship Type="http://schemas.openxmlformats.org/officeDocument/2006/relationships/notesMaster" Target="/ppt/notesMasters/notesMaster1.xml" Id="R241167507a0542c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2fc20c08c249a8" /><Relationship Type="http://schemas.openxmlformats.org/officeDocument/2006/relationships/notesMaster" Target="/ppt/notesMasters/notesMaster1.xml" Id="R6e5aca41d24a41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6e588c4c3474711" /><Relationship Type="http://schemas.openxmlformats.org/officeDocument/2006/relationships/notesMaster" Target="/ppt/notesMasters/notesMaster1.xml" Id="R9709d9ea36c4443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b8610a71f44286" /><Relationship Type="http://schemas.openxmlformats.org/officeDocument/2006/relationships/notesMaster" Target="/ppt/notesMasters/notesMaster1.xml" Id="R47e8f1708b1745a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bfb4bd638624680" /><Relationship Type="http://schemas.openxmlformats.org/officeDocument/2006/relationships/notesMaster" Target="/ppt/notesMasters/notesMaster1.xml" Id="R370583ef7f154f4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c596f461aea4f0d" /><Relationship Type="http://schemas.openxmlformats.org/officeDocument/2006/relationships/notesMaster" Target="/ppt/notesMasters/notesMaster1.xml" Id="R1889c807ccc44e3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eca81e9d944a86" /><Relationship Type="http://schemas.openxmlformats.org/officeDocument/2006/relationships/notesMaster" Target="/ppt/notesMasters/notesMaster1.xml" Id="R0580e47f8de7400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a53998489134246" /><Relationship Type="http://schemas.openxmlformats.org/officeDocument/2006/relationships/notesMaster" Target="/ppt/notesMasters/notesMaster1.xml" Id="Rced9a2354a564df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37a6b4073b84dae" /><Relationship Type="http://schemas.openxmlformats.org/officeDocument/2006/relationships/notesMaster" Target="/ppt/notesMasters/notesMaster1.xml" Id="R3c65e17814d9469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9fbbf4d86f844c9" /><Relationship Type="http://schemas.openxmlformats.org/officeDocument/2006/relationships/notesMaster" Target="/ppt/notesMasters/notesMaster1.xml" Id="Rca5d0a232a99475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c92b4240e01491c" /><Relationship Type="http://schemas.openxmlformats.org/officeDocument/2006/relationships/notesMaster" Target="/ppt/notesMasters/notesMaster1.xml" Id="R83172eb33ec04b8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9e941538d874337" /><Relationship Type="http://schemas.openxmlformats.org/officeDocument/2006/relationships/notesMaster" Target="/ppt/notesMasters/notesMaster1.xml" Id="R11e4d14b13bb4ba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099c61e76aa45b7" /><Relationship Type="http://schemas.openxmlformats.org/officeDocument/2006/relationships/notesMaster" Target="/ppt/notesMasters/notesMaster1.xml" Id="R8b1b2526fe3247c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02b3cd3da9149f4" /><Relationship Type="http://schemas.openxmlformats.org/officeDocument/2006/relationships/notesMaster" Target="/ppt/notesMasters/notesMaster1.xml" Id="Rf50321a484d94ea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5833a55ddd14aa9" /><Relationship Type="http://schemas.openxmlformats.org/officeDocument/2006/relationships/notesMaster" Target="/ppt/notesMasters/notesMaster1.xml" Id="Rccbf08a476474ea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def088e76be413e" /><Relationship Type="http://schemas.openxmlformats.org/officeDocument/2006/relationships/notesMaster" Target="/ppt/notesMasters/notesMaster1.xml" Id="Rfc49f26dafd74f5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7878be1aadd42d4" /><Relationship Type="http://schemas.openxmlformats.org/officeDocument/2006/relationships/notesMaster" Target="/ppt/notesMasters/notesMaster1.xml" Id="R00c6400bb5e74ab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84e1d6b43b84317" /><Relationship Type="http://schemas.openxmlformats.org/officeDocument/2006/relationships/notesMaster" Target="/ppt/notesMasters/notesMaster1.xml" Id="Rff3e12b1ad454ee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39f820f42f34357" /><Relationship Type="http://schemas.openxmlformats.org/officeDocument/2006/relationships/notesMaster" Target="/ppt/notesMasters/notesMaster1.xml" Id="R52755661e10e488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df2f1f8bfdf40b6" /><Relationship Type="http://schemas.openxmlformats.org/officeDocument/2006/relationships/notesMaster" Target="/ppt/notesMasters/notesMaster1.xml" Id="Rffc9146d443a418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b824d25f7e84292" /><Relationship Type="http://schemas.openxmlformats.org/officeDocument/2006/relationships/notesMaster" Target="/ppt/notesMasters/notesMaster1.xml" Id="Re476fc57a85f402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54c24c56a0a477e" /><Relationship Type="http://schemas.openxmlformats.org/officeDocument/2006/relationships/notesMaster" Target="/ppt/notesMasters/notesMaster1.xml" Id="R7cfa30a5a99f4e6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d075f1018f64f19" /><Relationship Type="http://schemas.openxmlformats.org/officeDocument/2006/relationships/notesMaster" Target="/ppt/notesMasters/notesMaster1.xml" Id="Rfd7418ed5bf7470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6b2112135a34d78" /><Relationship Type="http://schemas.openxmlformats.org/officeDocument/2006/relationships/notesMaster" Target="/ppt/notesMasters/notesMaster1.xml" Id="R98b6ea4ddd42477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eaeca41c3154467" /><Relationship Type="http://schemas.openxmlformats.org/officeDocument/2006/relationships/notesMaster" Target="/ppt/notesMasters/notesMaster1.xml" Id="Rf48996eccf0b4d7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e67d90beaf64728" /><Relationship Type="http://schemas.openxmlformats.org/officeDocument/2006/relationships/notesMaster" Target="/ppt/notesMasters/notesMaster1.xml" Id="R47c1ba2fed95495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cbb694e113b49ba" /><Relationship Type="http://schemas.openxmlformats.org/officeDocument/2006/relationships/notesMaster" Target="/ppt/notesMasters/notesMaster1.xml" Id="Rf11b18774ca8435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68eb574cc7f47d8" /><Relationship Type="http://schemas.openxmlformats.org/officeDocument/2006/relationships/notesMaster" Target="/ppt/notesMasters/notesMaster1.xml" Id="R7c7ededae3324eb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0d0c18cf3854003" /><Relationship Type="http://schemas.openxmlformats.org/officeDocument/2006/relationships/notesMaster" Target="/ppt/notesMasters/notesMaster1.xml" Id="Rfc0421f2eb1242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87b5a263a40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504cbec5854425" /><Relationship Type="http://schemas.openxmlformats.org/officeDocument/2006/relationships/slideLayout" Target="/ppt/slideLayouts/slideLayout1.xml" Id="R4d818d2db9a64e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818d2db9a64e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bb1d234984fb5" /><Relationship Type="http://schemas.openxmlformats.org/officeDocument/2006/relationships/notesSlide" Target="/ppt/notesSlides/notesSlide1.xml" Id="Rd819d92214bc42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51386f55a4521" /><Relationship Type="http://schemas.openxmlformats.org/officeDocument/2006/relationships/notesSlide" Target="/ppt/notesSlides/notesSlide2.xml" Id="R90ef72e719cc4c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d6c1974aa4b42" /><Relationship Type="http://schemas.openxmlformats.org/officeDocument/2006/relationships/notesSlide" Target="/ppt/notesSlides/notesSlide3.xml" Id="R483a5ddb282548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f34eb6dea4f80" /><Relationship Type="http://schemas.openxmlformats.org/officeDocument/2006/relationships/notesSlide" Target="/ppt/notesSlides/notesSlide4.xml" Id="Ra6e242e4892949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cbf2ed8364ad9" /><Relationship Type="http://schemas.openxmlformats.org/officeDocument/2006/relationships/notesSlide" Target="/ppt/notesSlides/notesSlide5.xml" Id="R1465d065629044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1fe29eb924fc1" /><Relationship Type="http://schemas.openxmlformats.org/officeDocument/2006/relationships/notesSlide" Target="/ppt/notesSlides/notesSlide6.xml" Id="R9575a42965bc4e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4ca2016b04621" /><Relationship Type="http://schemas.openxmlformats.org/officeDocument/2006/relationships/notesSlide" Target="/ppt/notesSlides/notesSlide7.xml" Id="R08ebd5d116624f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6806fd13349b2" /><Relationship Type="http://schemas.openxmlformats.org/officeDocument/2006/relationships/notesSlide" Target="/ppt/notesSlides/notesSlide8.xml" Id="Rb5dc821caa6e46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d27ccec554a1c" /><Relationship Type="http://schemas.openxmlformats.org/officeDocument/2006/relationships/notesSlide" Target="/ppt/notesSlides/notesSlide9.xml" Id="R6df05d5621fe43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a16cf6b334b0c" /><Relationship Type="http://schemas.openxmlformats.org/officeDocument/2006/relationships/notesSlide" Target="/ppt/notesSlides/notesSlide10.xml" Id="Rbaedf10aad574c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a35d687b64244" /><Relationship Type="http://schemas.openxmlformats.org/officeDocument/2006/relationships/notesSlide" Target="/ppt/notesSlides/notesSlide11.xml" Id="Rae9efdd1438d48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52585077d4f23" /><Relationship Type="http://schemas.openxmlformats.org/officeDocument/2006/relationships/notesSlide" Target="/ppt/notesSlides/notesSlide12.xml" Id="R831271a3c9864a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d2a78e0fe4865" /><Relationship Type="http://schemas.openxmlformats.org/officeDocument/2006/relationships/notesSlide" Target="/ppt/notesSlides/notesSlide13.xml" Id="Re43ce310c7d94c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2c637629a4c56" /><Relationship Type="http://schemas.openxmlformats.org/officeDocument/2006/relationships/notesSlide" Target="/ppt/notesSlides/notesSlide14.xml" Id="R13227e9f06604f5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cb6fb7af04546" /><Relationship Type="http://schemas.openxmlformats.org/officeDocument/2006/relationships/notesSlide" Target="/ppt/notesSlides/notesSlide15.xml" Id="Rd1775d4ad6db423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fd9c756db496e" /><Relationship Type="http://schemas.openxmlformats.org/officeDocument/2006/relationships/notesSlide" Target="/ppt/notesSlides/notesSlide16.xml" Id="Re8e1e1818dd2443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c80fb0a4d480f" /><Relationship Type="http://schemas.openxmlformats.org/officeDocument/2006/relationships/notesSlide" Target="/ppt/notesSlides/notesSlide17.xml" Id="R9d220836ef0d4c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15bf56f384ba2" /><Relationship Type="http://schemas.openxmlformats.org/officeDocument/2006/relationships/notesSlide" Target="/ppt/notesSlides/notesSlide18.xml" Id="R72c6837f7a35412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e192945a642ef" /><Relationship Type="http://schemas.openxmlformats.org/officeDocument/2006/relationships/notesSlide" Target="/ppt/notesSlides/notesSlide19.xml" Id="Rea4a76e22f8f459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90449489d4a5a" /><Relationship Type="http://schemas.openxmlformats.org/officeDocument/2006/relationships/notesSlide" Target="/ppt/notesSlides/notesSlide20.xml" Id="R7b6cdeff30e94d3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87abf5f2b4955" /><Relationship Type="http://schemas.openxmlformats.org/officeDocument/2006/relationships/notesSlide" Target="/ppt/notesSlides/notesSlide21.xml" Id="R2d78c7f77b3c416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9885a70bf43df" /><Relationship Type="http://schemas.openxmlformats.org/officeDocument/2006/relationships/notesSlide" Target="/ppt/notesSlides/notesSlide22.xml" Id="Ra12e04ffd01741b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ced50399e4b18" /><Relationship Type="http://schemas.openxmlformats.org/officeDocument/2006/relationships/notesSlide" Target="/ppt/notesSlides/notesSlide23.xml" Id="R885adea88919408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8f15576874f93" /><Relationship Type="http://schemas.openxmlformats.org/officeDocument/2006/relationships/notesSlide" Target="/ppt/notesSlides/notesSlide24.xml" Id="Rbffe2f7add7b413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1b0097cc24619" /><Relationship Type="http://schemas.openxmlformats.org/officeDocument/2006/relationships/notesSlide" Target="/ppt/notesSlides/notesSlide25.xml" Id="Rba4c50f5cd5e4b3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f6770187e46fa" /><Relationship Type="http://schemas.openxmlformats.org/officeDocument/2006/relationships/notesSlide" Target="/ppt/notesSlides/notesSlide26.xml" Id="R74f4441ed82d43a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83a6976df4757" /><Relationship Type="http://schemas.openxmlformats.org/officeDocument/2006/relationships/notesSlide" Target="/ppt/notesSlides/notesSlide27.xml" Id="R2e9a0e9faf8c4bd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89df88ea044a7" /><Relationship Type="http://schemas.openxmlformats.org/officeDocument/2006/relationships/notesSlide" Target="/ppt/notesSlides/notesSlide28.xml" Id="Re67775956d3c4da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812bb1db24039" /><Relationship Type="http://schemas.openxmlformats.org/officeDocument/2006/relationships/notesSlide" Target="/ppt/notesSlides/notesSlide29.xml" Id="R2513041d8e2e409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c0137a98043d7" /><Relationship Type="http://schemas.openxmlformats.org/officeDocument/2006/relationships/notesSlide" Target="/ppt/notesSlides/notesSlide30.xml" Id="Re3f191153170465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e5aef86a64690" /><Relationship Type="http://schemas.openxmlformats.org/officeDocument/2006/relationships/notesSlide" Target="/ppt/notesSlides/notesSlide31.xml" Id="R5c96311160ff44a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23bc4b1ce4102" /><Relationship Type="http://schemas.openxmlformats.org/officeDocument/2006/relationships/notesSlide" Target="/ppt/notesSlides/notesSlide32.xml" Id="R7cf107c6cfbc4d5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54e0b6adc44cf" /><Relationship Type="http://schemas.openxmlformats.org/officeDocument/2006/relationships/notesSlide" Target="/ppt/notesSlides/notesSlide33.xml" Id="R09a5853e04b84dd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d995b8ea64cd1" /><Relationship Type="http://schemas.openxmlformats.org/officeDocument/2006/relationships/notesSlide" Target="/ppt/notesSlides/notesSlide34.xml" Id="Re908bc9ded9340b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12cf2149e46b8" /><Relationship Type="http://schemas.openxmlformats.org/officeDocument/2006/relationships/notesSlide" Target="/ppt/notesSlides/notesSlide35.xml" Id="Ra11c9483dbb548b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6ef9cb35d4741" /><Relationship Type="http://schemas.openxmlformats.org/officeDocument/2006/relationships/notesSlide" Target="/ppt/notesSlides/notesSlide36.xml" Id="Rc44b86bcb74b428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fcd99ec414733" /><Relationship Type="http://schemas.openxmlformats.org/officeDocument/2006/relationships/notesSlide" Target="/ppt/notesSlides/notesSlide37.xml" Id="R9c7a81807ce7426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2cb3544084cc5" /><Relationship Type="http://schemas.openxmlformats.org/officeDocument/2006/relationships/notesSlide" Target="/ppt/notesSlides/notesSlide38.xml" Id="Rb066c1747d1344a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2ee30e5a04b04" /><Relationship Type="http://schemas.openxmlformats.org/officeDocument/2006/relationships/notesSlide" Target="/ppt/notesSlides/notesSlide39.xml" Id="R873c3d0e8da74e3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8e26a491341d0" /><Relationship Type="http://schemas.openxmlformats.org/officeDocument/2006/relationships/notesSlide" Target="/ppt/notesSlides/notesSlide40.xml" Id="Rafd9b7b447cd450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266347c2d431e" /><Relationship Type="http://schemas.openxmlformats.org/officeDocument/2006/relationships/notesSlide" Target="/ppt/notesSlides/notesSlide41.xml" Id="R31a4b0eb4d73462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6d6f94dae4294" /><Relationship Type="http://schemas.openxmlformats.org/officeDocument/2006/relationships/notesSlide" Target="/ppt/notesSlides/notesSlide42.xml" Id="R0a984be314b44f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D69C78-A1AA-4BC5-9E1B-25ED8B49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0D923-0A07-4D50-99F7-12C8BF57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Superconductivity Zero resistance state, Persistent current, Meissner effect, Critical temperature, Critical current (Si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91612-312A-46F4-864D-EE0991CA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QUANTUM PHYSICS AND ELECTRONIC SENSORS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1BPHEC102/202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8A070-931A-492E-BD97-BBF30C8C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CB570-7BC1-47B0-9098-0EC5B1AB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C1C03-D215-4827-916F-AE7A193A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D80F6-5611-40E3-8265-47964B7E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02A06-32A6-48E9-B0AC-3E966CBC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67D05-C3CB-4747-BC94-1C24395A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06EAF-ADCD-4680-BF40-961530E4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5F40F-E015-49D5-8459-44B5ECFC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61B04-18EE-4A5E-8C75-F013797B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2EE30-12ED-469C-A0F1-87D2FF45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9799559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403DA-8736-4132-AE37-7EF22336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3F888-08F5-4A40-ABDB-2C63DF27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DCC24-F47D-496C-9D4B-6B43721B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0B13E-7328-478B-A63A-57E5A0B2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3F7C4-B7E5-4DF0-8A73-D7407D7F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563CB-7396-4A55-826D-0FA4420E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EFFFD-F722-4364-ADD2-C2CCC6F1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37471-BB89-453B-96DC-C7D9E931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A84B9-2B6B-4B49-B097-8A0A57CB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6B4E3-8D01-4871-B56A-7ECC4D0A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C5009-F53B-4B8C-A895-D2A706F5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3C748-CEE9-4474-A56D-85510D9D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15C7E-D354-47D9-AAD0-6A7A0604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A29C5-3F77-4E9D-B13D-3CEBC184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11AE6-A5D5-4FE5-8DCC-49C4DF21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1198576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04D6F6-1B5D-48E2-BAB8-B43F04DC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E55CA-9203-4D4E-AB74-472C5A90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4B903-1E87-4329-BE47-6CD55D12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DBE80-830C-4CB4-928E-D50D66B8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86B8C-B189-4AC6-8ECA-6E391470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2A0BD-12BD-4BB8-8260-9BB91C90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861CC-3950-4F12-BA0C-462A7705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A7CED-A991-4014-95D2-A3D5D79B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BF429-1864-49D1-A370-E2840B56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Superconductivity Zero resistance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A046D-F29F-45CA-876C-2004C861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C9C93-91E2-45BD-ADB1-CFE1D5B4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DC59C-DCC5-404B-8BB3-CF16291E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Persistent current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F5533-8C1B-4390-989A-D0BE0080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363BF3-36D9-469B-913E-8559E863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7D838-FD23-4225-A547-9DBB01EE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Meissner effect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C25E8-D05E-416D-8858-9A1DC5AF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6165C-8253-46E6-B2D1-91FF3882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0E68C-7527-4F84-A428-5A290615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Critical temperature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09FE0-BBDF-4C55-A70E-3D325C29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048BA0-1DCA-4176-8BF0-62018C22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0A1A19-540A-423F-B133-6C05D97A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Critical current (Silsbee Effect) - Derivation for a cyli...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94676B-9B42-46D6-9B05-602E85EF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3DFB6A-2787-4C1C-A774-3B89737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0FBC22-8F85-4A4E-93A0-F2E3DA9E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Critical field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B149EA-BB07-4CA3-8118-D92786B4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EE5CF4-AACF-4DF6-98FA-B535303C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E43EBE-3A44-4409-A33F-73826192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Formation of Cooper pairs - Mediation of phonons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F79EEC-CAC9-4DBA-99DB-7FEAB156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F5297B-A0B6-4E8D-B2A4-B16D6E39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6FFC7F-6ACE-49F2-8DEC-76EBC212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Two-fluid model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0538D8-8BD8-46B7-BF81-9822744D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C5F4A5-3E78-4E2A-B4C7-EDD70E3F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705702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5BA429-D718-4A3F-A87A-7857C4BA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4EBBC-E382-4359-98A0-88E9B47A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B45BF-13CD-48DD-AAE3-7B878791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A8D05-E08B-4CC2-91F8-CA2BA72C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DD788-7A49-418E-A563-B042F582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57AC4-BF8F-4F5F-8B93-AE3DB49C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13C07-9A49-43E2-8437-27454D2D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A3428-194F-4A36-B62C-9DCC305E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Superconductivity Zero resistance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1C305-4474-488E-8329-867ED9EB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A2D55-12DD-40DC-8D33-0E41576B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85142-2B0D-487F-85E9-75CB0D2B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Persistent current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CB09F-EF70-4546-9CA1-B1961371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F159A-5668-422A-86FA-9286F121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68054-1A82-43BF-9464-8B1431ED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Meissner effect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11C8F-B520-47CD-A8C5-52E4C528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ECB0E-C030-4794-9451-7FE594BB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C21DEC-2CFF-4058-A6CA-AFB5DB01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Critical temperature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BED2A-5CBA-46D3-94D5-32D0708A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06D62D-027E-461F-988F-DF98FAF6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81B957-1114-4272-9822-07D9DCCB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Critical current (Silsbee Effect) - Derivation for a cyli...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B6B540-EC58-46FF-9EBC-1C7DDFC2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ABD8DB-BE1D-4668-9E6C-59C268D1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E9C5F8-3139-41F6-9ADE-8433D3D8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Critical field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80BF88-8BA7-4B46-8874-F1EA545B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ADDB28-023D-4CD6-865A-A1FF7D2A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C9784B-7AF8-4BEF-9559-0ABB8953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Formation of Cooper pairs - Mediation of phonons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62C698-D28A-4FF5-8F43-0CC5361D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E269FE-A06A-41E0-861E-B824C2B5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B9D6FB-586C-4B91-A0F3-025F43A7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1108081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29ED0-4F13-4BF3-9EE8-64AF6E33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50F70-FEF3-4ACA-A9EF-12E8A37E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EE1D6-99C5-4AB4-9E18-38D3E397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4DC7A-1FA6-4FBA-9EA5-20AF1D4D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75144-8258-4E13-8554-CF9A368A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Superconductivity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50401-8E30-4611-986C-D0A64EB2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Zero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08AC5-A8DD-425C-9FAB-79C7D031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resistance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86BA0-8ECA-4CA5-B7A3-420532D7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D6419-75CE-4DDE-A793-EE891FAA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Persistent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BF267-EC9B-47B4-AD47-141DA689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current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EC9CA-630E-48EB-935A-142D8F84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Meissner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6784D-F522-4D22-9814-173B3E60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Critical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6F914-FBAF-4498-8A11-E1280484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temperature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6960A-C234-45F6-B826-BABC51A0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Silsbee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EEBD5-3750-4F4F-9C03-7B9FCDE3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AA1D9-F341-45D1-8455-C5B6F415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202825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72DD4-A622-4846-94BC-9A1C29C5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24DAF-44F0-4BAF-9B72-65D43914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D0F61-F139-4354-B1DD-A93E9916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9D8E4-E190-405D-BEBA-A1B3BBAF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16B53-18D6-4050-8197-CF9E5D5A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Superconductivity Zero resistance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A62E4-4E5D-4F90-95D9-19B688E8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Superconductivity Zero resistance state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A3A5A-92FA-445C-9D6B-BB235D1C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E57FD-EAAB-4B3B-B19F-0D23685E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921A7-7558-4154-A874-AE2375C2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BDF4F-1D14-493A-9BDD-90F6F5B3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1FA02-1375-4E1A-B887-72947B57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CE256-E347-462B-A287-E1043486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91587-96CB-449B-8CAB-3BC461AF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48875-F342-4898-A5EB-6DFDCD71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ED892-A2F2-47FC-A254-45CE45F2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291D3-F2EF-4FDF-9394-083DF2B7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4649399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33CA56-1FF6-448B-A7AD-BC95E977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B6929-A923-4DF1-A16F-4FFF5760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E3D50-E8B6-4229-92BE-04547357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AB754-82DA-470E-9681-0B4A79EF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B764A-FFF5-4075-B548-A6C5B0C2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81811-80BB-414F-A37A-87E8EE54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67764-EC84-4D65-8D7D-086F2B7A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3F051-9F4B-4B7D-8902-4741FE50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9B64D-63DC-4D47-AE2B-6F6AD1B2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Superconduc...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30BEA-5511-4896-B7AD-3AE691BC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21E8B-C24C-4131-8964-E54F20C4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2A0C8-FB3C-4392-91AD-BE2A1A70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Superc...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1A6D0-E917-4078-9D88-C61AC56E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90698-B4B8-4D95-931F-EF692BB0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029A9-99FF-471F-8955-EFE50C30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Superconduct...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54A625-B304-4FEF-B948-58FF1EB3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934271-8872-4333-B132-A6ECF9A5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78501-D6A7-420C-A3F5-3FE6BCD0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Superconduc...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FE5A79-6DAF-4DC6-9BB9-4B36DB75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B5366-1416-49B6-8AA8-7DD82C2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6EF8F4-65E4-4E7B-9050-2D9D0EF6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Superc...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9CE394-D346-48A5-892D-1C825A28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719DA6-58FC-496B-AAA4-12B1EFB8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8779468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679C59-1C2E-40EB-BA62-63922D41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1DD84-C369-4AD3-94E1-1A28EBF3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35AEE-23C0-465B-A7B4-E6A7552C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510F4-3072-4CC5-9F71-DD9A33BF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C8C9D-BB93-439A-A55F-869DFF82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BF7FD-91C2-450E-9076-23CF50DA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EF9C7-178E-4E2C-830B-43917D16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7F9B4-B915-472B-9CF2-B188E381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34561-E786-4189-A472-E31EA6BB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ACD4B-5CEB-4EF0-A504-87769B5D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C2261-9128-498A-A7E7-9E6F8105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AFB10-6007-45D7-B630-FD9E31D1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2CDEE-7165-43D3-BE64-89CE4A68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58BB7-32E1-4BF3-A4F3-8FE5EFF4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89C4FD-6273-43AF-96AE-8CE03677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1443026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60081-83C6-4CCA-8C91-F0F4425D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316BA-0F09-4E66-AFD3-2CAE1D5C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7FE22-AAF4-4225-9E6F-C4FE68F8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2A7DE-0C36-4D45-B2FD-11C50117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16347-7E8B-435A-80B5-C60990A2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5DE1E-5487-4674-A400-A7F5E3AF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Superconductivity Zero resistance state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19D11-9C5A-4C36-9CBF-A80A5854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ABC2E-95DF-4A95-80C9-DFDC94B3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E966F-7294-44A9-BD9E-4039D077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76E2D-8ACA-4B97-9CC8-EB53E840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87CA1-0A24-4886-AA60-BB7C6239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7535578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E527D8-7C57-4228-A918-C2B63BE2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BB9F4-24BA-49E4-9388-F30B27AE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4B3E0-9FD2-4B7B-B446-BB0560F1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EC775-4C21-4204-A022-3EEE50A2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BD325-DC25-4447-B50B-A51AE08E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Persistent current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ED379-8CCF-45AE-A4E1-5C173FCE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Persistent current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E7D68-DB35-48AC-9096-12EBAB43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811A1-F9D8-47D4-9B7B-8FA7B9A3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14BA9-14E2-4FAD-9B92-C3F42921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13042-9086-41EC-B36B-9D5993AA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4C2BC-6918-4ACF-B8AE-B62BAA7A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8AA66-11EA-4F63-9668-6887F2FD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7B5DE-68FE-4D5B-AEC6-ABE77EB6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3576A-3530-43ED-A7EA-4CB6C6D7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A2472-172E-42BE-A092-797C6CDB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EAB8B-EF74-46E3-8A29-BD008A1E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5818101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7F58DF-C962-49C1-A3AA-E111F705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AAA39-2F21-411E-A647-F676A7E9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76B56-9E40-49B6-BCC5-1A8C01F6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F0F65-2E9E-42EC-936A-ADF85F8E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452FE-47EA-4F05-AC43-F26C8898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1A779-D94D-4142-ADE1-E679B4B6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78A84-18DB-41A0-9F45-DD9BF7F8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4A71C-EF8C-473E-BDBD-1EF4303A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1D528-C379-49BC-BDAA-39F79AF1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Persistent...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A5D20-9714-485F-B316-A5DEB608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26109-F711-48AD-910C-146D7BC4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11293-3A8E-4E27-B26C-F7096460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Persis...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3175D-5CD6-4959-9BB0-616E38EF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BF2E9-34A0-4467-A3A0-71050EAE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59E8B-BEB0-498D-B402-393613D3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Persistent 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BCB8C-4CEA-4573-B708-81138473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5AE2D-5A3F-4136-9499-CCE73CDB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746A3-61B6-4FAF-B517-4E2B0988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Persistent...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E4B692-AD54-4BCE-8620-51DAD3AF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C3CE0A-0951-402E-BE3A-B4EBEED2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0C0A82-5541-4216-A212-D0BD7414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Persis...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93A3F-7746-4556-9894-882E555E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790AD4-A6FC-480E-89B5-B3FBA950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5021211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81D12-780E-4531-A071-4DE83C64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48D79-0E51-4F16-9550-ABB5A130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427A8-70E4-4226-BAAA-4C880AFA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D4D71-14F2-490B-9726-C159CE8B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80F17-8E27-4A69-B2C7-4FA42C05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138AB-25D0-4988-B374-A7EAE9E0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221A3-9F69-45A2-BC3C-EF4AF718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D0D2F-6A53-4033-B87C-53D4BAE4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727A5-E732-45C4-AF4C-67E52B31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05943-B142-43E3-B8DD-78B1DF6B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7BC73-5999-4529-8624-5EFCC35F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2C914-AD52-4970-8022-CE19C231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1372B-7578-4018-9336-719BAA9B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D5B45-E1F9-4711-97C7-57EB2BA7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9F112-2A1C-4375-A1F2-378275BC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5621205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40166-4D01-4BE5-A052-BF37AF5F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A7CE8-A78A-46AC-84D8-5F0C6157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F64CC-90A1-4F02-A13D-E1C9D044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3D57E-8229-418F-93F6-ACB3837A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7A816-81C3-405D-A244-C4AA951C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D7DBD-F1E6-4D70-9F66-8087C7C2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Persistent current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B3115-725E-40DF-8E21-F142ADE2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1042C-47D0-4E97-AD7B-DDE00CEA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B0FBA-C5FE-49B3-9BF4-B677D999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72E58-C00B-416C-8B93-022ED216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44C02-922F-48CE-81F4-AA5FD03B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5861085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A13FE-9C40-4DE0-8420-418DCE83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BFA03-1B92-4DEB-9C1A-ECA582C2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07E98-F6A8-4D33-BA22-771752C2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EC5C8-CBC3-4438-90DD-A81EC97B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44B7C-37A9-421A-9A18-89FB4B31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Meissner effect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B128E-D4E8-4A27-AB82-ED550ABF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Meissner effect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DDBC3-888D-4EC9-B36D-A2688426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0AEAB-C0EA-46AF-839F-6B4BA1BC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5278B-5FB1-4690-8DAE-3D1728EC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A1692-50FB-47D3-87AC-2DF213BE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CAF84-BB3C-4938-A96F-AD40D5D5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45DC5-C583-4BD1-B486-5586112F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F7359-EE4B-47E6-B0C1-151325CF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44DFF-6578-48FE-977C-A61454FE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C3FBC-849C-4174-8FB0-5FCD1184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55201-1F62-482D-96CC-A7086D7B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0898274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390CDC-A55E-499D-8243-9B789BCA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C6730-BCDF-44C5-A596-A535235B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F8733-CBC8-46B6-AF35-F1D3F848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807CC-6B1D-4411-92D3-CE5B36FB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3AACD-BB1D-4782-AFA4-D7128BE7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809EE-A6A2-4DA9-BD23-3C553AB3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31BF9-4C10-47F6-9AE0-F7C291F0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F91C8-85F0-49E4-87CB-D27E82F2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5F5DB-7C9B-4F79-80EE-0E5165CB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Meissner ef...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C2C48-C852-40A8-8204-4603CF40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96EDD-9440-4799-ABA8-F567C538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175F2-EDA8-4046-B717-2D547BD6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Meissn...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13278-2344-40A2-8A5A-9E809D56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7DD6E-E9AA-4FE2-AA5E-548F398A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7D921-6847-40A5-99E0-92FEF2D9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Meissner eff...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D79B1-E88E-449A-BAFC-EBB01F27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9ED64-44A5-4A5E-BCAD-8C1EB2C8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E2EC4F-577D-4B0E-A4BB-4334DDB1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Meissner ef...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CF6E7-135D-48AB-8FA4-E1A73E97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2F0AB8-EAC9-40B9-A54B-7D4A3075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FB9954-9194-4218-942E-3643CF62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Meissn...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1E45D-E800-4ABE-9898-9DCC3375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1A26D0-297A-497B-98FC-1324D02A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1130106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24EF4-1F1B-434E-87D4-933DA2E2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349F4-4C74-423B-BBD4-EEF8E850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AB641-7740-45ED-8624-2F43AC68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3061C-9FAF-4AC3-865C-3ADFF8BB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23D31-EF0E-49DA-A330-6D744DC3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74DC8-A1CE-4624-ABC0-7B194E88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A7BE3-95A5-4A15-861A-B9EE5694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B3A3E-AF91-4485-8207-4ED802DE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103EE-7649-4AC6-A090-78E30374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1CBF3-1606-49BC-B37A-05A09D45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36EFE-CC60-42BB-A7D9-5B12E193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C26E0-AE44-431B-B071-014D6E2D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F93D7-B831-41B4-B8D4-097E3B78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AC80D-3FFD-4068-9308-6FC5655B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9128C-C5B2-4C34-81B2-F13C0223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0972092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0BB22-EBBC-4ED6-9217-87279DBC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4CE93-71F7-4495-AFE3-013211AB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B810C-A186-4435-B62C-9001F3BD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B653F-0E29-4F52-9998-05697E4A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4E7AB-EEC9-4ACD-876C-36158C01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A531D-37E2-4DEC-82B4-7A13CFD6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Meissner effect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0E43D-B737-453B-8D13-05FA3873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66D77-793A-4455-A29A-4EE7443C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447C6-2167-4F05-BA93-112BAB5E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14B15-0CDA-4157-AAC1-C190F36B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D7274-CAD1-4DB1-9241-005912D9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2821651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C477E-38DD-418B-AA8C-CB30456B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EB6EF-D192-4D66-8EED-7D01FD3F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06B29-DF72-4EB9-BA0E-215FBF50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66FF3-F0CD-4AE0-BB69-300F378C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F4857-13CE-440E-B217-FFA5233A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Critical temperature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465FE-A3F4-4069-8136-F1DE1E07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Critical temperature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643B7-63DC-42C2-9393-BDB29F11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F65DA-9A85-429C-89CC-3A77679D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AF3F2-793B-419E-81FB-2C6E7807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57019-D298-4E29-9F17-65E3C0E8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54191-1AAA-43F5-98F1-84F1ED8A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F58EF-EB26-4930-8CD1-623B921B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AFBB1-4047-4EC7-88B0-142D1D44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A7BD6-FFCD-483D-B24A-10BBE711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087A5-6FE3-4E86-A06C-0D5A8595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59C05-AC9C-4BD9-BC3C-BB4C6A9D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9560976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90E796-D883-41D7-9ECB-C34BB80A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ECFF8-19B3-45C5-B73C-EF1169B1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4BF73-3925-4434-A81E-EAC7869C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428C3-F94C-470B-90B3-841E13FE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CEB3A-A918-4157-BCDA-01CB1D65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AD5E1-9224-4646-9FA4-001EBDC5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24E17-4AAE-4967-8432-78C8976A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08879-C256-4F5A-95E6-65889B33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6CB58-83F1-48AE-AF2F-0609C8A9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Critical te...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3B92B-A185-4D1C-97AD-0F1ED944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4896E-2AFA-4D05-B27A-0556F87E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B1E82-3204-4F7C-85DC-E4B50B2E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Critic...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1AFE7-791F-4234-B63F-29BD85BC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D9832-56C3-4B66-A66E-F0D27AE8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C612E-778C-4270-A423-AE30F147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Critical tem...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5EA2F-3FA3-49F9-B79C-111BDE95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EBF68-323F-4330-BB2F-0D88BD93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BBF94-DB5E-482C-8E78-CF74EFC9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Critical 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429077-4431-43FF-A457-4FE5CFC9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B66926-066B-4969-B088-E81C1C9E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ACA3B-7D3E-4AED-A16B-19DC5370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Critic...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E47875-E0CF-47BA-AFCA-53E599D6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8D28DE-69C5-47EC-B31E-581FF4A6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9130467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D7726-218A-4C5B-A65E-C9B2E273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C7657-CC95-4F6D-8C2E-8BECBDDE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0D57A-D120-4B74-87E0-0496C92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F7C72-2A66-49EB-8176-0865D41B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D74BA-361D-4084-9F72-5A6A73D8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FA68E-E366-4CB2-BF76-88FDF22A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7BF47-570E-4111-BD95-71CA304A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9A53A-F9EF-43C4-ABED-B3A4C451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D4DC2-B72F-44E0-B199-7B0FE56B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8F4FA-2031-45F2-AF1B-A6106A2B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86758-56F6-4FBA-9997-41C65D32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BADC4-500B-4F15-8D98-7B2DDE15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7F759-1936-4392-A362-15F884D7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BCBA8-7EA1-4A90-B430-1394EF7D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B6925-6C59-4950-BC23-D1E4533B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8181754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AA3C3-DE3D-4EFD-B74F-931680E9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5C016-BCED-41D0-9A43-21AE8123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BA708-8157-4AFF-A70C-F055D6A2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AE75D-4359-4998-A445-85C3AAEC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1A226-FB6D-4A92-B29D-031ED478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F06D6-475A-4B98-A510-58A39B9C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Critical temperature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3078D-4756-4130-B334-D9EA42EF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E5491-D1F8-4C04-A9B7-D6214F0D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B5D63-4F87-40CE-9E35-CFA3C1DF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BB7C2-4ACB-4565-9846-B7367C66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8ABC9-CB4E-47CC-BA11-EE790FA1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3398228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15E501-3546-4A46-A6AA-FA7B38C9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A6A99-F99B-4613-9C9F-EC522E95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D9CAF-CDEF-416A-8EA3-2A05C128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BB8FC-5219-47F4-A22A-E5223274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202C2-ED00-4C27-8BA6-1A3E3BB4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Critical current (Silsbee Effect) - Derivation for a cylindrical wire using ampere's law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6DD40-DC99-406A-91B0-A7E61FD0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Critical current (Silsbee Effect) - Deriv...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669C6-710B-4B1B-85A9-8DB66D21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AA316-B2A6-4B01-AD0A-BAA28645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33EAD-B1FF-4DF7-99BD-FEE3A76E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F6887-B391-43B6-BFEB-E4495AA7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449EF-C56F-4B5F-AB0C-EC3CE0F0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9980D-76B1-489A-8612-0480EA5D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1D793-CBFF-40A6-A05C-F03D2399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2B687-1388-41D1-91F4-4576BA0B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86DCB-BB9B-411E-8EE2-9D7EE51B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19074-DA23-4A1B-9B77-B1959887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0505614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A4431-BDC5-431B-B62F-9CFDF15E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88FAF-F1B4-430D-B07E-F2DBBBEB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B1D08-BC0E-4FAB-95CA-CF7F0088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334F7-30D2-4339-BD37-92102011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052D0-97BE-4893-8D99-EC4590CF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D9BF2-4777-4AD8-9599-1EB35110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DED4D-4459-4260-AD98-07B99590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A0265-4172-4764-A572-602DAB0E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0021A-A63F-495A-A44A-DC7B8781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Critical cu...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B9BEC-73A3-494A-B894-8E323834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11EA3-B6DC-4F12-B74E-9D3E1B2A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F16D9-8827-4CC4-AF78-523F26A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Critic...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1772D-187D-442E-A489-81A697BB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FE2AD-27DC-435D-B018-37023912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5CE22-4314-4D20-A454-9FFD429F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Critical cur...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ED444-6B6A-4616-8F3A-98C53402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7FFD87-DD4C-47DF-8447-A0BF5DF6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C5511-62D7-4817-8D4E-689273C8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Critical cu...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16E79-0035-4234-8679-493FB400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5F747A-2108-4AAE-B1D3-921F92F9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4DA779-8F68-47F0-B16F-60899662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Critic...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0A8F06-18B5-45F2-8F9C-B8C756EE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E596EB-CF3D-4C27-BFE0-ABC87D9C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95795136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D456E6-27B7-443D-BD6C-4182DDB7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82D04-F21E-448D-90A7-615C2BAB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08762-5513-42BF-96FE-96F34BE0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7315D-48C3-4877-A00A-2421ED56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4B686-F7B8-4F63-8FA9-D43527BE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973FD-C3B7-4C1F-8C5C-EB02E6BE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3DDFE-43DE-4F6D-A5DF-B9213751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5C7D4-A268-4C03-94DC-4C55EAAF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D23E8-E82E-4ACC-A25D-D6682710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8D718-D9A3-4875-82E5-A61F75B9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7545C-46C3-4EF8-B235-61CD5831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F1EE6-1513-4C72-88AE-BCD501DD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3FD53-680D-4372-BE3D-E250BA8B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31015-7750-4A6D-9458-3392D692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1188DD-E2C0-45D1-921F-DC8B35B5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3117753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35B5E-5933-4197-BEA5-8F228DAB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1E4D0-07C1-413C-B0DA-571A8276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9C1CC-7A5E-43EF-A75E-293D07F0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FB0E5-8DA9-42EF-82F4-D47B0057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62C2A-064B-480E-A269-735E7DB3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EC30D-44C8-4958-8DD8-E8E49DDE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Critical current (Silsbee Effect) - Derivation for a cyli...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4B109-9CFC-47EA-8602-DDF553B6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43CB7-FA60-4E93-9319-07BF6190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3F702-6932-473F-A0BA-6113E256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85D78-3CF2-4D1E-8B44-B5FF1AC9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A52D6-5F13-4D50-9B09-085A4E8E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254693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8FDB44-8D61-4847-83C2-E08411DD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93C3F-679E-4555-A304-E2DE2C5F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68A76-3B9D-4CEA-BF43-75FA91AE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24E1F-EC54-4685-86AC-32EB9B37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B9EA4-2517-46C5-80BE-E0D70D7B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Critical field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87DFA-9E5C-4051-8662-FB075A19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Critical field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A4F56-0645-4125-A9EA-5E8BFE2C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53A59-8811-489F-9F64-EE29CF09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1B0D1-B6E5-4773-BDD2-E46D6C3F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D7FEB-AE97-46D5-A6AE-4B425A1D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A1ADE-2963-498D-A962-3FB7E2BE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FE681-CD16-4229-994C-6EC6E472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A91274-8078-4D31-A0F3-572A9531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56E91-C423-49AE-BCB7-DEA69A06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045BF-4C78-42DF-922B-6B29DC68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316D8-ECBE-4970-A4FF-FBB07EAE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3789907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703013-5680-48A6-8553-06DACD78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EE9C2-08FF-4C68-B66A-E51F909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F5E39-413A-43CB-95D0-433DE5F5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BA0B4-7701-46E3-8F13-5299EB5E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66AA6-DCDC-4484-ADB2-1C18DA2B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258FE-1D23-405F-88F6-ADA1C6E6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E71B3-CA4F-41E9-8A52-0ED5BC4A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99161-3655-4892-97AE-D993D26A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B0FA2-E306-4ABD-BF9F-E8146040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Critical fi...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763E3-D03F-4589-88EC-86CA1ED1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CAC33-5378-432F-BDD3-82013851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692AC-6D25-4EDD-8988-818BE0F4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Critic...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A6E76-A855-40E1-BC26-07F9916B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2B534-C5D7-443D-BE37-77EE2E00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0F14C-D38E-4821-88F4-6A0ADE4A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Critical fie...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BC5AE-4A4B-4672-9C78-A0676693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EFAC1A-20C0-446F-B1D4-4470F408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4063C-7A74-4740-9972-033E0074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Critical fi...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8389E-C51D-44DA-9418-9B43FFB3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E7D13-CAFC-4641-89D1-3DFF3B9D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E4E4E1-AB55-47BD-B607-3A7218C5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Critic...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9C3695-E6BF-405B-9D6E-EA34F5B0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4990E2-85EA-4B5E-B01C-BBFC6E99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09864516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00C19-217D-41E9-867F-277A276E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075B2-5FCD-4764-8461-F84507E9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3D365-BA71-4B57-818C-B15BAF53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ED135-0ED2-46B4-9E81-F533D98F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C6987-3411-44A8-BD6A-B676EF9C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661A5-5FA8-4D90-A1E5-2830C685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A3A4C-5522-4157-A6D2-B71C6993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7A5F1-8CD3-4E0B-8431-00CA23A1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F00E9-5EED-4876-87FA-0B648505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321BA-D9E3-4E47-86FF-CD21C23E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3B944-C795-43B4-B459-DD127BDD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6FA86-7802-4E89-9819-8B3D031B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4C0FBE-BBC1-4F99-A435-FF21E0BA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F4DEAB-CCF1-43D8-B0BF-1EB862E1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F29B6-34C1-4AB4-9561-AD90ACF0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99261702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EB743F-C187-4671-A816-23AE37DD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75CAB-96F9-4C9A-B172-69C939F8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1B916-10EB-4AE9-8E6B-69A7D73F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9F6A1-7A83-4332-A4D6-EC092F9A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F01A6-BC0E-4A0A-9BE1-6A11E3D9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92FA9-3CC6-4782-B183-67BE03A7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Critical field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D3594-6CD2-42A9-9764-2AC1A4AB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E8814-75EE-4C78-99E7-85E4E314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A20ED-D582-438B-A306-B07749E3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4E4BA-2579-4E3A-87E5-4A77232C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8B4AC-7CA5-4C42-A98C-93CCC1B7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54995938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E2C18-508D-4DDE-9870-F3C620E1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B4A7E-E5D7-4FF9-ADEA-A014ED81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9D137-24FB-4E6E-AF8B-D3D8649A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A6C30-780C-4163-B140-63F3D83C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B27B3-0386-4AF4-96CF-DD5D4878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Formation of Cooper pairs - Mediation of phonons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D896E-C3C0-40EB-B85A-F697D94F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Formation of Cooper pairs - Mediation of...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0DEC0-EEAD-4592-991A-97C6B4AA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95134-660E-45EB-AF52-B254DF81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76701-D7D4-4B11-8161-CD313C55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1A997-82EC-4830-A888-D273FD17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80508-7C72-4225-8159-AC3FB779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5765A-2592-40B2-A9E1-A81D4A91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9843C-83A3-4F63-B635-73FC36F6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E953C-D875-463F-B439-915719EC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B46E3-5A6D-40CD-82E2-48A1CC90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5A3A3-7700-48FB-AF09-5E2B4A7E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46134578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40FFC8-1690-4DE8-8B1A-9178B84E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8FB02-944C-48AD-849A-8BC5EAC2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FB95E-4C08-46E9-9484-60D903D9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BAEFF-D36E-4D60-9C51-6C39C539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4A96D-3617-4560-9673-20A68276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F398F-11EB-4E2B-A647-99308AE6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21BE5-B5FC-4F1E-9468-189BF3BF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276B5-CE6A-4C40-AF82-0219BCEF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90DEF-4A89-4BA3-8FD1-13486969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Formation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F5BE3-49B0-410D-99A8-73FF72A8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82089-A4C5-483E-A13E-577AB692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DE94B-8113-4485-AC5B-F29401B1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Format...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26693-0E3D-49A1-AB9B-4DB9868A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4BF06-7AAA-4A06-9DF5-037419BB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D137F-AFDD-482F-93E5-20D544D0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Formation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98E96-0718-4791-A53D-FB534268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77EAEA-5574-4A13-858B-A7DAEC73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016ECD-07AE-4430-9E06-4D29BD06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Formation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618E2-AB03-44C6-BF8F-9EC01111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DD0C6C-88BC-48C9-ADBB-E7B8C2A1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5D7133-59BF-4BF1-BEE7-4DFF8C9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Format...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3B2D0E-A1A0-4B19-98F9-4FB857A0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F16EED-A435-40BB-99AB-402D014B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38706936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5C6A3-4536-41CA-A922-4B323DB9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2D03E-E7CC-410F-A387-AD9E2CEC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A923B-BF12-43C8-B543-0FE03062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2029F-82E3-431F-8A95-BCEF5BB2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0F74B-D896-44B5-9EDF-B6B23E55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F9FC6-3DCC-409D-9A23-8A563D06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9072D-0666-409C-A8A7-01FA421A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EF13D-3DE0-4B2A-9388-E64DCC02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44F49-89D6-40BA-A3F8-8BCF5A14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44190-4DB2-473A-94B5-81F1ED25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F6CA5-70D0-4600-B1DE-892F444E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99A2C-B129-486E-AA8A-4263F436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62C30-7FD7-43A9-9E53-CC168711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025FE-CE75-4715-8687-D1CB9D99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3536E-0362-4553-9024-DC836DE1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44785347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EBD8B-6C85-4CBF-BA61-7B937D6F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8A5EE-7B0E-4DC7-AD70-14097991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53870-516A-466D-95F0-FDE633D0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9085B-BD93-445C-BF28-871D830D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F42CD-78EA-49BA-8F15-49DE9A8E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8A632-6D04-445C-B9B6-051460EA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Formation of Cooper pairs - Mediation of phonons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5658D-52B5-41B1-946D-285501D6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96ED8-545A-418A-9BA7-42B541B1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A8BB3-D2C6-479C-821B-38100928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C2CC9-91EA-4740-AC06-9D9E88F0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90026-5809-48DB-880A-D3947540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55276331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FC3687-4D59-4005-992D-E26FADC7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96B87-F33B-48DF-867C-E8A45CDA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E853E-9652-44D3-893F-056300D9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DB36A-4862-4C39-AB1E-74D49008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96A7A-A032-492D-B849-3916926B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Two-fluid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EB3BF-4365-474C-AD2F-41241606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Two-fluid model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FD35F-5B87-4EE2-BDEB-59BDB6E1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44A23-2B69-4232-A546-4B8AC1E4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E128C-CA02-421B-AD8B-929D8189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016F1-603D-4E1D-A8EC-E32603DD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DECC8-D7DC-4E51-8695-8F52295B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3AC2D-F754-4D9F-A09B-CCDED6F9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A95DC-C40E-4768-98C8-570DDBDD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4CB27-F024-401A-8CFA-1DB1B335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5FA916-C8AB-4EAF-85D4-0A9309BC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1037A-BFCA-43AC-B89E-B535EB81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14051188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DC4D44-06E3-47D8-AF63-73A51AFD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81055-787C-4C7C-9271-3A0A4105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86313-CF1B-4C5D-8113-01BA8CDD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60CF5-9B04-4B2D-BD5C-47CBDAEE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476EB-4F07-46F0-9E73-FB46E3D0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234E4-8E4D-474D-B7CA-E600F711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3D33F-3C21-4115-962B-CC6A8E70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6091C-F3F1-4DB2-90AB-D33BDE89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50CB7-B655-49EE-8FCF-F3E48D9B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Two-fluid 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EDCC1-4881-4BC1-827C-B35ED936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70B9D-CB73-4A5A-8542-9C7C4ADC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A6645-B820-4BCD-A1C1-51CB763F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Two-fl...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B2B4E-B7CF-4F43-9E5F-B8FCC245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07068-820B-4E33-B763-490DC737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5782B-C681-4C69-A09B-D6494B90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Two-fluid mo...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94FD7-E83A-4149-B9B2-B7222F43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A5F26-3764-48D9-ACE0-2D67C265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C46783-D88C-4D6B-A64A-14235E47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Two-fluid m...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C7653B-78C4-4CD6-8E9D-C1735210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DA1F73-3CBA-48A7-91FD-ED65460E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8C64C2-B267-4968-A884-4837FA7F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Two-fl...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145ED-FDB0-4EEE-BD16-986DF7F2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AEB5FE-64F8-4D69-94E6-0C5B69FD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94290900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DBF00-A2EA-4F27-8593-B7429B7F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D9692-1957-4421-AFE4-4AD9458A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1E39B-707C-489E-8842-956BC058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850D2-9408-49A7-ADEB-376B1EB8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33EBB-D75F-464A-9F75-377A02E8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FBAC9-7285-4F37-B587-4C5FE628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151D0-2524-43DB-BBBF-508C2CAC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3E6E5-5CF3-4D60-BD55-096201BD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8D0A8-212F-4371-84CB-AF85C7EC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BD9E4-4BF8-474D-9119-6153E1FB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44714-8AB6-4BD4-8F29-2D296A04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31AF0-CDAD-40D0-B411-A53F9437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21131-E395-47A3-90D8-BEDFF6BE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11228B-91A0-47A1-993F-FE49620A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7A5B9-087D-4AB7-B0DD-FD1A8F80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41618569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691CC-0809-43ED-84BB-1142BBB7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C6C4A-3D39-4F03-9044-A0873A97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DEEC0-490E-4628-B314-A333700E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D0776-1D58-48F6-87EA-C7E915A0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94FC6-C031-416B-8FDE-2AB7E7E2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1174A-3C29-4632-9FE7-76965EE9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Two-fluid model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0DFEC-736D-46C5-A7C9-D98633E1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B2590-5990-4A56-9627-347EBF3E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81CB0-7CA1-47BE-AFA9-63324F95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8E47F-88E8-4F11-8D8B-4A962F98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11C74-2360-4435-B6D9-D468AA6B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83330636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96F3F-BEA3-46A9-8E3D-6C7E8940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74CA5-F8D4-4975-B36A-7CFB410E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0F2D6-8374-4EF7-ADC5-E7ABD886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76340-E315-4E9E-8D5D-EAEED0CC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3EA09-6763-4B94-AD60-A5CD1A55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990F3-C0F9-44E2-9B2A-D6DDB7D5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35363425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6372F-5602-4641-A3A5-0A69A1E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F8417-56B2-4EDA-A39C-4596465E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C857E-9237-4B32-A17E-ADD2832B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06B88-8CD6-4E3B-8BF4-C7B2CFD4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5A9DC-562B-455F-8011-6B19B045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Superconductivity: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Zero: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resistance: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Persistent: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439F2-8B31-4F88-80F4-3184BA4F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4417471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21980-74C0-4E0A-95E2-8BBDCB70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D218B-330D-4F17-8CC7-9EA887DB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80792-9DEB-456B-8E51-FFCFA753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E462E-8B84-46B7-A36D-3A77890A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5E1D7-4EDC-4B4F-BBAB-3680C115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 setup: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Observable quantity: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Governing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Graph/equation: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meaning: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1933A-6F0C-4D6D-A0E5-FD2FC53E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51052303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2C173-FE8F-4464-8E75-4AF18891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0AE01-F4E4-4045-B4F3-1B89772C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8E7A1-FBBE-4ECC-9173-F63F5625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FB033-D503-4314-A62D-91BEAF63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CC8A8-8C2C-46A0-84BC-0B0F24C6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Memorizing the final formula without identifying what changes physically in the setup.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73F04-B7DE-4A51-8798-2F7333E6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32000221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308CF-E3E6-448F-BB0E-63AB6E5F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FB50D-9BD1-43E6-B2BB-F3666498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1763A-E0F7-40CD-93E0-6D9082CF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2B844-0DDF-4AB1-969B-4B7F9AFA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3B398-7CA3-457A-A92E-A8C6606F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Superconductivity Zero resistance state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Persistent current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Meissner effect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Critical temperature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Critical current (Silsbee Effect) - Derivation for a cylindrical wire u...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0C386-F42D-4452-B67C-66785E88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95625-3CF6-4A5C-B500-A19210AC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37B9C-917C-49C2-8835-483CD110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662900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2026-08-24T16:03:08.0260000Z</dcterms:created>
  <dcterms:modified xsi:type="dcterms:W3CDTF">2026-08-24T16:03:08.0260000Z</dcterms:modified>
</coreProperties>
</file>