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091d438f8d4a78" /><Relationship Type="http://schemas.openxmlformats.org/officeDocument/2006/relationships/extended-properties" Target="/docProps/app.xml" Id="R6104a7b1b7f64bc5" /><Relationship Type="http://schemas.openxmlformats.org/officeDocument/2006/relationships/officeDocument" Target="/ppt/presentation.xml" Id="R58e8da0fa3ee41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ec1d907b344b0b"/>
  </p:sldMasterIdLst>
  <p:notesMasterIdLst>
    <p:notesMasterId xmlns:r="http://schemas.openxmlformats.org/officeDocument/2006/relationships" r:id="R3493ef68c1c248b7"/>
  </p:notesMasterIdLst>
  <p:sldIdLst>
    <p:sldId xmlns:r="http://schemas.openxmlformats.org/officeDocument/2006/relationships" id="256" r:id="Rda84cd3e3e64444d"/>
    <p:sldId xmlns:r="http://schemas.openxmlformats.org/officeDocument/2006/relationships" id="257" r:id="R91561268597c4569"/>
    <p:sldId xmlns:r="http://schemas.openxmlformats.org/officeDocument/2006/relationships" id="258" r:id="R2c33ef1eff5f4ce1"/>
    <p:sldId xmlns:r="http://schemas.openxmlformats.org/officeDocument/2006/relationships" id="259" r:id="R6db08bac7e16490c"/>
    <p:sldId xmlns:r="http://schemas.openxmlformats.org/officeDocument/2006/relationships" id="260" r:id="Ra3b2307837d8426d"/>
    <p:sldId xmlns:r="http://schemas.openxmlformats.org/officeDocument/2006/relationships" id="261" r:id="Reaa87e90f0274530"/>
    <p:sldId xmlns:r="http://schemas.openxmlformats.org/officeDocument/2006/relationships" id="262" r:id="R808e7113ccda4fae"/>
    <p:sldId xmlns:r="http://schemas.openxmlformats.org/officeDocument/2006/relationships" id="263" r:id="Rb75368bb92d142cc"/>
    <p:sldId xmlns:r="http://schemas.openxmlformats.org/officeDocument/2006/relationships" id="264" r:id="R012dff5a8b6f4f74"/>
    <p:sldId xmlns:r="http://schemas.openxmlformats.org/officeDocument/2006/relationships" id="265" r:id="R69ba7ec420c84fcd"/>
    <p:sldId xmlns:r="http://schemas.openxmlformats.org/officeDocument/2006/relationships" id="266" r:id="R5b29ec43bc8b49d1"/>
    <p:sldId xmlns:r="http://schemas.openxmlformats.org/officeDocument/2006/relationships" id="267" r:id="R8b1f426721784095"/>
    <p:sldId xmlns:r="http://schemas.openxmlformats.org/officeDocument/2006/relationships" id="268" r:id="Rd139598c1139485c"/>
    <p:sldId xmlns:r="http://schemas.openxmlformats.org/officeDocument/2006/relationships" id="269" r:id="Rada58e5463864576"/>
    <p:sldId xmlns:r="http://schemas.openxmlformats.org/officeDocument/2006/relationships" id="270" r:id="R481f6ae241e34952"/>
    <p:sldId xmlns:r="http://schemas.openxmlformats.org/officeDocument/2006/relationships" id="271" r:id="R0623830514aa4c50"/>
    <p:sldId xmlns:r="http://schemas.openxmlformats.org/officeDocument/2006/relationships" id="272" r:id="R7eecb103d4cb4d8b"/>
    <p:sldId xmlns:r="http://schemas.openxmlformats.org/officeDocument/2006/relationships" id="273" r:id="Re9ee161a8d2e4daf"/>
    <p:sldId xmlns:r="http://schemas.openxmlformats.org/officeDocument/2006/relationships" id="274" r:id="R8399162092a54831"/>
    <p:sldId xmlns:r="http://schemas.openxmlformats.org/officeDocument/2006/relationships" id="275" r:id="R11775589f4a54f0c"/>
    <p:sldId xmlns:r="http://schemas.openxmlformats.org/officeDocument/2006/relationships" id="276" r:id="R7f5a7451f4444457"/>
    <p:sldId xmlns:r="http://schemas.openxmlformats.org/officeDocument/2006/relationships" id="277" r:id="Rd26949e197d54fee"/>
    <p:sldId xmlns:r="http://schemas.openxmlformats.org/officeDocument/2006/relationships" id="278" r:id="Rbd2b23aa518f4de8"/>
    <p:sldId xmlns:r="http://schemas.openxmlformats.org/officeDocument/2006/relationships" id="279" r:id="R29f7bd34408544e8"/>
    <p:sldId xmlns:r="http://schemas.openxmlformats.org/officeDocument/2006/relationships" id="280" r:id="R656db74712064dfe"/>
    <p:sldId xmlns:r="http://schemas.openxmlformats.org/officeDocument/2006/relationships" id="281" r:id="R485e8feb35fb45da"/>
    <p:sldId xmlns:r="http://schemas.openxmlformats.org/officeDocument/2006/relationships" id="282" r:id="Rab0a425a56334f11"/>
    <p:sldId xmlns:r="http://schemas.openxmlformats.org/officeDocument/2006/relationships" id="283" r:id="R3503667fe0274c88"/>
    <p:sldId xmlns:r="http://schemas.openxmlformats.org/officeDocument/2006/relationships" id="284" r:id="Racdf218d2ac144d1"/>
    <p:sldId xmlns:r="http://schemas.openxmlformats.org/officeDocument/2006/relationships" id="285" r:id="R3710c9338194465d"/>
    <p:sldId xmlns:r="http://schemas.openxmlformats.org/officeDocument/2006/relationships" id="286" r:id="R5704abc73daf4df4"/>
    <p:sldId xmlns:r="http://schemas.openxmlformats.org/officeDocument/2006/relationships" id="287" r:id="R856e67683df9443f"/>
    <p:sldId xmlns:r="http://schemas.openxmlformats.org/officeDocument/2006/relationships" id="288" r:id="Rac55b449a4754547"/>
    <p:sldId xmlns:r="http://schemas.openxmlformats.org/officeDocument/2006/relationships" id="289" r:id="Rce96d1b0fec248ba"/>
    <p:sldId xmlns:r="http://schemas.openxmlformats.org/officeDocument/2006/relationships" id="290" r:id="R61623f349a384e6f"/>
    <p:sldId xmlns:r="http://schemas.openxmlformats.org/officeDocument/2006/relationships" id="291" r:id="Rd5ff22f29eed49ff"/>
    <p:sldId xmlns:r="http://schemas.openxmlformats.org/officeDocument/2006/relationships" id="292" r:id="R85dfa6d82f1f4c57"/>
    <p:sldId xmlns:r="http://schemas.openxmlformats.org/officeDocument/2006/relationships" id="293" r:id="R9df86289e95a4c96"/>
    <p:sldId xmlns:r="http://schemas.openxmlformats.org/officeDocument/2006/relationships" id="294" r:id="R906e09d5f54c4374"/>
    <p:sldId xmlns:r="http://schemas.openxmlformats.org/officeDocument/2006/relationships" id="295" r:id="R420108126b09487c"/>
    <p:sldId xmlns:r="http://schemas.openxmlformats.org/officeDocument/2006/relationships" id="296" r:id="R9fdae96512d34eb0"/>
    <p:sldId xmlns:r="http://schemas.openxmlformats.org/officeDocument/2006/relationships" id="297" r:id="R03d7ae36eb744c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3d8c4216474eb0" /><Relationship Type="http://schemas.openxmlformats.org/officeDocument/2006/relationships/slideMaster" Target="/ppt/slideMasters/slideMaster1.xml" Id="R88ec1d907b344b0b" /><Relationship Type="http://schemas.openxmlformats.org/officeDocument/2006/relationships/notesMaster" Target="/ppt/notesMasters/notesMaster1.xml" Id="R3493ef68c1c248b7" /><Relationship Type="http://schemas.openxmlformats.org/officeDocument/2006/relationships/presProps" Target="/ppt/presProps.xml" Id="Rd446a0e900c244a5" /><Relationship Type="http://schemas.openxmlformats.org/officeDocument/2006/relationships/tableStyles" Target="/ppt/tableStyles.xml" Id="R8b2919be929f4f0e" /><Relationship Type="http://schemas.openxmlformats.org/officeDocument/2006/relationships/slide" Target="/ppt/slides/slide1.xml" Id="Rda84cd3e3e64444d" /><Relationship Type="http://schemas.openxmlformats.org/officeDocument/2006/relationships/slide" Target="/ppt/slides/slide2.xml" Id="R91561268597c4569" /><Relationship Type="http://schemas.openxmlformats.org/officeDocument/2006/relationships/slide" Target="/ppt/slides/slide3.xml" Id="R2c33ef1eff5f4ce1" /><Relationship Type="http://schemas.openxmlformats.org/officeDocument/2006/relationships/slide" Target="/ppt/slides/slide4.xml" Id="R6db08bac7e16490c" /><Relationship Type="http://schemas.openxmlformats.org/officeDocument/2006/relationships/slide" Target="/ppt/slides/slide5.xml" Id="Ra3b2307837d8426d" /><Relationship Type="http://schemas.openxmlformats.org/officeDocument/2006/relationships/slide" Target="/ppt/slides/slide6.xml" Id="Reaa87e90f0274530" /><Relationship Type="http://schemas.openxmlformats.org/officeDocument/2006/relationships/slide" Target="/ppt/slides/slide7.xml" Id="R808e7113ccda4fae" /><Relationship Type="http://schemas.openxmlformats.org/officeDocument/2006/relationships/slide" Target="/ppt/slides/slide8.xml" Id="Rb75368bb92d142cc" /><Relationship Type="http://schemas.openxmlformats.org/officeDocument/2006/relationships/slide" Target="/ppt/slides/slide9.xml" Id="R012dff5a8b6f4f74" /><Relationship Type="http://schemas.openxmlformats.org/officeDocument/2006/relationships/slide" Target="/ppt/slides/slide10.xml" Id="R69ba7ec420c84fcd" /><Relationship Type="http://schemas.openxmlformats.org/officeDocument/2006/relationships/slide" Target="/ppt/slides/slide11.xml" Id="R5b29ec43bc8b49d1" /><Relationship Type="http://schemas.openxmlformats.org/officeDocument/2006/relationships/slide" Target="/ppt/slides/slide12.xml" Id="R8b1f426721784095" /><Relationship Type="http://schemas.openxmlformats.org/officeDocument/2006/relationships/slide" Target="/ppt/slides/slide13.xml" Id="Rd139598c1139485c" /><Relationship Type="http://schemas.openxmlformats.org/officeDocument/2006/relationships/slide" Target="/ppt/slides/slide14.xml" Id="Rada58e5463864576" /><Relationship Type="http://schemas.openxmlformats.org/officeDocument/2006/relationships/slide" Target="/ppt/slides/slide15.xml" Id="R481f6ae241e34952" /><Relationship Type="http://schemas.openxmlformats.org/officeDocument/2006/relationships/slide" Target="/ppt/slides/slide16.xml" Id="R0623830514aa4c50" /><Relationship Type="http://schemas.openxmlformats.org/officeDocument/2006/relationships/slide" Target="/ppt/slides/slide17.xml" Id="R7eecb103d4cb4d8b" /><Relationship Type="http://schemas.openxmlformats.org/officeDocument/2006/relationships/slide" Target="/ppt/slides/slide18.xml" Id="Re9ee161a8d2e4daf" /><Relationship Type="http://schemas.openxmlformats.org/officeDocument/2006/relationships/slide" Target="/ppt/slides/slide19.xml" Id="R8399162092a54831" /><Relationship Type="http://schemas.openxmlformats.org/officeDocument/2006/relationships/slide" Target="/ppt/slides/slide20.xml" Id="R11775589f4a54f0c" /><Relationship Type="http://schemas.openxmlformats.org/officeDocument/2006/relationships/slide" Target="/ppt/slides/slide21.xml" Id="R7f5a7451f4444457" /><Relationship Type="http://schemas.openxmlformats.org/officeDocument/2006/relationships/slide" Target="/ppt/slides/slide22.xml" Id="Rd26949e197d54fee" /><Relationship Type="http://schemas.openxmlformats.org/officeDocument/2006/relationships/slide" Target="/ppt/slides/slide23.xml" Id="Rbd2b23aa518f4de8" /><Relationship Type="http://schemas.openxmlformats.org/officeDocument/2006/relationships/slide" Target="/ppt/slides/slide24.xml" Id="R29f7bd34408544e8" /><Relationship Type="http://schemas.openxmlformats.org/officeDocument/2006/relationships/slide" Target="/ppt/slides/slide25.xml" Id="R656db74712064dfe" /><Relationship Type="http://schemas.openxmlformats.org/officeDocument/2006/relationships/slide" Target="/ppt/slides/slide26.xml" Id="R485e8feb35fb45da" /><Relationship Type="http://schemas.openxmlformats.org/officeDocument/2006/relationships/slide" Target="/ppt/slides/slide27.xml" Id="Rab0a425a56334f11" /><Relationship Type="http://schemas.openxmlformats.org/officeDocument/2006/relationships/slide" Target="/ppt/slides/slide28.xml" Id="R3503667fe0274c88" /><Relationship Type="http://schemas.openxmlformats.org/officeDocument/2006/relationships/slide" Target="/ppt/slides/slide29.xml" Id="Racdf218d2ac144d1" /><Relationship Type="http://schemas.openxmlformats.org/officeDocument/2006/relationships/slide" Target="/ppt/slides/slide30.xml" Id="R3710c9338194465d" /><Relationship Type="http://schemas.openxmlformats.org/officeDocument/2006/relationships/slide" Target="/ppt/slides/slide31.xml" Id="R5704abc73daf4df4" /><Relationship Type="http://schemas.openxmlformats.org/officeDocument/2006/relationships/slide" Target="/ppt/slides/slide32.xml" Id="R856e67683df9443f" /><Relationship Type="http://schemas.openxmlformats.org/officeDocument/2006/relationships/slide" Target="/ppt/slides/slide33.xml" Id="Rac55b449a4754547" /><Relationship Type="http://schemas.openxmlformats.org/officeDocument/2006/relationships/slide" Target="/ppt/slides/slide34.xml" Id="Rce96d1b0fec248ba" /><Relationship Type="http://schemas.openxmlformats.org/officeDocument/2006/relationships/slide" Target="/ppt/slides/slide35.xml" Id="R61623f349a384e6f" /><Relationship Type="http://schemas.openxmlformats.org/officeDocument/2006/relationships/slide" Target="/ppt/slides/slide36.xml" Id="Rd5ff22f29eed49ff" /><Relationship Type="http://schemas.openxmlformats.org/officeDocument/2006/relationships/slide" Target="/ppt/slides/slide37.xml" Id="R85dfa6d82f1f4c57" /><Relationship Type="http://schemas.openxmlformats.org/officeDocument/2006/relationships/slide" Target="/ppt/slides/slide38.xml" Id="R9df86289e95a4c96" /><Relationship Type="http://schemas.openxmlformats.org/officeDocument/2006/relationships/slide" Target="/ppt/slides/slide39.xml" Id="R906e09d5f54c4374" /><Relationship Type="http://schemas.openxmlformats.org/officeDocument/2006/relationships/slide" Target="/ppt/slides/slide40.xml" Id="R420108126b09487c" /><Relationship Type="http://schemas.openxmlformats.org/officeDocument/2006/relationships/slide" Target="/ppt/slides/slide41.xml" Id="R9fdae96512d34eb0" /><Relationship Type="http://schemas.openxmlformats.org/officeDocument/2006/relationships/slide" Target="/ppt/slides/slide42.xml" Id="R03d7ae36eb744c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92f57458714b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41dbbf154349b1" /><Relationship Type="http://schemas.openxmlformats.org/officeDocument/2006/relationships/notesMaster" Target="/ppt/notesMasters/notesMaster1.xml" Id="Rde1b45d29912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6e21c7e934e47" /><Relationship Type="http://schemas.openxmlformats.org/officeDocument/2006/relationships/notesMaster" Target="/ppt/notesMasters/notesMaster1.xml" Id="R6314a4b1fb2941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422900d0fb46a5" /><Relationship Type="http://schemas.openxmlformats.org/officeDocument/2006/relationships/notesMaster" Target="/ppt/notesMasters/notesMaster1.xml" Id="R0219cf08a83d46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5f6eed0a204b06" /><Relationship Type="http://schemas.openxmlformats.org/officeDocument/2006/relationships/notesMaster" Target="/ppt/notesMasters/notesMaster1.xml" Id="R38a0483cbbd1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483dc4c20b4a23" /><Relationship Type="http://schemas.openxmlformats.org/officeDocument/2006/relationships/notesMaster" Target="/ppt/notesMasters/notesMaster1.xml" Id="R156a95e1f0354c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6fc7e9034d4802" /><Relationship Type="http://schemas.openxmlformats.org/officeDocument/2006/relationships/notesMaster" Target="/ppt/notesMasters/notesMaster1.xml" Id="R92cf6ba65b644a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5b3afbeb5547da" /><Relationship Type="http://schemas.openxmlformats.org/officeDocument/2006/relationships/notesMaster" Target="/ppt/notesMasters/notesMaster1.xml" Id="R9d151b28679544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2de465962e4809" /><Relationship Type="http://schemas.openxmlformats.org/officeDocument/2006/relationships/notesMaster" Target="/ppt/notesMasters/notesMaster1.xml" Id="R5cdffe067a1b4e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6a17b006fe4914" /><Relationship Type="http://schemas.openxmlformats.org/officeDocument/2006/relationships/notesMaster" Target="/ppt/notesMasters/notesMaster1.xml" Id="Rb11d7cba951649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72b286c962491c" /><Relationship Type="http://schemas.openxmlformats.org/officeDocument/2006/relationships/notesMaster" Target="/ppt/notesMasters/notesMaster1.xml" Id="R08793fadfa8142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9987d7dc2b42bf" /><Relationship Type="http://schemas.openxmlformats.org/officeDocument/2006/relationships/notesMaster" Target="/ppt/notesMasters/notesMaster1.xml" Id="R2cc517526d9143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357da090b04dff" /><Relationship Type="http://schemas.openxmlformats.org/officeDocument/2006/relationships/notesMaster" Target="/ppt/notesMasters/notesMaster1.xml" Id="R4eb02ef4a27c47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78acb784f84f63" /><Relationship Type="http://schemas.openxmlformats.org/officeDocument/2006/relationships/notesMaster" Target="/ppt/notesMasters/notesMaster1.xml" Id="R994756132f6046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0dded9f8724458" /><Relationship Type="http://schemas.openxmlformats.org/officeDocument/2006/relationships/notesMaster" Target="/ppt/notesMasters/notesMaster1.xml" Id="Rb1627ecea64244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20b4fa64d14fdf" /><Relationship Type="http://schemas.openxmlformats.org/officeDocument/2006/relationships/notesMaster" Target="/ppt/notesMasters/notesMaster1.xml" Id="R2f8d3c84302748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dce52c01374bfd" /><Relationship Type="http://schemas.openxmlformats.org/officeDocument/2006/relationships/notesMaster" Target="/ppt/notesMasters/notesMaster1.xml" Id="R778eebc3c7dc4c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82d3c2c71549ef" /><Relationship Type="http://schemas.openxmlformats.org/officeDocument/2006/relationships/notesMaster" Target="/ppt/notesMasters/notesMaster1.xml" Id="Ref5d5f2b9cd640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a764ec371d45c1" /><Relationship Type="http://schemas.openxmlformats.org/officeDocument/2006/relationships/notesMaster" Target="/ppt/notesMasters/notesMaster1.xml" Id="R9c4ef147db734b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fd9be039bf45b7" /><Relationship Type="http://schemas.openxmlformats.org/officeDocument/2006/relationships/notesMaster" Target="/ppt/notesMasters/notesMaster1.xml" Id="R16ce4eb8b66a42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98bb27523a48df" /><Relationship Type="http://schemas.openxmlformats.org/officeDocument/2006/relationships/notesMaster" Target="/ppt/notesMasters/notesMaster1.xml" Id="R3de2a037673f45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02c2924a414c0a" /><Relationship Type="http://schemas.openxmlformats.org/officeDocument/2006/relationships/notesMaster" Target="/ppt/notesMasters/notesMaster1.xml" Id="R32d6d8cd43b543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28ebd674da4464" /><Relationship Type="http://schemas.openxmlformats.org/officeDocument/2006/relationships/notesMaster" Target="/ppt/notesMasters/notesMaster1.xml" Id="Rbdc178cc055a48c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e6eca4e94743ca" /><Relationship Type="http://schemas.openxmlformats.org/officeDocument/2006/relationships/notesMaster" Target="/ppt/notesMasters/notesMaster1.xml" Id="Rf54ec97cda5e413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b30a64ec2b4c6b" /><Relationship Type="http://schemas.openxmlformats.org/officeDocument/2006/relationships/notesMaster" Target="/ppt/notesMasters/notesMaster1.xml" Id="R0441ae54b26d44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a7bb357faf34e77" /><Relationship Type="http://schemas.openxmlformats.org/officeDocument/2006/relationships/notesMaster" Target="/ppt/notesMasters/notesMaster1.xml" Id="R62dcd679dc5941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9a1c62599d4916" /><Relationship Type="http://schemas.openxmlformats.org/officeDocument/2006/relationships/notesMaster" Target="/ppt/notesMasters/notesMaster1.xml" Id="R7e96740711664c0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dc5f4b4d36447b" /><Relationship Type="http://schemas.openxmlformats.org/officeDocument/2006/relationships/notesMaster" Target="/ppt/notesMasters/notesMaster1.xml" Id="Ra869e4d7b3eb4d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5693055e5841c5" /><Relationship Type="http://schemas.openxmlformats.org/officeDocument/2006/relationships/notesMaster" Target="/ppt/notesMasters/notesMaster1.xml" Id="R5e1925f40f964b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f2a59e09bc4931" /><Relationship Type="http://schemas.openxmlformats.org/officeDocument/2006/relationships/notesMaster" Target="/ppt/notesMasters/notesMaster1.xml" Id="R642168433a36415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9a4bb53ab3d44ba" /><Relationship Type="http://schemas.openxmlformats.org/officeDocument/2006/relationships/notesMaster" Target="/ppt/notesMasters/notesMaster1.xml" Id="R4734bdf518324e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ff281d530554d7a" /><Relationship Type="http://schemas.openxmlformats.org/officeDocument/2006/relationships/notesMaster" Target="/ppt/notesMasters/notesMaster1.xml" Id="Rcdd74c7203504dc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9bc780a6ea47cb" /><Relationship Type="http://schemas.openxmlformats.org/officeDocument/2006/relationships/notesMaster" Target="/ppt/notesMasters/notesMaster1.xml" Id="Rf13c003ce9d34c9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860fbf1354b400c" /><Relationship Type="http://schemas.openxmlformats.org/officeDocument/2006/relationships/notesMaster" Target="/ppt/notesMasters/notesMaster1.xml" Id="R2129a21fc3b2440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18e376a0a0946cd" /><Relationship Type="http://schemas.openxmlformats.org/officeDocument/2006/relationships/notesMaster" Target="/ppt/notesMasters/notesMaster1.xml" Id="R428dd4ffa6cc48e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4b0c99cdcd5476b" /><Relationship Type="http://schemas.openxmlformats.org/officeDocument/2006/relationships/notesMaster" Target="/ppt/notesMasters/notesMaster1.xml" Id="R896f6f128812423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6a31acf7ec94635" /><Relationship Type="http://schemas.openxmlformats.org/officeDocument/2006/relationships/notesMaster" Target="/ppt/notesMasters/notesMaster1.xml" Id="R2864dbac013e428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c6cd90f759e438e" /><Relationship Type="http://schemas.openxmlformats.org/officeDocument/2006/relationships/notesMaster" Target="/ppt/notesMasters/notesMaster1.xml" Id="Rd015968e18e94a9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059839c86884590" /><Relationship Type="http://schemas.openxmlformats.org/officeDocument/2006/relationships/notesMaster" Target="/ppt/notesMasters/notesMaster1.xml" Id="R705596e262fd4ca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85df2597a7341a0" /><Relationship Type="http://schemas.openxmlformats.org/officeDocument/2006/relationships/notesMaster" Target="/ppt/notesMasters/notesMaster1.xml" Id="R81e3c3c383c3436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407a4924dfe4e8b" /><Relationship Type="http://schemas.openxmlformats.org/officeDocument/2006/relationships/notesMaster" Target="/ppt/notesMasters/notesMaster1.xml" Id="R99a56a04455a484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ff57c65fd9b4d40" /><Relationship Type="http://schemas.openxmlformats.org/officeDocument/2006/relationships/notesMaster" Target="/ppt/notesMasters/notesMaster1.xml" Id="R1df29a67ed45446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298358e43cd40a2" /><Relationship Type="http://schemas.openxmlformats.org/officeDocument/2006/relationships/notesMaster" Target="/ppt/notesMasters/notesMaster1.xml" Id="R7c3020b393bf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693fc952741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a56e12e01444c" /><Relationship Type="http://schemas.openxmlformats.org/officeDocument/2006/relationships/slideLayout" Target="/ppt/slideLayouts/slideLayout1.xml" Id="Rfe3f68f3412a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3f68f3412a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12391f5e74bc5" /><Relationship Type="http://schemas.openxmlformats.org/officeDocument/2006/relationships/notesSlide" Target="/ppt/notesSlides/notesSlide1.xml" Id="R0da5bf7f147f4b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7f4c934fd4777" /><Relationship Type="http://schemas.openxmlformats.org/officeDocument/2006/relationships/notesSlide" Target="/ppt/notesSlides/notesSlide2.xml" Id="R326431ed73c548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1b865ffd2400c" /><Relationship Type="http://schemas.openxmlformats.org/officeDocument/2006/relationships/notesSlide" Target="/ppt/notesSlides/notesSlide3.xml" Id="R5c27eec3cac8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9c4a2183c4265" /><Relationship Type="http://schemas.openxmlformats.org/officeDocument/2006/relationships/notesSlide" Target="/ppt/notesSlides/notesSlide4.xml" Id="Rd906d854f52446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aa8eca8994ff7" /><Relationship Type="http://schemas.openxmlformats.org/officeDocument/2006/relationships/notesSlide" Target="/ppt/notesSlides/notesSlide5.xml" Id="Rbf4205bede55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35d5f8a5c439e" /><Relationship Type="http://schemas.openxmlformats.org/officeDocument/2006/relationships/notesSlide" Target="/ppt/notesSlides/notesSlide6.xml" Id="R1ef775cba9c3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abcaa3e8f4b9d" /><Relationship Type="http://schemas.openxmlformats.org/officeDocument/2006/relationships/notesSlide" Target="/ppt/notesSlides/notesSlide7.xml" Id="Re8c78d60e4824e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df77c2a804f21" /><Relationship Type="http://schemas.openxmlformats.org/officeDocument/2006/relationships/notesSlide" Target="/ppt/notesSlides/notesSlide8.xml" Id="R84895d478c5643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8d152cb5441d7" /><Relationship Type="http://schemas.openxmlformats.org/officeDocument/2006/relationships/notesSlide" Target="/ppt/notesSlides/notesSlide9.xml" Id="R349c3d6285a3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19e5ca4204bf6" /><Relationship Type="http://schemas.openxmlformats.org/officeDocument/2006/relationships/notesSlide" Target="/ppt/notesSlides/notesSlide10.xml" Id="Rce5850ed84d245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0a74283d44d43" /><Relationship Type="http://schemas.openxmlformats.org/officeDocument/2006/relationships/notesSlide" Target="/ppt/notesSlides/notesSlide11.xml" Id="R3d3f853805d543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df0088e264c76" /><Relationship Type="http://schemas.openxmlformats.org/officeDocument/2006/relationships/notesSlide" Target="/ppt/notesSlides/notesSlide12.xml" Id="R240ea8ccda234a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c2d2daed84753" /><Relationship Type="http://schemas.openxmlformats.org/officeDocument/2006/relationships/notesSlide" Target="/ppt/notesSlides/notesSlide13.xml" Id="R3f6a4019154049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0f40908e14386" /><Relationship Type="http://schemas.openxmlformats.org/officeDocument/2006/relationships/notesSlide" Target="/ppt/notesSlides/notesSlide14.xml" Id="R03e56c3dcb0549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efc2532ee46b9" /><Relationship Type="http://schemas.openxmlformats.org/officeDocument/2006/relationships/notesSlide" Target="/ppt/notesSlides/notesSlide15.xml" Id="Rc8be54b44b1c42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757c651cf4d0b" /><Relationship Type="http://schemas.openxmlformats.org/officeDocument/2006/relationships/notesSlide" Target="/ppt/notesSlides/notesSlide16.xml" Id="Rfeca6c3ffdf141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faae6aff046f1" /><Relationship Type="http://schemas.openxmlformats.org/officeDocument/2006/relationships/notesSlide" Target="/ppt/notesSlides/notesSlide17.xml" Id="R546005da9d4240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843386b4f4d7d" /><Relationship Type="http://schemas.openxmlformats.org/officeDocument/2006/relationships/notesSlide" Target="/ppt/notesSlides/notesSlide18.xml" Id="R6531297cb4ac4a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c5e4a65a94da9" /><Relationship Type="http://schemas.openxmlformats.org/officeDocument/2006/relationships/notesSlide" Target="/ppt/notesSlides/notesSlide19.xml" Id="R95098cb4387b41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08aaf8f7b4e83" /><Relationship Type="http://schemas.openxmlformats.org/officeDocument/2006/relationships/notesSlide" Target="/ppt/notesSlides/notesSlide20.xml" Id="R1262b02dc21d41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112c0a0bd4051" /><Relationship Type="http://schemas.openxmlformats.org/officeDocument/2006/relationships/notesSlide" Target="/ppt/notesSlides/notesSlide21.xml" Id="R0185300bc3bd46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239587e754cb6" /><Relationship Type="http://schemas.openxmlformats.org/officeDocument/2006/relationships/notesSlide" Target="/ppt/notesSlides/notesSlide22.xml" Id="R39fcde0115334c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8a83e3b794ca1" /><Relationship Type="http://schemas.openxmlformats.org/officeDocument/2006/relationships/notesSlide" Target="/ppt/notesSlides/notesSlide23.xml" Id="Rc05df3a839bb4f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c9c06fe75446b" /><Relationship Type="http://schemas.openxmlformats.org/officeDocument/2006/relationships/notesSlide" Target="/ppt/notesSlides/notesSlide24.xml" Id="R784e6b142f13439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1d980f0be427e" /><Relationship Type="http://schemas.openxmlformats.org/officeDocument/2006/relationships/notesSlide" Target="/ppt/notesSlides/notesSlide25.xml" Id="Rc1ff4e71740c4a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a8052cdda4957" /><Relationship Type="http://schemas.openxmlformats.org/officeDocument/2006/relationships/notesSlide" Target="/ppt/notesSlides/notesSlide26.xml" Id="R0d25f062d7714e6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7521422244642" /><Relationship Type="http://schemas.openxmlformats.org/officeDocument/2006/relationships/notesSlide" Target="/ppt/notesSlides/notesSlide27.xml" Id="R79672d87d8c646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880a0e24c40e5" /><Relationship Type="http://schemas.openxmlformats.org/officeDocument/2006/relationships/notesSlide" Target="/ppt/notesSlides/notesSlide28.xml" Id="R9a13b98ab648444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a35c0a3444b8d" /><Relationship Type="http://schemas.openxmlformats.org/officeDocument/2006/relationships/notesSlide" Target="/ppt/notesSlides/notesSlide29.xml" Id="Rc008fc032f6743f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5cde9cdb84146" /><Relationship Type="http://schemas.openxmlformats.org/officeDocument/2006/relationships/notesSlide" Target="/ppt/notesSlides/notesSlide30.xml" Id="R35d161a316944f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30c8a3fa242c4" /><Relationship Type="http://schemas.openxmlformats.org/officeDocument/2006/relationships/notesSlide" Target="/ppt/notesSlides/notesSlide31.xml" Id="R8816cda4fe62407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d8a984b204721" /><Relationship Type="http://schemas.openxmlformats.org/officeDocument/2006/relationships/notesSlide" Target="/ppt/notesSlides/notesSlide32.xml" Id="R632447da73cf4e8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5f8f2031a4ed4" /><Relationship Type="http://schemas.openxmlformats.org/officeDocument/2006/relationships/notesSlide" Target="/ppt/notesSlides/notesSlide33.xml" Id="R308d358edf1d4aa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4eed26a4c4a56" /><Relationship Type="http://schemas.openxmlformats.org/officeDocument/2006/relationships/notesSlide" Target="/ppt/notesSlides/notesSlide34.xml" Id="R91e7791e64d943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b9f439bb04eec" /><Relationship Type="http://schemas.openxmlformats.org/officeDocument/2006/relationships/notesSlide" Target="/ppt/notesSlides/notesSlide35.xml" Id="R816009d4deae468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b6d9d642d4743" /><Relationship Type="http://schemas.openxmlformats.org/officeDocument/2006/relationships/notesSlide" Target="/ppt/notesSlides/notesSlide36.xml" Id="R0eb9bf66fe1e44b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579ed6ceb4c1c" /><Relationship Type="http://schemas.openxmlformats.org/officeDocument/2006/relationships/notesSlide" Target="/ppt/notesSlides/notesSlide37.xml" Id="Rc6431a69f5cb46e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60d5b5ca34c10" /><Relationship Type="http://schemas.openxmlformats.org/officeDocument/2006/relationships/notesSlide" Target="/ppt/notesSlides/notesSlide38.xml" Id="R114cc192f5dd45d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896e14bdf43a2" /><Relationship Type="http://schemas.openxmlformats.org/officeDocument/2006/relationships/notesSlide" Target="/ppt/notesSlides/notesSlide39.xml" Id="Rcd08d1a1d5a84f7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4097b48774bab" /><Relationship Type="http://schemas.openxmlformats.org/officeDocument/2006/relationships/notesSlide" Target="/ppt/notesSlides/notesSlide40.xml" Id="R92ca2db533684ea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fb9bf54fa4fea" /><Relationship Type="http://schemas.openxmlformats.org/officeDocument/2006/relationships/notesSlide" Target="/ppt/notesSlides/notesSlide41.xml" Id="R73df5f29a770418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9330bbac94cd1" /><Relationship Type="http://schemas.openxmlformats.org/officeDocument/2006/relationships/notesSlide" Target="/ppt/notesSlides/notesSlide42.xml" Id="R37ccb5774f15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2F257-EFAE-40BD-AF35-B4640BCB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25804-FC0B-48A8-B549-D0DA2463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Quantum Physics: de Broglie Hypothesis, Heisenberg's Uncertainty Principle and its application (Broadneing of Spectral 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B6391-116B-4B89-8B1C-943C9CAD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1BB95-8495-41F8-9F0B-3AFADFBA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EB4FD-E515-4748-B40C-45F3287B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AE67C-A1E8-4EB6-81C7-592E139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00D23-00B8-400F-AA8C-C17C6B0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5631-ECF5-4CAE-BC8C-A678BBF5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8CF24-7084-4202-9822-659704FE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D6BEB-0315-4B83-9780-66D3176B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73404-125F-4813-8E80-90D74337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B1CB2-DD03-40A2-B156-0EC09B5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CF8DE-3E79-45A0-97EB-DE41A83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48734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0DEC3-C156-46BF-A7B8-DB0FDE94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E8F4F-C5C8-4280-B81D-255B34B1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E4478-68A7-45DB-A089-392E3E4A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0EEEA-ABEC-4097-BF56-DCFA92F7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C2ECA-CE55-4885-B1E2-22A02918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1D4F-C691-42DF-8815-C01A5F21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21CEC-97D3-47A8-80F7-2EC0E1CD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6ACCF-05C0-4E7E-9CD2-2B8E9B2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97DA7-FC67-4D6E-A695-1842ABA4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BF65D-5110-41AE-A9AE-4959951F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1B4BF-B9EE-48EB-A44C-06F8FBCE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71B00-83BE-4838-BF15-E3207F1D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FDFDB-2F57-478C-A156-8B24867A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35BA1-8969-4103-9E9A-5FA6CFBE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4590D-1AB4-417F-AE7B-C88CDCB8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88248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F6529B-F610-4D9B-9102-FD853627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08E74-A2B3-4DA8-8916-6B488FF5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22C26-ECA7-422F-82AA-D5D316C5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D1F22-AB85-4D77-83F3-FDD6440B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89A72-3803-4F91-B90F-074E09D1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ABF9E-4FBC-44CF-AD08-2DFD66FB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BFCAF-EC50-40E4-8C40-113033D8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0DB2C-71CC-42F1-B3FE-DC085CA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F91BF-341F-4471-B3B2-1A8EC799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Quantum Physics: de Broglie 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37EC8-84AD-4500-9FC8-2E26D790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17BBD-7630-4AE8-BAB5-D66B91A7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03DC8-549E-448C-AF87-BD86C27C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Heisenberg's Uncertainty Principle and its application (B...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53452-D764-4903-BD81-B70F8790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21AE6-4C1B-464B-B0D0-761489BE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ACC6B-8251-4C97-8AD9-0E4EBDE5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Principle of Complementarity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7ACFF-6510-4890-9C49-37197107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DA1D2-F5A7-472E-AF0F-3204C744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95F94-8518-4176-B45C-55E88BC1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Wave Function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47905-100C-478D-8478-B983C48D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66BA5-6038-4545-A8D9-AFFF06FE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66D19-0195-423E-B8E4-F31472AB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Time independent Schrödinger wave equation (Derivation)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BD270-CFE7-49A9-9E0F-4D4440F3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29775-3178-4B03-95B2-69863D1B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F482B-F7E6-4F37-BD25-ED5AC919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Physical significance of a wave function and Born Interpr...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8AD9B-EBF0-4239-AD07-7CA22BD2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E0D2FC-748E-44B8-8663-26CC10E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6E1F8-227A-45C8-8914-F1E71024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Expectation value and its physical signifi- cance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58BAC-21F1-4004-B3A3-966CB41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61829D-4F54-4BBA-ACEE-FBE7B8F3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43404E-7E29-4903-B734-257FF98E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Eigen functions and Eigen values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F0E596-D5EF-430E-82B0-D8F6BF3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AE87EA-E191-41D6-B9EC-B337342D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62785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A82C6-E813-4DDD-8F62-D0BE7358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BE442-EF1E-4591-8D34-54FF2633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0F34C-EB27-41C4-8C0F-F4B9C46B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19976-F4D0-46B1-866A-786F2DA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A91B3-6D8B-4B5B-8D30-8692FB7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E2625-B7ED-4A1A-A233-0239F5BB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82FEC-EF09-450B-BA61-AEF02D73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37AAE-B692-4161-BEAA-5C9E836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Quantum Physics: de Broglie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703F6-EB17-4130-9205-E2FDB99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AF4FE-A55A-4465-9446-68AE399E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D8317-39A2-4FC1-B08C-AA366ADB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Heisenberg's Uncertainty Principle and its application (B...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CE2E0-A0CB-40DC-BC96-57402F67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21C78-DA64-4583-89AC-6FFD4D80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B4077-CF7B-4C14-BE49-F11449E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Principle of Complementarity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F6557-2256-4D85-9D6A-B35C52E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16A68-8B84-44E0-8046-92013192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20FB8-1E99-4C03-8B0F-08B8BAA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Wave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059AF-8F72-4360-832B-397E988C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EF034-1D8C-4FF6-AD9E-4DDBDBDD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306F1-FB81-47EA-B850-635C79C2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Time independent Schrödinger wave equation (Derivation)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B3516-0CB8-47B4-85E8-B8046D27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204E9-7320-488C-809A-89561086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EA5A3-5E08-4C9E-8BD6-DB7504E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Physical significance of a wave function and Born Interpr...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62AB4-D9E2-4283-95CC-1CFE4D2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A89B0-AEC9-41D5-AB41-D2868D5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7BEF9-4CCF-4B2B-AE0A-A71BABCB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Expectation value and its physical signifi- cance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0898EC-0E65-4C4E-8BA4-56133CA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A5D20-77BF-434C-B3AB-59E1545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5EF39-B5BA-4A49-B8D9-DF50C987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54875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221EC-629C-4A34-82B0-3E6F6F89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85306-A2CA-4F1D-8F66-E0582E3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94AE3-A9A0-4D8C-9D95-FB58A406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3B4D0-1AD0-4EBE-A0DB-D72EEC31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AE252-DD72-4083-8587-506F60D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Quantum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DBAFA-308E-46CB-A555-A1CFF79D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Physics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2F9D6-E4AE-45C1-A03F-1451584B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Broglie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B4AAD-EA4A-4B25-B0E9-74CC1D08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991C9-1BBA-40BB-A30C-57C5161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Heisenberg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55983-2830-4791-BA31-B9B07B95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12619-B147-47AA-819A-76B9E4B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Broadneing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95FC9-20D8-471C-9D5F-50983E3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Spectral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E634B-3BE1-4BEE-9C97-BF36B593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A71E2-959B-45CD-BDC0-C496B6E1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Complementarity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9DEEB-D870-4C50-A594-D2F20605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BD7B7-D2A3-4556-8C71-245F38FB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43618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224B7-99EE-4EE6-8AFC-28EDE3FD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B57D5-CF5D-4870-BA83-933E7D9D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1A816-F0E7-4D8A-8143-476E3C11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665C9-29EC-4D47-B035-F2A917C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D205A-8D8C-4F3B-B217-E18F3309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Quantum Physics: de Broglie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1E67C-FC48-45AC-881E-503A5551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Quantum Physics: de Broglie Hypothesis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5E311-C1D7-4955-991E-076655A8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044E1-026A-41EC-BCD2-50F6D5D7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AEC7B-4F98-4F6F-9C95-92FB4761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68761-F588-428B-91F0-2D32DFC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EA1DE-634F-4A1E-AC4F-8DF5B265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290D4-4D86-43ED-94D5-93ECE6C7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863FA-EFE9-4905-B11F-83147914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57A2C-CC66-449F-A42B-7AB591DA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12D28-3BD8-48DA-9BF3-2120920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799AD-5FF6-41B2-ABCB-8E18F016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65098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BF371-116F-4920-AB11-A5C7B544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E2631-1BB2-4CAD-8DB2-5D0FEC3E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FBD9C-6C1F-45A4-B070-C517E04F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07031-B63A-498A-9059-D6F1AB7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0D824-C648-4FA3-81E4-7FC8FEA3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BF63E-033B-4EC2-8658-15A423BE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D33E1-42EE-40DE-82E6-C65B5764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5C9C9-E6CF-41B2-AFFA-26DD85CC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FBB96-30B1-457D-9956-BFEDE0ED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Quantum Phy...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E7E63-0BD0-45B8-B370-3D8116E7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03958-1774-457E-9746-E6982D01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A255E-AF49-46EF-8AAC-B670B5E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Quantu...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16410-2F01-4AAB-971B-6A7F9B2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4E9DF-86CA-4CD0-9AB6-2A6FB395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70D01-44B6-42B9-88F9-568A87E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Quantum Phys...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65219-9F91-4950-ACCF-67EC81D9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F4DFB-81E1-4998-AF8A-9BCA6F43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EC6C6-1E14-44EE-98D1-60BEF9EF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Quantum Phy...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0B5C8-22B6-4B62-8F9F-86BD5830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D56D6-F1EE-40C3-8AF2-F45D972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181C6-1BC4-4B9B-8A1B-87BA3C21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Quantu...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0D892-F458-47A6-A6AD-0CA3E841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276D6-A951-461C-806C-56CCA33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66522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68F3-998D-4233-81FE-473B38A7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91203-4C5B-4B0F-8538-87EE6C29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53C34-0BB2-4556-A8EE-3167F393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D80F9-D7F8-4E4D-BA56-CBA8DC1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26B50-F8C0-4329-AC45-13FA5F52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45860-E11D-4D40-B42D-B5168EB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213F7-0000-4F79-823B-60200AC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EAD23-FD87-4E19-91E3-4200A655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A754C-736F-4DAC-8528-0BA1C31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245BE-AB3B-425C-99BC-8A9782C1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C37F8-73EC-4F17-833E-9E5BEEB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D0558-2247-4C4B-8D53-8DB0976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09E23-152B-4197-A1AA-A768C82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87D5A-08CD-43CD-893C-53E0A541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E422F-001F-4C29-AA1E-464FE593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79734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4C574-8950-4605-8721-54C85C6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00F76-2788-4499-BCDC-4AB40AC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D453D-F593-4FCB-9C58-24AFAA77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4C2F6-AC95-45E7-B3BE-C0A89975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C4A3F-7B49-4F81-BDEE-B954E8C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923BA-DCBD-43A1-8751-1D8908E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Quantum Physics: de Broglie Hypothesis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DD90C-0511-4230-9AC6-31AE1D70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F67B1-1D6A-4BAD-8570-D4FB6FB6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AD30C-E45B-4E58-A052-8CFB2CFC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FFA7-47DB-46DA-8CA2-77B2CE3C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3536D-C788-4B8E-BEC2-E9F6D965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08134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C62AC-7426-4A0E-BC98-0F3079AB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F99B4-3126-4A31-AA2A-CAB92024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3C2E9-0ABE-4D4C-8ED6-7A48FDD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FC8E8-7E22-4787-B834-95354152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694A5-0E87-4F42-B4E5-D7167F5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Heisenberg's Uncertainty Principle and its application (Broadneing of Spectral Lines)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35FE8-34E6-4ACF-A7BE-374C33BA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Heisenberg's Uncertainty Principle and it...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2AE1C-9CE2-4E41-97B5-3FC94727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CDDA1-BE4F-4048-A1DB-8F12291C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E3986-405C-4D09-A164-5FA66E13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E288F-8E3B-4417-930A-3B647305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47ABF-D8F1-4CA4-92A7-06B0A060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89315-A0F2-4B90-A9F3-B9E5DC8D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EC1C0-AA75-417C-BDD5-B9FC0AC4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D1ED1-13A2-447C-94BA-50D372AD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80694-D4EE-42A4-ADD6-FBCC9D7D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4C4BF-C8BC-49FA-B454-E2309C28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3375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A9905-FF16-4317-BE5C-F7EFD25F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0AE2B-5758-4CB0-9CF0-7FFC544A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71E3B-3655-4AEA-AAB2-8898736A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643F2-7015-4FC2-BA40-2262543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CE9C4-8926-4831-AC78-434871AD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05A3A-B5D1-4AB7-A8DF-7358F91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2ED0C-3938-4A47-BFEF-6F3C96A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AA32F-3D45-4CC8-8762-B89F0F42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BA067-32C8-4F7A-8D78-60BCE85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Heisenberg'...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2DDCD-F8DF-4707-9302-5DDAF140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A9F4C-CDEB-40D9-AD61-C85EBBD6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F1FBA-39D1-4F4B-9ECC-AEC55AB8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Heisen...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650C3-5AA3-468C-85E1-18B30C3F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57692-74F8-403A-813C-FDCEC45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98AF5-E183-4F6F-BB7C-D684A3D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Heisenberg's...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D633F-920A-4EAB-B84B-E28588D3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D60EA-771A-4A5D-9C00-3B8828E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1F33E-737E-4C41-A9EE-06144317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Heisenberg'...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B5614-2ECF-48E3-868A-6FF5840D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426E0-AF53-40FA-8D6E-EDB15AB7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08C57-AC92-475F-8B81-A32659AA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Heisen...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D71F4-F079-420D-9D6A-E8664618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3143E-5CCE-4675-A248-EB63B9FC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731074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ACDA4-3DDA-4CE0-8DC8-D8DE0495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2E196-C370-4C4B-BECD-86968315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6C51-F0DD-4CD0-9A7E-E3C2B210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2F174-64C2-48F6-B786-5E054829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7F957-FDDB-4320-981D-819E6A6D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EE209-554F-4CAF-B5DE-F2FBC2B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B413F-2038-402F-9551-3DF8A829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7FC91-9753-4BC2-A0EC-85F8772F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FC250-F021-4D2B-9245-8251D4A1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C207E-5A9C-4C88-B02F-62104586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B974C-2C92-48CD-A513-A2C89813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C3610-F2F1-4572-B84A-9226072D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4E912-55A9-4B2B-8537-9013564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5C873-99E9-4B91-8B18-D734693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D0860-D25A-41CE-968D-F2C200D6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261452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7E98D-0782-4371-B330-9AF18C94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DC959-C5C7-4DF0-B33F-D1272E4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53459-855E-4025-80C7-CF5F8D9A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F2547-878D-43F4-BAB5-5D61354B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3ABD1-01E1-4E3F-A43A-5D6E6FF2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2271A-ADBD-4EE3-9B10-F61B342B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Heisenberg's Uncertainty Principle and its application (B...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C4D3A-BB7E-4030-84C6-6C92151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9B36E-A1E5-4A14-B311-61C95E4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4408E-C845-446D-868B-C7307247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9AAAA-47A2-4E8A-80D8-6053EC4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22032-4D7E-4E81-AA85-DF182274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351621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60610-136B-4C35-949D-37B2B733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84AE8-91CC-4C76-8EDB-36C281B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8BD35-F005-4DFC-AC14-CCD3C99C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AA011-51A8-4B26-9749-92E08432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32BEF-8EF7-4549-A031-EA693D71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Principle of Complementarity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1F543-5A97-46AC-8AB7-F54FF237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Principle of Complementarity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35395-0AE2-4858-AD3F-841CD9FD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713C9-F59A-4547-9582-512C924B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70DF7-7476-401B-8A36-F975D6B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A0754-293A-49A0-9FE2-C1490B6E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AFCD4-0902-47C0-A760-8DD3036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43C17-8754-4C2F-ACE6-719C5F5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4FD37-17FB-4DE2-8011-93E2D0E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41F4C-A69C-4431-82D1-563AB993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1B626-D748-440B-A052-0FAAF937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71565-5CA9-4458-BC66-060BA822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962599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04DF0-0679-402C-AFCB-3AE9B73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56B7A-6EDA-4DA9-AB71-A2CB344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463FB-A507-4BD1-AAE5-68E7FE3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A6071-0E81-4D40-B8D3-74C970AD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3F894-E68C-426B-8CFA-05BD4DE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DE6EE-39E0-4AF5-9B76-4E816EEB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46DA9-D234-42F9-A1C5-44110173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F54AC-AD6A-4239-BE97-3A63204C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91206-A51D-48BE-B8D9-729B3991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Principle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7CB01-3FD5-4F77-A7F2-F6B37A4A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89979-63D3-46CD-9593-DFF65ECD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277C9-0712-460A-BD4D-51D1C64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Princi...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E83F3-9DEB-4AF8-883F-2E3F01FD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E386C-109F-41BE-8A09-0137B9F1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AC6BA-C52D-4B16-9E99-DC8ABA33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Principle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AA81B-0BA0-4DA7-9954-844D8C3F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59883-E0CC-4533-9D5E-C7FFBFD9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7AE9D-A07A-4251-BCD1-5E3D4139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Principle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FF6E2-F98D-43AF-83AF-B308523E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4321B-47E9-4C5D-A3EF-C9CBDFE9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BBFC7-3B44-454A-BA82-9C77FD1C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Princi...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EAAEE-D607-42B1-8E05-1B53CB88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32626-1A05-466E-BD9E-F2E0AD8F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95141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794C9-FD16-4B77-94FD-69B5BDE0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7C57E-F218-43EC-B4E4-2438F72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73C44-DDC2-45C3-96E2-12C57132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0BB03-F44C-430F-B4EA-B3EE3C5E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B5E47-24A6-4CA9-90EA-803676EE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52D0C-B117-40A6-822C-9170508A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5A481-F2D1-4ABC-8C01-461412D6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481BD-4FAD-4C7B-8D87-F14E7E45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2F050-D6A0-4D27-A9ED-7CAC181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225C1-F591-4523-BBD8-CF325D4D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71D55-8D2A-49B5-B529-984DA69C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3FD3A-F7FC-481E-96EA-941064A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63923-DAB4-4C5A-AF75-8FBE5F28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D4355-B460-44BB-A006-8477F446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9DF99-56BB-476C-9C8A-0FA1CD12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174717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38C63-350B-420A-A775-D891E2D0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B63B2-1C86-41F3-8DE2-044C8BCF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FD61E-49FB-4D96-B215-60656D3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C1B69-83B2-4654-85A4-A1C34D8F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5EEC6-A865-4C27-BE81-8D743630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A5FFB-9C7E-47EA-94D3-3B9D7946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Principle of Complementarity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240B1-8057-4794-A32B-0653B931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644A6-8A94-4D90-9090-1846B5E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9DE60-2735-46C4-8B99-1EC94E40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28A67-812F-4FF3-9D31-AB2B9B18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3F1B5-263D-4825-88B6-38ED84A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08656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4CD06-8C26-49E2-BDA2-5D34F5E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E0E1E-92C3-4976-9624-32C207E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8FDDF-C18E-45E0-93E6-EE6AFA7E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C461E-88A4-4032-8FD5-689B4812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CA22B-01AD-45C7-9F08-21DA2921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Wave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F4A2B-C066-4055-9B1F-64605CD2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Wave Function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72821-46FD-4345-B571-268F2186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F00F7-5EE5-494D-A8D1-7FBE6AB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40F40-DAB6-4E31-9457-6994B0D0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97589-FAE1-4AD7-B9DE-18AA0F7C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0C626-9219-48F6-937C-69974B1E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69F39-E6EE-481D-BE2B-ACCC124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BC2EE-CF27-4E58-8EB7-1921C957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D9426-B9C8-4044-9797-568AF01E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D907A-ECF2-4175-A6B4-132A184E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64FD9-33EE-401C-9ACE-5757D43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772180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42D39-5947-4274-83EC-79EEC5A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A395D-0EFA-4F8B-B7B3-74B2E2AF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17464-1334-41BC-8873-7E9964B9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46582-7C04-43F7-9EA7-FF170845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5ECFE-59E0-4974-98A1-67F6DF5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DA1BA-FB66-4C53-8584-CD2A58F7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13E63-711D-4243-9DB2-06D27AD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667A8-2647-49BF-8CBC-FBA7B81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12B38-B079-4FCE-B721-22FDFA37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Wave Functi...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70F5D-004E-47DC-8B3B-BCC04EE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6AE16-F235-449A-95DC-47F8DC4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19A17-5405-4A2C-BEA4-E43AD03D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Wave 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DD74F-5E71-41A5-A29A-E481EE6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C5902-2CB1-43E1-AB6E-DA1D6006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8F1B6-D071-4AAD-B596-316DFD8E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Wave Functio...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ABE78-ED4D-4752-A3DF-BE90D47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D4CC3-8D5A-4B53-9537-74BA767D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8D417-3794-4097-B2C8-2DC8DD16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Wave Functi...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2469E-36AA-46DD-9C86-69325248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5AD3A-AB08-4143-94CD-B1BDB28E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C64CB-0497-436E-9102-1638D2B7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Wave 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24BC4-F711-486E-912F-4044A4BC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7B93C-668F-4334-82C8-D453050E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004602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5D44E-A0B6-4B91-9C32-D9B8F81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569B6-3DBD-4BE9-B5CD-1DCEEDF0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36144-99ED-49CC-80C7-DDB5F2AD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40907-3CA9-4003-A4F2-F4F20AFE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FC579-0928-472C-8A2C-DF994E01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6B578-2486-483B-B6B7-69C9EDF2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A1A68-3DBD-4EB3-84CD-4B3886C1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7F7DC-4366-48CF-A50A-12A3D4B5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55E76-4DC0-4265-91D1-24AA901B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AB5DE-0AE7-400F-AEC3-319485F2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27691-032B-408A-98D7-820AB709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FEFA8-2C98-4229-ABEA-294BDE0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8E49C-1CEC-492B-A35C-1624D942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440EC-046C-4470-9916-68937DD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2B187-21E9-44A3-8511-FBD85D16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566460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BA804-29D7-4707-8DD5-00FF1BF8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1EEF3-2769-44F6-AF9E-3E76A58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35735-88B1-4B59-A6B1-D9570782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65439-A7FF-4C3A-873E-6B91FEE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AB5BA-BB79-496C-AD39-AA88F48C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9A3F6-2F35-4277-93AF-7D19EC1C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Wave Function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4C914-CE8E-4FFC-A1C0-A027C3AC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779B6-C461-4597-B918-B4745AE2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57076-2795-475C-9154-47556DB0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CDD3E-C716-4D05-8054-8F135CB1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646EF-C1A8-4F2E-A83D-7920A69C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977583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6127A-492E-4BC6-AB5D-B4558357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295E9-FA24-4106-81D9-21336C35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8F3B9-5D3A-4896-AE72-88639C15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FFDD3-E228-4619-8F91-0A0C652F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5AAE2-0301-46B6-BBCB-3A56C09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Time independent Schrödinger wave equation (Derivation)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C23B1-CD13-4978-901B-DABE247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Time independent Schrödinger wave equatio...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238FA-04C4-4EBB-9A43-DA328A99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BC413-0B3A-440D-91CC-7A334D3A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157C-DD89-4BA8-860A-F68732D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F5713-D487-4F2C-8464-85BCA20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94D62-B5F4-4282-8609-A55D3AC2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95DCA-F07F-4981-BA14-22079A5E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96921-A1B7-4848-8D15-7CC8B0A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9EB75-93FF-454D-AD9D-F4EE9565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AFBF9-C4BE-4495-B755-CB17D46E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395FC-AF5C-440E-8EC3-348ED08D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02289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9C6AE-F99F-4EBF-AFE3-563F5315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CB73-B38E-4605-8BBE-33F26C9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5379D-FE27-4C2F-A9F3-97F83A8C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08332-E815-47C4-B595-1BC51E74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80DCA-7213-4C5D-AAF8-208033D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BFC69-4FC3-4CB5-954C-3AC26D11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6C8DB-D205-46D3-8B25-0AAB96E7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D45D6-B7DF-4A8D-B8A4-C630B09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82C07-5BB0-42BD-AEAE-B89F00D1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Time indepe...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C9B82-3E2E-4058-BF38-390D109C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11E89-D05F-4125-AFC6-5524EC2D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672FA-28A5-4365-BEEC-A61E261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Time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17F65-0CBC-4B5A-9FE6-4BE2BF4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771DE-6255-4A94-9F7C-5A3FF57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E78E5-B675-4EAA-BD31-BB7FC6D5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Time indepen...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EA2CB-EC1A-4D91-B6BC-7B9E8A5C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C9C0D-53FE-4D6B-9292-14C7072A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0EE8A-4985-46A0-8405-027D4DCF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Time indepe...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87914-AB16-48AE-BD6D-2DC4654A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9A0EE-90F3-4554-BF2E-DDDEAFA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8BAE9-DBE4-4EC7-9A2B-04BC0847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Time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072F2-9A44-4D42-8400-6743CA2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6E9D4-4321-48FC-9325-5F2A19A4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839473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D53A-89D4-48CF-BB2C-D6CD98D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85BF2-BB8F-417C-A944-E63EABDA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30CE4-A890-41FD-A6DD-1A5032CB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B9195-94F7-4930-AB63-9C75E42E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DFEB1-067E-4DE6-87AA-6F479095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B4C25-306E-4FBF-81C7-B4618550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2DC4F-5618-4CAB-9BF6-4D283E7F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95A5A-1FCF-4F20-B983-764BDDF1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190E2-1D78-4652-9916-A879FE01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5096F-357A-40EF-A103-B4F072B2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95CBD-53DF-4CFC-B12B-03A243AF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7F6B3-087E-476A-A03A-FB83EEA3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2A59A-37AE-4B19-900B-3BF84E97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50F98-114B-4F3D-9C19-FF67F1F7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D8662-6ED7-405E-971D-ED4628E7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38046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6893E-1E4B-42D8-98C9-7B2890F5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692CF-6A38-4DB9-BE61-3C703584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1B7F1-422C-4755-BB00-73FF8ADA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ECB12-BB8F-4B3E-8108-F64C2728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011C8-D9C9-4271-A1E3-940519D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6D1EC-AD64-42C3-977F-4A52BE4D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Time independent Schrödinger wave equation (Derivation)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FC0B5-1AB9-420B-BB8C-57090289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F1241-5C38-43C3-BC63-CBEF8106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AE9D0-BB6B-4205-9AE3-A3429B8E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55C80-F73F-4347-8C44-6ECAC0D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74158-4B80-4CD1-A716-EF80C89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73923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08AB5-4802-4EBE-83CE-43E4E59F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527C8-EB40-471E-9827-5B8158A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B9D51-99DC-439B-A249-CC118F0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EDEBD-C805-4195-87F9-724DF843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4EC2-A77A-4F52-AB9E-1F3B673A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Physical significance of a wave function and Born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248CF-76AF-4A9C-A555-25A911A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Physical significance of a wave function...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4AF7D-99A1-450F-833F-A6C5A4E4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49F89-D726-4E4C-9899-632739B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93A99-0BC7-4F21-973B-E6FD3B4D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C1B3C-16E1-4722-AD4E-963273B9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9A23D-AA04-46D6-998B-F718DCE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B2755-11FD-4E52-AC42-BC795EEF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9B71A-A44D-44D2-AF71-C2DB7922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2BBC9-8B59-4A9C-9AFF-24A664C7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C5D4-8C92-4C43-9EAD-B0524002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9BEF3-B078-459B-82C6-5A69132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602249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14863-3E8E-42A5-9278-0F486B30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4CC7-0912-4C80-91B8-BAA9B5C8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1EE6D-95BD-417C-8C11-34769C8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4A882-03D3-4F75-BC6D-C37F73F2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0554B-C9D3-4206-B322-A153655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22002-FD88-42DD-92CA-3008622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A7DB9-D313-4DD6-B019-1115C05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3B6CA-93D6-475F-9BB0-9741EBBE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2A45C-1A12-4FCA-9192-C7075163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Physical 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F1856-99FB-4906-9CD8-49C01FDA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3B94D-9997-44FF-B173-FD2F0D3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8CFB2-5F5F-4DE3-A26F-D8C5273E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Physic...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C360D-F57C-4C76-9DFB-142D2CCD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D5589-C9B0-4A37-8668-52A15B72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86F6F-547D-4407-BD9B-EEA4048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Physical sig...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5AC1C-8DD5-4495-AF0C-72B370F6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61430-0F1B-45AE-B4C0-82E8362F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777BA-50C1-4889-A81E-F4ED0733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Physical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CFA37-D5F5-4FC9-9C78-08BD8E0A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5D1C7-DC9B-430B-9CEA-A7364021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E7331-5E4E-4F60-980E-3CFD5143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Physic...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3FACB-1D8D-4CAB-B494-EAC2673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33D7B-2E54-4132-A0E0-173E777D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129060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17C75-F956-4790-8C6C-1CEDFFD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EAC73-A7CF-4540-A984-D94ED988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638D0-A868-47CD-9BA4-BFF626CC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8C2AA-EFF6-4E0F-9897-7824DD9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C0217-DB2D-4487-BA3A-2A955C5D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011E3-5FBA-4E47-9A85-C4F7496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9C18F-73D7-4E68-800E-7840EBCE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C04B5-3613-4504-9006-765D1B7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3B2CD-D879-46AD-B5F2-AFF3D23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DCAE0-A210-4C69-A675-CD559C9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ADD3F-8AA0-4AEA-85CE-8E4B112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7CDF5-F56C-498A-847E-51279563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2A964-59FF-4533-AF79-1D884E98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5007F-8C17-4756-93F6-596BA114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32184-851B-4C4D-A4B8-FF0289D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661943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9D782-BCBB-4579-AE11-5771E79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4A52A-E60D-48C3-B98A-CE00A00F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C47B6-B97E-48C7-AFFC-06BA3B0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82545-FA59-4BD0-B17A-041A0BA0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FFE9A-EA98-4726-A587-0D91B0BF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F159A-627D-4C77-BCA9-2D059C79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Physical significance of a wave function and Born Interpr...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D64F9-B589-4454-91C4-2FDE2C12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33671-975B-4361-8FE0-587B2EF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BC1FE-6B4F-4A16-8CFD-024DE2BB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049C9-ED41-4245-9851-E9EC8652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504E8-87C4-400B-B0FB-015A81E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8725217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E3005-CD9D-4463-A631-0E731E8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F387D-8E25-44AD-BCA6-C386A2E2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D227E-E28E-478A-A8E8-84D3F8A2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539A6-6A1B-4DB6-B26B-E7685951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0A413-5357-4DF2-ABEF-3150C95F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Expectation value and its physical signifi- 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DABDE-187E-4A7D-B56E-BEE32169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Expectation value and its physical signif...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4774C-D78C-4F1B-8FCE-70D206E9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23976-A7E3-4A0E-AA29-86226EB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4CEC7-FF66-4CBF-A9E0-92BD0EB6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4A6EF-D2CC-4A9F-8826-BF6DBBE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7E195-DA3F-4519-94F2-F7CE567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B3C04-3CD4-48AB-A29E-5FDE869C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AA0A9-30B5-4513-80B0-E40E030A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4D88F-07EB-470B-833D-4FBCD06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E88F2-08E3-4BED-B6B1-8DCA54E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F2275-2BEF-4AA3-BE10-9DDC16A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47320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77B80-D826-481A-83D0-E5BA539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E2CB8-D111-488A-8F27-1ADA4B84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38C16-704E-443E-BF9A-3F90932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04896-4D74-4497-A31E-DBEB0184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A57A8-F3F2-463F-A438-E1B30CD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FA09F-33B4-49D1-9E81-72414C38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A39F6-F783-481F-8F91-FADA223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46811-3739-4503-89D1-6C889A9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7DBF8-3767-4E55-8298-41E5DF2A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Expectation...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16FB4-015E-450C-AA55-34BD42FB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65346-D890-4A1C-B646-C53BCD22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B1014-FF83-4817-878E-62535B9C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Expect...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98C5B-F274-48A9-9692-4C0BA659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5C2B5-1867-44F4-9BCD-B6B9937E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9AA71-0CB1-460B-AE57-447719BB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Expectation...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88049-F8D7-4C54-8C0C-F8C40806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E5D4E-9378-4EA4-9DD4-B23EECC8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AFF31-9226-4B52-A6B0-35ED73E6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Expectation...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90377-B2A9-40E3-8418-ED714451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B6CFD-E630-4A90-A852-46145069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3EDD8-2292-421C-AC9B-C7F2E91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Expect...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4C539-9370-4964-A068-51C2184B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C0F1F-7626-47B6-9D93-220D7CA3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7270877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3CD85-DEDB-4B57-8E05-9B0FC69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5F489-3817-430A-897A-A0823018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6B3A6-EE78-4EA6-A0B5-C74CC74A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1D339-4E84-4158-943E-7D9ADA1E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63D83-FB45-4A18-B0FA-17878C7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E895B-5F52-4A4F-AAF3-5DB09B49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2E15D-7EF4-46C2-BB6C-F32094BD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D6C2E-A9DD-4D49-B5FD-B62C5E5B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40CFD-1C37-4ED2-A6C4-C01AEB7C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7404A-CAF7-497D-BC5A-CC80E810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A19A9-94FF-49A4-A501-7C038FD2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76769-3BE2-4628-9E48-920CF8D2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120BA-DC0E-4990-BB08-68A146F3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670A2-4337-4076-9440-A5DE8F38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26A31-7777-4EDD-B8E5-71A1AAE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777318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B1978-82E7-4285-8C19-9FC298EE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8435B-15CA-47CE-A0C3-6ABF140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18E4F-B5AF-4E91-91B1-5FFD0099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DCA51-E50F-4E9D-9EA8-0A56FFB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97FEB-D824-4D6E-A633-5B0974B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D151C-3E4A-444F-8537-8F95503F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Expectation value and its physical signifi- cance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DA2C2-A9FB-41AB-9C2F-C9470C5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A1AA7-3AC5-4B54-9486-DAEA3A2F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8EB58-5B30-4A7B-B5C2-67CEEDB8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BD5A5-150C-40CD-80F9-0A9227E5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4748D-B4E1-4AC1-BD87-7FF8D8DC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662664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3CEBE-FEAC-4995-A6CC-99AF348F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E1EDD-F48E-44CD-968A-CCC7B5AA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2EAC7-55FE-4539-9C54-1E3A3B60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D6F59-3400-44B1-B756-1F4A09A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879A2-0992-4AD1-B180-28943D9B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Eigen functions and Eigen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7E42E-B547-47AB-A4F2-031E2FDD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Eigen functions and Eigen values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C2450-F715-4A38-BDF7-857B3391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F4A53-43E3-4A79-B071-49CEF9C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A7DC3-0D86-4199-B7D4-6EABCECF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AF0D9-FC09-47E0-AC44-1CA0FE80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DC997-3819-44A1-A0F0-16B039E9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D53D7-250A-4C08-91EA-97AD593C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FE021-3E76-49CF-B2D8-D0CA65C9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D8A4D-41ED-4F7D-B959-042B83F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7AABC-8C00-432A-822F-40A2A5E8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C62BB-3603-437B-A8BD-3FF2949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951102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58F38-B9B9-4C61-BB18-677ADC0E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71E09-9B59-4EF9-AF17-A37C41C3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2FD57-8D77-49D7-B9A8-9BEB73EE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F14C3-70AE-44D6-9AE9-B2EA7AD8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9AC73-4278-4809-9B71-A0006171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0F07D-A637-40E6-B09C-4420F4E2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8D51E-7299-4D5B-B890-C31E8A0D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2C249-4AB7-43DD-BAF5-3095C30A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8782C-EDA5-43A8-B0E3-5E4200B6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Eigen funct...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D82A4-5289-4F42-A8E2-0A77CAED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E6113-92A0-482B-981B-0613AD2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348D7-BC26-46D0-B170-F15A8485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Eigen...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E3792-EAC5-4C2D-84E0-2FAEA9C9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67153-3DBC-4360-A7AE-34544BB4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7FBF1-1EAF-4420-8DFF-2ADCFEF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Eigen functi...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67AA1-5CF5-4F9C-ADBA-21380D09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8F7CB-3B99-4B55-9435-0F874380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9A4F7-FE6F-4391-A34C-562D31A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Eigen funct...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04E5E-27AF-42FB-BAD0-019555BE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E9CAE-7F9C-4CF4-9B64-78FA08EC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AA7E0-68C5-4AA1-8128-6C9CA8D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Eigen...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94A50-DA38-44AB-95D8-445134A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103D8-8CA1-47E8-BBE8-C6B94B8B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7007777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F0621-8D5A-467C-B14A-1376380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04ACA-B8F6-43CC-9DF7-4450ECEC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7DC4E-649B-4897-96AE-0F31E5B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8B049-E84C-4C25-81F4-AFDF15D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093DE-7570-426E-BD5E-F718AE9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28FE1-3269-4D46-949A-A72E2B66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58C49-4898-4624-807F-57D5A379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50EDD-7532-4867-A68F-94EBEEF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BC192-0A87-4337-92A6-71CBFF6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0195C-95E6-4AEB-B34D-C9464764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5E0C3-1F31-4784-8984-99F99CF4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E5B63-945D-4CDE-B0A9-80CD92C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BAF09-8C04-4E5F-9868-0EB1ED25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4034F-2F00-414B-ADB9-2400624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C9D7B-BAF9-4AC1-B2E1-3BBDD07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117768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51EBD-8B4E-4ACF-B927-FA351955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A8840-3160-41AA-A063-71F63B31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B87A2-97FF-41D2-8666-D56CC701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4DDC0-1852-4F85-BADD-08D6B91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E9703-8DFD-4C44-B61D-8C1C633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95F64-F181-48B0-A18F-647845FA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Eigen functions and Eigen values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454BE-BD7B-4039-ACBC-A9887B4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17CE0-4931-4974-9733-3544F85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4D501-C7F7-4599-88F2-2E8117A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BC131-DF78-4464-92B2-0B166DE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C0E36-75A9-48D5-8C17-3B84D945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9512474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C8112-1094-4417-8E35-40D3734B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A244E-465F-4433-8166-448A2789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D3EB1-3C01-4066-9692-6DF31852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040F0-0CD8-4FED-BFC7-956F7935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5603F-E24C-4ECA-808A-5A21D64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01B14-7CC9-4A57-9130-7495721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254828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5CC1C-4532-4FEB-952A-907CC7D6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CCF9A-632D-4A8C-95C8-EA93550D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4B33C-9E23-4DCD-9C37-31F89030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44FC6-E4B5-4021-817B-B8D04AFF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EADBD-FCEB-4D07-AEAC-F50E9127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Quantum: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Broglie: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Hypothesis: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Heisenberg: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1E7E1-CE0C-449E-860F-75665F32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2283395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FC0D7-6528-4EBA-98B3-C96A249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F7792-9B2C-41C8-932D-2262F76D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8F024-FDAD-4135-A540-248158F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8BBC4-8427-4D11-880E-4FDD81CE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83DD3-29AC-447D-A215-61FE7724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5B399-CCFF-4C5A-8896-CDC6F81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184775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D1286-0C2D-4ECF-A3AC-E91129C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ACF3A-CEFC-40EC-8797-17AA190E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7C6EA-98FF-4234-8811-EA61B5C4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696FC-56F7-4F8F-B4C2-83DDE94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0022C-D59F-4184-A302-85A5F7C8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85E59-6356-4A11-B955-9357DC6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7283547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442DA-6A5B-406E-ACFA-0FC10E8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7F2A-5F68-465B-BE76-1B51C06E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32429-565A-4D8B-AA98-5746DB95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DEFE-92AB-4E95-A78D-CB30E131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B6F17-7541-41F7-AF97-3BE87D5A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Quantum Physics: de Broglie Hypothesis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Heisenberg's Uncertainty Principle and its application (Broadneing of 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Principle of Complementarity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Wave Function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Time independent Schrödinger wave equation (Derivation)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08D57-E754-4F48-9D4E-972282F5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8246A-F805-4153-8797-EFF4600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E4FF1-CE15-400C-A894-FC715D0A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68471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2026-08-24T16:03:07.5720000Z</dcterms:created>
  <dcterms:modified xsi:type="dcterms:W3CDTF">2026-08-24T16:03:07.5720000Z</dcterms:modified>
</coreProperties>
</file>