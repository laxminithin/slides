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87d9e1977047e3" /><Relationship Type="http://schemas.openxmlformats.org/officeDocument/2006/relationships/extended-properties" Target="/docProps/app.xml" Id="Rce85cd9d534847f1" /><Relationship Type="http://schemas.openxmlformats.org/officeDocument/2006/relationships/officeDocument" Target="/ppt/presentation.xml" Id="Rf04121d8855e4c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297e329ff94427"/>
  </p:sldMasterIdLst>
  <p:notesMasterIdLst>
    <p:notesMasterId xmlns:r="http://schemas.openxmlformats.org/officeDocument/2006/relationships" r:id="Reaa2ddc89fcf4979"/>
  </p:notesMasterIdLst>
  <p:sldIdLst>
    <p:sldId xmlns:r="http://schemas.openxmlformats.org/officeDocument/2006/relationships" id="256" r:id="R18a6fe2e3f344011"/>
    <p:sldId xmlns:r="http://schemas.openxmlformats.org/officeDocument/2006/relationships" id="257" r:id="Ra990bbcf8b914858"/>
    <p:sldId xmlns:r="http://schemas.openxmlformats.org/officeDocument/2006/relationships" id="258" r:id="R7aff00af276d47d0"/>
    <p:sldId xmlns:r="http://schemas.openxmlformats.org/officeDocument/2006/relationships" id="259" r:id="Rce7cdecbca674657"/>
    <p:sldId xmlns:r="http://schemas.openxmlformats.org/officeDocument/2006/relationships" id="260" r:id="R2b90ced3d0b94abf"/>
    <p:sldId xmlns:r="http://schemas.openxmlformats.org/officeDocument/2006/relationships" id="261" r:id="R2ab80bb190254215"/>
    <p:sldId xmlns:r="http://schemas.openxmlformats.org/officeDocument/2006/relationships" id="262" r:id="R43fed349ad284ad2"/>
    <p:sldId xmlns:r="http://schemas.openxmlformats.org/officeDocument/2006/relationships" id="263" r:id="Rb51a383edd664360"/>
    <p:sldId xmlns:r="http://schemas.openxmlformats.org/officeDocument/2006/relationships" id="264" r:id="Rc26e75d355e6499f"/>
    <p:sldId xmlns:r="http://schemas.openxmlformats.org/officeDocument/2006/relationships" id="265" r:id="R113d2d36e7bf4428"/>
    <p:sldId xmlns:r="http://schemas.openxmlformats.org/officeDocument/2006/relationships" id="266" r:id="Rb7072b8d8ebb46ed"/>
    <p:sldId xmlns:r="http://schemas.openxmlformats.org/officeDocument/2006/relationships" id="267" r:id="Rcb8adbb3de24463e"/>
    <p:sldId xmlns:r="http://schemas.openxmlformats.org/officeDocument/2006/relationships" id="268" r:id="R1909a64e8d3e486a"/>
    <p:sldId xmlns:r="http://schemas.openxmlformats.org/officeDocument/2006/relationships" id="269" r:id="R97cf0e6df2794b84"/>
    <p:sldId xmlns:r="http://schemas.openxmlformats.org/officeDocument/2006/relationships" id="270" r:id="R16ff942d505c431f"/>
    <p:sldId xmlns:r="http://schemas.openxmlformats.org/officeDocument/2006/relationships" id="271" r:id="R95fcacbb61954c5b"/>
    <p:sldId xmlns:r="http://schemas.openxmlformats.org/officeDocument/2006/relationships" id="272" r:id="R607598ef7f6041c2"/>
    <p:sldId xmlns:r="http://schemas.openxmlformats.org/officeDocument/2006/relationships" id="273" r:id="Rb1bac9ce78ff443e"/>
    <p:sldId xmlns:r="http://schemas.openxmlformats.org/officeDocument/2006/relationships" id="274" r:id="R2785108781c64240"/>
    <p:sldId xmlns:r="http://schemas.openxmlformats.org/officeDocument/2006/relationships" id="275" r:id="R8e1f4edba2d54acf"/>
    <p:sldId xmlns:r="http://schemas.openxmlformats.org/officeDocument/2006/relationships" id="276" r:id="Ra2e47f04adc54d68"/>
    <p:sldId xmlns:r="http://schemas.openxmlformats.org/officeDocument/2006/relationships" id="277" r:id="R37ce2aaf2dfb460a"/>
    <p:sldId xmlns:r="http://schemas.openxmlformats.org/officeDocument/2006/relationships" id="278" r:id="Rf94db28343224f3a"/>
    <p:sldId xmlns:r="http://schemas.openxmlformats.org/officeDocument/2006/relationships" id="279" r:id="Rad0333aab4db4862"/>
    <p:sldId xmlns:r="http://schemas.openxmlformats.org/officeDocument/2006/relationships" id="280" r:id="R51480e3a1dc74cc4"/>
    <p:sldId xmlns:r="http://schemas.openxmlformats.org/officeDocument/2006/relationships" id="281" r:id="R6a15f623afab47a5"/>
    <p:sldId xmlns:r="http://schemas.openxmlformats.org/officeDocument/2006/relationships" id="282" r:id="R41619266b5c4429a"/>
    <p:sldId xmlns:r="http://schemas.openxmlformats.org/officeDocument/2006/relationships" id="283" r:id="R9a47540b6d954824"/>
    <p:sldId xmlns:r="http://schemas.openxmlformats.org/officeDocument/2006/relationships" id="284" r:id="Rb84f698b18004e96"/>
    <p:sldId xmlns:r="http://schemas.openxmlformats.org/officeDocument/2006/relationships" id="285" r:id="R51b21f55c7f44242"/>
    <p:sldId xmlns:r="http://schemas.openxmlformats.org/officeDocument/2006/relationships" id="286" r:id="R6c083fea4a4647a4"/>
    <p:sldId xmlns:r="http://schemas.openxmlformats.org/officeDocument/2006/relationships" id="287" r:id="Re30818cc325a42f7"/>
    <p:sldId xmlns:r="http://schemas.openxmlformats.org/officeDocument/2006/relationships" id="288" r:id="Ra9a7080b487349ee"/>
    <p:sldId xmlns:r="http://schemas.openxmlformats.org/officeDocument/2006/relationships" id="289" r:id="Re4bf0e6517aa4175"/>
    <p:sldId xmlns:r="http://schemas.openxmlformats.org/officeDocument/2006/relationships" id="290" r:id="Rd66283a9279e466d"/>
    <p:sldId xmlns:r="http://schemas.openxmlformats.org/officeDocument/2006/relationships" id="291" r:id="Rf99f0f85d0f940ea"/>
    <p:sldId xmlns:r="http://schemas.openxmlformats.org/officeDocument/2006/relationships" id="292" r:id="R1cfe2bb8a2d94063"/>
    <p:sldId xmlns:r="http://schemas.openxmlformats.org/officeDocument/2006/relationships" id="293" r:id="R98d41aebbd664954"/>
    <p:sldId xmlns:r="http://schemas.openxmlformats.org/officeDocument/2006/relationships" id="294" r:id="R2b9550c4c3264ef3"/>
    <p:sldId xmlns:r="http://schemas.openxmlformats.org/officeDocument/2006/relationships" id="295" r:id="R0c6bce2b9c114956"/>
    <p:sldId xmlns:r="http://schemas.openxmlformats.org/officeDocument/2006/relationships" id="296" r:id="R9745e3cb45c445d4"/>
    <p:sldId xmlns:r="http://schemas.openxmlformats.org/officeDocument/2006/relationships" id="297" r:id="R204e327eeae643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e71d38aac34e3d" /><Relationship Type="http://schemas.openxmlformats.org/officeDocument/2006/relationships/slideMaster" Target="/ppt/slideMasters/slideMaster1.xml" Id="Rdf297e329ff94427" /><Relationship Type="http://schemas.openxmlformats.org/officeDocument/2006/relationships/notesMaster" Target="/ppt/notesMasters/notesMaster1.xml" Id="Reaa2ddc89fcf4979" /><Relationship Type="http://schemas.openxmlformats.org/officeDocument/2006/relationships/presProps" Target="/ppt/presProps.xml" Id="R562a7af10ea441f3" /><Relationship Type="http://schemas.openxmlformats.org/officeDocument/2006/relationships/tableStyles" Target="/ppt/tableStyles.xml" Id="Rfa7b84d0dd0345fd" /><Relationship Type="http://schemas.openxmlformats.org/officeDocument/2006/relationships/slide" Target="/ppt/slides/slide1.xml" Id="R18a6fe2e3f344011" /><Relationship Type="http://schemas.openxmlformats.org/officeDocument/2006/relationships/slide" Target="/ppt/slides/slide2.xml" Id="Ra990bbcf8b914858" /><Relationship Type="http://schemas.openxmlformats.org/officeDocument/2006/relationships/slide" Target="/ppt/slides/slide3.xml" Id="R7aff00af276d47d0" /><Relationship Type="http://schemas.openxmlformats.org/officeDocument/2006/relationships/slide" Target="/ppt/slides/slide4.xml" Id="Rce7cdecbca674657" /><Relationship Type="http://schemas.openxmlformats.org/officeDocument/2006/relationships/slide" Target="/ppt/slides/slide5.xml" Id="R2b90ced3d0b94abf" /><Relationship Type="http://schemas.openxmlformats.org/officeDocument/2006/relationships/slide" Target="/ppt/slides/slide6.xml" Id="R2ab80bb190254215" /><Relationship Type="http://schemas.openxmlformats.org/officeDocument/2006/relationships/slide" Target="/ppt/slides/slide7.xml" Id="R43fed349ad284ad2" /><Relationship Type="http://schemas.openxmlformats.org/officeDocument/2006/relationships/slide" Target="/ppt/slides/slide8.xml" Id="Rb51a383edd664360" /><Relationship Type="http://schemas.openxmlformats.org/officeDocument/2006/relationships/slide" Target="/ppt/slides/slide9.xml" Id="Rc26e75d355e6499f" /><Relationship Type="http://schemas.openxmlformats.org/officeDocument/2006/relationships/slide" Target="/ppt/slides/slide10.xml" Id="R113d2d36e7bf4428" /><Relationship Type="http://schemas.openxmlformats.org/officeDocument/2006/relationships/slide" Target="/ppt/slides/slide11.xml" Id="Rb7072b8d8ebb46ed" /><Relationship Type="http://schemas.openxmlformats.org/officeDocument/2006/relationships/slide" Target="/ppt/slides/slide12.xml" Id="Rcb8adbb3de24463e" /><Relationship Type="http://schemas.openxmlformats.org/officeDocument/2006/relationships/slide" Target="/ppt/slides/slide13.xml" Id="R1909a64e8d3e486a" /><Relationship Type="http://schemas.openxmlformats.org/officeDocument/2006/relationships/slide" Target="/ppt/slides/slide14.xml" Id="R97cf0e6df2794b84" /><Relationship Type="http://schemas.openxmlformats.org/officeDocument/2006/relationships/slide" Target="/ppt/slides/slide15.xml" Id="R16ff942d505c431f" /><Relationship Type="http://schemas.openxmlformats.org/officeDocument/2006/relationships/slide" Target="/ppt/slides/slide16.xml" Id="R95fcacbb61954c5b" /><Relationship Type="http://schemas.openxmlformats.org/officeDocument/2006/relationships/slide" Target="/ppt/slides/slide17.xml" Id="R607598ef7f6041c2" /><Relationship Type="http://schemas.openxmlformats.org/officeDocument/2006/relationships/slide" Target="/ppt/slides/slide18.xml" Id="Rb1bac9ce78ff443e" /><Relationship Type="http://schemas.openxmlformats.org/officeDocument/2006/relationships/slide" Target="/ppt/slides/slide19.xml" Id="R2785108781c64240" /><Relationship Type="http://schemas.openxmlformats.org/officeDocument/2006/relationships/slide" Target="/ppt/slides/slide20.xml" Id="R8e1f4edba2d54acf" /><Relationship Type="http://schemas.openxmlformats.org/officeDocument/2006/relationships/slide" Target="/ppt/slides/slide21.xml" Id="Ra2e47f04adc54d68" /><Relationship Type="http://schemas.openxmlformats.org/officeDocument/2006/relationships/slide" Target="/ppt/slides/slide22.xml" Id="R37ce2aaf2dfb460a" /><Relationship Type="http://schemas.openxmlformats.org/officeDocument/2006/relationships/slide" Target="/ppt/slides/slide23.xml" Id="Rf94db28343224f3a" /><Relationship Type="http://schemas.openxmlformats.org/officeDocument/2006/relationships/slide" Target="/ppt/slides/slide24.xml" Id="Rad0333aab4db4862" /><Relationship Type="http://schemas.openxmlformats.org/officeDocument/2006/relationships/slide" Target="/ppt/slides/slide25.xml" Id="R51480e3a1dc74cc4" /><Relationship Type="http://schemas.openxmlformats.org/officeDocument/2006/relationships/slide" Target="/ppt/slides/slide26.xml" Id="R6a15f623afab47a5" /><Relationship Type="http://schemas.openxmlformats.org/officeDocument/2006/relationships/slide" Target="/ppt/slides/slide27.xml" Id="R41619266b5c4429a" /><Relationship Type="http://schemas.openxmlformats.org/officeDocument/2006/relationships/slide" Target="/ppt/slides/slide28.xml" Id="R9a47540b6d954824" /><Relationship Type="http://schemas.openxmlformats.org/officeDocument/2006/relationships/slide" Target="/ppt/slides/slide29.xml" Id="Rb84f698b18004e96" /><Relationship Type="http://schemas.openxmlformats.org/officeDocument/2006/relationships/slide" Target="/ppt/slides/slide30.xml" Id="R51b21f55c7f44242" /><Relationship Type="http://schemas.openxmlformats.org/officeDocument/2006/relationships/slide" Target="/ppt/slides/slide31.xml" Id="R6c083fea4a4647a4" /><Relationship Type="http://schemas.openxmlformats.org/officeDocument/2006/relationships/slide" Target="/ppt/slides/slide32.xml" Id="Re30818cc325a42f7" /><Relationship Type="http://schemas.openxmlformats.org/officeDocument/2006/relationships/slide" Target="/ppt/slides/slide33.xml" Id="Ra9a7080b487349ee" /><Relationship Type="http://schemas.openxmlformats.org/officeDocument/2006/relationships/slide" Target="/ppt/slides/slide34.xml" Id="Re4bf0e6517aa4175" /><Relationship Type="http://schemas.openxmlformats.org/officeDocument/2006/relationships/slide" Target="/ppt/slides/slide35.xml" Id="Rd66283a9279e466d" /><Relationship Type="http://schemas.openxmlformats.org/officeDocument/2006/relationships/slide" Target="/ppt/slides/slide36.xml" Id="Rf99f0f85d0f940ea" /><Relationship Type="http://schemas.openxmlformats.org/officeDocument/2006/relationships/slide" Target="/ppt/slides/slide37.xml" Id="R1cfe2bb8a2d94063" /><Relationship Type="http://schemas.openxmlformats.org/officeDocument/2006/relationships/slide" Target="/ppt/slides/slide38.xml" Id="R98d41aebbd664954" /><Relationship Type="http://schemas.openxmlformats.org/officeDocument/2006/relationships/slide" Target="/ppt/slides/slide39.xml" Id="R2b9550c4c3264ef3" /><Relationship Type="http://schemas.openxmlformats.org/officeDocument/2006/relationships/slide" Target="/ppt/slides/slide40.xml" Id="R0c6bce2b9c114956" /><Relationship Type="http://schemas.openxmlformats.org/officeDocument/2006/relationships/slide" Target="/ppt/slides/slide41.xml" Id="R9745e3cb45c445d4" /><Relationship Type="http://schemas.openxmlformats.org/officeDocument/2006/relationships/slide" Target="/ppt/slides/slide42.xml" Id="R204e327eeae643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ea0ace320d49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3c20d8431344e7" /><Relationship Type="http://schemas.openxmlformats.org/officeDocument/2006/relationships/notesMaster" Target="/ppt/notesMasters/notesMaster1.xml" Id="Rc4fa4c4bf8ca46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99f4c83fd84a09" /><Relationship Type="http://schemas.openxmlformats.org/officeDocument/2006/relationships/notesMaster" Target="/ppt/notesMasters/notesMaster1.xml" Id="Rc13e9c66158947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77e0adca51450d" /><Relationship Type="http://schemas.openxmlformats.org/officeDocument/2006/relationships/notesMaster" Target="/ppt/notesMasters/notesMaster1.xml" Id="R25a9c6fb725f4e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f84d1cb5c54ec1" /><Relationship Type="http://schemas.openxmlformats.org/officeDocument/2006/relationships/notesMaster" Target="/ppt/notesMasters/notesMaster1.xml" Id="Rc69133459e464b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9fd5feb7954e2d" /><Relationship Type="http://schemas.openxmlformats.org/officeDocument/2006/relationships/notesMaster" Target="/ppt/notesMasters/notesMaster1.xml" Id="Rfa52e74c689c4b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8d6c714eba48ac" /><Relationship Type="http://schemas.openxmlformats.org/officeDocument/2006/relationships/notesMaster" Target="/ppt/notesMasters/notesMaster1.xml" Id="R6b5c29595dea40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afb3b952f24249" /><Relationship Type="http://schemas.openxmlformats.org/officeDocument/2006/relationships/notesMaster" Target="/ppt/notesMasters/notesMaster1.xml" Id="R9601814bafd845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69750784654a5c" /><Relationship Type="http://schemas.openxmlformats.org/officeDocument/2006/relationships/notesMaster" Target="/ppt/notesMasters/notesMaster1.xml" Id="R2b7459e594654e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337aa1a87a4234" /><Relationship Type="http://schemas.openxmlformats.org/officeDocument/2006/relationships/notesMaster" Target="/ppt/notesMasters/notesMaster1.xml" Id="Rf7d09e95dae54e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58c66a6c6f42b3" /><Relationship Type="http://schemas.openxmlformats.org/officeDocument/2006/relationships/notesMaster" Target="/ppt/notesMasters/notesMaster1.xml" Id="R8840fe0328384ea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09884365a54f0c" /><Relationship Type="http://schemas.openxmlformats.org/officeDocument/2006/relationships/notesMaster" Target="/ppt/notesMasters/notesMaster1.xml" Id="R25fafe4d92924b4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a375b7b84b348fa" /><Relationship Type="http://schemas.openxmlformats.org/officeDocument/2006/relationships/notesMaster" Target="/ppt/notesMasters/notesMaster1.xml" Id="R9c690b23b96345e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63e36f552044ab3" /><Relationship Type="http://schemas.openxmlformats.org/officeDocument/2006/relationships/notesMaster" Target="/ppt/notesMasters/notesMaster1.xml" Id="Rd0e727dcd23949f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f17dee815994f0e" /><Relationship Type="http://schemas.openxmlformats.org/officeDocument/2006/relationships/notesMaster" Target="/ppt/notesMasters/notesMaster1.xml" Id="Rcefbeb9b6f0d477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c1d3e41f9c94f0c" /><Relationship Type="http://schemas.openxmlformats.org/officeDocument/2006/relationships/notesMaster" Target="/ppt/notesMasters/notesMaster1.xml" Id="R8c821b774e494ed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c9745387cef4b8c" /><Relationship Type="http://schemas.openxmlformats.org/officeDocument/2006/relationships/notesMaster" Target="/ppt/notesMasters/notesMaster1.xml" Id="R43b7ce71bd1247f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d40f49ab3b64fa4" /><Relationship Type="http://schemas.openxmlformats.org/officeDocument/2006/relationships/notesMaster" Target="/ppt/notesMasters/notesMaster1.xml" Id="R480165e67b844c2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cfa33002b594076" /><Relationship Type="http://schemas.openxmlformats.org/officeDocument/2006/relationships/notesMaster" Target="/ppt/notesMasters/notesMaster1.xml" Id="Rb83bd19644e447c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1d08f05acf24709" /><Relationship Type="http://schemas.openxmlformats.org/officeDocument/2006/relationships/notesMaster" Target="/ppt/notesMasters/notesMaster1.xml" Id="R319f510fd5c943f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06cbee2913e4b9b" /><Relationship Type="http://schemas.openxmlformats.org/officeDocument/2006/relationships/notesMaster" Target="/ppt/notesMasters/notesMaster1.xml" Id="Rdd4358a35e844bd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7025ca05cfc45d5" /><Relationship Type="http://schemas.openxmlformats.org/officeDocument/2006/relationships/notesMaster" Target="/ppt/notesMasters/notesMaster1.xml" Id="Rbf70661f00bd4df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83420074e264b1f" /><Relationship Type="http://schemas.openxmlformats.org/officeDocument/2006/relationships/notesMaster" Target="/ppt/notesMasters/notesMaster1.xml" Id="Rbe42203bdb5b4e7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3cd7f69d2d643db" /><Relationship Type="http://schemas.openxmlformats.org/officeDocument/2006/relationships/notesMaster" Target="/ppt/notesMasters/notesMaster1.xml" Id="Rca7864888ddd4b3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d5f812366a34e3a" /><Relationship Type="http://schemas.openxmlformats.org/officeDocument/2006/relationships/notesMaster" Target="/ppt/notesMasters/notesMaster1.xml" Id="Re7de05516f17452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214521d18754e61" /><Relationship Type="http://schemas.openxmlformats.org/officeDocument/2006/relationships/notesMaster" Target="/ppt/notesMasters/notesMaster1.xml" Id="Rcf255dc00409487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4a747fd7e9a44a1" /><Relationship Type="http://schemas.openxmlformats.org/officeDocument/2006/relationships/notesMaster" Target="/ppt/notesMasters/notesMaster1.xml" Id="Rf1219203761a4be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8c4035e8b8443b9" /><Relationship Type="http://schemas.openxmlformats.org/officeDocument/2006/relationships/notesMaster" Target="/ppt/notesMasters/notesMaster1.xml" Id="Rbd87a48fd60f416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1dbf01eaf284172" /><Relationship Type="http://schemas.openxmlformats.org/officeDocument/2006/relationships/notesMaster" Target="/ppt/notesMasters/notesMaster1.xml" Id="R27b026b23b80401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711bb432fb542c6" /><Relationship Type="http://schemas.openxmlformats.org/officeDocument/2006/relationships/notesMaster" Target="/ppt/notesMasters/notesMaster1.xml" Id="R955f39f4eff9424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269bd783a754f65" /><Relationship Type="http://schemas.openxmlformats.org/officeDocument/2006/relationships/notesMaster" Target="/ppt/notesMasters/notesMaster1.xml" Id="R0096b5c63297414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375320a9a184a8d" /><Relationship Type="http://schemas.openxmlformats.org/officeDocument/2006/relationships/notesMaster" Target="/ppt/notesMasters/notesMaster1.xml" Id="R34ec930ed7c040a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7ae32b949704a4b" /><Relationship Type="http://schemas.openxmlformats.org/officeDocument/2006/relationships/notesMaster" Target="/ppt/notesMasters/notesMaster1.xml" Id="R3349db028d554ef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701816a40c44f14" /><Relationship Type="http://schemas.openxmlformats.org/officeDocument/2006/relationships/notesMaster" Target="/ppt/notesMasters/notesMaster1.xml" Id="Rea589a21f2304f5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345f1b2a4054998" /><Relationship Type="http://schemas.openxmlformats.org/officeDocument/2006/relationships/notesMaster" Target="/ppt/notesMasters/notesMaster1.xml" Id="R2481f8524a3b4f7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ed88f854025457c" /><Relationship Type="http://schemas.openxmlformats.org/officeDocument/2006/relationships/notesMaster" Target="/ppt/notesMasters/notesMaster1.xml" Id="R24154f42249a44e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1615325ebf34224" /><Relationship Type="http://schemas.openxmlformats.org/officeDocument/2006/relationships/notesMaster" Target="/ppt/notesMasters/notesMaster1.xml" Id="R895154aef2c74df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f0f1ca461294c40" /><Relationship Type="http://schemas.openxmlformats.org/officeDocument/2006/relationships/notesMaster" Target="/ppt/notesMasters/notesMaster1.xml" Id="Rc44f641c0b234d6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a590dcbae7b46a0" /><Relationship Type="http://schemas.openxmlformats.org/officeDocument/2006/relationships/notesMaster" Target="/ppt/notesMasters/notesMaster1.xml" Id="Rd6b23ec8ebd94d4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7f9574977964f3a" /><Relationship Type="http://schemas.openxmlformats.org/officeDocument/2006/relationships/notesMaster" Target="/ppt/notesMasters/notesMaster1.xml" Id="Ra80e29cd4cdb421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8bf25d2904646b3" /><Relationship Type="http://schemas.openxmlformats.org/officeDocument/2006/relationships/notesMaster" Target="/ppt/notesMasters/notesMaster1.xml" Id="R5798dff60dd7421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c0aa22dba7645da" /><Relationship Type="http://schemas.openxmlformats.org/officeDocument/2006/relationships/notesMaster" Target="/ppt/notesMasters/notesMaster1.xml" Id="R0bf700d20a4940a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c9e8ff6f7874822" /><Relationship Type="http://schemas.openxmlformats.org/officeDocument/2006/relationships/notesMaster" Target="/ppt/notesMasters/notesMaster1.xml" Id="Rf5e29d91a49d44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81a732beac48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c0a3d4ee74471c" /><Relationship Type="http://schemas.openxmlformats.org/officeDocument/2006/relationships/slideLayout" Target="/ppt/slideLayouts/slideLayout1.xml" Id="R0ef6754e92e440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f6754e92e440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568e5da434e92" /><Relationship Type="http://schemas.openxmlformats.org/officeDocument/2006/relationships/notesSlide" Target="/ppt/notesSlides/notesSlide1.xml" Id="R7b105cd3c79046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910db90774e25" /><Relationship Type="http://schemas.openxmlformats.org/officeDocument/2006/relationships/notesSlide" Target="/ppt/notesSlides/notesSlide2.xml" Id="Rd0b4628b9ef147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85960f5fe4a4e" /><Relationship Type="http://schemas.openxmlformats.org/officeDocument/2006/relationships/notesSlide" Target="/ppt/notesSlides/notesSlide3.xml" Id="Rf83b7ee52e8a45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ec57d47e2940b6" /><Relationship Type="http://schemas.openxmlformats.org/officeDocument/2006/relationships/notesSlide" Target="/ppt/notesSlides/notesSlide4.xml" Id="Rb0293c1420fc47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a244c1eb046ca" /><Relationship Type="http://schemas.openxmlformats.org/officeDocument/2006/relationships/notesSlide" Target="/ppt/notesSlides/notesSlide5.xml" Id="Ra80a1cfffcba4a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c3a1745cb463b" /><Relationship Type="http://schemas.openxmlformats.org/officeDocument/2006/relationships/notesSlide" Target="/ppt/notesSlides/notesSlide6.xml" Id="Rb46bf7a793274a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f4d00414f4115" /><Relationship Type="http://schemas.openxmlformats.org/officeDocument/2006/relationships/notesSlide" Target="/ppt/notesSlides/notesSlide7.xml" Id="R6c5973e1850b4f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03ad5a6b14df1" /><Relationship Type="http://schemas.openxmlformats.org/officeDocument/2006/relationships/notesSlide" Target="/ppt/notesSlides/notesSlide8.xml" Id="Rf16d1efe4c7e46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b3b4a3dbe4b36" /><Relationship Type="http://schemas.openxmlformats.org/officeDocument/2006/relationships/notesSlide" Target="/ppt/notesSlides/notesSlide9.xml" Id="R3e1668cec0bf41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2568a0bf5413a" /><Relationship Type="http://schemas.openxmlformats.org/officeDocument/2006/relationships/notesSlide" Target="/ppt/notesSlides/notesSlide10.xml" Id="Rb5422d44400d42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bc7f979f24a73" /><Relationship Type="http://schemas.openxmlformats.org/officeDocument/2006/relationships/notesSlide" Target="/ppt/notesSlides/notesSlide11.xml" Id="R10071c148a9b4f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40792622f4c64" /><Relationship Type="http://schemas.openxmlformats.org/officeDocument/2006/relationships/notesSlide" Target="/ppt/notesSlides/notesSlide12.xml" Id="Rf71a8692ca68423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33858e2b54e89" /><Relationship Type="http://schemas.openxmlformats.org/officeDocument/2006/relationships/notesSlide" Target="/ppt/notesSlides/notesSlide13.xml" Id="R0c86d63ac72b404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03019dc8b4e64" /><Relationship Type="http://schemas.openxmlformats.org/officeDocument/2006/relationships/notesSlide" Target="/ppt/notesSlides/notesSlide14.xml" Id="R94ea5a9e621744e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17f7d3d414b49" /><Relationship Type="http://schemas.openxmlformats.org/officeDocument/2006/relationships/notesSlide" Target="/ppt/notesSlides/notesSlide15.xml" Id="R98fc6194931b42a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19a07dd3b46fc" /><Relationship Type="http://schemas.openxmlformats.org/officeDocument/2006/relationships/notesSlide" Target="/ppt/notesSlides/notesSlide16.xml" Id="Rcfc23ee8b487446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c92d60c7a4e2f" /><Relationship Type="http://schemas.openxmlformats.org/officeDocument/2006/relationships/notesSlide" Target="/ppt/notesSlides/notesSlide17.xml" Id="R2c6e9a1ca441400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7dd06093d43f0" /><Relationship Type="http://schemas.openxmlformats.org/officeDocument/2006/relationships/notesSlide" Target="/ppt/notesSlides/notesSlide18.xml" Id="R62ada7785fa9499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9fd6af6634ed9" /><Relationship Type="http://schemas.openxmlformats.org/officeDocument/2006/relationships/notesSlide" Target="/ppt/notesSlides/notesSlide19.xml" Id="R6dda55bdb94844d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6bfbc72c745ef" /><Relationship Type="http://schemas.openxmlformats.org/officeDocument/2006/relationships/notesSlide" Target="/ppt/notesSlides/notesSlide20.xml" Id="R325657a28b7b4d6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a85fdcf824d41" /><Relationship Type="http://schemas.openxmlformats.org/officeDocument/2006/relationships/notesSlide" Target="/ppt/notesSlides/notesSlide21.xml" Id="R814dea3973df425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8e70c558241d2" /><Relationship Type="http://schemas.openxmlformats.org/officeDocument/2006/relationships/notesSlide" Target="/ppt/notesSlides/notesSlide22.xml" Id="R4f41f825221e4ef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ba76a58284889" /><Relationship Type="http://schemas.openxmlformats.org/officeDocument/2006/relationships/notesSlide" Target="/ppt/notesSlides/notesSlide23.xml" Id="Rbbfb96be89de4ae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bfb324a084539" /><Relationship Type="http://schemas.openxmlformats.org/officeDocument/2006/relationships/notesSlide" Target="/ppt/notesSlides/notesSlide24.xml" Id="Ra0e785051a3e4aa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5bfecc6a74f41" /><Relationship Type="http://schemas.openxmlformats.org/officeDocument/2006/relationships/notesSlide" Target="/ppt/notesSlides/notesSlide25.xml" Id="Ra955c2671d81418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0e8bb218f4ae7" /><Relationship Type="http://schemas.openxmlformats.org/officeDocument/2006/relationships/notesSlide" Target="/ppt/notesSlides/notesSlide26.xml" Id="R6237ca4f9d0241d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2924379854ca1" /><Relationship Type="http://schemas.openxmlformats.org/officeDocument/2006/relationships/notesSlide" Target="/ppt/notesSlides/notesSlide27.xml" Id="R04da3f1dc1d64dc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428c5bec440a3" /><Relationship Type="http://schemas.openxmlformats.org/officeDocument/2006/relationships/notesSlide" Target="/ppt/notesSlides/notesSlide28.xml" Id="R7df7b659b439442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04d2b7be84779" /><Relationship Type="http://schemas.openxmlformats.org/officeDocument/2006/relationships/notesSlide" Target="/ppt/notesSlides/notesSlide29.xml" Id="R906ddb63c502406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dda0b7a674ebb" /><Relationship Type="http://schemas.openxmlformats.org/officeDocument/2006/relationships/notesSlide" Target="/ppt/notesSlides/notesSlide30.xml" Id="Rbbd131f6f406432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c622bfd864803" /><Relationship Type="http://schemas.openxmlformats.org/officeDocument/2006/relationships/notesSlide" Target="/ppt/notesSlides/notesSlide31.xml" Id="R9404b22d85454f0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45847995040de" /><Relationship Type="http://schemas.openxmlformats.org/officeDocument/2006/relationships/notesSlide" Target="/ppt/notesSlides/notesSlide32.xml" Id="R2f842b29ce8e4e1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7378f2c074232" /><Relationship Type="http://schemas.openxmlformats.org/officeDocument/2006/relationships/notesSlide" Target="/ppt/notesSlides/notesSlide33.xml" Id="Rdccb8d32f72741f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fde21d3844bbb" /><Relationship Type="http://schemas.openxmlformats.org/officeDocument/2006/relationships/notesSlide" Target="/ppt/notesSlides/notesSlide34.xml" Id="R8cf34ea089f8418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c318865d14842" /><Relationship Type="http://schemas.openxmlformats.org/officeDocument/2006/relationships/notesSlide" Target="/ppt/notesSlides/notesSlide35.xml" Id="Rffc2eb536b61499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d12ba6c384448" /><Relationship Type="http://schemas.openxmlformats.org/officeDocument/2006/relationships/notesSlide" Target="/ppt/notesSlides/notesSlide36.xml" Id="Raf47b669927b462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e511e0c144aa1" /><Relationship Type="http://schemas.openxmlformats.org/officeDocument/2006/relationships/notesSlide" Target="/ppt/notesSlides/notesSlide37.xml" Id="R88a6a64670d64f1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69d1214264563" /><Relationship Type="http://schemas.openxmlformats.org/officeDocument/2006/relationships/notesSlide" Target="/ppt/notesSlides/notesSlide38.xml" Id="R6d8d3e08dc82428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ba21734164312" /><Relationship Type="http://schemas.openxmlformats.org/officeDocument/2006/relationships/notesSlide" Target="/ppt/notesSlides/notesSlide39.xml" Id="R272ff1d63426405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0b8d252c264daf" /><Relationship Type="http://schemas.openxmlformats.org/officeDocument/2006/relationships/notesSlide" Target="/ppt/notesSlides/notesSlide40.xml" Id="R50435d858aa5431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2d80702e6042ba" /><Relationship Type="http://schemas.openxmlformats.org/officeDocument/2006/relationships/notesSlide" Target="/ppt/notesSlides/notesSlide41.xml" Id="Rab8f999fb31f4d7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02f0a9a5543e9" /><Relationship Type="http://schemas.openxmlformats.org/officeDocument/2006/relationships/notesSlide" Target="/ppt/notesSlides/notesSlide42.xml" Id="R670b1d3a2f704c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CD8597-18D8-4B7D-A87A-EEFAD16E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925C7-849A-4B65-A505-6A5F83D9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Semiconductor devices and Sensors Direct and indirect band gap, Band gap engineering, Zener Diode, LED, PhotoDiode, Phot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12527-9F50-4F71-8A94-7F32D3AD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QUANTUM PHYSICS AND ELECTRONIC SENSORS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1BPHEC102/202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AFFCF-B1F3-4F85-B5C2-E830EE1D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BD179-84AC-4015-8E15-79AB24DA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FE222-4E09-470E-8744-CFE319A5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F055E-85C1-4190-832A-A7517DED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8DDFC9-1E8C-4BE1-ACDB-F66D3E0A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F6FB9-1CE4-4174-AFBE-4891163B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E9768-BADC-4540-986A-BCA30C58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FDA2A1-80B7-45DF-B64F-F250CD96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65FF4E-8469-47C8-8B2F-E004CA40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D11FF3-88B5-4F88-BF3A-6BE89AA9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9857521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90B6CB-7020-44CC-9E3E-53C912F4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EE129-66A8-403D-AD9F-8617F34C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38DC9-A465-4FC3-9408-D093AA61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EB806-CB9D-4923-BCC2-556899DB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9653D-1487-4D95-B9DF-9A4BBF90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D0634-C175-480C-8671-58ED4078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DB7D91-13BB-431C-8038-D7E795D4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D1F0F3-BE60-43D3-89B8-AFB7AE4C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AEDAAC-3D86-4C04-A1AE-D5BFB16C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57CFBA-BC8A-4BCB-A521-13E53267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BB536F-A7E5-4046-B7A1-E790B9E1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40A941-9709-4EFB-AE1D-F97244AF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44FB45-32E7-4197-906F-891AC327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F84D7E-651F-4D2F-9A9D-F9842B97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CFB19E-4DA6-4CAF-9E99-9A675495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6822890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1E1F1B-8885-4DF4-881C-C8DA50F3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17830-AE68-466C-BCD6-EFFE824A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5DEE94-2FAD-437C-9E9F-275F2836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F9A64-47F6-4597-BB02-DAD20080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B9B916-960B-40E4-B755-285A621C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B1E2D-2267-4BD9-B885-6E19BBDA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DFDA08-3300-47AD-955E-44D4ADD6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4A66E-C05E-40CE-89D3-C334F479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5CBC9-3E23-4C79-B9F8-68E44D1D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Semiconductor devices and Sensors Direct and indirect ban...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22EAAD-104D-4A60-A385-DF82FBE5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9181AC-1AC1-4AD0-BAFC-9CCDF9ED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206D24-1251-466E-8F65-1D4C986D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Band gap engineering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9005B7-9925-4217-8883-776B330A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15B868-2C4C-4BF3-845D-C8C9654A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E271F8-A918-4F20-97BF-FD6A8031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Zener Diode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796D18-2637-42C1-8F0B-C912DC3D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F0B3A0-1BC7-42A4-95BC-0734B128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045D23-D6F1-4977-B921-0FF0E446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PhotoDiode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A99978-47AE-4984-A891-96FF327F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8DA2AB-79CE-480D-9443-C0BCD4E6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EC3AD2-CFEB-4279-8844-4DF9E98C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Photo Transistor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9F0D29-A38E-469D-94D2-014A31B0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9AA5EF-36AF-4D19-A68D-A099BCA1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088586-3D0E-48A9-AD38-F23144C5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Light de- pendent resistor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92DF8A-0BDC-41E9-9C7C-0918EAD5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52B72A-6195-4CB7-810B-11A13966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3C59E3-0736-4C9E-A3CF-B50F5FD8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Resistance temperature detectors (high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3EC593-211D-404A-ACAD-646880DA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E7EB4F-4069-4CBE-B267-6B77B4FD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CFC90C-86E8-4D84-9C2D-B0B36A99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Sensing mechanisms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90804B-16D5-4A45-95B9-0BAAAA39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35B298-0DC4-4693-BF91-73536CD9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21339292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C64AA8-B443-4FB5-9B94-EA1CAA5F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10990-2A64-4D5E-808B-D69275F2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A29D8-644D-4FA4-991B-C83CA69E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12F62-25CE-4787-AFA5-CE025831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9B277C-7F42-402C-A93A-9081B688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7DE1F-8B62-4EC3-BAAD-5B94F9D0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D1E959-92FB-4812-92EC-4CE5A225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F3C09-6B4D-4D04-9557-3FDEF968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Semiconductor devices and Sensors Direct and indirect ban...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B9E59-EBAA-4E49-80CE-F02A8BD4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D8B5F5-D05C-443C-AA0B-8B5ED385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1C7072-E279-42F6-A92D-34A561AA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Band gap engineering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EC871C-8010-4258-8F67-3B432E60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205ED-166D-44B9-B6B6-8CA27702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9AC2F-806A-4C67-95CA-6BB95566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Zener Diode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CA7A32-DE7C-4E35-BCD8-7689D97A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25F796-C602-4CE8-8E4D-571618D6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A824FC-81FA-4C9B-8A70-6F28DC49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PhotoDiode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B76AED-8D34-4D73-AB74-579C9ED1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59A5FA-A3CA-446E-B998-0AA21145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F2F0F2-0741-4142-B378-B7C800A3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Photo Transistor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2BCFAE-2D8F-415A-AEE6-B5C6E93F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2D0115-16C7-40BE-B3F4-7B2160A1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7B6CD0-1FB4-4A96-90D7-49F11983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Light de- pendent resistor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EE966F-5149-4A2A-A62B-A0F25723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FB206A-5FC4-42B9-9307-69B50962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C67247-A316-4FB2-8229-126F667D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Resistance temperature detectors (high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D6A351-3B66-4F27-9203-7AF968F0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32C09D-4827-4365-B939-CE505D67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E05DB9-027B-4B63-B713-DABFE175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5937012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67DEB2-4A04-4BCD-BDBC-6D158B8A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F20AD-7FA4-4C7F-8B4B-053856A4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45A71D-32C0-4984-9713-D0C8AF45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38ADB-708B-4225-AFD4-722E09FE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CEBBF-8286-4C89-B107-2478F504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Semiconductor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FDECEA-15AB-49C4-9AC2-9FE3A1F5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devices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3BA4D-3361-4F5B-8010-69FA4A62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Sensors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31638-0554-458A-B7BE-AF9E080E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Direct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914C8-ADF3-4A43-8521-D5B6C107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indirect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DEE1B-F6C3-41BA-9414-084C5ECC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8E088-6126-446F-B708-B206DE77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Zener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C1FD92-5326-403A-9343-20E3765C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C8268A-F16A-4D0A-86D0-C58047E7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PhotoDiode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E0C4A1-6A43-4A62-9192-71B3AD27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Phot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C4328D-BDF1-469F-A731-0B092655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FFDB08-2CC6-489A-8092-0C3B016B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8141353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3C11FA-2590-4BEA-8105-95F8247D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0270F-03E3-4D71-B222-282A65B9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F5B441-68DC-4BB5-91E3-8DBED6AE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3EBB2-418E-4B65-890A-C25A2B5B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EC36B-93FF-4E73-928E-BA3F6F95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Semiconductor devices and Sensors Direct and indirect band gap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8D7DE2-8797-40F3-9631-B0FCC4FA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Semiconductor devices and Sensors Direct...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222EF4-441F-4C41-AAE9-7E8C4EA0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1F6AE5-ACD7-4AFC-88DB-3CE8C5A0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0BB3E-B1E9-4566-B428-2E4DEAE6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F976E-DF7F-4CDF-88FA-5F7064C9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D61439-B87B-4F47-9CEE-4C6F7D99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101173-3D85-4683-903F-969A5B2F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1A0670-B7FD-421E-A384-FBAE18C2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B92395-4568-45CB-B7A2-277F04DA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917875-857C-46BD-A219-2BEA9F97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35F217-2D75-48EB-9850-D0CC7BA8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4675410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BB8C2F-D4B9-4649-9EDB-67497FB4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27F51-C6D7-4AFE-AE54-0D19D96F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6D0B4-76D8-487B-9608-4869B1A0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11AF1-0FEB-42BB-914A-20C68519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8D813-6A06-4E4C-9664-96F9A016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4E678-536F-4965-96A5-E4CBA00D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AB8E4-3F5A-4BD7-8EE8-EB214A48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41D84D-366F-48AE-85B1-57235733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1E5CF9-59E7-47CA-AC83-2066426E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Semiconduct...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40602-824E-4319-B083-86D48EBE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6052F4-4116-4FAE-A117-22720229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DA638-ED0C-445A-A1BA-A32E6464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Semico...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FE85CF-F151-4CD5-95D9-9E929A88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C5F3D4-E13F-46CF-8831-279F6449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4D8670-BDEE-4B48-ABFD-7676E2B5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Semiconducto...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B0653B-A8B0-4DB4-ADCE-B3A81372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15B2CF-80D8-4A4F-904E-D0D648DD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81DD06-D29B-47F8-B819-AB5489F2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Semiconduct...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BD9372-899B-4616-9D98-3A06B22F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2DC722-5EF6-4EB9-8277-831E39B8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393AE5-04C2-47BA-A11C-8F49534B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Semico...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BE0145-F7AD-4B8C-8783-A6A8848F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CEEF65-BE0E-47AD-B72E-FE720852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7239812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DF76AD-036A-4D82-AE2B-66B7FDBA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403ED-6484-4234-AA90-989F40C9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9602E-3D2B-4FF1-91BA-45CF4470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8B348-7D6C-4D10-AD8F-48FBFD03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908AE-3318-4250-9AEB-EFB4323B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1AF27-FFB2-49BE-9380-0C37FDDE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5D0AB-5918-41B1-A173-489D0572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AB4DE9-6904-45DA-819E-6FAAFB66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8DF20-B003-4561-95EB-45D165CB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4DC71-899E-435C-B4C2-A64BD3E6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236857-3D82-4BA6-9065-AB47F2AD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C7409-1B42-4A4F-8DAC-E04744E6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2C22BC-282B-48B3-B771-CA41817F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3C129F-1227-449B-938C-6CCA2210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910B7A-6703-4D94-8E6F-5815BA9B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7055594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9747E-A629-4595-A930-CCC99997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2027B-BE64-4C66-AFA7-F6F91E5B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685E1B-3F66-4136-B2EA-706DD980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CD967-1BD8-49C7-95D0-86ECFF5F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58DF5-3725-4779-A781-14B2E768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35D4B-F4FE-4142-9D52-0224DF25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Semiconductor devices and Sensors Direct and indirect ban...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8A12A-5D76-484A-8177-3081A6A1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B5378-AE5D-46BD-97EC-7EB80B34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31C34-2AEE-4459-8C6E-5B8497DB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D194FA-F5EA-4CAF-9310-C31A4568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C36BE5-F224-4584-950A-30134164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398243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A3FDAE-2117-47A4-9ACE-285F3FCB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DC18A-45C7-4D64-9646-710A698E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D160C-0F74-4997-837B-1A4E4566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D7063-4F70-4592-B955-49284CD9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4BD9D-DDA1-4A87-9A1F-64ACB888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Band gap 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911A8-F402-4888-9712-BBB353AF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Band gap engineering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021A5-BA1A-4DFD-BA82-F33BEF73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DE999-C713-4273-8066-0C57037F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6EEB3-EB7D-4EED-9E26-F0E0FC32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6D6F0-488C-4C26-A115-E36955F0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3A2D8-4317-4E41-8CBD-3D2B7FB6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B201D1-5C29-4233-80EB-957D8E05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904151-50EC-4147-A434-ED6B70B6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CCD4E1-6400-4E11-8BCA-5EFD8C84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E2C958-1D7B-47B4-A03F-703CAA31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FAD5EF-CF3C-4BAB-A3E9-4F7B61C5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2102581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EF9DE2-E862-4B8C-B1B6-25EB0491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A2F20-AE83-44DA-8655-27CB5F5A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3E23A-C7F3-4E30-BCF8-B94EE09D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4EA86-4481-44C6-B8EC-D248237A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C4D4F-46F4-495B-A2EE-EC0C0EE8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F1209-96B9-4778-82CA-2AAD45A3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901D6-A537-4032-BC82-27938F9F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DF09B-7293-4A3A-B18E-7603CFC1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C22666-242C-4FC4-B21B-54E14701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Band gap 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0B5D1-ABE6-4C32-A684-E3A8F2AE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576D3-96C1-4790-8CE4-647867BE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B9A8C6-D0F2-4BFD-803F-665373F7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Band g...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C0EA81-FF3C-4D23-A84A-7EEFC573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672896-504B-401F-9056-698CEEC3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1C6FEF-CCC6-4BB6-A6DE-460B99EE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Band gap eng...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183F9B-D6AB-4AF5-8806-F92F7DF4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1A940B-D21E-4A18-A3F6-B91AE019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6B6B48-8E95-46CE-8D48-9E3957FB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Band gap en...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E238B2-E6CB-4AD3-A56E-C5A5EF07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560F9A-7564-47C2-8A7C-E22A1B91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6EA2E1-77CE-40FA-BCB0-CB837098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Band g...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119598-1E0A-47B5-BD9B-6318CD8E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683616-218B-40D8-872C-B7D42235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2080667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8D1263-5D46-444B-864A-A1989FC9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5C84A-E337-4C80-B6F3-53393474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921A1-4514-4A9A-BD91-7CBBE08F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820D7-BB6F-411E-AFB1-6EFCD7F7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6C644-BDD5-4486-8B12-641180D8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FA3A8-6AEB-477B-81BF-071AE290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7AF9B-3703-4328-93CA-A545D8E1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1E9E16-425F-414E-AED5-F8A359A2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C39D9B-74C6-4D2E-A0D0-67D6B657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CEC3E-7679-4DAC-ABAB-EE7F2BB1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DA1DA-7577-4985-A368-19ABE92E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5CD80-89EE-449F-A861-A243FBB0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06009E-2020-4727-92CA-41691268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5F257-65B8-4424-9CB5-6A4FE9E5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FF59F6-9F02-4DE1-8654-56316910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238908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73C22-D033-4868-9DB3-E113EF56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2878A-62E3-4540-9841-1D432112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6D2A2-EA2C-4480-AAD6-879FF661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5CB38-DEDA-4E8C-ADFE-7F54F9AD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AB286-4F2F-43A8-964D-21186DBF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677F9-CE54-4E19-80F4-7634B480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Band gap engineering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C4431-D1E3-4C12-BF14-9BAC0D1E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87A1A-079B-455C-A31C-7876E7EF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B5C68-93F6-45B6-9A10-783A2B35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984831-072C-41A2-8036-55044372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AB2E2E-916A-4CC3-82D9-BAB73FB1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2919887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CDE693-D1BB-4FBA-A92E-C0F8AF24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F9EFE-B52D-4C4B-97C0-0DCDCC1B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B76A7-0FFB-4173-B888-3173EA76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982AD-9F7E-47C6-877A-19C8C34E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A7760-2B84-4C48-B290-69525719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Zener Diode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A5AA9-B33A-40CD-A855-FBF761C6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Zener Diode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68999-8DEB-43CD-B9BF-23C34EC8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716BE-0AE0-4FA5-9238-8BE618B1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5114BE-B211-4EBE-A55A-DC87D612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6EF5E-FC4E-468A-BC51-5F7D171A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62786-1AE3-4DF6-A6EB-A2D9667A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136DD8-BA55-478B-9065-C3EF5972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E2BD04-C1D6-48B4-BAB1-23464757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2B8474-70B9-47A3-95D6-8FA22EC6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1BB853-5693-49F6-BBE4-85BF75E6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B26682-BB00-41DB-8DE2-F34EA2D5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20892163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A45043-FA93-4DE2-A176-D87F60BD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B75D6-B9D4-4203-83EA-8317A523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D42B2-E631-46B8-B603-789159CD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58C14-6E59-4636-96A3-A349E3C9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0F362-369A-42B4-8F3F-4488C70F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ED0FD-411C-46FA-9D5D-1338935D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7E896-FE86-431D-9954-84C0F161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F06F4-4FAE-42A4-BC7E-CA742CA5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96163E-960A-41C0-9928-B28D4D9F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Zener Diode.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EABA69-3711-41D0-B936-EB9EB643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9451D5-0CEE-47CB-87C4-BA8B245B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8FC908-9210-446A-BB37-3CD7DD5C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Zener...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D4D764-9499-4CE5-A0A5-056D607E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0E252-E450-407B-A47D-E2236D20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DF93A0-C945-461B-8FA6-7E490346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Zener Diode.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0CCC20-CAB8-4497-BD3D-5E747976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D75CA2-0DDA-44BD-A490-0AF388C2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2E7161-CB14-43AC-9744-B460D03A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Zener Diode.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84DF12-9475-4082-843F-60B08DBC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1EE8F6-9395-42DE-AAA6-7AC53812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5D0B76-8D4B-4EDB-9EFE-DAD0BD7C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Zener...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FDE8F2-3A2D-4FEF-AAA6-9ED198B6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21D43E-8428-4F0D-89C5-CD66D1C7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2903649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A04DF3-C666-434E-B788-B992AEED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454A9-4462-4FA5-A8A4-6998D75E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2E99B-8C3E-444C-AC0E-3F367068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8A8759-3301-4E3E-8F9E-B762CADD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53B65-8A99-4751-99A7-0EB81258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B6686-9E73-4C02-BA1B-A40F9A13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32A4B-1F5D-4389-922D-73DFDF12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629F1-8009-471A-B9DB-5CC4C3D3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973C4-495A-460F-99D8-0DB0A389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966D14-7A59-4C14-AC61-ED6AB5E9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D1675-E2BF-4DEC-A200-4FFDDB86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633377-AA5C-48E9-A394-FB1C673D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578B12-7D08-4756-B98B-8A9A8602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333A13-1142-4DD8-BD75-91C41985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ABFAFC-B1E4-489D-B9BE-5742A642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7259177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A1323-FC6E-4988-B3B8-AA90FB1A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EB049A-4AC7-4C66-B4F3-D497E5FD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6AF510-7410-4ADF-B9AE-7EBE62E7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CF862-5C94-4C0B-BA84-66D06D69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38F57-8EB9-4D42-9A7A-51D6DE4D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AA00A-7FCC-497A-95C5-E0047DB9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Zener Diode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84CE3-C819-4F6C-BFC1-C187572F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62973C-0E68-44BC-BFF3-E3A6B8A9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33A09D-6CDB-418B-B6EE-6C0A1792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379CEE-A0F4-4014-9DB5-2C7828F3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17812F-4272-44AC-BDBD-CCF8AC3A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49973963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7AA088-1A78-471A-8AF4-86D32BFD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E5F64-26CD-4387-B602-0F3C52A8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C444A-D7FC-4353-9729-250C35F0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EF10F-1D5C-4807-BAE6-9EEFE13C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77756-3647-4F8F-9880-557E43EA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PhotoDiode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0BF573-4157-408F-92D2-A6C40D0C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PhotoDiode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05132-7C0D-4816-AACF-49482457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5542F-83D2-4E43-9155-EBCC42B6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C0D08-BFD4-4509-AEAB-845E6643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98C45A-226D-4E6C-AEFE-6A11E79C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22C65-A61D-4B9E-952D-D77CFCF4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F54FDC-1CE0-421B-BB3F-397CE1E1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A55401-80BF-44FC-8C7E-BE7D7725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212AA9-5B5E-4CE3-A4DD-3F1C6C56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65CBFB-916D-4DF2-B6B8-FB9C33B2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DCA5E4-9848-412A-AAB6-A0ECF5FD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40303522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3FABCD-7C85-4ADA-A22D-5F54112E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CB4E8-6FB3-4DC0-AD8C-A12EA342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C84D2-6806-43A0-8A79-55D77232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0F13A-D969-43E6-BC36-2C281ED1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79E0A-979D-41EE-BB51-6A48987B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D1CB3-C99D-4F38-8C8A-07F6CE77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9DF60-960A-4AB0-BDBF-9417A761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6CF76-9DB2-40FF-8D48-176D8C14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9E6C81-BBC2-4F00-9AFA-85D4BEBF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PhotoDiode.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38B75-7427-4483-94F5-1E9320B2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6FB73-864D-4C20-916B-1E92D319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809C06-65E2-493C-9FAB-8960CBF0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PhotoD...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007513-2FC1-4FC6-8700-44F500C3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55279D-E777-4766-8836-D124A522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16F427-7E10-4EA9-8968-0CB179B7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PhotoDiode.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FE7888-5F1C-40C9-BA68-024153E9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355BDB-94E6-479F-BBCE-A4C78F3D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22480A-F434-4734-AEC6-F2038533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PhotoDiode.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7F012F-2202-4B91-9F8F-9282C869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60F35F-5D36-4466-AFF5-604136A8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0479CC-BB2F-47DD-9D5E-C339AAA4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PhotoD...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5FC405-9E81-4E86-BAF5-E75E7631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E7FD36-9193-40B0-93F1-85211445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22886927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E9E7C4-C570-461F-B63C-833C8945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87CBE-08C6-4770-BD91-6A06D09E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7DBCA-C7BE-42F3-ADA7-FDD1E30C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99AA8-F775-4357-8F5E-0F52F77F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3DB5A-87BE-4ADF-9BD0-229C717B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1AED1-4B64-48A8-8621-CAC0F788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76DF6-894B-41A6-BED5-5B41D456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8AFA62-4F60-4B63-8AC2-B5BCE925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14193-E281-45F0-8614-55B6BDA4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9ECF0-BA75-460A-8AE3-9AE93260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4EF226-B5CD-4F4A-AC3A-553BA56B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46F521-55B6-403C-A00A-5664BC97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A3152-DF1E-4CDE-BBA4-64662547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4B0146-C41C-422C-AE19-4CDEF675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2A2011-17C8-4F63-94A9-8D5128F5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64935843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40BFB3-8FA7-4D5C-A5E9-61B82C95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B50C5-F329-43E1-8249-374723AC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9F404F-5052-4ACC-A728-13B8BE39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B0F80-995B-49D5-9995-BCEBBCAD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C84AD-6265-42A6-8507-920C0762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89DA13-7B20-49DE-8FD2-7E93D6A1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PhotoDiode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BF9FD5-017D-4ABA-8A15-A4B45B25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2ABBB-7C7B-4A0E-885A-69501B46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DFCF27-A2D8-4ADA-9751-66F1AA4B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8E9F6-1215-4C4D-8881-EC6D7A94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DC296-EED3-467A-8D25-B845C5DC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83383949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8C84E4-C051-40A0-BA53-051DED5C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336B9-D115-4455-88FD-9124D98B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C5BBE-E092-4861-B37C-48E56A88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058A0-86DC-43F8-8DEF-66D9EF9A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666A9-A9DA-4423-8E0C-33180EB7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Photo Transistor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4D5C0-A5B7-46FF-BB6E-C5F7137D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Photo Transistor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F174B-0367-4D5B-95AF-B57F8374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13497-5A39-4C10-AC2A-92ED0859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3064D-4A04-46EC-BE15-250999A3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9A7F1-42D3-4FCF-94EC-4B7F73A8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6ACFE-2E00-4F9F-8A5B-0851A7EE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CC2B20-CB30-42E1-9297-E751CE70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76A37D-2F5A-40F7-929C-3D69CD37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1798FD-CC5E-4422-A5F7-04838EB6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82C8EB-46A6-47FD-84AB-89BC7937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A0F268-1E3D-402C-82FC-01C74909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49601527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180176-B2CB-4946-A1CE-CBB2FE16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3F20F9-4A5F-4C21-998E-C08ACDFC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78EC1-6E89-4996-9784-DD967657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181449-005F-45C2-8B95-8B60DEBA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2162F-1348-458B-AD9E-05BE58A6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D2355-6F05-4590-8C65-D468F249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42F20-FD2A-4B75-B592-B86FABED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F8720-E033-4BED-8A3F-BAE978EA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C20FDE-BC07-4C49-A6A1-018E6677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Photo Trans...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2FE117-E91A-40D7-93E0-7A80E03A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FDD5A-9F6D-497D-AAEB-2327AAEA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8D2E9-34F0-4C19-A1F6-9FDB3484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Photo...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369B0C-10E1-4851-BFBB-FC028DB0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8FF8C0-CD7B-43A7-910C-BD511A5E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8E97B4-9C1C-4892-AE1C-FC31A2FA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Photo Transi...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D9D998-FCA0-42E7-96E0-9C129B60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D5360B-A509-4D92-BF89-9297B7C3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A0A512-86C5-4399-9B72-7437BC00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Photo Trans...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9FFDC1-FE51-4DEE-A246-D39EF248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817FE9-5196-44DE-AB26-7981DAEC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7840C4-7B72-4AF3-9C39-D202B64F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Photo...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8DB98B-14DD-4D1C-96A8-EC983FBF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D2702B-0395-411D-8AB2-AF90515E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85492532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EF4C9F-717C-4B56-BC99-59495933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9EC3D-DA78-4F38-92EF-57646DB3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E5CE1-2BB6-49A6-9F7B-B8219FD6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AD5F6-0E32-4C48-8283-839CEE1D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528C9-453A-40EA-A0F9-A1E8840F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ECA6B-C874-4D30-A9CC-B6B5442F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551784-C463-4EBF-87D4-53F7595E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A8A7B-262F-4150-98FF-D6A7B6FD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4D7188-B6F8-4707-8489-3854C28A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7031D-C871-4FEA-BE87-3270FBD1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DA026-3A33-4C26-8A15-1DB03785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927A1F-0C8B-4314-9C13-816A8EB6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BE1217-579C-43C8-BDE7-6391CEB8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688F74-943D-4A58-B472-EEFC189A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D8006B-2250-4DD8-84F4-77EBF5DD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212032183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75DAE-42C7-4BB0-ABF1-2BDAD25E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CFD13-8955-422F-BB6B-8E0EE8F4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F1A97-676B-4F7D-92E7-8AC2D577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BBEE9-3B04-48E1-8F99-57CBE18E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1C4FE-E3F8-4EC9-9D54-1AFDABA1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4F3BC-BF64-4FFE-86E7-BFB4A4E8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Photo Transistor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46B28-8ED1-4CA5-B657-5C705F19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0BE7A-3C2E-40F5-98A3-10BEA49B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B288AA-4A0E-4734-8676-D91F69F6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7BC387-D7BA-4EE2-9ED5-BF808DD7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78E1CC-D41B-4D82-B363-B8E3C721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3264885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496667-B271-464B-AD0A-2BE46CE4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2685E-17D9-4E7B-963E-6223B905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144E0-F2EC-4D0A-8C05-EA7AF1C2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D6EED-980F-4AF4-A64C-84F18ECA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AA78D-B13E-4A90-AA5B-604D4798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Light de- pendent resistor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2946A-723F-4C9C-B761-58BE8F0C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Light de- pendent resistor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B183F-0FE8-436B-9450-7CB06E3E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A1F16-5827-4AA2-9662-6A0458E3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0282D5-3BE1-4EF6-BF91-FC9BB2D8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8BA3D-E6C2-4006-95A5-16056DD6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A31F46-4562-43B5-B694-1764CD84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2D315B-6E28-4DA8-9DEB-6444EC64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02FBF-DDC9-45EA-88D4-3E1B5B36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C0418-27BE-4922-80F5-D2DB1457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E05389-48F8-4F22-A5D7-77B3541E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CD173D-C8F7-489C-8E3C-A2BF9DDE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85945143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41F303-4A77-4636-A95D-B69015D4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9D47A-ABF1-4B07-AD0F-D878939D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8C51C-9189-406D-BAE2-14F8E79A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E9780-E4E2-4670-81CA-F692BBE0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4A8D0-2F26-4CBF-B837-B36C08FF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3FF06-BB1B-4A40-9836-D6C93119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64A871-02EC-484A-B60A-2B8DA9A2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ECA51C-7D15-4DCF-A325-50AFB23A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D9C9A-851A-49A8-A74C-9B6EAA48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Light de- p...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22AC64-0780-4DC8-BC81-BAD687DD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727AB8-7866-4030-9A03-6CED0D4A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CB9D6-5AAE-4C8E-8E2B-D1FBA170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Light...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BC4449-3119-40F9-BF8C-D19AAAA7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E9FB18-6749-450F-894D-98C638BF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B00BA1-083B-40EF-9EE7-50052A10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Light de- pe...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0DA760-FD1B-4B23-B23F-CC236E05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E775EC-97A7-4F77-B32F-5AC0BC70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CDF749-A5C1-4CB8-9273-3459F2C3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Light de- p...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5BCFEE-684B-4AAC-B73D-D82C95B5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3F70DA-57D5-4E6D-BD17-E82634D6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FDB5B0-16EA-453A-B064-239409CB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Light...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CCB4A8-7742-4D0C-855D-D1A1DD9B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CD0A86-D319-4215-8A50-D78AEBEA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04707319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B26DB4-4C3D-4137-BAC2-97806B0B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32FA5-AEE7-4B70-B5F9-A61C1D31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37472-328D-45AB-88FD-3A599043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6D613C-6544-4FB5-B2C6-62CFF252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4E9C6-5B6C-41EE-860B-202FFC8A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7C6E35-8BFC-4BCA-9533-EA863363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74BE5-D020-46AE-AFF7-811464A4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2541B5-0EE1-486B-B2D4-99C8F365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BCDFF9-960B-4ECA-A0DC-8830DE49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1B8676-8D66-48E3-AB07-2AC08B3D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ABC688-8510-4832-9853-D92BC727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8025EF-5934-4460-8893-6F575659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EB215D-906F-43BE-8044-65046A44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F535AE-7CC0-49AF-88EB-F02F181A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AEE3CC-B34C-4B11-9D9D-E8AF2F5C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83087295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B0BADF-DB52-4124-B7D1-C30BD2A8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7C6B0-C617-48DF-88A4-BDDA7CE0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E9187E-82B5-4ACA-BC09-674FCAEC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8DD34-90C1-4999-A040-E4444E96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4B651-1453-40A2-9B24-88CECE5E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59760-C47F-4CC8-B562-65C481A6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Light de- pendent resistor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4945F-E50F-4ED8-9DB7-502B8BE7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0831E-C648-40FC-BAEC-C2650F22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75FC4-D94B-4F3D-AECE-48EC319C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1A1942-869B-47C9-B524-FD497AE7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FD5D1-B094-460E-941B-DCCB04FD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26847723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031270-AB68-41ED-9E81-47F9BFEA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91B62-E6A1-497C-9679-45774EF1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D8322-AC97-4338-8419-E259B7DE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6C29A-9B30-46D8-9278-C8437114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FE1B20-8462-4DFA-907F-9D292E9D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Resistance temperature detectors (high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1FAA4-4780-494B-B886-905F029A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Resistance temperature detectors (high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9CE71-7650-4D49-A6AF-FD6A792D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B57E06-ECC2-429D-AA0E-E5C4197C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2A6880-7274-4D8E-877B-96016C0D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3FCEAF-3C9E-4361-BA66-FAFC5230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1FD6A-1365-402C-AFEE-9B3FFA00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E2E8B9-5E4C-4525-BB02-8C7D83F3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D8F24-CF39-4609-B36E-F19F4BE1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83970C-55AF-4665-8124-8EF07DB2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3AC243-7F91-48A7-AB1E-B7B2A053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5D24ED-0DB0-4C83-A59A-54B99D94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95971001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F1588E-3920-4C76-9FA9-DA10956E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A2760-1B99-4A08-BC13-9A0F29C7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55916-2F75-44D5-A3A8-3974340D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718E0-BE55-4A1F-9AF6-440F2C1B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75E06-6693-4A32-A5D9-A731E843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A007E-1447-44C9-B688-A81E92A6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65494-3D5E-472B-9265-A53B8C4A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FA3C4A-3C80-4943-BFFC-C993B253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D2872-5B68-4613-9D03-F3042769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Resistance...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CB6F11-B519-4724-AE31-8CEDBF7F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A2BBA2-CB15-453F-861D-E7F06451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6D6D39-C990-4F3D-AA1E-50A7EDF7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Resist...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0FA715-9615-4A4F-A4BF-2A3A6442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A353FF-69E1-42BA-85D2-6D771F82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F1EB3A-8D52-4574-8050-68102321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Resistance 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26FBD4-2581-4AE1-9C9B-93BB342B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E97FCB-9D8C-458F-B29E-79E2246D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3BCF2E-58CD-4A81-89D3-0225B36D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Resistance...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88E4DE-EFB1-46A2-BD79-7852D5C4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40F807-95AE-486A-88FD-4A358BF9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56C9E8-48D3-4E6B-935C-08872CF6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Resist...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2652DA-5FFC-42D0-BF20-C112FCB8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AF0F0A-7CDE-416A-AF8D-9D4E9D64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83801152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9AA3F1-96BE-4EEF-AABB-6D332239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73C9D-F68B-41F9-8304-92DF9298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154AB-701A-45E3-85D2-C62A3493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836EC-9421-4B90-933F-373FE280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CBB70-0A38-4BA5-A2C5-5BC86F03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E24BD-9BB5-4C0E-9343-C628A172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4618C-3C8E-440F-877A-544C21F8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94424-31EF-48C9-A45C-2DA805AB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5D11D0-260D-4C29-934A-B42CCAFD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137396-7322-4B2F-B24B-BC16154F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6F4EB7-AB56-42AA-A30A-80039377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696331-2E68-4694-903B-A849887A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30B320-BD01-482B-90FB-D31994F8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30D83-088E-4D5F-943F-51327B61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C55B12-EDC1-4CD1-A131-45080577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97247768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DC4069-0CFD-43CD-8FF9-B07FE838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57EEF-39E7-40A1-918A-3FD949B8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A5149-C41B-493D-A9B1-838833AE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03934-EAF7-451D-8DE8-16FC5513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813C3-4CF1-4BE1-BC26-DFA93DD2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611C4-3BE4-4203-B588-178269D5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Resistance temperature detectors (high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C629A-0C17-44FB-9395-227806AC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BE1D1-EA60-4A5B-9B2A-BDD0984A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01759-A48B-4498-A20B-E98882A9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0B58BC-F58F-4759-A36C-BA3BDF9D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8D2E54-4817-4115-9EBD-79E4167B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201413413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B43F91-8572-4E99-9069-07588848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479B4-BA91-49B8-83A4-38CB1559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2CDA8-A6CA-41FD-8E4E-DBE7A5B8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EE6E9-18D7-44BE-844E-14B7C22C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DB991-1C44-420F-B1CB-0C5D1153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Sensing mechanisms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7DF13-4CB2-4084-B2FC-AC5CEAA4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Sensing mechanisms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3D5C41-C117-473F-AAD8-19171691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320C9-58CC-4CDE-B728-7C60039E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5E827-0471-4AB3-9215-25F64FFE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D0313C-49F9-4A69-A262-8EEC3A9C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F415F8-6C59-43AA-9C63-62C99E36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0ABD85-71C4-438B-BC54-412FE384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F33A8E-70B7-4494-9EDC-4AD8ECBD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1BAAED-D7F4-4182-A1B0-F76EC822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292F5-51F5-4210-B6F7-910FF2AA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5032ED-C543-4C67-9C78-BB9F934F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35814148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59FB5C-A889-4866-967F-49DE2873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C81D8-C337-4973-B56E-9BE3F9AF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345E1-E3B8-46A9-B6CB-15A8A83B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F64D0-CBC6-4692-9F36-E91B7F56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4E916-B45B-4D54-8600-148C2236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C72C3-04D1-475C-86E5-19FCA7B9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BBC8A-C8AB-490A-815C-404E4D30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37F8F-027E-46F8-9609-810CDB9D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693DA-559D-43D3-B7B2-BF1437E5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Sensing mec...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D6C971-F434-4BC6-A1E3-99B654B8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53167-0664-43FF-9586-867A6ACB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2EC36-AAD2-4001-8703-B00D70CC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Sensin...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9801D-ACE8-4DE8-8675-6476D51A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C48B6B-9F85-41C8-BECB-7819B3B2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B5105A-47F9-4D41-BF25-F968ADB1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Sensing mech...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7885A7-A7B4-4E05-8156-C6A4E798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6F21C0-E52F-4466-8B9D-C4B056F4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9C14C4-D64F-4893-99FB-B5991C6A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Sensing mec...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423750-AE09-4FC9-93E5-37D9AC9F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DF1690-3AC1-4386-815E-2CC22984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95B756-239D-42E0-929F-B374AA82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Sensin...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DFC16A-BA48-4BA7-AB55-77931277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D1A220-C6C0-43A9-9C7C-5318017C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8097992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361085-25A4-4B01-B62C-54F4C257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7DD94-011B-4BB7-B325-0662DEAF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33CAF-12E2-4E90-BD36-D3741CAC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8B754-7F6A-4154-B118-05B62F25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C962F-D16F-4399-9F14-EA94D62C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972A4-14D9-4589-AC6D-15650C2E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D0026-B695-404D-A3DD-CED4724A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24AB6-0D43-4C43-858E-B6C7952B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36F72-72F1-4F90-A056-9B925650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9F6803-CE2D-45DD-8497-F67D4D8D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67A01D-25C3-4D76-800A-92D0E938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CB612-DF6C-411B-BE5E-95F904E4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5A8092-E503-47BE-B11C-B3EF4202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C1EB9-047E-4854-80EC-E891100B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96F367-38E5-44C4-B081-B1FAB444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34530637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CD3FF6-6624-4EB0-9B93-E4944D84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EF53C-2079-4B0A-96C2-6295F52D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F1424-7509-41BB-9F99-5C3C1A2E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470A1-5F1A-47DA-B88C-628A2F0D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C7303-0DB7-4388-B1FC-30EC70B6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0C5F4-1897-4039-9480-CA2F90D8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Sensing mechanisms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E8FECD-FB80-4005-B9E8-B6117F84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46FB78-18A6-468C-855C-70064ED1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AB4D7-F9A6-4EF6-9915-62B1B653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8C584-076A-4EAD-8B39-9C89FBB0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C7A1A9-4FCB-454C-A6AF-A1A275D1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15165994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0CA17-1846-4CF1-8979-3A230A85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AF8DEE-0E90-4244-A750-B111B187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A0D6D-C6AA-4755-89B8-A1B7D597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8A605-8A3F-4EA1-9FB5-7B3A1691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0BF0A-7939-4DC2-8A77-F5D474D5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20C41-6FDF-4B17-826B-5EBD8231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46845250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7CFE9-AF18-4A35-9EC9-931F1654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DF7A8-7950-4805-8A08-2F6E5494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FD118-488D-42D2-9DEA-32C07657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41B00-7DC3-41E3-8EC6-4FA2A603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B16280-886A-4F70-BE77-52FE9D24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Semiconductor: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devices: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Sensors: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Direct: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indirect: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CD0BE-9EB1-472A-BAD1-1D6391F9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89680853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EE918-7935-4BA3-B100-6B62FCB0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DE504-201D-41E5-A558-9B897CB6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0344D-57AD-4B98-9A2A-D5C42E36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936B2-40FE-491F-9CD9-57C15C70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3C4A2-EE38-471E-B4D5-EBB9EB8D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Physical setup: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Observable quantity: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Governing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Graph/equation: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Engineering meaning: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D668A-3840-49F3-B22E-1D0AEB75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52531479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04CCF-2252-419A-A83F-0BCF323B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190D2-E7E8-46FB-BA2D-0806A675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04A47-B7F6-4C85-B64C-4C67FD5F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DB34C-F7CF-436F-AE5D-D7841AEC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7376C-9CCF-4BB2-B4F8-0F3A219E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Memorizing the final formula without identifying what changes physically in the setup.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9CFBC-D7DB-4464-AFBA-3B0EC959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19625812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282BE-C8E4-427F-8BF5-7CB68ADB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31BECE-1A4F-4BFB-932A-A34AF896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5F1D7-9F5A-4F50-B61D-A0B7A0D0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9A7A0-E98F-46CE-A8C0-3B2C1DEA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A9F64-D303-4B2D-BB86-DD49DA4C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Semiconductor devices and Sensors Direct and indirect band gap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Band gap engineering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Zener Diode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PhotoDiode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Photo Transistor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30617-9B81-4A38-9FDE-836AAC62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C36C8-E4FE-40FA-B184-3389F044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CB57D-5CA0-4795-AA46-3E14669F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1288095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2026-08-24T16:03:08.4950000Z</dcterms:created>
  <dcterms:modified xsi:type="dcterms:W3CDTF">2026-08-24T16:03:08.4950000Z</dcterms:modified>
</coreProperties>
</file>