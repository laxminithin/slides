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9f229401e94800" /><Relationship Type="http://schemas.openxmlformats.org/officeDocument/2006/relationships/extended-properties" Target="/docProps/app.xml" Id="R4c8685b564ef4741" /><Relationship Type="http://schemas.openxmlformats.org/officeDocument/2006/relationships/officeDocument" Target="/ppt/presentation.xml" Id="R2c45c4cedb0542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d95855b6ef43eb"/>
  </p:sldMasterIdLst>
  <p:notesMasterIdLst>
    <p:notesMasterId xmlns:r="http://schemas.openxmlformats.org/officeDocument/2006/relationships" r:id="R65281f5af2914261"/>
  </p:notesMasterIdLst>
  <p:sldIdLst>
    <p:sldId xmlns:r="http://schemas.openxmlformats.org/officeDocument/2006/relationships" id="256" r:id="R9b4f1db09c604b63"/>
    <p:sldId xmlns:r="http://schemas.openxmlformats.org/officeDocument/2006/relationships" id="257" r:id="Rd3b6347988774bc6"/>
    <p:sldId xmlns:r="http://schemas.openxmlformats.org/officeDocument/2006/relationships" id="258" r:id="Rcdf1eddfd8d9453e"/>
    <p:sldId xmlns:r="http://schemas.openxmlformats.org/officeDocument/2006/relationships" id="259" r:id="R4961e9707f5540e2"/>
    <p:sldId xmlns:r="http://schemas.openxmlformats.org/officeDocument/2006/relationships" id="260" r:id="Rb18a721f92c14552"/>
    <p:sldId xmlns:r="http://schemas.openxmlformats.org/officeDocument/2006/relationships" id="261" r:id="Rac747f5572d1426c"/>
    <p:sldId xmlns:r="http://schemas.openxmlformats.org/officeDocument/2006/relationships" id="262" r:id="Rd4695b67274b4e29"/>
    <p:sldId xmlns:r="http://schemas.openxmlformats.org/officeDocument/2006/relationships" id="263" r:id="Rf38dfac903de4227"/>
    <p:sldId xmlns:r="http://schemas.openxmlformats.org/officeDocument/2006/relationships" id="264" r:id="R1f8020ebdea04057"/>
    <p:sldId xmlns:r="http://schemas.openxmlformats.org/officeDocument/2006/relationships" id="265" r:id="R930773b83dac47a0"/>
    <p:sldId xmlns:r="http://schemas.openxmlformats.org/officeDocument/2006/relationships" id="266" r:id="Ra87ffbe4824449c0"/>
    <p:sldId xmlns:r="http://schemas.openxmlformats.org/officeDocument/2006/relationships" id="267" r:id="R3358d30c6dd34d5b"/>
    <p:sldId xmlns:r="http://schemas.openxmlformats.org/officeDocument/2006/relationships" id="268" r:id="Rf5a7a1964b794a6b"/>
    <p:sldId xmlns:r="http://schemas.openxmlformats.org/officeDocument/2006/relationships" id="269" r:id="Raa45099d36f44bd5"/>
    <p:sldId xmlns:r="http://schemas.openxmlformats.org/officeDocument/2006/relationships" id="270" r:id="R32638e01d5094a51"/>
    <p:sldId xmlns:r="http://schemas.openxmlformats.org/officeDocument/2006/relationships" id="271" r:id="Rd14ebfb031b14002"/>
    <p:sldId xmlns:r="http://schemas.openxmlformats.org/officeDocument/2006/relationships" id="272" r:id="R9f38c81ba96a4cc8"/>
    <p:sldId xmlns:r="http://schemas.openxmlformats.org/officeDocument/2006/relationships" id="273" r:id="R488a3e39b39e4978"/>
    <p:sldId xmlns:r="http://schemas.openxmlformats.org/officeDocument/2006/relationships" id="274" r:id="R50276798bae94738"/>
    <p:sldId xmlns:r="http://schemas.openxmlformats.org/officeDocument/2006/relationships" id="275" r:id="R8969b3814fc44579"/>
    <p:sldId xmlns:r="http://schemas.openxmlformats.org/officeDocument/2006/relationships" id="276" r:id="R89b7551059a84043"/>
    <p:sldId xmlns:r="http://schemas.openxmlformats.org/officeDocument/2006/relationships" id="277" r:id="R95669a342f90415b"/>
    <p:sldId xmlns:r="http://schemas.openxmlformats.org/officeDocument/2006/relationships" id="278" r:id="R59d0171a39cd4816"/>
    <p:sldId xmlns:r="http://schemas.openxmlformats.org/officeDocument/2006/relationships" id="279" r:id="Rbf9ce0142df24485"/>
    <p:sldId xmlns:r="http://schemas.openxmlformats.org/officeDocument/2006/relationships" id="280" r:id="R7481a23409684ce6"/>
    <p:sldId xmlns:r="http://schemas.openxmlformats.org/officeDocument/2006/relationships" id="281" r:id="Re8cdd0ba70c842c0"/>
    <p:sldId xmlns:r="http://schemas.openxmlformats.org/officeDocument/2006/relationships" id="282" r:id="Rb28277b4cc844323"/>
    <p:sldId xmlns:r="http://schemas.openxmlformats.org/officeDocument/2006/relationships" id="283" r:id="R4b300a8c265e4ca6"/>
    <p:sldId xmlns:r="http://schemas.openxmlformats.org/officeDocument/2006/relationships" id="284" r:id="R47df645fd3fb4c51"/>
    <p:sldId xmlns:r="http://schemas.openxmlformats.org/officeDocument/2006/relationships" id="285" r:id="R63262f5beb604802"/>
    <p:sldId xmlns:r="http://schemas.openxmlformats.org/officeDocument/2006/relationships" id="286" r:id="R6d868781114e477a"/>
    <p:sldId xmlns:r="http://schemas.openxmlformats.org/officeDocument/2006/relationships" id="287" r:id="R3ac87bc4ff4a4ad1"/>
    <p:sldId xmlns:r="http://schemas.openxmlformats.org/officeDocument/2006/relationships" id="288" r:id="Rc6e1360e457448a6"/>
    <p:sldId xmlns:r="http://schemas.openxmlformats.org/officeDocument/2006/relationships" id="289" r:id="R6b955104a92e4b03"/>
    <p:sldId xmlns:r="http://schemas.openxmlformats.org/officeDocument/2006/relationships" id="290" r:id="R3b9aae6f03b64c26"/>
    <p:sldId xmlns:r="http://schemas.openxmlformats.org/officeDocument/2006/relationships" id="291" r:id="Rc0498c1bf6b5446e"/>
    <p:sldId xmlns:r="http://schemas.openxmlformats.org/officeDocument/2006/relationships" id="292" r:id="R0e62b9c9987c4ef0"/>
    <p:sldId xmlns:r="http://schemas.openxmlformats.org/officeDocument/2006/relationships" id="293" r:id="Rb4df4528e76a43a1"/>
    <p:sldId xmlns:r="http://schemas.openxmlformats.org/officeDocument/2006/relationships" id="294" r:id="Rc8ca7c7ce8b349f1"/>
    <p:sldId xmlns:r="http://schemas.openxmlformats.org/officeDocument/2006/relationships" id="295" r:id="Rb9019806fa714150"/>
    <p:sldId xmlns:r="http://schemas.openxmlformats.org/officeDocument/2006/relationships" id="296" r:id="R0fd12be1c4474f0e"/>
    <p:sldId xmlns:r="http://schemas.openxmlformats.org/officeDocument/2006/relationships" id="297" r:id="R5f01f8f206a04f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2b0ca845aa4c09" /><Relationship Type="http://schemas.openxmlformats.org/officeDocument/2006/relationships/slideMaster" Target="/ppt/slideMasters/slideMaster1.xml" Id="R55d95855b6ef43eb" /><Relationship Type="http://schemas.openxmlformats.org/officeDocument/2006/relationships/notesMaster" Target="/ppt/notesMasters/notesMaster1.xml" Id="R65281f5af2914261" /><Relationship Type="http://schemas.openxmlformats.org/officeDocument/2006/relationships/presProps" Target="/ppt/presProps.xml" Id="Rd9c3c0103b974e64" /><Relationship Type="http://schemas.openxmlformats.org/officeDocument/2006/relationships/tableStyles" Target="/ppt/tableStyles.xml" Id="R0686bcbe22684feb" /><Relationship Type="http://schemas.openxmlformats.org/officeDocument/2006/relationships/slide" Target="/ppt/slides/slide1.xml" Id="R9b4f1db09c604b63" /><Relationship Type="http://schemas.openxmlformats.org/officeDocument/2006/relationships/slide" Target="/ppt/slides/slide2.xml" Id="Rd3b6347988774bc6" /><Relationship Type="http://schemas.openxmlformats.org/officeDocument/2006/relationships/slide" Target="/ppt/slides/slide3.xml" Id="Rcdf1eddfd8d9453e" /><Relationship Type="http://schemas.openxmlformats.org/officeDocument/2006/relationships/slide" Target="/ppt/slides/slide4.xml" Id="R4961e9707f5540e2" /><Relationship Type="http://schemas.openxmlformats.org/officeDocument/2006/relationships/slide" Target="/ppt/slides/slide5.xml" Id="Rb18a721f92c14552" /><Relationship Type="http://schemas.openxmlformats.org/officeDocument/2006/relationships/slide" Target="/ppt/slides/slide6.xml" Id="Rac747f5572d1426c" /><Relationship Type="http://schemas.openxmlformats.org/officeDocument/2006/relationships/slide" Target="/ppt/slides/slide7.xml" Id="Rd4695b67274b4e29" /><Relationship Type="http://schemas.openxmlformats.org/officeDocument/2006/relationships/slide" Target="/ppt/slides/slide8.xml" Id="Rf38dfac903de4227" /><Relationship Type="http://schemas.openxmlformats.org/officeDocument/2006/relationships/slide" Target="/ppt/slides/slide9.xml" Id="R1f8020ebdea04057" /><Relationship Type="http://schemas.openxmlformats.org/officeDocument/2006/relationships/slide" Target="/ppt/slides/slide10.xml" Id="R930773b83dac47a0" /><Relationship Type="http://schemas.openxmlformats.org/officeDocument/2006/relationships/slide" Target="/ppt/slides/slide11.xml" Id="Ra87ffbe4824449c0" /><Relationship Type="http://schemas.openxmlformats.org/officeDocument/2006/relationships/slide" Target="/ppt/slides/slide12.xml" Id="R3358d30c6dd34d5b" /><Relationship Type="http://schemas.openxmlformats.org/officeDocument/2006/relationships/slide" Target="/ppt/slides/slide13.xml" Id="Rf5a7a1964b794a6b" /><Relationship Type="http://schemas.openxmlformats.org/officeDocument/2006/relationships/slide" Target="/ppt/slides/slide14.xml" Id="Raa45099d36f44bd5" /><Relationship Type="http://schemas.openxmlformats.org/officeDocument/2006/relationships/slide" Target="/ppt/slides/slide15.xml" Id="R32638e01d5094a51" /><Relationship Type="http://schemas.openxmlformats.org/officeDocument/2006/relationships/slide" Target="/ppt/slides/slide16.xml" Id="Rd14ebfb031b14002" /><Relationship Type="http://schemas.openxmlformats.org/officeDocument/2006/relationships/slide" Target="/ppt/slides/slide17.xml" Id="R9f38c81ba96a4cc8" /><Relationship Type="http://schemas.openxmlformats.org/officeDocument/2006/relationships/slide" Target="/ppt/slides/slide18.xml" Id="R488a3e39b39e4978" /><Relationship Type="http://schemas.openxmlformats.org/officeDocument/2006/relationships/slide" Target="/ppt/slides/slide19.xml" Id="R50276798bae94738" /><Relationship Type="http://schemas.openxmlformats.org/officeDocument/2006/relationships/slide" Target="/ppt/slides/slide20.xml" Id="R8969b3814fc44579" /><Relationship Type="http://schemas.openxmlformats.org/officeDocument/2006/relationships/slide" Target="/ppt/slides/slide21.xml" Id="R89b7551059a84043" /><Relationship Type="http://schemas.openxmlformats.org/officeDocument/2006/relationships/slide" Target="/ppt/slides/slide22.xml" Id="R95669a342f90415b" /><Relationship Type="http://schemas.openxmlformats.org/officeDocument/2006/relationships/slide" Target="/ppt/slides/slide23.xml" Id="R59d0171a39cd4816" /><Relationship Type="http://schemas.openxmlformats.org/officeDocument/2006/relationships/slide" Target="/ppt/slides/slide24.xml" Id="Rbf9ce0142df24485" /><Relationship Type="http://schemas.openxmlformats.org/officeDocument/2006/relationships/slide" Target="/ppt/slides/slide25.xml" Id="R7481a23409684ce6" /><Relationship Type="http://schemas.openxmlformats.org/officeDocument/2006/relationships/slide" Target="/ppt/slides/slide26.xml" Id="Re8cdd0ba70c842c0" /><Relationship Type="http://schemas.openxmlformats.org/officeDocument/2006/relationships/slide" Target="/ppt/slides/slide27.xml" Id="Rb28277b4cc844323" /><Relationship Type="http://schemas.openxmlformats.org/officeDocument/2006/relationships/slide" Target="/ppt/slides/slide28.xml" Id="R4b300a8c265e4ca6" /><Relationship Type="http://schemas.openxmlformats.org/officeDocument/2006/relationships/slide" Target="/ppt/slides/slide29.xml" Id="R47df645fd3fb4c51" /><Relationship Type="http://schemas.openxmlformats.org/officeDocument/2006/relationships/slide" Target="/ppt/slides/slide30.xml" Id="R63262f5beb604802" /><Relationship Type="http://schemas.openxmlformats.org/officeDocument/2006/relationships/slide" Target="/ppt/slides/slide31.xml" Id="R6d868781114e477a" /><Relationship Type="http://schemas.openxmlformats.org/officeDocument/2006/relationships/slide" Target="/ppt/slides/slide32.xml" Id="R3ac87bc4ff4a4ad1" /><Relationship Type="http://schemas.openxmlformats.org/officeDocument/2006/relationships/slide" Target="/ppt/slides/slide33.xml" Id="Rc6e1360e457448a6" /><Relationship Type="http://schemas.openxmlformats.org/officeDocument/2006/relationships/slide" Target="/ppt/slides/slide34.xml" Id="R6b955104a92e4b03" /><Relationship Type="http://schemas.openxmlformats.org/officeDocument/2006/relationships/slide" Target="/ppt/slides/slide35.xml" Id="R3b9aae6f03b64c26" /><Relationship Type="http://schemas.openxmlformats.org/officeDocument/2006/relationships/slide" Target="/ppt/slides/slide36.xml" Id="Rc0498c1bf6b5446e" /><Relationship Type="http://schemas.openxmlformats.org/officeDocument/2006/relationships/slide" Target="/ppt/slides/slide37.xml" Id="R0e62b9c9987c4ef0" /><Relationship Type="http://schemas.openxmlformats.org/officeDocument/2006/relationships/slide" Target="/ppt/slides/slide38.xml" Id="Rb4df4528e76a43a1" /><Relationship Type="http://schemas.openxmlformats.org/officeDocument/2006/relationships/slide" Target="/ppt/slides/slide39.xml" Id="Rc8ca7c7ce8b349f1" /><Relationship Type="http://schemas.openxmlformats.org/officeDocument/2006/relationships/slide" Target="/ppt/slides/slide40.xml" Id="Rb9019806fa714150" /><Relationship Type="http://schemas.openxmlformats.org/officeDocument/2006/relationships/slide" Target="/ppt/slides/slide41.xml" Id="R0fd12be1c4474f0e" /><Relationship Type="http://schemas.openxmlformats.org/officeDocument/2006/relationships/slide" Target="/ppt/slides/slide42.xml" Id="R5f01f8f206a04f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bb0f09a0cd45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cfd027bf7e4e58" /><Relationship Type="http://schemas.openxmlformats.org/officeDocument/2006/relationships/notesMaster" Target="/ppt/notesMasters/notesMaster1.xml" Id="R891b8817c3ba4f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015c43c9394dd9" /><Relationship Type="http://schemas.openxmlformats.org/officeDocument/2006/relationships/notesMaster" Target="/ppt/notesMasters/notesMaster1.xml" Id="Rcef5f9ea3dcc48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c1b3500b0e48d4" /><Relationship Type="http://schemas.openxmlformats.org/officeDocument/2006/relationships/notesMaster" Target="/ppt/notesMasters/notesMaster1.xml" Id="R46d0248cffee4f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104693a8674f5b" /><Relationship Type="http://schemas.openxmlformats.org/officeDocument/2006/relationships/notesMaster" Target="/ppt/notesMasters/notesMaster1.xml" Id="R3eecccfc8ce943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972d133e7a4a09" /><Relationship Type="http://schemas.openxmlformats.org/officeDocument/2006/relationships/notesMaster" Target="/ppt/notesMasters/notesMaster1.xml" Id="Rf3a5305a88fe4b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4819098f6645f8" /><Relationship Type="http://schemas.openxmlformats.org/officeDocument/2006/relationships/notesMaster" Target="/ppt/notesMasters/notesMaster1.xml" Id="Reb3686af01ab42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a7cb71e26d438e" /><Relationship Type="http://schemas.openxmlformats.org/officeDocument/2006/relationships/notesMaster" Target="/ppt/notesMasters/notesMaster1.xml" Id="Reeff8273573148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a7f77a3a1f4a9e" /><Relationship Type="http://schemas.openxmlformats.org/officeDocument/2006/relationships/notesMaster" Target="/ppt/notesMasters/notesMaster1.xml" Id="R9e71f91452f146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259a8fe2764a17" /><Relationship Type="http://schemas.openxmlformats.org/officeDocument/2006/relationships/notesMaster" Target="/ppt/notesMasters/notesMaster1.xml" Id="Ra72b599a540544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386a8bb11c4295" /><Relationship Type="http://schemas.openxmlformats.org/officeDocument/2006/relationships/notesMaster" Target="/ppt/notesMasters/notesMaster1.xml" Id="R2e1dd64f584640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640218d8b4454a" /><Relationship Type="http://schemas.openxmlformats.org/officeDocument/2006/relationships/notesMaster" Target="/ppt/notesMasters/notesMaster1.xml" Id="R4a65badf4c264e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fe4dbb1e874bf9" /><Relationship Type="http://schemas.openxmlformats.org/officeDocument/2006/relationships/notesMaster" Target="/ppt/notesMasters/notesMaster1.xml" Id="R98c36ecf808f4a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cc5d7e954d4a7a" /><Relationship Type="http://schemas.openxmlformats.org/officeDocument/2006/relationships/notesMaster" Target="/ppt/notesMasters/notesMaster1.xml" Id="Rbd40b4d1455a44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fafe5f9f3648c2" /><Relationship Type="http://schemas.openxmlformats.org/officeDocument/2006/relationships/notesMaster" Target="/ppt/notesMasters/notesMaster1.xml" Id="Ra44aefc5c0c343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ac69cbc5ccd4c2c" /><Relationship Type="http://schemas.openxmlformats.org/officeDocument/2006/relationships/notesMaster" Target="/ppt/notesMasters/notesMaster1.xml" Id="R77babff4861041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85f564e0c14d5a" /><Relationship Type="http://schemas.openxmlformats.org/officeDocument/2006/relationships/notesMaster" Target="/ppt/notesMasters/notesMaster1.xml" Id="R78fe401212ce45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6e9c63a46e43a6" /><Relationship Type="http://schemas.openxmlformats.org/officeDocument/2006/relationships/notesMaster" Target="/ppt/notesMasters/notesMaster1.xml" Id="R240af0c936d549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4afc0f14914974" /><Relationship Type="http://schemas.openxmlformats.org/officeDocument/2006/relationships/notesMaster" Target="/ppt/notesMasters/notesMaster1.xml" Id="R9f0c55c1442a408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cf434e2110a4158" /><Relationship Type="http://schemas.openxmlformats.org/officeDocument/2006/relationships/notesMaster" Target="/ppt/notesMasters/notesMaster1.xml" Id="R948d30d6ab2247f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52f1d6664c949f6" /><Relationship Type="http://schemas.openxmlformats.org/officeDocument/2006/relationships/notesMaster" Target="/ppt/notesMasters/notesMaster1.xml" Id="R40f99db80546427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1b83ef40423492b" /><Relationship Type="http://schemas.openxmlformats.org/officeDocument/2006/relationships/notesMaster" Target="/ppt/notesMasters/notesMaster1.xml" Id="R3e08cab63495484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59de5d6804740cf" /><Relationship Type="http://schemas.openxmlformats.org/officeDocument/2006/relationships/notesMaster" Target="/ppt/notesMasters/notesMaster1.xml" Id="R316130648602459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7e8ef5583c64f2e" /><Relationship Type="http://schemas.openxmlformats.org/officeDocument/2006/relationships/notesMaster" Target="/ppt/notesMasters/notesMaster1.xml" Id="R82d28ad79946437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6fc302a8e3c4f86" /><Relationship Type="http://schemas.openxmlformats.org/officeDocument/2006/relationships/notesMaster" Target="/ppt/notesMasters/notesMaster1.xml" Id="R4faad0f936eb458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1c555da821e4a40" /><Relationship Type="http://schemas.openxmlformats.org/officeDocument/2006/relationships/notesMaster" Target="/ppt/notesMasters/notesMaster1.xml" Id="R5e95575688ca4ee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3ea76d1c7464018" /><Relationship Type="http://schemas.openxmlformats.org/officeDocument/2006/relationships/notesMaster" Target="/ppt/notesMasters/notesMaster1.xml" Id="R3c3d9def6c504f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316a7551a6d462f" /><Relationship Type="http://schemas.openxmlformats.org/officeDocument/2006/relationships/notesMaster" Target="/ppt/notesMasters/notesMaster1.xml" Id="R2f165f1bd46040a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bfb618ea7f84ac4" /><Relationship Type="http://schemas.openxmlformats.org/officeDocument/2006/relationships/notesMaster" Target="/ppt/notesMasters/notesMaster1.xml" Id="Rb29435deb67e4b1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8e243b277414f4a" /><Relationship Type="http://schemas.openxmlformats.org/officeDocument/2006/relationships/notesMaster" Target="/ppt/notesMasters/notesMaster1.xml" Id="Ra06f57d34bde409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9f801e0d9774bbe" /><Relationship Type="http://schemas.openxmlformats.org/officeDocument/2006/relationships/notesMaster" Target="/ppt/notesMasters/notesMaster1.xml" Id="R98e61af642574e4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05702835a314fec" /><Relationship Type="http://schemas.openxmlformats.org/officeDocument/2006/relationships/notesMaster" Target="/ppt/notesMasters/notesMaster1.xml" Id="Re0eee8f4dd5a422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88a9b0201ef4947" /><Relationship Type="http://schemas.openxmlformats.org/officeDocument/2006/relationships/notesMaster" Target="/ppt/notesMasters/notesMaster1.xml" Id="R3a4dae4e54b2465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267aa1d10f44306" /><Relationship Type="http://schemas.openxmlformats.org/officeDocument/2006/relationships/notesMaster" Target="/ppt/notesMasters/notesMaster1.xml" Id="Rcd5c21587fc84d1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71d32b2e423415a" /><Relationship Type="http://schemas.openxmlformats.org/officeDocument/2006/relationships/notesMaster" Target="/ppt/notesMasters/notesMaster1.xml" Id="R5015f1c2dbea4d8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8f98d85579a499c" /><Relationship Type="http://schemas.openxmlformats.org/officeDocument/2006/relationships/notesMaster" Target="/ppt/notesMasters/notesMaster1.xml" Id="R30fd2b0489ee43f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b2d1b7f5e514885" /><Relationship Type="http://schemas.openxmlformats.org/officeDocument/2006/relationships/notesMaster" Target="/ppt/notesMasters/notesMaster1.xml" Id="R47528207c4e24e1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d3dee9538424eeb" /><Relationship Type="http://schemas.openxmlformats.org/officeDocument/2006/relationships/notesMaster" Target="/ppt/notesMasters/notesMaster1.xml" Id="R3905c8213727453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dbf10cf89d845b5" /><Relationship Type="http://schemas.openxmlformats.org/officeDocument/2006/relationships/notesMaster" Target="/ppt/notesMasters/notesMaster1.xml" Id="R59bdfd56486d486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5abde2404bb42bd" /><Relationship Type="http://schemas.openxmlformats.org/officeDocument/2006/relationships/notesMaster" Target="/ppt/notesMasters/notesMaster1.xml" Id="R5726288b8920446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f8fd0a304be4e2c" /><Relationship Type="http://schemas.openxmlformats.org/officeDocument/2006/relationships/notesMaster" Target="/ppt/notesMasters/notesMaster1.xml" Id="Rca244807b24941f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cb5767626154362" /><Relationship Type="http://schemas.openxmlformats.org/officeDocument/2006/relationships/notesMaster" Target="/ppt/notesMasters/notesMaster1.xml" Id="R84227d1c540947e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4ea58ba28db4fdc" /><Relationship Type="http://schemas.openxmlformats.org/officeDocument/2006/relationships/notesMaster" Target="/ppt/notesMasters/notesMaster1.xml" Id="R35d4032e4eba40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aced0405c40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f19b617a844787" /><Relationship Type="http://schemas.openxmlformats.org/officeDocument/2006/relationships/slideLayout" Target="/ppt/slideLayouts/slideLayout1.xml" Id="Rfacc66f26cb24a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cc66f26cb24a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64e27e2ea4602" /><Relationship Type="http://schemas.openxmlformats.org/officeDocument/2006/relationships/notesSlide" Target="/ppt/notesSlides/notesSlide1.xml" Id="R7c8be9d2a96944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21da1040f4479" /><Relationship Type="http://schemas.openxmlformats.org/officeDocument/2006/relationships/notesSlide" Target="/ppt/notesSlides/notesSlide2.xml" Id="Rb2829e90707243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a78e21cb24abf" /><Relationship Type="http://schemas.openxmlformats.org/officeDocument/2006/relationships/notesSlide" Target="/ppt/notesSlides/notesSlide3.xml" Id="Rf23e2f60fe1b4a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407b2fa594e56" /><Relationship Type="http://schemas.openxmlformats.org/officeDocument/2006/relationships/notesSlide" Target="/ppt/notesSlides/notesSlide4.xml" Id="Rb7ea98650bde44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6613700a94b77" /><Relationship Type="http://schemas.openxmlformats.org/officeDocument/2006/relationships/notesSlide" Target="/ppt/notesSlides/notesSlide5.xml" Id="R4e4c01e44bc14b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361c1055b445d" /><Relationship Type="http://schemas.openxmlformats.org/officeDocument/2006/relationships/notesSlide" Target="/ppt/notesSlides/notesSlide6.xml" Id="Rba13785f79374f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7c0b2feb24a24" /><Relationship Type="http://schemas.openxmlformats.org/officeDocument/2006/relationships/notesSlide" Target="/ppt/notesSlides/notesSlide7.xml" Id="R6be0edd5d3fa48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dfd8069a24846" /><Relationship Type="http://schemas.openxmlformats.org/officeDocument/2006/relationships/notesSlide" Target="/ppt/notesSlides/notesSlide8.xml" Id="Ra2eb79239cf643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ea47526fd4016" /><Relationship Type="http://schemas.openxmlformats.org/officeDocument/2006/relationships/notesSlide" Target="/ppt/notesSlides/notesSlide9.xml" Id="Rb4a95e6be91240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33503094548e0" /><Relationship Type="http://schemas.openxmlformats.org/officeDocument/2006/relationships/notesSlide" Target="/ppt/notesSlides/notesSlide10.xml" Id="R1bcdf9ae2a6841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1e52d6acf4722" /><Relationship Type="http://schemas.openxmlformats.org/officeDocument/2006/relationships/notesSlide" Target="/ppt/notesSlides/notesSlide11.xml" Id="R7b4165e1cae842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27e662184492a" /><Relationship Type="http://schemas.openxmlformats.org/officeDocument/2006/relationships/notesSlide" Target="/ppt/notesSlides/notesSlide12.xml" Id="R6f45b51694404e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c2ab8e7fb4247" /><Relationship Type="http://schemas.openxmlformats.org/officeDocument/2006/relationships/notesSlide" Target="/ppt/notesSlides/notesSlide13.xml" Id="Reef2942936ed45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ce28c07aa452c" /><Relationship Type="http://schemas.openxmlformats.org/officeDocument/2006/relationships/notesSlide" Target="/ppt/notesSlides/notesSlide14.xml" Id="R673e16921d1742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46966cdae48e1" /><Relationship Type="http://schemas.openxmlformats.org/officeDocument/2006/relationships/notesSlide" Target="/ppt/notesSlides/notesSlide15.xml" Id="R68970ccc2a8d40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bbc31506c4814" /><Relationship Type="http://schemas.openxmlformats.org/officeDocument/2006/relationships/notesSlide" Target="/ppt/notesSlides/notesSlide16.xml" Id="Ra2e7c9bb1d6f42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bc88cb11e4529" /><Relationship Type="http://schemas.openxmlformats.org/officeDocument/2006/relationships/notesSlide" Target="/ppt/notesSlides/notesSlide17.xml" Id="R033f4890225549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879497b5c4486" /><Relationship Type="http://schemas.openxmlformats.org/officeDocument/2006/relationships/notesSlide" Target="/ppt/notesSlides/notesSlide18.xml" Id="R9ddfaaf81ca24a1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1a3801de74964" /><Relationship Type="http://schemas.openxmlformats.org/officeDocument/2006/relationships/notesSlide" Target="/ppt/notesSlides/notesSlide19.xml" Id="R8416bcee6b68408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c51af06ea493c" /><Relationship Type="http://schemas.openxmlformats.org/officeDocument/2006/relationships/notesSlide" Target="/ppt/notesSlides/notesSlide20.xml" Id="R8ce02452e52942b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4f00f939846d8" /><Relationship Type="http://schemas.openxmlformats.org/officeDocument/2006/relationships/notesSlide" Target="/ppt/notesSlides/notesSlide21.xml" Id="R7e99c711177c4ef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8d01c797b428e" /><Relationship Type="http://schemas.openxmlformats.org/officeDocument/2006/relationships/notesSlide" Target="/ppt/notesSlides/notesSlide22.xml" Id="R3cec134e49e5456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3ec083ddc49b5" /><Relationship Type="http://schemas.openxmlformats.org/officeDocument/2006/relationships/notesSlide" Target="/ppt/notesSlides/notesSlide23.xml" Id="Rb76041ff5af2455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34ac53257452e" /><Relationship Type="http://schemas.openxmlformats.org/officeDocument/2006/relationships/notesSlide" Target="/ppt/notesSlides/notesSlide24.xml" Id="Rbb71b00d4c9542c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fdfd41d0c4f75" /><Relationship Type="http://schemas.openxmlformats.org/officeDocument/2006/relationships/notesSlide" Target="/ppt/notesSlides/notesSlide25.xml" Id="R7129736edcf14e8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e31aff9bd46d7" /><Relationship Type="http://schemas.openxmlformats.org/officeDocument/2006/relationships/notesSlide" Target="/ppt/notesSlides/notesSlide26.xml" Id="R54f990b9d7494d4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20f800e114e20" /><Relationship Type="http://schemas.openxmlformats.org/officeDocument/2006/relationships/notesSlide" Target="/ppt/notesSlides/notesSlide27.xml" Id="R0c99c5cd49f4493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68a7b0d874002" /><Relationship Type="http://schemas.openxmlformats.org/officeDocument/2006/relationships/notesSlide" Target="/ppt/notesSlides/notesSlide28.xml" Id="R678f974e7707405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e7effc0b146f5" /><Relationship Type="http://schemas.openxmlformats.org/officeDocument/2006/relationships/notesSlide" Target="/ppt/notesSlides/notesSlide29.xml" Id="R2cd4e04405404f9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ab0e10d904d24" /><Relationship Type="http://schemas.openxmlformats.org/officeDocument/2006/relationships/notesSlide" Target="/ppt/notesSlides/notesSlide30.xml" Id="R265a84035f1f4c7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1774f88044fea" /><Relationship Type="http://schemas.openxmlformats.org/officeDocument/2006/relationships/notesSlide" Target="/ppt/notesSlides/notesSlide31.xml" Id="R5444009f1d3543e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969f0d1c3487b" /><Relationship Type="http://schemas.openxmlformats.org/officeDocument/2006/relationships/notesSlide" Target="/ppt/notesSlides/notesSlide32.xml" Id="R3593158c1ef3494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3ceacbd394844" /><Relationship Type="http://schemas.openxmlformats.org/officeDocument/2006/relationships/notesSlide" Target="/ppt/notesSlides/notesSlide33.xml" Id="R2fef09fb10bc4ed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36183ba284e49" /><Relationship Type="http://schemas.openxmlformats.org/officeDocument/2006/relationships/notesSlide" Target="/ppt/notesSlides/notesSlide34.xml" Id="R293ddcc2c50d4fd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fed0e8b084565" /><Relationship Type="http://schemas.openxmlformats.org/officeDocument/2006/relationships/notesSlide" Target="/ppt/notesSlides/notesSlide35.xml" Id="Rf28276323e7e4f7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a14fbe5fe4de8" /><Relationship Type="http://schemas.openxmlformats.org/officeDocument/2006/relationships/notesSlide" Target="/ppt/notesSlides/notesSlide36.xml" Id="R10fabc511240467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44c83024a4fab" /><Relationship Type="http://schemas.openxmlformats.org/officeDocument/2006/relationships/notesSlide" Target="/ppt/notesSlides/notesSlide37.xml" Id="R80d78938b6a2485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aa8d0bb52439e" /><Relationship Type="http://schemas.openxmlformats.org/officeDocument/2006/relationships/notesSlide" Target="/ppt/notesSlides/notesSlide38.xml" Id="R3008bc8862734ff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b38359d4e468b" /><Relationship Type="http://schemas.openxmlformats.org/officeDocument/2006/relationships/notesSlide" Target="/ppt/notesSlides/notesSlide39.xml" Id="R9703159421424c4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d24f6060a4ae0" /><Relationship Type="http://schemas.openxmlformats.org/officeDocument/2006/relationships/notesSlide" Target="/ppt/notesSlides/notesSlide40.xml" Id="R57962dc8bb764a2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600e6b1b84a9d" /><Relationship Type="http://schemas.openxmlformats.org/officeDocument/2006/relationships/notesSlide" Target="/ppt/notesSlides/notesSlide41.xml" Id="R34f779fb38654a2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77ee3b9f942e1" /><Relationship Type="http://schemas.openxmlformats.org/officeDocument/2006/relationships/notesSlide" Target="/ppt/notesSlides/notesSlide42.xml" Id="Ra8fc687212fd41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682CF-A6F9-4B72-9FFC-3F810D49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25842-3254-44B0-A9B7-3A88C015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15092025 2 2 Photonics : Interaction of radiation with matter - Einstein's A and B coefficients, Prerequisites for lasin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22761-0E44-457D-9DCC-1CE0AD1A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QUANTUM PHYSICS AND ELECTRONIC SENSORS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1BPHEC102/202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FED45-6B48-4686-AC82-FDB74C72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F6B93-396D-4990-B8E8-594BEC90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1C458-B00D-4FE2-A64D-6A18B5BE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5CF71-E3FD-4350-847E-DB50BD37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4CDFB-3BF5-4569-A112-E078F59C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B82E9-3C70-4D23-98B0-DD44BF1B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6748B-4CC5-4A59-BD32-88A6D180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49CB4-43FC-426F-AE4B-B4BC9DA9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62D5A-B911-4E98-AC86-C41E129C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4455B-8409-41A0-8661-2E2A42B2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562956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7FC2D-F700-483C-9FA2-19D6BCB3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51BB8-ABA7-4F30-86A3-421B6A47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4BC0B-8323-4792-87E9-61507DB6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FF3B7-D7BE-493C-911D-700B0E40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C0B53-E213-42E1-85E2-C22D3555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4FC20-25E8-47E0-9432-86E91D54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50D87-A5E5-40B6-A1E3-882CB74D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2EDCF-679D-4736-A8F9-53EEE664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23086-E4BF-4C95-BD9A-EDCC693D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53B4F-548D-4F39-9233-2993F2DA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25663-3040-47A5-81DD-344CA64B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73ABD-36D9-43A4-B8BD-361B688D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8644E-07D9-4F66-9A09-C133D894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233C6-4019-42C3-ADA0-F51C9857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ACEA5-3394-4842-85C6-64B225C1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8964141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96E8E6-5C60-4029-80EA-ADFFA7D6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3E497-B2C2-4B55-825E-132C444B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449EF-F16A-4919-98E6-3AF96FB7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7BD93-2650-4854-BFE6-20A29921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95930-686D-4917-BD26-0545A6A3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631BA-A775-4373-BEF9-C5500905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11B30-1FF6-4FD2-A92B-8272EECA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32AB1-0B36-43EC-B117-A60ECF38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39BCB-9331-47D4-B14D-158249A6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15092025 2 2 Photonics : Interaction of radiation with ma...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B1AEF-8FD8-41DB-AEE5-35D562C6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90843-5317-4980-8F4A-DD642297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BB8DF-2E88-423B-B61E-10DFFFFE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Prerequisites for lasing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F84C2-F874-4D26-A74F-0ACF6D9A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515505-BCBE-4CA2-BEF5-2722495F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484C7-9922-4CDD-984A-CB2F8DEA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Types of LASER - Semiconductor diode LASER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B5DC8-A8E2-47E8-AC52-ECE4DC22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A2B7E-1D00-4930-9ACC-D493BA03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BF9AC-C4C2-4BD1-B44E-C3BBF636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Use of attenuators for single photon 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AD3495-D161-4A1B-91FA-B8F15E61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B7CA6D-55F0-4CB8-BFAF-1F5D5CC1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C9E4DC-A2C3-4411-ADCA-88F3A412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Optical modulators - Pockel's effect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D5C002-380C-4BDC-9022-62A93B0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D6DCBC-065C-464D-A9E5-FF109441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38AAFD-418F-420B-85CF-031F977B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Kerr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C0A0BA-9271-45B4-8C71-685A81F2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1B3A13-9212-4EA4-83D6-41CB2A62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3226EA-7214-4B75-A872-4FA37CA4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Photodetectors - Photomultiplier tube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91B49F-D017-4E3E-BE7C-961ECE88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84300-1703-4F8B-9007-875C9651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211670-C0BC-4653-AFF7-5ABDE6B3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Single Photon Avalanche Diode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EE7C6B-6D03-46E6-A5E6-3D64DF8B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C61760-ECA0-4682-802A-C5183CCD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531350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13BB9A-8A36-42AB-BFCF-878681EE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0CA99-CB2A-42DA-A44A-FB05E3EE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79227-1AD8-4B00-8E2B-FC730819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B47AA-8E1B-4F92-A331-B7C31E5A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7A0D7-A7BE-4AAF-A20E-6B1F9ECB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8104D-F6F4-4899-9C23-4ADF0558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420CB-E08E-40D9-820E-10F86FC4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5F4FF-92A7-4979-BCAF-77D098B7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15092025 2 2 Photonics : Interaction of radiation with ma...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57F1A-BCD6-47E1-9D7F-86E538B7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94020-691C-4AC0-BA9E-721C7D78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C5515-4ADD-409A-9037-1A79D7C4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Prerequisites for lasing 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3FAF6-D38E-4617-BDD2-D69D344F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2F78D-EEA3-44C0-90F3-F0D4F55D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B317B-6386-4399-9620-6067949E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Types of LASER - Semiconductor diode LASER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BD2F0-3B67-4E37-B937-05B9CE1E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B90B2-48A4-4683-A8DA-636A4836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01192-11EE-4A8F-A971-E270A804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Use of attenuators for single photon sources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637AF-5E0F-47C4-B59D-09E3E84E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A7D49-59AF-4BFF-A7C0-28F0CC50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81098-3888-42E2-AD99-15B7D8C5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Optical modulators - Pockel's effect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E0B28-D2C8-44B1-94F1-C4091382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E7C52-EC1F-40B1-AA45-F4CC1987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F888A6-CF22-4C67-9EB3-FA35CE15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Kerr effect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CE6875-3A52-4A69-BAD8-B5C19159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E4DB1C-F020-4300-BBD2-8096BC3A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40B839-F178-4905-96D5-B15D2DA7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Photodetectors - Photomultiplier tube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AA9EA5-2303-4BFA-BE16-73B1CBFD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160D93-6479-4D8B-A0A9-ADC0E015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AD9548-84F6-4C51-83F1-94E551BD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3232383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44601-D03B-482F-BC2D-38F35CA2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4FE74-6D33-4001-8FED-90A49C4F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D910C-5276-4ED5-AD26-3D5D4CC4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5C343-EF17-49A1-BD51-A7ACCF69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F85EC-D5DC-40FB-893A-93E0640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Photonics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10525-E3AF-435A-A76F-1B458DDB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C492E-A8FE-4339-8A54-CD55CE6A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radiation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547C4-94A4-4D81-ADFE-22D2C2AF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C2181-F80D-4334-8971-62B56CE1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Einstein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D5022-5FEC-4B9D-8A6C-050AF5C9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coefficients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AF80F-4DE8-44A8-BF5D-079FECE8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Prerequisites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555C3-BED1-451B-A150-7135DEBA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lasin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A80ED-E4FA-4006-B8BA-F7536832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lasing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FB8FA-7C6A-42A7-944B-105A4C66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A8417-ADDA-4F1D-899D-5E80159F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E18A0-48E8-4DEA-9262-4E3A73DF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1225353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22B3D-F82A-4248-8FAA-1D7A7EC9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1D690-F3A8-450F-82B3-FDC475F3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EA2EE-1E94-4E2F-AB59-3EBEDF89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85F6B-3533-4370-AC1F-7A05FEA9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95029-24F4-4E7E-AD75-D27CD918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15092025 2 2 Photonics : Interaction of radiation with matter - Einstein's A and B coefficients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00B25-D2B4-43EA-A9A1-018482E6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15092025 2 2 Photonics : Interaction of r...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CAFAD-1623-48FF-AB35-EDAAAAFC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C1E7E-BFEB-4C29-9488-D9072A0B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ADB6C-2E15-4819-9E3D-57E2DE85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DCE66-F044-47B9-BFE2-107CF5FC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4AEEE-329E-434D-8C32-D34A1354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032F3-4127-4855-A2D8-481D11CB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9C360-3D71-4C00-8BB0-ADCFAC3C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45111-2EA7-4C21-8A6A-5254CFE5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939C2-9C1D-455C-A0EA-5B0ADF5D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4BA57-3FBF-48D6-AF99-55EC5F44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9941681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010943-8B6B-40F4-9AD6-0CEB862C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3FCCF-EE93-4D66-ABF0-4DAF189A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5CD09-03F4-4C3B-A1FE-E996F54D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2E02C-9209-4081-A6CC-3FB55C59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41779-4AEA-4316-B0A8-2A6A804B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99261-AC4C-4871-A96E-5753F5B7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13043-954A-414B-AE3C-10C0AB08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182B4-EA0B-40D7-ABAB-BA67DE2E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63A3E-188C-421F-8139-16316215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15092025 2...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07263-949C-4148-9378-E024C259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BA427-CD0C-4BD8-9DBB-5E470CA5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3ACAF-B012-40C2-99DB-BF495B4A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150920...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C0459-3992-4C5D-B7A4-A0824C99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8D4F0-63FB-4670-BB31-74EB74A3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F9705-18ED-4AD6-871A-5BBABB43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15092025 2 2...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8E8D7-9060-456B-8508-21ADA031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DB2FA-E3C7-4A3A-8929-71FCE33C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2B87A-C2D3-4500-B30F-53730151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15092025 2...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9F01E-BD6F-4037-816E-9F9637DE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83B01-2422-4B5A-82CE-C4ED6947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09F6B-15EE-4AE0-BAF6-AB9D3292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150920...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734E3-3643-40C1-88FA-CA210884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43FC4-BAFE-4893-A976-7C196C33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656696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CBBA2-2F84-43BE-9E75-8CE53075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BA2C4-0EDE-49D9-B9CF-4A2F5CB9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33E6E-D214-46CE-B11B-B0D6AF09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AAF89-C41C-44BE-A1FC-19A1C825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C8794-BFE4-4DD8-902B-51C840AB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5937B-A9FD-4A41-8264-AF150C40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D6703-9309-4590-AAE1-4CCA81C4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395FC-831D-4578-9C7C-36FF8B92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27F1B-2FD3-477E-BA90-5C4F279F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5ACF6-C029-4A1C-918E-40765358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5E911-E34B-4E00-8D03-2C17031B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D3497-2DA9-40CD-9834-A04F679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50788-16FC-402F-B9F0-ED6D37B1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79FAB-AFC4-4B6E-BA59-0E4F00CA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B2862-987F-4AF1-800C-A80630DE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9258410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2EA2E-C48B-445F-9789-B12EE2D6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0E22A-9DF5-44B4-8A04-35FEC25C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F996D-40ED-4842-9D4C-551249D4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08292-0DBD-4D7D-97B3-83EF5C4B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67B3D-B045-4D92-B0A5-08038E87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5A138-FADC-4A4F-A964-2E9E58E8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15092025 2 2 Photonics : Interaction of radiation with ma...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25272-C0A0-4F92-94BA-B2AFBD9A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8AF9E-7892-45F9-BB21-BF436E0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2E3C3-ED14-4558-AC48-8A20959B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6C021-5FC5-48D9-9C9F-BAD6B1E3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F4AD6-50E4-488E-BCA5-5CD0D210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9739159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8CD83-75C3-47FA-8F9D-9024561D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C34E1-B9A7-440F-AE5E-92A1F9B9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48ACE-6ACB-4F8B-8B4D-D419F782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52A7E-0624-494F-BB3D-1D0D1BF8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9B7D3-1ED9-419C-8509-46BCA83F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Prerequisites for lasing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7E1C5-0F78-480F-A2AA-FF27FF87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Prerequisites for lasing actions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3513A-73B3-4F27-B188-7BBA39DC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301F7-0904-4F41-8090-EF09AB8C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3F5DA-C227-42D6-B51D-BE9B9764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16219-945B-491C-820A-379027B6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810AC-054B-4127-82E5-5839B453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2D1B1-6AD5-404B-B154-4C7CCDCB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78E62-5D80-4279-BE83-9D2DA101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642DD-83B4-4582-9186-D84CF171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77364-4582-4EE4-A9C1-8010530D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50F02-A9BF-4B0E-A0B3-77D54E42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1918127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02E293-5A03-4D87-A9B0-99C7B0FF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2E29C-CCFD-41C6-9897-4EEB51A4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917C7-1E08-465E-AA12-109E8A94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6DA42-946F-42C7-91F4-C27282C8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2FA49-848C-4C59-BDB2-0CCD8CA5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A025D-0882-4E86-BBB2-CE4EE339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06EFD-BFBF-4A80-824C-AF645526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E7113-34F4-414E-B0A0-5B8257FE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E846E-EB91-42F1-9774-7B3B4495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Prerequisit...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365D8-D5AC-4C45-91AA-93FD172D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F640B-A766-44A5-8139-2D3FF9E1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E5CAD-F9D2-4177-BC44-700A505C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Prereq...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9FAC8-2091-4931-B7F9-F7CF2ABF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7E01B-D2F4-4CCA-8D29-72F4F566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1FBE2-8852-484A-A8CF-60A810A5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Prerequisite...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13124-706B-450E-9D90-934ED8C5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BE047-8DE7-441D-B5C0-712BE2A6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45236-583B-4B35-8122-B85A539D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Prerequisit...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0D1EF-AB40-4699-8D41-B7AE37F6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37937-A948-4AF6-8E4D-A2EE9747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D7C6F-1E59-4155-BC47-CA4F7BC2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Prereq...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6EF0D1-C009-4D06-81A3-9EBFED00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9F4ADF-EEAF-40E6-A9D1-025152D7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9845765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4FF75-147F-42F6-BBBD-5C69C9E4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141ED-460A-4007-8BA3-D8DA2F89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2CB2C-6C9A-433B-9F58-74F900B5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78853-8D2C-4A48-B968-AE0611EE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D7016-CDD6-4920-A542-1991C958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3B73E-7B8E-47CD-B317-87567E53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B5EBB-04DC-4AA4-AC17-5049D97C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56990-BCFF-4891-824C-30F15349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5D09C-B0E8-4EE2-9FEA-98C357FB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669A1-20DE-4B00-B552-D85C8976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CEAA4-C855-4220-81AD-79FB026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52807-3159-4388-BA13-0F99D3B4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C2D2F-1E8B-4C31-AE7B-AD84B587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3ACB9-BBDD-4AE4-A65F-8F367946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2F64E-8402-440F-875C-36450DCE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0926711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C44C8-0F97-4B5D-A0CD-4EDA7D5C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BE73E-B771-4C15-BC54-7FC1A855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CA9CC-A51E-4142-80BD-465E660C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787F5-1D1E-4F10-9D23-05F9AD2F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B1FE1-F83C-4814-9F9B-8F5037CA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26873-F86C-4D0C-98B2-23784E46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Prerequisites for lasing actions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48B0C-2A76-46D8-AE72-76839D64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0F894-F18E-46A7-9B46-0DE6CEE9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18EEF-F9B1-478F-A2ED-8A15130B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8AFD4-1718-43E3-A4CE-05DD328E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0E203-E59F-4A34-ADC2-97E0CA72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1313676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A518C-40D6-44B8-A8B4-D8279CC0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7A3E3-AC1F-4C64-8777-526174FA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1EF0A-505A-4F24-9291-C45F2DA5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99D39-1D0C-4E78-AAE8-89E354CB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F2A4E-F307-4425-A38D-BE69E2A5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Types of LASER - Semiconductor diode LASER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0C5A5-F639-433A-ACBB-0C42E4BD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Types of LASER - Semiconductor diode LASER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B2CBB-B885-4075-8A57-E034484F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B1077-00D3-48DA-A88F-85FCC87A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36764-6AC6-43C9-B240-9452F320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D1ACA-A860-4F3F-9977-C5041193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08FD8-B23C-4B42-9D90-8F6225C1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21D96-EF75-4C1D-9155-F73D71F0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78178-096E-40E6-ABE3-5DA0B18B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EEBFB-31FF-4161-B04B-98ABD451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56A4E-9E15-4825-906A-00290F74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4F460-8512-401F-A37A-B6E4719E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221870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15A4AC-6A19-4DC0-AE5E-86C938FB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EEBC3-804D-4D81-91B8-15FA4ACE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E6FA2-14B9-41F2-81F5-D0E9FA8E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190B5-9C58-4930-ADEA-D4374BF5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84B0C-C646-4D1C-8FC3-CD5F1262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2EB85-3271-44A8-954B-9303DEC7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F2D72-27B1-436E-84E5-ED48CC7E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B9AB4-FF03-499D-A004-7A050E6D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39214-81D7-48BD-A5AB-643A6637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Types of LA...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8F21B-E103-484E-9741-9DAE86EF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5940A-15AE-44DD-94F9-F54E960E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2B6ED-806F-4603-A607-9B625819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Types...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8402A-EA84-41B9-A3FF-A34D7C30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19FE6-911D-460A-9845-B8E8D450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15445-4016-4CE6-8C2E-251C2B0F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Types of LAS...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C2712-DA24-4702-925D-297BC05F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69B0B-0442-4711-8834-880598B0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BFAA61-AE9A-4051-BDE7-20733DBD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Types of LA...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1585D-4B7A-4A7E-9F49-086DA146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EED44-3E07-4BB9-AC9B-BF92E4A3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1C59D7-76B2-40B5-A3C6-764DEC88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Types...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1B1F60-B905-4C4F-AC26-24EA4CB9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A83D2-14BD-401A-98C4-940BF9EC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2209887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01471-3106-4932-955C-088FB45A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237AE-65D0-432F-9896-7A75C842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11DC5-8489-4A8B-B253-F84FC6B9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FBC0B-4F2B-48AB-A713-D45245B4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F44B2-0CD1-47B1-8A57-63D71667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69073-A804-4D5B-818D-017363DF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2F9C3-2939-4A69-A5A4-4ABF1D20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D1B0E-2656-4F81-A721-08063805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D4800-64CF-4B05-BD82-6AFAC5A4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6B82B-D1DE-4915-BF53-91CF4F96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C93AD-1E05-4AD8-A26D-EA4090D6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70BC7-601D-44DE-A912-B400BA53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AA8E2-D5FA-4A54-B09D-076E81EC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5918F-F547-4F34-A6C8-7B96298F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3927D-3D25-4807-B02B-E98060FB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4917962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51BEB-4F20-499A-9492-06ED6478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5C5B1-CF40-4A94-BFD9-D35700DE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55158-C708-4798-B4D4-B372ACDA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8AD9A-174C-4F41-A2B4-C6B2A1C3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9755D-A64D-4C88-9A48-F5A10F72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10A7B-10B1-4FE4-BAC8-FC53471D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Types of LASER - Semiconductor diode LASER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703F6-4E54-43C9-902A-6119A1E8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B483B-8C49-4CE5-87D8-0EA31802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174F5-2475-4902-A483-300DCDB9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A4467-F079-4F7A-982B-BEF39B2A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EEFCD-03B5-47FE-A407-B0A69C76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5841509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1F141-F60C-43F8-B5A1-2A268DB5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CC826-2AAC-4099-9269-CCC70C49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B97F0-7E0C-4360-BC0E-ADE5A288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D02D1-0D39-4F47-9203-F4501F5E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A3AC6-827A-49E9-AA29-6DE5F1E5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Use of attenuators for single photon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CFF3E-9DB4-4BD1-A190-B643F966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Use of attenuators for single photon sour...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26EC7-245B-411F-9D8D-88EA3338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2B151-CAD5-4BBF-892F-52CD242A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4CBBF-0427-4E02-985A-B22F9055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D5F44-B652-4DC4-9BC6-88F485FD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2873F-5C5E-4059-8626-93A0132C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FDCB3-3724-4B9F-86C9-652ACFE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255D0-69A0-4F94-8E78-A2FF84AA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50885-018C-49BC-AB36-3D0EA145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BDA63-CF93-42E3-BC65-0860C467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D68EB-39CF-4A3D-9D12-351ABE57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967388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04137-78FF-4171-A6ED-A5DF1430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A12E0-E434-4AA0-8EBD-ABECA032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ADAB5-9B6F-486D-A771-20420AB5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AC08E-CD98-47C3-A6B0-EB946D3E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F176C-24E8-4054-894A-7C4023A1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5FF2C-D367-4710-B94C-92D1BCC4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F9CFD-9A51-4281-A351-0A449D3B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15F6D-0C42-4712-94F0-EF356A6F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1F922-9D55-4022-96D4-EF9F9114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Use of atte...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A2539-7AF2-44EA-9A4D-92033587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65B67-904E-4D83-9E1A-17667900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99564-8369-4A26-803B-DF414C98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Use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58D5B-B233-41FA-808C-CE08F9B4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21522-B88E-4568-BFCC-08ED7C2D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2B9BF-C55F-4A62-9B46-D6791686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Use of atten...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1F5F4-FCAF-45AC-B28B-003EE328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E713D-9A2D-414D-83C6-341C14AD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170D9-9AE1-4C69-8352-58656D80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Use of atte...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85548-3D42-44B2-B1DD-99C42915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2F1D0B-60AF-48A2-91BF-B889B59B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FA597-895A-4AD8-A181-BB0D8C78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Use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73595-0806-4BDA-886E-0922CDBE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C2A338-85AC-4BA6-8CC5-B0E296F1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8099733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D50D0-3D66-4D30-B3FF-4CB65F97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3B2E4-D5A9-471E-A4AF-D90F4237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C198E-4D06-401C-B8B7-7B3C0009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2C21F-749E-4C36-90C3-12F90244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62DC4-5912-4186-919C-128F7D9B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15D64-AAD8-4E05-B996-49B5B151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5AF6F-AF8F-4E0A-836D-30A5E736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BA0FC-4A2E-4CFE-86D9-620733F1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3D46E-D18E-4680-9BCA-76BB117F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C3035-A552-4B89-8A04-F9C409B0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C99C1-D9F8-4E03-B9F5-070A5DAF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194EA-DBFC-40BF-83A7-1C2BB35C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1549D-BA84-435B-AC6E-9E9E84EC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20117-103A-445A-8D64-9D558DE2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C10C4-0CDA-4132-B027-87650E34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2003403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15264-C6F3-4BC7-8C54-2AC62B5F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C5DE0-03C7-4F33-BFD9-B2EAE1D6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6F022-1035-40D5-A007-525D12A6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B5C91-85AF-4DFB-BD27-2192DA88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7C463-D748-470C-AD64-2C2FFC4E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F2256-8956-4BC9-B7A6-4C4C32AC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Use of attenuators for single photon sources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D6FFE-B3BF-44F3-B192-EE6819EB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733D8-6F3F-4FE5-84FC-2174B849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D4253-A424-4B64-BA6E-4F6AC1B6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DDD4D-31FB-4504-9242-44A43E31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6D540-84B8-4F7C-A7FE-9D4FD2D0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61310747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60F69-3056-489B-88E1-DEF6C114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31526-B148-4D09-93D2-CE0050F1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4DCA4-E310-4181-B512-4E372D33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895CF-A86D-413C-8922-A766B7BE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4B6AD-C7ED-4533-B05C-716D46A9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Optical modulators - Pockel's effect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74C9C-599F-4674-BCBB-57C445F9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Optical modulators - Pockel's effect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7D6D0-6C3E-403E-9A41-9C1852AE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E5902-2377-493E-99E8-086120FF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E5EAB-2160-4676-B1DF-A9AEACB7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9AF44-9D1B-4A50-97AB-81C7CA5D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59EF7-528F-456F-999B-92B8270A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64683-A842-4AAB-B533-EE4408BD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483BB-8768-41E0-9DC1-04B3F291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42F5C-5AF6-4E29-8472-2F6D9C34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7EDEF-6FF6-4B0D-A132-F3E5B283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EA24F-F001-4FF9-8AD7-4BCB03A4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855101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77E18-FA1F-4194-B02A-5A83925A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3E2CC-2D8B-4A7E-8AAD-25765B48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E4F23-B841-469A-946B-5DE46CE7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06973-1BD0-4FC4-86D5-939D3597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D7166-8634-44E3-9057-620D3B84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62374-E364-4872-B5BA-20FA55EB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3E5D7-D4DA-4077-9752-EAF03F77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0AC0F-8513-4A14-A0C6-74BE9616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17AC4-A4E2-40F9-B5E4-1C6C3A6F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Optical mod...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95BA3-0373-49DD-B66E-3F043432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C6A44-7A98-4AF2-820B-73DFBF4D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62C0C-8988-486B-B726-83D75BD2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Optica...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09191-848D-4B44-B313-259DDE4B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D74CF-F561-49BF-8AB2-4FAA67C0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26163-D6B6-4E63-84BC-AB23CEB0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Optical modu...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FFF6EF-1BF3-4146-965A-47A12333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95ECC-8BEB-4527-AE0C-E61D57F1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22A6A-FC60-4A9C-BEAC-B89392D8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Optical mod...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2F474-8319-4977-A74F-52BDACEF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EEC10C-399C-4685-952B-0A267949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CDDC3-5FDF-4BE2-96A7-068C5EC7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Optica...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18C94F-B0E6-4D4A-89AF-DD7702F0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05D95-7DD8-4C23-ACB4-A0D95F70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7494606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81DC5-15A3-4E4A-8DEB-E15127FD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75B2C-00B0-40C9-8AEF-092D5C0C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B0803-64AB-4C9E-A3AF-A6424504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16F01-93EA-444D-88B1-100B5D76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3F18F-09A9-4053-8946-A121D292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020BE-D46F-48BF-867B-818D3F3E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BDC11-7A99-41A1-A4D8-F39FA839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C36D4-EBEB-4C4B-89B8-9D9D651A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23BCE-2AFE-4465-9465-18C1B3D8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44E7D-D9DF-4AA8-8C94-53B1B83F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39056-275C-49B5-AF34-BEE24178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E1647-C043-4727-88A8-47B8A329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54CDF-9F86-4133-B6BD-73ECA9DD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CC3C7-6C82-417C-BE69-179249A8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1CD57-A532-4C62-8B6B-A0D52856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5693477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BD80B-51A2-47E8-8B09-8A51DDB8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56878-E6A8-4120-9210-76532A7D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23E1B-3D16-4CDA-9C08-40C5558F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688A6-316F-41D1-9524-73597E30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69EBC-E52D-41EE-B6DB-C5EB3ED7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92B0C-1FEA-4E97-B536-B65AE196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Optical modulators - Pockel's effect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6C333-4C79-4480-B75D-5C79E734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15F5E-8685-4DFE-B892-7B71D15E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B70F9-9A3E-4BD6-8795-A16DF211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B4B37-CE7F-4A64-9763-C16E1380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D802D-7F08-48FC-B222-C0C959E8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66478830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9CA80-FE41-4FC5-8DBE-B65434E8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496C2-E337-4CF9-B45D-8677CCE7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EB41A-17FF-4249-B4F2-DBA668D7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04B32-D926-40A4-9085-8B64553B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5BFF4-2E88-4D39-89CE-61483743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Kerr effect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56EF1-2FA1-416A-A50B-5E917DFB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Kerr effect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F33E1-91EA-4197-9F3E-BBDDE78C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7243D-C42B-4FDB-BA34-94248F22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F2FC5-A9E7-4796-B3D7-73EBB847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DE8CF-4BE2-498D-8375-4520CF33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60B9F-C26C-4397-9F55-445ACE8F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67D8E-5E32-418B-923E-15373AAA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A7278-8A7A-42E8-B0EB-6FC09F71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1AB0D-47FC-46CB-B1A6-EE13F049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F65BC-80E6-4DB1-BCDF-4AC92C12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32FB9-1024-47B2-87B9-AD6537B1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36162896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DD6DEB-3517-42FA-AAAE-7C42A4C6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BF076-BAED-4834-9FCE-4F022609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ED038-53EB-4BB3-84F8-568CA35C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78328-46F0-4AB2-ABDC-C4B37DC2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907AE-4329-4851-906E-7F9A2CB0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0121A-36B0-4B6A-8D87-1EFC1223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6A5BB-71A4-4F77-ABEB-6A20C455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38A94-C48F-4E5F-86FA-E08D0852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9DD16-A145-4558-B66B-472A9300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Kerr effect.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3C6E3-8713-4F97-A049-92A8BE1E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30FBA-66C8-4F51-9C9E-9E54692A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73C1A-6D29-4724-AC99-050389BC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Kerr 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B7599-E40E-49DA-9F68-3075D767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9CF81-0AF5-41E1-B287-89E3AFB0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7CCEA-F4FB-42F8-9300-C6527183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Kerr effect.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80A2A-5B0F-4EA9-A528-95670F89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49E6F-79AA-4A63-A46C-E4D0A895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2A4E7-2927-4B81-A98F-77FFFC9A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Kerr effect.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3391C6-6DB0-40A0-B128-331FCD88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74050-9A42-47AD-8BDB-396EB0F8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ABD5D-3F0C-40FB-8082-785CFA57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Kerr 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17EAA-46E9-4087-BFEF-9C8E5F24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BDE16D-204A-46E4-BB0F-252C7345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45498350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56AA2-68C0-4B84-AB89-AD3F542B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5D36C-2890-4444-B3B6-0D68EBB8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ADCC1-676E-4400-8903-7D11A02F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64563-F067-484E-AF21-3E55B161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2654E-A135-419C-A03D-5D8C2000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B6065-1FD8-487E-9171-B7226EF8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C76CF-685F-473E-85A0-CFA51EBE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4E022-93C4-47D8-9595-59FF6D27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48D80-624C-43EA-9948-F5B3F1A0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34A28-4A85-44F4-9D4A-80533C08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23669-57E1-4709-9391-78028FD0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D7240-03BB-4C98-8E41-2596E76D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2061F-316F-4F01-BF90-290DF235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D1A7E-6A4B-4CAE-B322-22A5E047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4D9ED-08ED-43AF-AA74-5EB82487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0870397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0EBD1-4986-4E94-9E2F-F304AE27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45F35-B845-45FF-9234-6DA2BF79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4CEB9-236C-4D95-9150-A6EF55A5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ACF44-8C5D-4D09-83A3-D1D5E327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6478D-A1DD-4A96-8116-BF556B9F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6B249-7DE5-4518-8845-C358D70E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Kerr effect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4D9E8-6D51-46BC-9508-AE9A996B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4CE24-03DA-4EA8-B2CC-B458AD47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051A0-030F-4721-8E60-97C47777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53D05-24E4-4D39-A4D5-41FB4932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113FC-7229-472B-BB5F-231AFB79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9522271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23047-2619-470A-B3C5-82533F0C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8C088-B78F-4E11-9C74-D5DA0BD6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6B2BE-E086-416F-8FA9-01B57D05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DD6BE-9C39-448B-8475-573995C2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76A60-05EA-4BB6-93B2-76AC517F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Photodetectors - Photomultiplier tube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7F652-B119-4F19-A14D-ABAE1D12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Photodetectors - Photomultiplier tube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11260-8810-47C0-88C6-EF25F68B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A92F3-8565-48D9-8F9A-4C81EC0F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257B0-3D69-49BF-943E-64C40D85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80866-3976-4A87-B795-F8818D78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3C64F-9BCB-4632-A3F0-7E38ACCC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3FE9F-FE0E-41DE-9AFC-2742C4C2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C1F2E-A255-4E9F-ABE1-42103812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2B450-030A-40B7-84B8-3E3AE5BD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BB5A4-C1F3-45A6-99B8-958B5E33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23A70-90BD-480C-BDA8-C1E51656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57103713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F37D57-66F9-4E7B-BEFF-12B6D322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144CD-0A63-409A-ADB7-AA9AFBBB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9E055-41A7-4AEA-9DF0-A6C2D440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14D1B-7512-4400-AC09-84DF0B72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D8B09-9012-4F07-9C46-35CD85B7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FA9B3-80C9-423B-91CA-D06FE18D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9FBB5-FB5F-487A-A963-00C19FE9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75573-4EC0-48C2-ADF0-ED3F8471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C684E-AAFA-4191-A8EE-392CA90F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Photodetect...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29630-DE63-43C0-81AE-E12780F8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09D9F-3321-4A70-AE4A-4FAF2654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1628A-C463-4E81-B709-121F1C3D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Photod...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4B8FD-7EB2-46DA-B8C8-EA1A949B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0ED24-A675-478F-83E2-0546CC04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32AF9-91AF-4283-A139-192B06D7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Photodetecto...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F73C3-9209-46AC-98EF-22B4CAB1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75A32-049C-4472-838F-B914C814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C9386E-BCFA-43D7-AB4A-F0D969D0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Photodetect...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66704-89ED-4FD8-B9F4-C17319C9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DB985B-B7F5-4D29-8B33-60ECC65B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E2353-C3A3-43BF-969C-66417F0B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Photod...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123E0D-13C9-4D11-A229-232F33ED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84B2D4-E706-4DC7-B342-24FBC006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26282773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66C68-2D61-4AD2-8284-8C0F949F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83987-A676-4E4B-8A6B-945D436D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58818-AB7A-4C6D-8113-A967811B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76F3F-C204-4214-B601-AFB2D234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7526E-DA0E-48FB-9CA0-E00FC85F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5A8F4-54D3-4E7C-9BD8-032098FB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34CF2-439F-4201-BF44-437A266E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9E794-5B10-44B2-8576-FCB6AA18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0182A-CD9C-416C-93BE-902878A0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73465-48AC-4DA5-98D7-B2E49937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44884-36C6-46CC-95D9-67D7A67F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C4FE4-2D3A-4CF7-9DC4-F0665815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DF099-9847-482B-8566-46D381FE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028E5-2955-46DD-B322-764528C0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A75FB-0811-4F43-BB66-61A3C21E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45938045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B6902-5A1F-4B05-81FF-4A6B4A87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5E763-1284-4AA9-97D1-498FB08C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3D4EE-BFC2-467D-8CD2-FF30CF95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4DCB1-60DA-44E8-AD56-71A387AD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C20AD-F18B-4C10-856B-9C892F62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0CA7F-4610-4758-B547-ADE60096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Photodetectors - Photomultiplier tube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97695-F989-494F-BC54-521806CE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4C65E-F360-4407-8E36-0F4A35EF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9EF9C-0D36-4E49-8139-4509EF3C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67A20-94CC-4066-9F68-372693A1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E5816-FFBC-4826-8CB4-B21EE11F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9939827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CDEE3B-746D-433A-91CD-65621140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D86CD-6351-49BC-8BCC-1F530BEF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4BA65-A772-4DC0-B7FF-2369DB0C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B1114-90AD-4C20-A34C-2260B775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83AF2-C8D3-47C6-9EC4-A18FC3AD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Single Photon Avalanche Diode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87701-6565-4AB2-8B4C-D5B3EC2D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Single Photon Avalanche Diode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BD42E-799F-4B4A-AFFE-6019B490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31B49-8220-44E6-82A0-A1D6552B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AB445-F26B-46A2-B7EB-C9033F7B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E2167-827A-478A-8618-643BD136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924A3-4514-41DD-BF53-8C48B9AC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93890-E2A1-41F3-965F-CA078079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A3427-B05C-4BCC-9A3D-BDFFB99C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4084C-1E06-4232-B079-57F87373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26C56-D14D-4471-BF28-A56700A3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B27E6-E46D-43B6-AEB3-03BEBE22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33027316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1FAD56-3C1B-4B6C-8615-74F7A921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085AD-C69C-486C-865B-AD2C9C5A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3255F-C5B1-4529-8192-34B7FC60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2E119-4C1F-45B6-9367-75068570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7EBC3-6981-46D8-B33D-C2313D31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CA592-D782-4C80-AEE8-7E50A638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05BE8-E225-4206-AD4A-A2D3662E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8C1AD-573A-4583-AB7E-523BCDA2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0F494-B66F-4E07-9CDD-A39D789A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Single Phot...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060F1-C5E3-4905-80C7-8776C67C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E3EF9-E0A7-4E82-A055-69C2628C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D9117-A941-46C2-A319-62A923E8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Single...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D2E0F-CACE-46E6-A00D-DC6D879B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D97B3-2B05-4F46-8405-6CC67AF3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D2870-10CA-4098-869B-9EBF658F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Single Photo...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F0606-384A-40C8-9B13-102B92AF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A9D3D-608E-4768-894B-29AE9297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8887F-0BAD-488B-A6A9-1C4960CA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Single Phot...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786B8-E302-49AF-BFEB-5AB15323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CDE92-7519-49FC-936D-7D779159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28A9F9-73A7-4D42-8D26-4B9D0431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Single...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C1AC3E-8C6C-4AE2-8B72-CD9A2413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7DF45D-4012-4438-A57F-1E669443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43321383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FF909-1C89-4692-BFF8-A8C4B28F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4246F-FA4C-4FE8-A13F-C022ADC4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5E677-FA19-4080-BAB3-A514F42B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92911-FB9D-484D-9147-56853BBA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A1514-28EA-4438-AA75-0D7521F9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FEDDF-B778-4A69-9BB4-3D4D6E2B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ECE5C-DD0C-4DF6-88C6-5CFFAA48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F11E5-D582-4C9B-AD1A-6DC28D3C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5FC5F-85F2-49E3-83CA-7E4AC04C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4F2F5-2FE6-421F-B613-0E080C39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68226-8B2A-494C-A7DF-566C0EFA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99FB5-1E71-43EF-9BAE-5AA4A336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52439-535A-4AA3-8AFE-9D4C5D77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96DC1-F521-4194-9889-738683C1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20C66-1908-4E1C-9F54-764D67E6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03671138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FE37F-7747-41DB-8080-B697A0A5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3A21F-75B3-4F54-ACFA-C905D39D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80F7B-AF33-44CC-8509-67A4FDFA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27023-1E48-434A-93A1-6C751A72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714A9-F087-43E2-B7C2-833492C0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03FF4-1678-4140-A77F-ECE7D0F1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Single Photon Avalanche Diode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88183-E331-49EB-9ED7-BA57C61B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4E980-EA56-4F83-A60F-FE3C8F18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C4714-D280-4D72-A3C2-77E20DD4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15DE3-2E1B-4131-9053-AF03BF16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04878-94BE-436A-9B57-CA771F3F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39548400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48099-CF74-4A13-862A-93FCFE05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968A2-32C9-4304-A89C-BDEFDCB6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46AF7-3181-4989-A63B-D3DBA648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44550-8697-4FCA-8349-221EA773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E98AB-01CF-40FC-A65A-E0AC6976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A52BF-4EB2-4315-9354-34AE1C98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6536122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266FE-2905-47B9-BA5F-898A3A2A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63D2E-0DC8-445A-BF7A-B1560A27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F438F-BBE0-402C-9D00-EC7F82A7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5A64B-1AB9-4693-B8A1-84FFAA61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181ED-35ED-42FC-93AE-D2D74175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Photonics: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Interaction: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radiation: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matter: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Einstein: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016CF-982E-45D7-9E0F-A550B801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51012160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83B65-CD38-4540-B5AA-98397DD7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57898-34F2-40F4-B3EF-970681F6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D838D-CC8B-488C-B702-6987B3B8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2346B-845D-4134-BFA7-F893D9A1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141EE-37F4-437E-A3E3-BEA29A3E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399C7-4D6E-4885-B0C7-D132A0E2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33322565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C2B1A-1A68-46C4-A1B6-CEEC18B0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65254-6207-4668-A7BA-02AE6986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A0B35-130A-4EAF-9213-386A7360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284B8-D803-483B-87E1-53F73670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97A89-8D8C-423F-B6A0-803D67AE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8E644-BF9D-4AB4-A497-CD35892F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36612909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08F2C-8A08-4D1A-A243-B8FFE9BC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B42A0-9B6C-4637-BD0D-7BDE80A0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78B36-79B1-4778-A4F4-F421B3B2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3D4E9-F814-4022-B60F-60194C63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3952A-BDBE-45D8-900D-1EBFD9C4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15092025 2 2 Photonics : Interaction of radiation with matter - Einstei...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Prerequisites for lasing actions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Types of LASER - Semiconductor diode LASER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Use of attenuators for single photon sources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Optical modulators - Pockel's effect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EE8B3-22F7-42C0-9D0F-7B5509F4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BF0F1-0103-47B1-87E7-42499D79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66BB5-B83F-47B3-B7C6-DFD395E0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392582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2026-08-24T16:03:08.2650000Z</dcterms:created>
  <dcterms:modified xsi:type="dcterms:W3CDTF">2026-08-24T16:03:08.2650000Z</dcterms:modified>
</coreProperties>
</file>