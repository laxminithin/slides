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9a390a036f47dc" /><Relationship Type="http://schemas.openxmlformats.org/officeDocument/2006/relationships/extended-properties" Target="/docProps/app.xml" Id="R464b5e0392334859" /><Relationship Type="http://schemas.openxmlformats.org/officeDocument/2006/relationships/officeDocument" Target="/ppt/presentation.xml" Id="Rb2be7b701e6e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ba4ccf46ab4591"/>
  </p:sldMasterIdLst>
  <p:notesMasterIdLst>
    <p:notesMasterId xmlns:r="http://schemas.openxmlformats.org/officeDocument/2006/relationships" r:id="Rde292271c206448f"/>
  </p:notesMasterIdLst>
  <p:sldIdLst>
    <p:sldId xmlns:r="http://schemas.openxmlformats.org/officeDocument/2006/relationships" id="256" r:id="Rc386c5a3511740ed"/>
    <p:sldId xmlns:r="http://schemas.openxmlformats.org/officeDocument/2006/relationships" id="257" r:id="R1e89633222b644a8"/>
    <p:sldId xmlns:r="http://schemas.openxmlformats.org/officeDocument/2006/relationships" id="258" r:id="R2e72086d418a441e"/>
    <p:sldId xmlns:r="http://schemas.openxmlformats.org/officeDocument/2006/relationships" id="259" r:id="Rfa0adc7d79434008"/>
    <p:sldId xmlns:r="http://schemas.openxmlformats.org/officeDocument/2006/relationships" id="260" r:id="R78cf0f279eb7407c"/>
    <p:sldId xmlns:r="http://schemas.openxmlformats.org/officeDocument/2006/relationships" id="261" r:id="R4ee273ac0c9f440e"/>
    <p:sldId xmlns:r="http://schemas.openxmlformats.org/officeDocument/2006/relationships" id="262" r:id="Re14a84de00b64bf6"/>
    <p:sldId xmlns:r="http://schemas.openxmlformats.org/officeDocument/2006/relationships" id="263" r:id="Rf7b2b58f09e1468e"/>
    <p:sldId xmlns:r="http://schemas.openxmlformats.org/officeDocument/2006/relationships" id="264" r:id="R83af0ef4fe5f4c6c"/>
    <p:sldId xmlns:r="http://schemas.openxmlformats.org/officeDocument/2006/relationships" id="265" r:id="R250da26f24204b72"/>
    <p:sldId xmlns:r="http://schemas.openxmlformats.org/officeDocument/2006/relationships" id="266" r:id="Rd4e7b4dc691649e4"/>
    <p:sldId xmlns:r="http://schemas.openxmlformats.org/officeDocument/2006/relationships" id="267" r:id="R8a86dd06e5534bd2"/>
    <p:sldId xmlns:r="http://schemas.openxmlformats.org/officeDocument/2006/relationships" id="268" r:id="R75b6b1cef2244d07"/>
    <p:sldId xmlns:r="http://schemas.openxmlformats.org/officeDocument/2006/relationships" id="269" r:id="R5e6c933b77a64db9"/>
    <p:sldId xmlns:r="http://schemas.openxmlformats.org/officeDocument/2006/relationships" id="270" r:id="R1292d2b4190d4f19"/>
    <p:sldId xmlns:r="http://schemas.openxmlformats.org/officeDocument/2006/relationships" id="271" r:id="Rf8afb8acd3184866"/>
    <p:sldId xmlns:r="http://schemas.openxmlformats.org/officeDocument/2006/relationships" id="272" r:id="R98a2893568204b1f"/>
    <p:sldId xmlns:r="http://schemas.openxmlformats.org/officeDocument/2006/relationships" id="273" r:id="R5e79f24ac79c4095"/>
    <p:sldId xmlns:r="http://schemas.openxmlformats.org/officeDocument/2006/relationships" id="274" r:id="R08dbf06308824170"/>
    <p:sldId xmlns:r="http://schemas.openxmlformats.org/officeDocument/2006/relationships" id="275" r:id="Rb69ed5ac535d46cb"/>
    <p:sldId xmlns:r="http://schemas.openxmlformats.org/officeDocument/2006/relationships" id="276" r:id="R72b34734eea54b97"/>
    <p:sldId xmlns:r="http://schemas.openxmlformats.org/officeDocument/2006/relationships" id="277" r:id="R2e041835158b4eaf"/>
    <p:sldId xmlns:r="http://schemas.openxmlformats.org/officeDocument/2006/relationships" id="278" r:id="Rd1df69c795f540f8"/>
    <p:sldId xmlns:r="http://schemas.openxmlformats.org/officeDocument/2006/relationships" id="279" r:id="R0edc6ce8e6634cb9"/>
    <p:sldId xmlns:r="http://schemas.openxmlformats.org/officeDocument/2006/relationships" id="280" r:id="R3a0cdc18fc3b4bfd"/>
    <p:sldId xmlns:r="http://schemas.openxmlformats.org/officeDocument/2006/relationships" id="281" r:id="R5781a90a85ef4bee"/>
    <p:sldId xmlns:r="http://schemas.openxmlformats.org/officeDocument/2006/relationships" id="282" r:id="R160434f8600640ac"/>
    <p:sldId xmlns:r="http://schemas.openxmlformats.org/officeDocument/2006/relationships" id="283" r:id="R455959aba3ac4ed0"/>
    <p:sldId xmlns:r="http://schemas.openxmlformats.org/officeDocument/2006/relationships" id="284" r:id="Rf1072375a15243be"/>
    <p:sldId xmlns:r="http://schemas.openxmlformats.org/officeDocument/2006/relationships" id="285" r:id="Ra5e74e6487de471e"/>
    <p:sldId xmlns:r="http://schemas.openxmlformats.org/officeDocument/2006/relationships" id="286" r:id="Rc273577d246a45de"/>
    <p:sldId xmlns:r="http://schemas.openxmlformats.org/officeDocument/2006/relationships" id="287" r:id="R79ebd11343f04219"/>
    <p:sldId xmlns:r="http://schemas.openxmlformats.org/officeDocument/2006/relationships" id="288" r:id="R8b9e5a1a08454153"/>
    <p:sldId xmlns:r="http://schemas.openxmlformats.org/officeDocument/2006/relationships" id="289" r:id="Re320487a7dd84ce3"/>
    <p:sldId xmlns:r="http://schemas.openxmlformats.org/officeDocument/2006/relationships" id="290" r:id="R246607b7eaed4489"/>
    <p:sldId xmlns:r="http://schemas.openxmlformats.org/officeDocument/2006/relationships" id="291" r:id="R53a84a2d1c094fa2"/>
    <p:sldId xmlns:r="http://schemas.openxmlformats.org/officeDocument/2006/relationships" id="292" r:id="R30a81194fee84dc9"/>
    <p:sldId xmlns:r="http://schemas.openxmlformats.org/officeDocument/2006/relationships" id="293" r:id="Rd1ede357ca2945b9"/>
    <p:sldId xmlns:r="http://schemas.openxmlformats.org/officeDocument/2006/relationships" id="294" r:id="R4186533198d84307"/>
    <p:sldId xmlns:r="http://schemas.openxmlformats.org/officeDocument/2006/relationships" id="295" r:id="R5aff2d1db88749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79c3f9685a411a" /><Relationship Type="http://schemas.openxmlformats.org/officeDocument/2006/relationships/slideMaster" Target="/ppt/slideMasters/slideMaster1.xml" Id="Rd3ba4ccf46ab4591" /><Relationship Type="http://schemas.openxmlformats.org/officeDocument/2006/relationships/notesMaster" Target="/ppt/notesMasters/notesMaster1.xml" Id="Rde292271c206448f" /><Relationship Type="http://schemas.openxmlformats.org/officeDocument/2006/relationships/presProps" Target="/ppt/presProps.xml" Id="Raf7d2daeb9a84d08" /><Relationship Type="http://schemas.openxmlformats.org/officeDocument/2006/relationships/tableStyles" Target="/ppt/tableStyles.xml" Id="Rc4d495569b294324" /><Relationship Type="http://schemas.openxmlformats.org/officeDocument/2006/relationships/slide" Target="/ppt/slides/slide1.xml" Id="Rc386c5a3511740ed" /><Relationship Type="http://schemas.openxmlformats.org/officeDocument/2006/relationships/slide" Target="/ppt/slides/slide2.xml" Id="R1e89633222b644a8" /><Relationship Type="http://schemas.openxmlformats.org/officeDocument/2006/relationships/slide" Target="/ppt/slides/slide3.xml" Id="R2e72086d418a441e" /><Relationship Type="http://schemas.openxmlformats.org/officeDocument/2006/relationships/slide" Target="/ppt/slides/slide4.xml" Id="Rfa0adc7d79434008" /><Relationship Type="http://schemas.openxmlformats.org/officeDocument/2006/relationships/slide" Target="/ppt/slides/slide5.xml" Id="R78cf0f279eb7407c" /><Relationship Type="http://schemas.openxmlformats.org/officeDocument/2006/relationships/slide" Target="/ppt/slides/slide6.xml" Id="R4ee273ac0c9f440e" /><Relationship Type="http://schemas.openxmlformats.org/officeDocument/2006/relationships/slide" Target="/ppt/slides/slide7.xml" Id="Re14a84de00b64bf6" /><Relationship Type="http://schemas.openxmlformats.org/officeDocument/2006/relationships/slide" Target="/ppt/slides/slide8.xml" Id="Rf7b2b58f09e1468e" /><Relationship Type="http://schemas.openxmlformats.org/officeDocument/2006/relationships/slide" Target="/ppt/slides/slide9.xml" Id="R83af0ef4fe5f4c6c" /><Relationship Type="http://schemas.openxmlformats.org/officeDocument/2006/relationships/slide" Target="/ppt/slides/slide10.xml" Id="R250da26f24204b72" /><Relationship Type="http://schemas.openxmlformats.org/officeDocument/2006/relationships/slide" Target="/ppt/slides/slide11.xml" Id="Rd4e7b4dc691649e4" /><Relationship Type="http://schemas.openxmlformats.org/officeDocument/2006/relationships/slide" Target="/ppt/slides/slide12.xml" Id="R8a86dd06e5534bd2" /><Relationship Type="http://schemas.openxmlformats.org/officeDocument/2006/relationships/slide" Target="/ppt/slides/slide13.xml" Id="R75b6b1cef2244d07" /><Relationship Type="http://schemas.openxmlformats.org/officeDocument/2006/relationships/slide" Target="/ppt/slides/slide14.xml" Id="R5e6c933b77a64db9" /><Relationship Type="http://schemas.openxmlformats.org/officeDocument/2006/relationships/slide" Target="/ppt/slides/slide15.xml" Id="R1292d2b4190d4f19" /><Relationship Type="http://schemas.openxmlformats.org/officeDocument/2006/relationships/slide" Target="/ppt/slides/slide16.xml" Id="Rf8afb8acd3184866" /><Relationship Type="http://schemas.openxmlformats.org/officeDocument/2006/relationships/slide" Target="/ppt/slides/slide17.xml" Id="R98a2893568204b1f" /><Relationship Type="http://schemas.openxmlformats.org/officeDocument/2006/relationships/slide" Target="/ppt/slides/slide18.xml" Id="R5e79f24ac79c4095" /><Relationship Type="http://schemas.openxmlformats.org/officeDocument/2006/relationships/slide" Target="/ppt/slides/slide19.xml" Id="R08dbf06308824170" /><Relationship Type="http://schemas.openxmlformats.org/officeDocument/2006/relationships/slide" Target="/ppt/slides/slide20.xml" Id="Rb69ed5ac535d46cb" /><Relationship Type="http://schemas.openxmlformats.org/officeDocument/2006/relationships/slide" Target="/ppt/slides/slide21.xml" Id="R72b34734eea54b97" /><Relationship Type="http://schemas.openxmlformats.org/officeDocument/2006/relationships/slide" Target="/ppt/slides/slide22.xml" Id="R2e041835158b4eaf" /><Relationship Type="http://schemas.openxmlformats.org/officeDocument/2006/relationships/slide" Target="/ppt/slides/slide23.xml" Id="Rd1df69c795f540f8" /><Relationship Type="http://schemas.openxmlformats.org/officeDocument/2006/relationships/slide" Target="/ppt/slides/slide24.xml" Id="R0edc6ce8e6634cb9" /><Relationship Type="http://schemas.openxmlformats.org/officeDocument/2006/relationships/slide" Target="/ppt/slides/slide25.xml" Id="R3a0cdc18fc3b4bfd" /><Relationship Type="http://schemas.openxmlformats.org/officeDocument/2006/relationships/slide" Target="/ppt/slides/slide26.xml" Id="R5781a90a85ef4bee" /><Relationship Type="http://schemas.openxmlformats.org/officeDocument/2006/relationships/slide" Target="/ppt/slides/slide27.xml" Id="R160434f8600640ac" /><Relationship Type="http://schemas.openxmlformats.org/officeDocument/2006/relationships/slide" Target="/ppt/slides/slide28.xml" Id="R455959aba3ac4ed0" /><Relationship Type="http://schemas.openxmlformats.org/officeDocument/2006/relationships/slide" Target="/ppt/slides/slide29.xml" Id="Rf1072375a15243be" /><Relationship Type="http://schemas.openxmlformats.org/officeDocument/2006/relationships/slide" Target="/ppt/slides/slide30.xml" Id="Ra5e74e6487de471e" /><Relationship Type="http://schemas.openxmlformats.org/officeDocument/2006/relationships/slide" Target="/ppt/slides/slide31.xml" Id="Rc273577d246a45de" /><Relationship Type="http://schemas.openxmlformats.org/officeDocument/2006/relationships/slide" Target="/ppt/slides/slide32.xml" Id="R79ebd11343f04219" /><Relationship Type="http://schemas.openxmlformats.org/officeDocument/2006/relationships/slide" Target="/ppt/slides/slide33.xml" Id="R8b9e5a1a08454153" /><Relationship Type="http://schemas.openxmlformats.org/officeDocument/2006/relationships/slide" Target="/ppt/slides/slide34.xml" Id="Re320487a7dd84ce3" /><Relationship Type="http://schemas.openxmlformats.org/officeDocument/2006/relationships/slide" Target="/ppt/slides/slide35.xml" Id="R246607b7eaed4489" /><Relationship Type="http://schemas.openxmlformats.org/officeDocument/2006/relationships/slide" Target="/ppt/slides/slide36.xml" Id="R53a84a2d1c094fa2" /><Relationship Type="http://schemas.openxmlformats.org/officeDocument/2006/relationships/slide" Target="/ppt/slides/slide37.xml" Id="R30a81194fee84dc9" /><Relationship Type="http://schemas.openxmlformats.org/officeDocument/2006/relationships/slide" Target="/ppt/slides/slide38.xml" Id="Rd1ede357ca2945b9" /><Relationship Type="http://schemas.openxmlformats.org/officeDocument/2006/relationships/slide" Target="/ppt/slides/slide39.xml" Id="R4186533198d84307" /><Relationship Type="http://schemas.openxmlformats.org/officeDocument/2006/relationships/slide" Target="/ppt/slides/slide40.xml" Id="R5aff2d1db88749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2bd6bf2dd1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ceaef17054834" /><Relationship Type="http://schemas.openxmlformats.org/officeDocument/2006/relationships/notesMaster" Target="/ppt/notesMasters/notesMaster1.xml" Id="Rba21055887874a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3b40b4d2a443b9" /><Relationship Type="http://schemas.openxmlformats.org/officeDocument/2006/relationships/notesMaster" Target="/ppt/notesMasters/notesMaster1.xml" Id="Rba3fdbe1386a4f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c1bf957c824fdb" /><Relationship Type="http://schemas.openxmlformats.org/officeDocument/2006/relationships/notesMaster" Target="/ppt/notesMasters/notesMaster1.xml" Id="Rc8c93b609b564f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ab7306ad224349" /><Relationship Type="http://schemas.openxmlformats.org/officeDocument/2006/relationships/notesMaster" Target="/ppt/notesMasters/notesMaster1.xml" Id="R47d2c612a15d44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910fdedba24520" /><Relationship Type="http://schemas.openxmlformats.org/officeDocument/2006/relationships/notesMaster" Target="/ppt/notesMasters/notesMaster1.xml" Id="R4226c38adc3443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93cc4c342e46d6" /><Relationship Type="http://schemas.openxmlformats.org/officeDocument/2006/relationships/notesMaster" Target="/ppt/notesMasters/notesMaster1.xml" Id="R58acfc14de0c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f0672967c04f96" /><Relationship Type="http://schemas.openxmlformats.org/officeDocument/2006/relationships/notesMaster" Target="/ppt/notesMasters/notesMaster1.xml" Id="R66d3608a5dac42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bef9d1f8c1455c" /><Relationship Type="http://schemas.openxmlformats.org/officeDocument/2006/relationships/notesMaster" Target="/ppt/notesMasters/notesMaster1.xml" Id="R7ada38a0ea644f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6b84c069074418" /><Relationship Type="http://schemas.openxmlformats.org/officeDocument/2006/relationships/notesMaster" Target="/ppt/notesMasters/notesMaster1.xml" Id="Ra5045f5ff95740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90833af1c34ab6" /><Relationship Type="http://schemas.openxmlformats.org/officeDocument/2006/relationships/notesMaster" Target="/ppt/notesMasters/notesMaster1.xml" Id="Rcedd09eeec934c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6801bdd4c64c4f" /><Relationship Type="http://schemas.openxmlformats.org/officeDocument/2006/relationships/notesMaster" Target="/ppt/notesMasters/notesMaster1.xml" Id="R0451351d3f4746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50b3161f2544a6" /><Relationship Type="http://schemas.openxmlformats.org/officeDocument/2006/relationships/notesMaster" Target="/ppt/notesMasters/notesMaster1.xml" Id="Re01506124e164a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038a4988764015" /><Relationship Type="http://schemas.openxmlformats.org/officeDocument/2006/relationships/notesMaster" Target="/ppt/notesMasters/notesMaster1.xml" Id="R64b914aed8d044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9cfc87635b4fe8" /><Relationship Type="http://schemas.openxmlformats.org/officeDocument/2006/relationships/notesMaster" Target="/ppt/notesMasters/notesMaster1.xml" Id="Rb6cc1843815c4b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6038460e5a48cd" /><Relationship Type="http://schemas.openxmlformats.org/officeDocument/2006/relationships/notesMaster" Target="/ppt/notesMasters/notesMaster1.xml" Id="Rf3ad464c64644b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b66ff4464541f6" /><Relationship Type="http://schemas.openxmlformats.org/officeDocument/2006/relationships/notesMaster" Target="/ppt/notesMasters/notesMaster1.xml" Id="R23e6599e481346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a014644f254399" /><Relationship Type="http://schemas.openxmlformats.org/officeDocument/2006/relationships/notesMaster" Target="/ppt/notesMasters/notesMaster1.xml" Id="Ra6d4495e3f6f4c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ae3609c1bb4257" /><Relationship Type="http://schemas.openxmlformats.org/officeDocument/2006/relationships/notesMaster" Target="/ppt/notesMasters/notesMaster1.xml" Id="Recf5bdbcf3614e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d364a6eaa74816" /><Relationship Type="http://schemas.openxmlformats.org/officeDocument/2006/relationships/notesMaster" Target="/ppt/notesMasters/notesMaster1.xml" Id="R38a077f2ce034c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f01f7efee34a27" /><Relationship Type="http://schemas.openxmlformats.org/officeDocument/2006/relationships/notesMaster" Target="/ppt/notesMasters/notesMaster1.xml" Id="R1d5434240488458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46812c0d87049f3" /><Relationship Type="http://schemas.openxmlformats.org/officeDocument/2006/relationships/notesMaster" Target="/ppt/notesMasters/notesMaster1.xml" Id="Rca5b75aa3ae141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71da593e3904b3e" /><Relationship Type="http://schemas.openxmlformats.org/officeDocument/2006/relationships/notesMaster" Target="/ppt/notesMasters/notesMaster1.xml" Id="R00f9092ad3a8485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9989c1efe54a26" /><Relationship Type="http://schemas.openxmlformats.org/officeDocument/2006/relationships/notesMaster" Target="/ppt/notesMasters/notesMaster1.xml" Id="R243d73ebe41642d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c9e6b304fd4985" /><Relationship Type="http://schemas.openxmlformats.org/officeDocument/2006/relationships/notesMaster" Target="/ppt/notesMasters/notesMaster1.xml" Id="R01cdb9a015f04c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2678b71c8242f8" /><Relationship Type="http://schemas.openxmlformats.org/officeDocument/2006/relationships/notesMaster" Target="/ppt/notesMasters/notesMaster1.xml" Id="Re4920eeb3c0542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24530b74b364243" /><Relationship Type="http://schemas.openxmlformats.org/officeDocument/2006/relationships/notesMaster" Target="/ppt/notesMasters/notesMaster1.xml" Id="Rb92ca70493a74f8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4f82777cc8b480b" /><Relationship Type="http://schemas.openxmlformats.org/officeDocument/2006/relationships/notesMaster" Target="/ppt/notesMasters/notesMaster1.xml" Id="Rb58501053f6643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7f115a765624b57" /><Relationship Type="http://schemas.openxmlformats.org/officeDocument/2006/relationships/notesMaster" Target="/ppt/notesMasters/notesMaster1.xml" Id="Ra5bf5a43462b4ca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93004172b842ba" /><Relationship Type="http://schemas.openxmlformats.org/officeDocument/2006/relationships/notesMaster" Target="/ppt/notesMasters/notesMaster1.xml" Id="R989af95be582455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e09558c2cb45f9" /><Relationship Type="http://schemas.openxmlformats.org/officeDocument/2006/relationships/notesMaster" Target="/ppt/notesMasters/notesMaster1.xml" Id="R013a6e45d7384d4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3d84b8b4144065" /><Relationship Type="http://schemas.openxmlformats.org/officeDocument/2006/relationships/notesMaster" Target="/ppt/notesMasters/notesMaster1.xml" Id="R50eaa430c1ad470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eb6915a60304dc6" /><Relationship Type="http://schemas.openxmlformats.org/officeDocument/2006/relationships/notesMaster" Target="/ppt/notesMasters/notesMaster1.xml" Id="Ra702e8a442344b5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4ef3e56467b4789" /><Relationship Type="http://schemas.openxmlformats.org/officeDocument/2006/relationships/notesMaster" Target="/ppt/notesMasters/notesMaster1.xml" Id="R70a9c9b17ad743d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b83577735af4bdc" /><Relationship Type="http://schemas.openxmlformats.org/officeDocument/2006/relationships/notesMaster" Target="/ppt/notesMasters/notesMaster1.xml" Id="R249cfab3eea5488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111e5fe50a40cc" /><Relationship Type="http://schemas.openxmlformats.org/officeDocument/2006/relationships/notesMaster" Target="/ppt/notesMasters/notesMaster1.xml" Id="R2c8daecd9b9548c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996b45514934005" /><Relationship Type="http://schemas.openxmlformats.org/officeDocument/2006/relationships/notesMaster" Target="/ppt/notesMasters/notesMaster1.xml" Id="R7c6ffd76f0a74e2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001f81d06824c6d" /><Relationship Type="http://schemas.openxmlformats.org/officeDocument/2006/relationships/notesMaster" Target="/ppt/notesMasters/notesMaster1.xml" Id="R9cd66b659d4b4c6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c72e8424cb4f98" /><Relationship Type="http://schemas.openxmlformats.org/officeDocument/2006/relationships/notesMaster" Target="/ppt/notesMasters/notesMaster1.xml" Id="R92b55ff4123b444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4393140b2c848f6" /><Relationship Type="http://schemas.openxmlformats.org/officeDocument/2006/relationships/notesMaster" Target="/ppt/notesMasters/notesMaster1.xml" Id="Recad563bce6d41d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f520653c0d044ab" /><Relationship Type="http://schemas.openxmlformats.org/officeDocument/2006/relationships/notesMaster" Target="/ppt/notesMasters/notesMaster1.xml" Id="R3ecee15a98dd4f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50cd4a97949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8de60155414012" /><Relationship Type="http://schemas.openxmlformats.org/officeDocument/2006/relationships/slideLayout" Target="/ppt/slideLayouts/slideLayout1.xml" Id="R3ead5765927040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d5765927040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ddfd2579d48c2" /><Relationship Type="http://schemas.openxmlformats.org/officeDocument/2006/relationships/notesSlide" Target="/ppt/notesSlides/notesSlide1.xml" Id="R8c40e24a1290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246f28146458b" /><Relationship Type="http://schemas.openxmlformats.org/officeDocument/2006/relationships/notesSlide" Target="/ppt/notesSlides/notesSlide2.xml" Id="Rb3834b9d38704c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9e54294a94191" /><Relationship Type="http://schemas.openxmlformats.org/officeDocument/2006/relationships/notesSlide" Target="/ppt/notesSlides/notesSlide3.xml" Id="R82cdb4010959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a3875a0494204" /><Relationship Type="http://schemas.openxmlformats.org/officeDocument/2006/relationships/notesSlide" Target="/ppt/notesSlides/notesSlide4.xml" Id="R12d8cc4a93e74b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c5ccf0df44824" /><Relationship Type="http://schemas.openxmlformats.org/officeDocument/2006/relationships/notesSlide" Target="/ppt/notesSlides/notesSlide5.xml" Id="R9217b87c7c1044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17652029b4530" /><Relationship Type="http://schemas.openxmlformats.org/officeDocument/2006/relationships/notesSlide" Target="/ppt/notesSlides/notesSlide6.xml" Id="Ra32ef1e6a46a46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44758949649a4" /><Relationship Type="http://schemas.openxmlformats.org/officeDocument/2006/relationships/notesSlide" Target="/ppt/notesSlides/notesSlide7.xml" Id="Rcc99041e58024c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8a0f066ac4a60" /><Relationship Type="http://schemas.openxmlformats.org/officeDocument/2006/relationships/notesSlide" Target="/ppt/notesSlides/notesSlide8.xml" Id="R3a4ced1ceb0544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9d6a40dcf47a1" /><Relationship Type="http://schemas.openxmlformats.org/officeDocument/2006/relationships/notesSlide" Target="/ppt/notesSlides/notesSlide9.xml" Id="R210c93b3057f4c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36e0b77734bb1" /><Relationship Type="http://schemas.openxmlformats.org/officeDocument/2006/relationships/notesSlide" Target="/ppt/notesSlides/notesSlide10.xml" Id="R858a06f344ea43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3709013784938" /><Relationship Type="http://schemas.openxmlformats.org/officeDocument/2006/relationships/notesSlide" Target="/ppt/notesSlides/notesSlide11.xml" Id="Rc5baa98c32e048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35cc1ed504c6a" /><Relationship Type="http://schemas.openxmlformats.org/officeDocument/2006/relationships/notesSlide" Target="/ppt/notesSlides/notesSlide12.xml" Id="R4f22ec40b2b241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e2b6876e84d25" /><Relationship Type="http://schemas.openxmlformats.org/officeDocument/2006/relationships/notesSlide" Target="/ppt/notesSlides/notesSlide13.xml" Id="Rcd7dc5653be248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36706d4294da1" /><Relationship Type="http://schemas.openxmlformats.org/officeDocument/2006/relationships/notesSlide" Target="/ppt/notesSlides/notesSlide14.xml" Id="Rfe2a226f729b4d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e0a25d37f4d80" /><Relationship Type="http://schemas.openxmlformats.org/officeDocument/2006/relationships/notesSlide" Target="/ppt/notesSlides/notesSlide15.xml" Id="R80971b0010494d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6e1e85b054315" /><Relationship Type="http://schemas.openxmlformats.org/officeDocument/2006/relationships/notesSlide" Target="/ppt/notesSlides/notesSlide16.xml" Id="Rece34728ec244a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593197e274c05" /><Relationship Type="http://schemas.openxmlformats.org/officeDocument/2006/relationships/notesSlide" Target="/ppt/notesSlides/notesSlide17.xml" Id="R6e7e662b97c345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3accb254244d7" /><Relationship Type="http://schemas.openxmlformats.org/officeDocument/2006/relationships/notesSlide" Target="/ppt/notesSlides/notesSlide18.xml" Id="R2a2875ce0bda40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80cfb0caa4069" /><Relationship Type="http://schemas.openxmlformats.org/officeDocument/2006/relationships/notesSlide" Target="/ppt/notesSlides/notesSlide19.xml" Id="R031142befd3344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38a8c07834c62" /><Relationship Type="http://schemas.openxmlformats.org/officeDocument/2006/relationships/notesSlide" Target="/ppt/notesSlides/notesSlide20.xml" Id="R0ac657cb1eb549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f20ac4c0d485b" /><Relationship Type="http://schemas.openxmlformats.org/officeDocument/2006/relationships/notesSlide" Target="/ppt/notesSlides/notesSlide21.xml" Id="R05017075609249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a1b2d1d6c48d0" /><Relationship Type="http://schemas.openxmlformats.org/officeDocument/2006/relationships/notesSlide" Target="/ppt/notesSlides/notesSlide22.xml" Id="R8041220d252c46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ab7ff9b14ce4" /><Relationship Type="http://schemas.openxmlformats.org/officeDocument/2006/relationships/notesSlide" Target="/ppt/notesSlides/notesSlide23.xml" Id="R7567140cb9e24f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8b66b0c684414" /><Relationship Type="http://schemas.openxmlformats.org/officeDocument/2006/relationships/notesSlide" Target="/ppt/notesSlides/notesSlide24.xml" Id="Rcf62e6f4d97c4b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030ec64c541e3" /><Relationship Type="http://schemas.openxmlformats.org/officeDocument/2006/relationships/notesSlide" Target="/ppt/notesSlides/notesSlide25.xml" Id="R4f29266288ac4e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1f430c09e49d8" /><Relationship Type="http://schemas.openxmlformats.org/officeDocument/2006/relationships/notesSlide" Target="/ppt/notesSlides/notesSlide26.xml" Id="R8c02e11399ce405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9313e1e294a25" /><Relationship Type="http://schemas.openxmlformats.org/officeDocument/2006/relationships/notesSlide" Target="/ppt/notesSlides/notesSlide27.xml" Id="Rbaa491cbb41c453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04507c1bc4dcd" /><Relationship Type="http://schemas.openxmlformats.org/officeDocument/2006/relationships/notesSlide" Target="/ppt/notesSlides/notesSlide28.xml" Id="R048c08af1a644d9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163a5091d46f2" /><Relationship Type="http://schemas.openxmlformats.org/officeDocument/2006/relationships/notesSlide" Target="/ppt/notesSlides/notesSlide29.xml" Id="Rf3351582395d42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1426698834755" /><Relationship Type="http://schemas.openxmlformats.org/officeDocument/2006/relationships/notesSlide" Target="/ppt/notesSlides/notesSlide30.xml" Id="Rbde7eeab3ee64e6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bb9e0dd3a4349" /><Relationship Type="http://schemas.openxmlformats.org/officeDocument/2006/relationships/notesSlide" Target="/ppt/notesSlides/notesSlide31.xml" Id="R97ba03dc310f476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a80b228674d2b" /><Relationship Type="http://schemas.openxmlformats.org/officeDocument/2006/relationships/notesSlide" Target="/ppt/notesSlides/notesSlide32.xml" Id="R506dc7a5ac8644d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3180600864191" /><Relationship Type="http://schemas.openxmlformats.org/officeDocument/2006/relationships/notesSlide" Target="/ppt/notesSlides/notesSlide33.xml" Id="Rf46d56d4b1e3422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3fb5987904df4" /><Relationship Type="http://schemas.openxmlformats.org/officeDocument/2006/relationships/notesSlide" Target="/ppt/notesSlides/notesSlide34.xml" Id="Rc28521c8dd714c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5ab19d1cd4ca9" /><Relationship Type="http://schemas.openxmlformats.org/officeDocument/2006/relationships/notesSlide" Target="/ppt/notesSlides/notesSlide35.xml" Id="R5b5b7d4c489e4d0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89f3930d3430b" /><Relationship Type="http://schemas.openxmlformats.org/officeDocument/2006/relationships/notesSlide" Target="/ppt/notesSlides/notesSlide36.xml" Id="R79b9d22b40e04ec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4c94954f34112" /><Relationship Type="http://schemas.openxmlformats.org/officeDocument/2006/relationships/notesSlide" Target="/ppt/notesSlides/notesSlide37.xml" Id="R03df5e2f3703492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c26100f2945d2" /><Relationship Type="http://schemas.openxmlformats.org/officeDocument/2006/relationships/notesSlide" Target="/ppt/notesSlides/notesSlide38.xml" Id="R263f13ad96e840e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ffecadbc24479" /><Relationship Type="http://schemas.openxmlformats.org/officeDocument/2006/relationships/notesSlide" Target="/ppt/notesSlides/notesSlide39.xml" Id="R2f538ac4cc904fb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8a6549aa04882" /><Relationship Type="http://schemas.openxmlformats.org/officeDocument/2006/relationships/notesSlide" Target="/ppt/notesSlides/notesSlide40.xml" Id="R5cc54fe6758140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16577-5A88-4903-8C06-7B369AA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82484-3D86-4367-9DBF-BAB7E4BE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൞ಂൟ ౳ ಕ ವ౲౾ ౨ಗಳ ಪคಚಯ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65C45-16C6-4C9A-B183-BA017BF1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Samskrutika Kannada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1BKSK109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D536F-96C6-4658-99A3-C61A4011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51997-C22B-444C-A415-F7FEBD0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DBDA7-6D6C-46C7-81F6-0807FDF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16F79-1BAC-4768-B845-ACCEFB27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44314-1F12-47A1-832D-83B01E02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ABF20-630F-40AD-9452-302FA96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6B70F-34F0-4E91-81B2-75C750B6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B9845-55FF-4EC6-9C3E-11785DB1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CEBFB-5FCF-42BB-92A0-14F6D658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BE44D-1F97-49D3-8D78-DD38394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7907113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68287-0AB6-42C2-B40C-20A9CE70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CA3A3-C2BA-4FA7-862A-74D5A780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1B09D-0224-45A1-B602-B85F0F5A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4C964-0BE7-4AEA-B567-3ECB2132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FA1AE-3B2C-40E9-8A51-ABB6B000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F45BB-F7B8-45A2-9079-83218D3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B11EE-022B-45B6-B9EA-02A87EA8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510F7-0FF3-4F2E-A2FB-3F8E2C4D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87C83-CD21-42F3-A865-82BEEDD1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CF6AD-EB26-4033-AF3A-0A019BC3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03A2F-A74E-4651-869E-2072CABF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FE7E6-8F39-4889-A013-42759BAD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20E5F-4C4F-4BD2-9DE9-6870EAF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7BEB3-F172-4C6E-ABC3-32D8A30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CE22D-DAE4-478C-BE73-39837EC5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91620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8E801-021D-46D0-97F9-1C243477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F30CF-B629-4C22-9310-18B0C702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DB411-2256-4597-AB62-0A2F2F66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23F09-B0BB-49D3-B7D0-EDD92E1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4E9C7-69C5-4149-98FF-34BA09A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4DFDC-B01C-4DB5-9F39-EAE4144D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0868D-AEF4-49E1-8012-685C2B76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786C5-0E30-462D-97E0-E4FE73AD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202BB-8379-47CD-B59E-C5DFC8D8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൞ಂൟ ౳ ಕ ವ౲౾ ౨ಗಳ ಪคಚಯ (03 hours of pedagogy) 1. റ. ಸฑ. ಎಂ....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1F439-0AD9-4BBC-A141-A797EA58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2341F-882F-4373-93E4-0CA7FCAC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237379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E6574-17DB-4BB7-ADC2-898CCFA5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7B6C7-067D-45AC-B3E7-C47B1C66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E9C24-2CAD-44FA-BEA6-409CB295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7FEC3-0BAF-4380-94A4-90C44E5D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AEC85-5BB9-4FCF-A2D2-223FE6B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A9D0D-DFB1-415F-9488-9D5F206B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AA5D3-893C-40B1-99C2-8637D65F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E4ACC-7B5B-445F-8FB1-D622F31F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൞ಂൟ ౳ ಕ ವ౲౾ ౨ಗಳ ಪคಚಯ (03 hours of pedagogy) 1. റ. ಸฑ. ಎಂ....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6EC3B-D767-4A3A-8C70-0627A5D4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EFD7F-94A9-4F05-BD1C-8196F4FD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0AF62-D444-4583-B00A-1C696BED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75328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3B4C6-3C9D-4374-999D-19723C4C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C3E17-A9EB-4A8F-93E7-D9E7B8C3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F2172-2613-4690-B768-B4EED1C7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C9336-5760-46E9-9583-3E3A49F5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39E3F-BFC5-4F9F-A081-B92AF929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pedagogy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98117-9512-4493-9150-26CD9FEF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3F3E0-BE03-429F-8045-A1ADCADD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810504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752BA-1DBB-4BB3-86BE-F22705FC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18019-030A-4141-A7C8-40BE2313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2D2BB-0592-4F62-B3DE-C6A2322C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22087-BECD-455F-8134-258E9251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3D0C1-EDFA-4528-839E-1D90F94A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൞ಂൟ ౳ ಕ ವ౲౾ ౨ಗಳ ಪคಚಯ (03 hours of pedagogy) 1. റ. ಸฑ. ಎಂ. เ๔ ౷ ೕ ಶ౷ರ ಯ౲ : ವ౲౾ ౨ ಮൡ ౨ ಐൟಹ౲ - ಎ. ಎඨ. ෩ൟბฃํ 2. ಕರಀ...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616B4-9951-4EA7-85EC-9123ECBF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൞ಂൟ ౳ ಕ ವ౲౾ ౨ಗಳ ಪคಚಯ (03 hours of pedagog...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AD309-AF24-4920-B276-F31B6FAD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53A19-6437-4DCD-92ED-EE60D919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50A5E-7EDA-4A4F-A868-767819E9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C7EF0-7F54-447C-979D-B80DE91E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E3120-A4B5-4100-B994-B3E43FA6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7E467-EFE3-435D-89B3-FC25A317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D0C45-C979-4E88-ADE0-42F1610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AB000-57E9-4265-BB4F-FC204F35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AA7AD-2844-4362-BC98-3CC1E93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488F4-6E04-4B64-924C-0A6D7D44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588950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6D1E9-BC29-49E7-B6E8-AD2059A9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CBF64-4BE0-4DDB-8AD9-0794F79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2C37F-1828-409F-BA96-5CA4D6D1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DB3FA-FA6F-44E2-93CE-DA6CCC4B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76867-323D-48F8-A7FA-1E9C846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B7500-186A-4549-9304-320B7332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9F8A2-71B7-4802-A9FB-B7A05609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67A7B-3E3D-4C02-8681-9869F0A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C33F5-F31A-44AB-A208-0928EB43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൞ಂൟ ౳ ಕ ವ౲౾ ౨ಗಳ ಪค...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C7A10-B24B-42DF-A6C7-85740738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ABCAC-1F30-4CF8-9491-F1B2DD30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20E16-5186-4DCD-8A68-7B61C319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൞ಂൟ ౳ ಕ ವ౲౾ ౨ಗ...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71BEB-6E20-4154-8741-2409DE09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A7CD5-17A4-4171-93AC-6300844B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ECE0F-F050-4E0D-95C3-A87F91A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൞ಂൟ ౳ ಕ ವ౲౾ ౨ಗಳ ಪค...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D5732-BC4D-49B6-B874-631724F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29625-2E92-405E-9900-57B65C14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F7F4D-0957-489A-BFED-CF0A411A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൞ಂൟ ౳ ಕ ವ౲౾ ౨ಗಳ ಪ...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2D568-B46C-458B-805E-EB281E10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35395-FB75-4B34-86EF-18C27FB7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E0EF9-2FAE-472C-AEAC-1E251976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൞ಂൟ ౳ ಕ ವ౲౾ ౨ಗಳ...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3F285-5016-461D-883F-84A8925E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6FC2A-552E-4F4A-B659-7023CE31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39460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47F51-2696-4B99-8E9A-B9181C8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32580-9CF4-4EC1-9F2D-347FF28B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0BA5F-9A5A-4DBD-B477-CF07EBAA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CBC4A-D44D-4CF2-BEFC-9B12D534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D4C7D-4FF8-49A5-AABD-4C735B9A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D53FD-37C2-4DFA-9F80-88336A27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BACBE-8C09-439E-9D3E-E30A8409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52886-B04D-4EE9-879E-ED44C71F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B8FCE-B0A8-49FF-A30A-F580255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AA22E-97D0-4690-B9BF-44740432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CFC76-4EBC-4F5D-BAFC-F3D11262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3C91B-0802-4791-ABBE-73781E6B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60D64-25D9-4D31-987C-5031BABB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BAE47-4FE4-4AA1-9ACA-A31BA07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64802-91AD-4632-9825-002046FF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026569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ECCD3-0F7B-4850-8481-8E7B522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2AEF5-2BC9-4FF9-A019-28A93FB0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02A5F-A652-424E-8CB5-2F3AA3F1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17249-08B5-4D1A-BAAA-7DFECA4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D8B32-1396-45FC-AA58-92095138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B2CDF-F51B-4600-AB5A-2291724C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൞ಂൟ ౳ ಕ ವ౲౾ ౨ಗಳ ಪคಚಯ (03 hours of pedagogy) 1. റ. ಸฑ. ಎಂ....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2F0E1-7316-44DC-AB52-4BD2219B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2C2E4-582A-4173-A2B1-4A494EFF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9A85F-60EF-468A-B1B6-D79AEE94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B9009-E180-450C-8334-E3D044B2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869CC-DA4D-459E-BB95-82EBA29D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4932573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CBB1D-5FE2-4F53-BB64-FA4B4287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2488C-5ED3-4C76-9567-EE67080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16BC9-2C50-4AF3-A25A-A4AA6635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99C71-B607-4841-B570-6985C6D1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7C692-CAFA-4338-AE53-644AA69A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4C56D-082D-4A2F-852A-2FA09EB7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0133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24036-CA2F-4041-8E79-B0222DA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FF700-4301-472F-98B6-481E943B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B3DFF-9867-4742-81F1-7712428D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6BE88-528E-4837-AFD3-AC60A557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C15BE-0E3F-49B8-90A8-5818B9E8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pedagogy: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68375-928F-4CF1-9126-3E51C94F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23873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64D2C-8AF3-426D-A1AB-9E32DD2E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7D11B-B61A-4008-92AA-2313B7A0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4FF0-2A2F-4051-B37B-8CD3A38D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74BA8-686B-43B6-8104-D7A91140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DE526-F124-4315-A610-E39BCE83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44478-2D09-43DC-BC83-05862E10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1118359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4E071-E83B-4D40-9107-6FB5EBE8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60B86-8142-4DE9-AED4-A1FA6940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FA0C0-5CBE-40E4-BE4F-23E30541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7B554-E8DD-4E62-9F05-2F556A25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7734D-A4AD-4852-885F-F2E84177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C72F8-76E2-4528-8DB4-01C119C2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6222105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04A6E-68D6-429F-B612-C950673A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63611-23D6-4D7B-855D-1800746B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ED9CC-F743-4074-A1CF-7D4E2AE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21CE5-E1A9-4551-B37A-572C6E09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F6C6-7A8D-4E65-879E-845EB763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൞ಂൟ ౳ ಕ ವ౲౾ ౨ಗಳ ಪคಚಯ (03 hours of pedagogy) 1. റ. ಸฑ. ಎಂ. เ๔ ౷ ೕ ಶ౷ರ ಯ౲...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2A735-2CB4-4DEB-A12F-A5026AC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F0F6A-3CD3-472A-8F4C-513A9EA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97DAF-A284-4F42-9F91-F40CE3F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566114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EFD5D3-EBD7-4683-8575-BFA6E84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CA238-B4AD-4295-957D-2D903DA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BA289-A73F-47B3-9AF2-B1AE2A10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E3DCD-9CEA-4287-A07E-08791658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B5E8E-B0EA-4BA5-8A17-910175B3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0F864-6B91-4B67-AF32-F770C286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44A77-3AA7-4AD6-A67D-DC869E9A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CC096-661F-4902-8860-C2707879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A8CE0-742A-4AD7-9756-C0BD853D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C8CC5-92E5-41A4-A5C0-53C468D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0FAD8-EC18-4DA4-B895-C87F3CCE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D7F8B-67D7-4E38-BF1F-C45AEC12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66FFD-3E61-460E-B01A-F79BE8B0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D79F6-AEC1-4E94-9B35-254534F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34C7B-7533-4E18-99DD-984140C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EB406-373A-4CD5-A14C-D0F1A6CD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55129-8829-43F6-80BC-964636D3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DC896-CE1E-45D3-9EDF-4009EE9F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B5617-D491-4CA2-B4EC-FF769E2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A8069-8852-4FC1-BFDD-72D7109D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DBBEB-3931-4172-8188-E0757D9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2F907-FF2A-482B-8B36-CBE3067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84917-080D-42F1-9224-72C76A8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7FCB9-FF81-428B-A59A-F7F98F06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AF3DE5-D1A6-42A5-B734-4B2DB84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6C6CC-A7FB-40BA-99FA-B30CFF3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8EC68-DB82-40E2-A7A9-16B737BD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DD2DBA-68DB-4BBD-9D6D-3D593E92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F6A9BD-0BED-4D2C-9608-9A158C4F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BC979E-875E-4E02-A770-88F3FD70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0AA79E-1BAF-4E07-83F6-BF1148E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FF132-B737-4571-BD4C-7D0B6B25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6617882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89DF6-8122-429E-987C-51EACD7D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30729-2939-4A96-995E-2580CAB7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C2DCB-55B3-469A-A05A-0E4739ED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89237-506A-4DCA-A286-495D2846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445B5-E236-4816-BC88-41A69E1C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D32DD-2BF8-4C5B-A9FC-06CBDAC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9793D-9976-4BE1-AE3E-37A8C0CE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8CAC7-2E03-4900-8092-97BF43DE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34E55-F3FC-4911-B185-65F91D70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4797F-8C7F-4F4E-BF89-DA986018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964D0-27F1-4C02-B46F-0899DFDE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AA75F-1247-459A-A308-4B10D39E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50F54-8A3B-49E1-8DC0-363FC14C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6A31A-EBA0-45B3-94A7-2430D36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3F561-7930-4642-AEE9-2BB98022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35A8C-6CD9-42C7-B3C5-6ECD7E2D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63288-774F-419F-A3D6-785129A8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40AA2-F6EB-4F77-B20A-FAD15D5B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CA28D-2CC7-4C42-82E1-E3309136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86D6F-8E74-4242-B90B-D6914DE8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C6F1F-FBE7-44F1-ADA2-F2D82652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F0427-5977-4BAA-A659-C79863FE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1DD4A2-5CAC-46B6-B791-B50230FC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7895C-EDBC-4552-B701-27B97D2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7E729-DFC1-4470-AB65-973228F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5E2D2-D45C-480A-99A3-5BF67C7C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3BF825-7649-450F-ACFE-87BF5985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09E90-4671-4AB2-BCF0-37191D96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C1C77-FD01-4BE4-AB1A-C7B6B9F3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5A1BBA-F936-470E-92F8-C05DE47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074C7-C7A6-4B40-91F6-EE6F65AE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6DBF48-E608-45A7-A5CB-7E275A88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195618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07E265-7046-4025-8F35-D891308B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28A08-C09B-4A9C-9A68-97CCA5BA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0F326-F351-4801-8DD9-59056963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CF8FC-E653-453B-BB0F-8C0B58CF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DD58E-D074-4BBC-8AF6-8EFA11E3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7A875-B6E3-43B0-91D4-993035CD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7ECA3-0CB9-4E8E-9C68-05E2DB1F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C69C6-8740-418A-AED5-4C613F91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5C8DA-688E-46E9-B7D3-D08787FD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4EBE4-7434-4644-A0E5-5EE6FE5A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B7769-F650-4DD9-934C-A12375AF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13961-319F-48D9-BFC8-B62A8394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DECE38-E824-4A72-85DB-7904B40A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54762-7B2B-45D4-81D7-8B1F29FA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29873-10B4-4209-B777-4567C05B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5EF55-B783-49CD-845A-2F8E2895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1922F-7470-4D1D-B02F-372A559F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3F619-B050-445D-ACF7-CCD8F073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0CD73-6F54-408B-9FA1-A7291571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FBF7D-7A60-46B4-BBDA-C0358E44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5388D-0655-4502-AE88-37C81585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519A2-D47F-4138-BE0B-8BB887E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9A2A0-44F1-4656-8680-BAFCBC6E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6CC58-667A-4A41-AA46-91CD0A6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27FE7-5023-42B0-8D50-0643125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24125-BB82-4CDE-B5F4-2B38F91B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96B247-7B46-415B-B7C9-022F4AC0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80CBC-3B35-4F8A-B696-4096C27F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137536-232C-4BED-880B-B5C8A3C6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50B0CF-B597-48EF-9648-5C588FAC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812CDE-903E-4404-83BB-C8DBF146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3191A-3919-4C93-AB39-C98F1228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12508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A0219-74B5-466D-B190-9A78B200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D0DE7-6C51-44BC-A327-5F3E1B7F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3222F-D03E-405C-88A3-25F041A9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84993-2A78-4806-A30E-170E1C5F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62977-03A5-401B-A698-45B0A977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F82B8-F66D-4B5C-9F66-B0C4374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B525B-7DB4-4066-9E3E-5DC81959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4DC5B-4309-40C5-BD32-4DB1CD57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6048-1C4C-41EB-B77F-B01533F5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69C80-A1A2-461E-8EE4-F3975B2E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A0776-0D63-410C-8DC8-9462ABFB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E14A9-D268-4829-B10F-C78D4B8E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8F3D9-4218-4BA8-89FC-EF83327F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2E1A8-96F4-4D1A-851B-4091A2AD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DA477-CF89-4A3F-96F9-2A52CF7C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9C59C-6855-420B-8BFB-ABDC661D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0FCFE-826E-47D4-BBFA-70F2A02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73BFA-DF47-41EB-8639-67ABA9E4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B4BC1-235E-48B0-865D-9F2A5155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1637F-9116-4E4A-B69E-D60266C5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79F97-E959-4AE5-9C06-034A42FD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5C4C6-01C2-4F07-89D4-DDF7D40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390EC-A6AF-4772-8059-44F3F9D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9A04D-B638-477C-BB29-907719EE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0E58C7-0B32-47BC-9F9F-EE99D637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2C548A-A406-466B-AF40-4FCC477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F8921-FBE3-44F4-B7B1-C5C1A35F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9DD103-854B-4E75-8387-062D14E1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322C6-0D8D-402A-A78A-B4487D09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4A3D6-08C8-4D24-8082-70D7492A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103C0-84B4-41D5-89BD-2C5D6396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7D5FDB-4617-4F87-A557-64BB3973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4774592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B45FF8-F53A-48E9-8076-ABBF5112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C997F-4BF7-4097-BA88-2181E979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7A1D0-24A5-463F-B831-4FA1BE8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6E9EA-622E-4D17-AD32-690A544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6ABBA-9ABE-4DE0-8EA0-E8814F2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ED949-71B1-4858-B375-1566328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E616E-07AA-4E1B-B573-E2C6E33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3647C-8657-4550-BEB4-54E73D28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2D67E-39D1-447E-AFC8-93FE27CC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EB6AE-0266-47E3-97EB-79EAA79F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B128C-79EF-499B-8F11-ECC22A99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C8F86-C40F-492F-A6A4-6863619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E40C0-2FE8-499F-83D1-8A1B9BB5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1411B-5C3B-4949-9FCF-FBE8B06D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ADBEC-E77E-4AC8-B3EB-34E05169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9CFA1-72F5-46BB-BE3B-C86D2BDE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F67CB-DE93-4025-9651-AE05729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E3A36-BD9E-4448-863D-99CF3362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261F2-5536-44F1-878C-C53BE5EA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2264B-1361-4B01-9CFB-DEAAABE4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DA9B29-2FAD-43F9-8ED7-FA8DEC80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54134-DB97-4FD9-A311-AC896DC1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7AE06-6523-4E9B-8B40-8426523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36ED8-858A-4FC4-A72B-E717939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09236-EC72-47A4-84E3-E579ACED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D2A251-BF15-494C-99F1-51D6EE0E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AA6C1-1AD6-48B2-9350-4215B5A1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02AAA-8DAC-4F6A-9688-A1694B99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BD537-A348-4175-B987-87C3663B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2EA712-5098-4192-BE0D-7404CE5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B00F5-7264-4EC6-84EB-77311870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10D9BD-7F96-40E1-9EBF-850CD451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0683705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61061A-1057-4F01-BB5D-335AEADD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F3761-390D-4E57-ABE6-A557006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E693F-CB65-43C2-911A-298EE3B9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D4939-D8AE-4B00-91D8-478E67F4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69064-73FC-4273-8570-923F04A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37632-4059-432C-BFE2-D14257E0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391CB-0F33-4E92-9D1A-AF2D7BBC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0263C-C164-4BA3-8787-D54EE283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11465-C8B1-46B4-ACDB-33A76EDC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E3178-9052-4F9A-907D-3BBDF29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9F68A-184C-464D-B01F-2C83E9AD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D6ADE-3AFB-4561-8A2B-3565D9D1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3EFB6-4975-413E-AE50-E05B2724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6B497-E331-433F-AC8E-A28ED60E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FE941-91D7-4A66-9D42-0288849D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F01EA-A24E-4C6B-97F4-C0E4CDC8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5A8C3-D6ED-4E19-954B-C12A3D63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6AB4A-6B87-4A3A-AB9B-D3A55C9A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11CB4-D82A-43DA-A930-6B2A4116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8ACD9-6E82-47D2-B9A4-9502C8A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D4405-29E1-4E8F-90F0-B3F96EC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2E17A-0B24-4B4B-9D4D-D1FB05CE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D3A88-AB70-445E-AFE2-227DED33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F54D4-B945-4685-84D5-E486CDCE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E6907-91C0-4DAE-9A29-E82D06B8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6D653-AFE3-4F36-BDA8-111DC4A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13406-C6B6-489F-959A-03C7A143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A9836-4534-4CA1-A437-5578E7BC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A59AA-142A-469A-A579-7F95004C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10E85E-2C01-48FB-9223-3C04D04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248C42-11DD-4C9E-9861-6AFC3490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0779EB-AB4E-45EB-8462-5626F84E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3597771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E67BC0-9E0C-42C4-96E5-D7A8E33F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6A714-291F-45A2-AF5E-40930E9E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DE9FD-A721-42CB-BE33-4484DF91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1341F-CB35-4B61-8820-B859F386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DF9EA-56A9-4A56-8B71-0BC3A56C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47CF9-8DDB-4813-A421-841CA4FC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29DEB-0454-44F0-916F-FA293E37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3607F-1884-4FD4-AB62-0C1CB8FF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D72BC-C923-4A77-AB9C-4660FDBD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48AAF-221A-447B-B9F8-77B7104F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CDA5A-58AD-447C-A090-658C8A5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3E9B5-EC18-4369-BCDD-95F522CD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E2690-52EB-49DD-8C15-EC292220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2C026-7B59-4668-A8C7-43F5F5A2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66B63-A46D-4009-844D-4AEC8828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0FA8E-7E6C-4C8E-977E-E76AEC9F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DE7CB-4B28-4B30-B047-A282F6AA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8A9FCB-CB4C-46EC-9A67-9A1A9E2E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F9128-F5FB-47B2-A2C1-8DAE2F3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75978-0A4A-46D8-B1CB-67E1129B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EF61B-E462-4BE6-8E6D-868FEEC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1933D-1CF1-45A8-AFAB-6FEBE3F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CB46B-FB61-4587-9FEB-AFBC0A5A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4D339-A4C8-414B-A927-B22E118F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E35E6-B9C9-447F-9041-1A851DA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8B026-67EB-4FA1-9370-B4A04B9F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7F021-3B04-4470-BAE1-B3682F70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C1DFC-39B2-4BFB-A3B4-85A7BEE0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55C3C5-741E-4E6E-B565-C53F3FAC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F8F84-ED56-4705-AF05-85F6966A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5F0E0F-215A-4FF9-A20B-BC2F27A8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E87E0A-A3B4-4886-A6E4-67335F8C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562827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A250D-7F35-4A9A-BC91-849F0B59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B453B-37D8-4560-9803-56CEFD35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72275-B09F-43FC-A387-3DACE08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E8125-449A-40C1-8F16-FE9E080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7B7BF-658B-484D-87F0-02CFA43C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7BDBF-C12A-454A-A312-99FC9308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CB091-7C52-43EA-9FF8-82368CC9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F45E7-4860-4E32-9D04-4F9DA42E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2A099-E599-4D2C-8A4C-14A5AB68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54C54-4AB0-4AF4-A6EB-AA1F6E93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37752-F9C4-46CF-8F86-6C6EAA9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B4615-DCCB-46AD-B8C5-CCE2EE53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09DDD-DABF-4E01-8F08-D2196A41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505AB-CC35-4A35-B2BC-4290F894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E335F-8E5E-498A-AAB3-0903D495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357F0-16C2-4253-B3E7-C6890A2D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8D1BC-3EBF-47F7-8A0A-D5AFC311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2A678-413E-4038-97FB-5538AA83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4CB29-587E-4EDC-8BCA-34472AEA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0EC957-1BAF-431E-AE90-C26F76E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04C81-BB45-4AD2-8556-686D9A2C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2300D-137C-4967-A080-88D1ACB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1862B-295E-4B84-8794-BCBDD1EC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36E32-2959-4BDA-A402-22E7E6CA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0DF6F-3D75-4724-AC2F-F46BCA9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F0B9C-B10F-4189-B51F-985F0C47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29636-39FD-4ED9-945F-3BE8407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08094-DB27-4803-9AE0-58ECC945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1647E-2D90-442E-A618-5EF14A71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389BE-F471-4F33-9889-A992B98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060A3-F564-4710-A7BE-1B17CC0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263B3-BAD9-4502-B22B-439A03ED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0557401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6CED5B-5927-42E2-991D-F6C0EB85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6A055-6B2E-4410-A491-B6B025B4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5C649-2D01-4A7E-A076-C995C8AC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1E8D5-C8FE-41D7-9F02-57CE36F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A3F1B-3719-4565-8CDE-AA2937C0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748D6-6CD8-4B85-B146-D615C144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30703-BD00-4787-8B2D-05DD37D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2EBDA-FF00-458A-85D7-70F1891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A9C50-B559-4931-AEC7-311C29CF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D09D8-DD63-48F1-ADA0-4870C8E4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1E975-0949-4446-92C6-559C9AEA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973C2-8E4C-4F09-95E4-458C5C23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2E7B9-5E39-42A4-BA9B-5B9A50A1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ADF6B-A99E-44E1-9E78-F0F6A786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EE523-B43B-45CE-BFBA-4112D060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BA512-A47B-4904-8662-A1785F1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0E0A9-F8AF-4FB7-B60D-EF4A2EC2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8C2ED-0591-43DE-BF52-24F45DD1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B8B38-439E-4CB5-9302-A697BB9E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7811D-5551-4720-8747-AA092683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62160-C439-4488-92B9-4F5B32E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A9936-8B7D-4A66-93AC-102F8DC0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3AEB3-B2D0-46F7-857B-B656C6A5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D40DE-30B6-448F-96A8-240B773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68F67-9187-4CCE-82DF-4D118A1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8FE6B-2C13-4F49-BCE5-DD7796A6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AB6C3-B05D-4B46-8261-22DD185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B152A2-93E7-4FD7-A1FD-4B7FE3AD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BAC42-7A23-4C35-B4A5-0AF2896B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9F695-8F7D-4679-A145-4F16224D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3E7C15-6775-4E58-925D-81957B72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22EEB-872B-47AE-8F0C-93F88152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397669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EBCBC-5431-491E-BDDB-6FF3B22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D2789-8127-4A0E-AFC7-74C0D2E8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A11D0-A952-4386-B172-A0B17006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4818F-242C-46D5-8F48-2ECB704D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159EC-EBEC-453E-9738-5417D3D4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C24E8-8ACD-465D-88D7-A340940A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3EC5C-D148-40C8-BADC-AEE684B4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B6A17-5BD8-46D1-AB34-DE4E067A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BC91A-44A2-4D19-B706-75ABC1A6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0A1C7-34E2-495D-9CD2-FB055BD7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64F9B-C56D-45DD-9119-F8FD994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A523A-6BDB-4715-B3ED-A4057C7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EF903-22E6-4BC3-B991-BF07381E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FD262-E05C-488B-A226-F7768FF2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3015C-6249-4010-8BCC-B0799544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03FE7-EF83-49DD-8334-850AC51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AFE59-EFCE-4916-95A6-F29647A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3C655-C0F1-4183-BCA2-360D1485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DE059-0D54-488C-860D-EF6C41CF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380E6-D2BC-414D-ADDF-FD74298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82999-8030-4783-93D4-C0985BD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C705D-C5D8-4BD1-A300-E41FC963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7276E-77C7-4E49-8085-42577898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F703C-8B4E-4C33-B5D7-C9CC237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5D30E-2BD2-4469-A6EC-64F131F8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E8677-4047-443A-BD83-820D2001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EC350-4E7D-498E-891E-075B29E6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3B32D-FF85-49A7-A0D0-716E529D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EF49F-BBFD-461B-9AA7-077E7189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2998BC-C6FD-4D58-B45D-CCDFD35E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E0E1FB-9442-49BD-B890-DA238544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CCFDD2-2CF5-421B-B08C-EAC7B469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279807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A020E8-6FCC-4C94-9F09-AC68E56B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0C470-C60F-4859-A50F-AA8C8E29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BB479-A49A-4293-B4DB-9C22BF77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51C57-C4D7-419D-B95F-CC07FB3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31F3C-D368-45B1-BEE0-23330E92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2313B-9835-48F2-94E6-6A1F3E03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759FC-DE98-4B90-9FDB-777C7A3F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20128-2CC0-41AC-8F27-7F47E480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35173-F66F-48EC-AB7A-7B5C570A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4DC3E-2957-4342-BB90-E6AED178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D0BDA-B1A8-4324-B782-02869EDA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20B91-BFB9-4C98-95C5-655577E6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E39ED-AD0F-4A52-A93B-3D8913F9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73ADC-9D9B-4048-B1D8-201F654E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C308-3FC0-448B-BE82-E1C697BC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07BD7-B40F-427E-99C9-4330A376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E7FEF-3185-46D9-B409-CE7770EF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BA4DD-9559-4C18-A80E-97DEE2DC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932F4-E8D4-4E41-9EE2-DDBC67D0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034B1-634D-45F0-942F-8BC76F1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1F531-0114-40E9-805B-3302F77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14DCD-8F43-498F-A090-C2B31F36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89E7F-69BB-4F3A-A0C4-E4E778DF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B9056-637C-4444-876D-879E4AC7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2BF10-7F90-4A9B-8B00-BE5E774F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AD27A-39D0-4E81-A2A4-EC954762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71C52-2ED1-4EA8-B3D0-4BF5DCEE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C1FB95-B3D2-4A27-93B2-1CAADBAC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F7641-BA7F-4649-9787-1E208600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29BA71-F334-49CD-B8E4-0B98EEBA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9B39AD-09E3-47A1-BEEA-0AD6835D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41D7AD-4DA8-404E-B331-7A603B3C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475592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79B55-AD7B-420C-B008-D5F2801D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8E426-84C8-48F4-AA9E-6AFBE7DD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63CB-0C76-4EC7-9AE4-43835EAD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927BE-3FD4-436D-BA0F-60CC3DD7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7D758-E615-46F8-918F-8A44BBB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5BF82-7EEC-4E74-B827-77FC3614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3060D-C4D8-4897-A7EC-321B253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1D26B-0C4E-4826-83BF-5954205E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64CB0-B63A-4E2F-ADC5-FC7D825D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40290-4DA7-4723-A2AB-39A918CA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8E590-E694-4D05-A852-741BDEF6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8186F-BF7C-4B83-BBBD-B4280B8A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8F900-217A-4766-8E6B-6E34C6B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50A33-1336-43F3-9F05-D7045EF3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7467E-8A87-4997-8595-DB1F296A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E065F-8B99-471C-9F12-2E12D413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AB766-A052-4947-8743-B7F04F09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37FF4-47FE-4FA0-9F75-0D20CBBD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B63BE-4ABE-40DA-910F-DD29FFB5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C1C7D-DD96-4492-9133-EE5BC7C8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5D806-2965-4618-BBA5-2FC64399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B13FF-F83D-4151-AC26-25AEED59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AB8E5-BFBE-4D98-8F2F-A8EE297D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AC543-8B86-4566-967E-BFB5CCD5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7E0D0-2CA7-4B37-BFBF-4A006A55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3895A-C9C6-4AB3-BF17-0F75FCF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C59BD8-A470-4061-AF06-5BA69DEC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DB7F39-83C7-4650-86EC-97F2D8AA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13A3A-C919-485D-AC99-C7A1DE39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2DA03-84CC-4396-9A7D-8AA2C9E0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3EBB3-5B93-4FFB-9A26-D9EBE9AF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D088DC-1FC8-430E-AF09-EB9FE743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777587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EB52F1-97DD-481E-A620-AFB92780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0BB7B-DD2E-40DC-ABC5-AF3D4328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3B314-7F27-4D7B-8565-17B1C231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6A49B-635C-4262-9BDE-E744A6AB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9E627-B1E9-480F-8F05-FE83408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4C99C-D1B7-462A-90B5-3E1B9280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AEEBB-B3BA-4A96-AE47-180715AC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0690E-1A78-4015-A47B-685C132D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69678-1D0C-415D-9E85-566119D1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2B2F1-9CAD-45E4-A90B-40F6B41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9657D-B4FF-4320-8C1C-6959877E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683A0-3AE5-4477-8DF3-CA47F3A8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7E651-5937-4A75-A2B0-1E35B6F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23F60-D956-48A7-BF3A-2F6BAAD3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20246-BB41-43CC-9373-2EA07517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A7666-2127-4B1D-8EBA-22CD9C05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F896B-9550-4A0E-9A3D-EC40F435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78263-7BC7-483B-AFC1-31065F03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AEECE-22F5-46F8-AB75-3CD518C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D23F7-4561-40B4-9420-81380DE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152B6-B514-4268-9338-930781B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94C1A-D959-496D-8E93-D96025CC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14C8C-AE40-4312-87B8-2BCBF68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C4A8C-C853-4FFA-8A7C-F3BA3933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5937C-3747-4D1D-BC1B-7B589AA8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62C52F-B2ED-4A0C-B7B1-A5D4CDBD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0A066-C49E-40E6-8796-EFFDBC20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59E50-19EF-4BAE-A7A1-EBEEB0A0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23F4F-D386-4CD8-8114-A27744B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654922-6693-423B-88F1-51F564C7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C694AD-CF13-4C65-9D2C-6E34E8DF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CBA9C-9577-4CAA-AD84-13E368CE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0319980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739090-FC84-4A44-A762-992F845F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254CA-0009-4108-9834-C93CC485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6F361-077D-4302-85E0-CEC7B5FF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09756-37BA-47B4-B964-74651C3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270B0-BBB6-4DCD-B7EC-E6615F3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6CD5B-FE36-44FB-B54C-7EFFD530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7F888-0B69-4A14-AA1D-F355154A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71F42-E6E4-422F-809A-5FCD2040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462F0-C771-4A5E-9915-98B10545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3350D-CE5A-4299-9712-DD42D1EE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CD1CD-73BE-40D6-8C13-D3EC8CFF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4D43D-865B-4423-928C-D3BAE496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87E6E-4B4C-4F16-AC2C-2D265BBD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7011C-CC67-45D4-8064-FF1F4BD2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3EFE6-95CB-4394-8279-C6B64A1E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F7939-F2AB-47EE-A93C-2CEDEF3B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26C3A-B889-4CEF-8356-F86AA191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E85D6-5436-4CF9-B8C4-E98247E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6340A-993E-42EE-A563-0358FCD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CA3D0-7D00-4995-8DC1-D86142BF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AED02-7408-4DE7-80AB-0F8B6166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606D0-D1D3-462C-9349-1689DD6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386EA-22A0-4A1E-8687-E22C09E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73FD7-5AAC-48EB-872C-067A4E5E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E52D5-CFB5-4CA7-9BC4-79F3BBF2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4F153-F03D-4CBC-8A97-0EBF390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62482-3044-45DB-AC36-B8F84DE8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833589-E467-4054-A478-2630C714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267F8-ECC6-497F-B3F5-7DD62742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109531-7BB6-4C85-BAC6-525A778A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5324A2-207C-49B0-BFF8-9D181FB6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1808F-E064-4658-B57C-2E018D4A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7675669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1147C7-49C4-4FAE-BF41-3D2F1FCE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E1213-4B3D-4C57-A949-A60B0459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7285E-0175-44D0-B004-27F4747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636FA-1544-481D-B51D-D2BF23D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8FB3D-743E-4FBE-B0ED-45B21C20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7149F-B7BB-40F3-ADD6-FDACBBC8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BA9DD-3365-4265-B556-575E0ACB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40E22-3FD4-4A07-A068-960210F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23378-8B96-4A39-A01C-767489B6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AD675-F5E6-441D-BE8D-80B2615C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D5D88-B3F4-436F-9C69-94E88638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CBD59-3EC6-48E1-936B-4856A81F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C8DF7-D1DD-4153-982E-ABFDBBD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6AA39-5657-4527-B67F-E6F69433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D1FDD-D684-457D-914B-3126D5C7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86010-140C-4945-B85B-28AE3586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B3B46-4EC3-4BF2-B2FA-49A79115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CEA34-A597-41D8-88E4-F25FDBAF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F2115-9D15-4FAB-82B0-DC76BEF5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ED3A5-A64F-426D-BBC2-D252BFEF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E9E95-F14B-44EB-93B8-6F29857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F353D-B0C9-4AEB-B74F-91E7D77D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E55875-D40D-4158-B370-0E9505FD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FE951-A1AB-4679-BBB2-6699F4FC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2241DF-685B-4813-926B-F8CA32BF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4D142-60DA-4292-83A3-1E564CCE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CC4A10-E4A1-4C04-9017-7B155149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318502-26CB-4320-A6A5-B9973DE2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3EFCE1-286F-4D4C-B3F9-E8799489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396BE-5BE4-4C10-92AF-02BE26A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8E20CB-C752-49E3-8760-5357BB02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1FDBD4-342A-4170-AC9F-F80F12D9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3139626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A86884-2007-4025-A5E5-B035AB85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37B46-3EAB-44FC-A11F-2A4D2FC3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7B8C3-B829-4D5A-9A96-FA89C8E5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1D535-F5AB-40CA-B7F6-0D9DDDC7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007A1-C937-4652-A1F1-8632CFFF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88E8D-A633-4B89-96FD-DAB95FEE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CC38D-69DD-4780-8A90-50EEFDA2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EB6D6-8A23-4A2D-B666-BF94FC1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F8D09-3C54-4422-9B4A-F8317989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D171B-CB96-4887-9F52-003961F3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349E3-0CA3-4FAC-84AF-F9B6641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867B7-27B4-49F5-8480-8C7EAE2C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964F2-81DD-4A3E-84FA-F662F11C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70135-6279-4E80-A834-ED50FFBA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39571-703A-4EBB-875F-AC1EBF7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8E25A-5B61-4D47-A15A-ED7DEE00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5CF95-4735-488D-BEBF-3305E02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9F250-0220-49BB-BB56-C8F8510B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D1411-7895-4EA2-86DB-0437B746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E9B85-D410-4F63-A4F6-AE0E2761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B006E-DBB1-4C24-B42E-23E9AB00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B251E-1CEE-47CD-8254-95B5440A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48BD3-4314-4816-A635-FAC74A48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B840CE-7160-482C-AADA-42175E09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C8399-421F-44FC-A79B-C3FC60D9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07BB9-DF08-4830-A9B0-B287010C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7A4FF-3A50-4602-A38A-E0A89CD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05CFE6-CCB9-40EB-B101-1DF71296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7D8EA-11DE-4EEF-BC15-B4715B7D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86623-1F02-4FAE-91DD-13ECC618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40D547-BF0B-4265-9064-2DA4AAB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708A5-4934-4379-9ADB-EBE19733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17637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968D7B-620E-47FC-AD4E-BDA10059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C1F5C-912F-42E0-97A8-234FDA79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1D18B-0694-46A7-901D-BE685ADB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E0774-3A5C-45A1-9AAE-BF5A5B5C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2D13E-E67D-4026-BAB0-75DA41C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3B1A5-459D-4D4C-9889-CFA6C958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BB240-24C9-4100-B91E-2E77B693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46B45-8F6F-4472-9DAF-6F06136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20DCD-48D8-44D7-A42F-23718D9A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0A60E-559D-4D6B-82EC-77B2D61C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DCAF8-B45A-421F-9743-ABCDEF2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B0CC3-921A-4215-BDB2-47E9A4C9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7B078-797B-4A0C-A909-696B8D5E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31121-C7F8-4052-B377-84C6205F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5DCDD-601D-4D35-8560-D3A41256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1B15C-FA36-4855-A077-410EDBDC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F91AC-922B-4C54-9B90-B0D51069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E1948-BCB6-47EA-BB2E-72404112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C2DDE-C90F-4598-85D9-D3F8CA72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BBECC-39EB-46C4-AE37-5134E11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6EF0F-B34B-4E20-AC1E-6D81E18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74502-D965-4B25-A135-7972E01D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C08F6-EE92-4A79-8FB8-FB17709F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72CE8-83A6-4A29-9394-7B0AD95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A56A9-F6B4-4945-ABCB-04939E19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5F97CB-78A9-41DC-B8AE-197C4E59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36ADD-C17C-412E-93FB-AC899D22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8C6CE-C6C9-4021-B243-DA41D71F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CBFFB-17B9-4187-B2FE-361C22E5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04CBC-50AD-44F8-8403-C1A31468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B0747-1304-455E-B0D4-129EBEFE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93ACCB-DEDA-4AED-A633-496D071B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7927310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EB953C-208E-441A-9E16-9C3DADAD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39643-E795-4AAC-B8DD-7E584FD1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3C8E8-B2CC-41C6-84C8-6C28C180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BD0EB-A9BB-4353-9EBB-011EC898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27C2F-E2B6-45C6-9CEF-368D4016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07E0C-6924-4B6E-B3D2-5C7A5C96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A11C6-7365-4592-8B75-83041F94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D9F66-A346-47E1-A572-217AA299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57E0A-0DCA-4A2D-8B1E-F8D75DD5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EEC53-2825-4E94-A5A2-CEC3F91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56CF2-D275-4D6F-8D8F-65A884E6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B8344-AD92-4C60-B8EE-551560E0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D9310-BC1C-4F24-B0C3-AE4F762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4A6A9-94EC-485D-8DD5-559F41C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BD220-1BB2-4B24-A4F4-4D396769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7BE34-4D6B-4F9B-8038-924C800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CA4E4-4B91-43CD-B9B8-19A6FD3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997A9-D103-4B1C-A85E-437CECEB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F4BB5-D0E5-45E8-9DFF-4FE50A74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2EA82-18F0-451B-9698-F73430FD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F7E92-12E8-4A4B-B7E0-20D879B4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E3B9A-15E6-4DDB-B3D1-E1654F77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B3C500-97DD-4E24-AA6E-A28C147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7DE37-F225-4F40-9608-8A2994A9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7783A-CF26-4459-AF3B-DBF4945A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CCA55-43B9-4800-96BF-C43B86D5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D1A32-EC15-4F96-85A1-4CF39B24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679836-1C3A-4E0A-892D-69080181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8442E-A7F9-4BEA-AD2D-F36E206A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DEC56E-6876-4DB0-B80E-EB3D2E7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95F3D2-907A-4983-AECA-9C47B494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8B0931-6ABB-4016-ABF1-F1383CCC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154466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4503CE-FC77-490C-B399-2DAA1A61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719A0-BEBA-489E-9B02-F4AC28C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B8670-C842-49C5-9D06-A7F5C699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BDE47-2C01-4E10-94E2-17A1A454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6B695-16FB-4259-82A7-546A3CDE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B2F88-F8E7-4F8B-B446-AE7B03A7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869A9-1900-4222-BCCA-0C8CF6E4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B55E8-89EA-4637-BBC2-88927C71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E3003-39C7-4156-8FB8-F6175E96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F3B9C-99DD-4F91-AE0D-9855A857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12C32-8420-4F77-B810-25C6121F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F02DF-6AAD-4008-AE20-798EA12B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02AE1-5227-4E28-BA87-E4F9AE1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C5726-E73D-445F-998D-371C512D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BD807-6BA1-4BD8-BD2A-D8BBDBC7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4382E-86F1-48C4-9F77-F80A6F2C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9C90B-E8C9-4C88-BF1A-864808FD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BD03C-4F26-46B8-9F2C-79BFBFD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DE113-E2A8-425E-9DE3-36B73263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CDADC-C5BC-47DC-B47C-74C28D33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59847-ED6F-4085-8943-52101A30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1A2CD-C602-4DC1-B10F-840B2CBB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7AB73-AF3D-4232-A27D-28EBB7CB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D6AC5-F98D-4E86-BCF6-3A3EDABE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95DB4-86A4-4E1F-A0F8-3425BCF9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E788B-120F-4381-AEC0-F2FBCD48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9044B-0881-46D3-ABDB-9A8207A3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D64FD-3E6E-4039-ADB9-5ADA1EB0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29CF4-7EC1-47A2-8666-617C9C7A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974FB8-6275-4DA5-8FA8-00F2E8C9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FD1929-133F-4D35-9120-B75E7E3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930155-C7A1-4FF1-981A-65EE7A3C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455145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49EA4B-7AB6-43F1-9A08-D164B2C5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FE843-5E0F-44FC-B82F-D3579351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100B4-C18B-457C-80F0-10FBCDF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601A1-4E39-40E6-B446-DFEE017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48D42-7061-41FE-998E-8BCB80BC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0938F-4F2E-40F5-A3B4-F095D55A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EEE73-AC0F-437F-8800-DECAD220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F6E82-2BED-4EC8-82A7-D7B65D50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62FB8-192B-4A15-BAEC-9BC97B7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13EC2-68B3-4AD9-8376-25913C8A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E4816-78D1-4251-9B7A-FC95E93B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40AAD-4D82-468F-9457-71905C9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4DE25-52E6-4B6F-B0E0-74CAB7C9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46DDC-0CEA-4679-AA2B-B3A2E2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7AA7F-A2B0-4407-8A96-D036613B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92D7E-A991-4EB4-8BC0-66D12C28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3E551-44F6-4FC9-B941-774F799B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79DB9-6C13-4A37-8208-DD59E712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26439-7A50-4B6C-902E-E77DBEFF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F5E4E-9E72-4780-921E-DECD4120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50551-6345-4F66-BDAB-2F20E05D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CB2BD-9F23-4D38-B2E4-D90A86BD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AE59E-E3F6-4EDC-BB33-E66C9E0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F4838-0739-46A7-B8F2-B67C68BF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734A5-A368-4F8D-B9BE-DF513944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0087E-F161-4444-A20D-7ED0A5BA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9B8AB8-96AC-4A19-8E88-4BCAC9FF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47D5D-939F-4CEA-ACD7-70E854FB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84E29-1E2A-4F18-B742-5DCAAE55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6944A-973E-4350-9EE1-4E9F997F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6710D-1D1D-437F-83F0-9D90DFCD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555FC2-FBC9-4F04-9D89-CD023F50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5871474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B2B55F-8DFE-48F5-844F-B4F7F157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85A11-CECD-435B-A3C2-7B773AD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A8F94-1BAF-43F5-BEB9-E0114E7C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6BA44-2AF4-4625-9228-842C98E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31AF0-92F7-426D-BA63-7B1A9BB4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5888C-A024-4838-8B9B-39B331B6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3A32F-DD2E-445B-9AF6-1F0ED4E0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981C2-D63B-4763-A1E7-D0D6F950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6A4A2-2693-42CF-8328-6E441424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54CE0-FAF1-4CF3-A2A5-5B043B5F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5771B-C86B-4475-8AEF-1FA996BB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3B57F-A9E9-4B5D-B0FE-35FF1A58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CF374-878E-4EDC-AAC8-E10D4F0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686A8-EFB0-44E1-9C34-3872D3C2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44BA3-FD48-4FBB-A674-6EBEBAE1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23BE7-990D-4B32-AD81-5F0A0C69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0CB8A-2B4A-46C5-99A7-22D35338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DF487-C719-4197-98F9-9D0E0018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7E54C-F941-467A-A979-04C414D1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CB960-AFD8-49A0-BDB5-FE4EAF22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D92F3-E86E-4673-9A02-D688EB62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12E1B-7C65-4245-838A-3516D1AC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26A36-7490-4397-BF16-810D4F86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4CCCF-9591-4642-910F-D656417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F051C-4E63-403A-895A-C79FA236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DD265C-D259-485B-8EFF-1B8189A2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3EA75-5457-41C7-A9BC-462B2291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73FD3-48E0-4291-8D9B-9F0EFD3D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6E6DF9-C526-49E4-8F59-48B56FCF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9615B-429B-4372-A955-1774B90C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FC3251-7440-463F-B251-3A45B8FC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998DB-9506-41FA-A291-24D200A9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1136262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25BFFA-1F7A-49FA-A369-04762522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B4C1C-8E22-4B12-A6E6-AA384FF3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B6C46-0416-4CBF-9197-995DE117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40E0D-AD2C-49DA-A507-D1C7771D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99AA7-4B29-46AB-8877-46079480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200E5-9781-4CF2-90E9-0FCC5F8B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0FCCB-325A-494C-9746-9A5C787C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8C4BC-F276-407C-ABCD-CAA99652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D1FDA-15CD-4CAD-8B3C-00C0680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6AE47-C099-4129-A0C3-299B236E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7B328-FB72-42EB-925A-0FB7BE28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30B1B-6725-4C20-82CB-A8D85659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BC5AE-FCDE-4596-908C-D95F62D8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0FCE4-8476-44F2-B80E-9323AAB4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7248D-526E-4A98-A98C-BFF371F8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EE6E6-69C0-4D2A-9799-B91AD2E8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23AB0-A7EF-4351-ACC7-E4B7C310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CF496-4965-451D-9600-825FA768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65C4C-582A-439C-A824-3DD982CE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2ECE6-552D-4D35-BB95-62CD97EC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775FE-FC79-469B-8845-2D84B6C8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DE9FA-BD98-41AB-8DD5-13CBD3EB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5C482-D6FD-4BCA-8016-AE0C2297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8BC58-3C4E-4916-870E-6C77470E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80EC3-34E7-428F-9C99-F6AD75E5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2CE94-6917-4EC4-A632-E442C7B6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37B12-07AE-408D-A0C3-DCBEEE40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899A5-97CA-4F86-8206-216E88A8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6D9157-9084-40D6-A3CD-1E62ECBC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26663-98A8-4E1E-B5E4-48B67010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C3BF88-849A-4F5B-A88D-2ACF0DBA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D56641-0BD6-451A-8E7B-923B1F36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4924801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98CEA-A992-43D0-8065-2567245D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DCC5F-1DAB-4D01-B439-35FE9BB8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11CBC-1D5F-4057-9496-097310C9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905C1-AD5C-4D5F-9996-E1CD7030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96F7E-91C5-4D1A-9E65-5209EE72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3F60D-8CD9-4154-AFB4-65CD0264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C16A3-006B-45A4-9D42-0A2C7619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6F32F-1483-4433-8242-4F12F998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034D9-AA69-47DF-A4B3-68939EE5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EBA99-E76C-41C3-A0FA-89402E6E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C2680-661E-469F-B353-CAC3A8C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D3D31-AACF-49D6-9C59-BD588596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15639-50E5-4DF7-9F65-1B31305E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8F201-D085-4D94-BF44-260C2ACB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D4272-132E-4B59-9F50-AFF9743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243E9-7849-47B5-A85A-97BE615A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26B03-BE15-459A-952B-F4AC196B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81473-7873-4707-ABF3-614D47A5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48F63-5F4B-4CD6-8B1E-7CD844B8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099AB-EC41-40B6-B982-AADF6AE8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B4F06-1EE3-4037-9E67-F407BAE5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6D4D5-DC91-40B2-B52C-11F09EB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308BC-8265-4152-9AFD-BBC32007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01476-4694-425B-A53F-4ADC91F6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1D2B3-17C5-4E2F-84C6-366F38C1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F2253-BDBE-40F5-AD52-1A4DED3D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9332A0-DE14-4129-901B-3AA2F9F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8E341-F5EB-4B31-A8C3-9202097B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0C4E41-6AD3-4754-B43C-3CD18027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AE5A62-3952-42F5-9194-9C59158A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B9E6E5-CAC1-4605-82C0-06F656FA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0D0478-C518-40F4-B1D7-963ACFD4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21451817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38899D-2C02-4609-8755-48D0D09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B1ADA-33C0-470D-882A-5AC1055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08ED4-E02E-4A07-8FDC-F6DBDB4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0BC8A-CD90-49C5-94ED-CCD7B7A6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9B10E-5107-4E9A-B9C7-945F23F6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0FD82-D50B-4EB7-BB73-22DEB87D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DB207-A080-4C12-ABD9-B816E9B7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AF973-E424-48AF-9ED9-DD4BCDFB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0AB47-40F4-4E25-A240-55C4B3FA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816FA-840A-4B5E-AC6F-1A1B3467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A6411-7016-4FC6-85A2-ED98486A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A2375-1837-477A-8214-54A9F799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38ED1-552D-4704-97D4-4C34A6EA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59378-CCA3-432E-900F-D55396D7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750E5-D7B9-4EAF-9542-0E0E46BF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D40FF-DC37-463C-9E50-6DC47851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4B73B-4123-485F-8EF2-DAD84ED5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C4000-C651-4728-A234-77996A29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1996B-BE8F-4E6E-81EC-4AEB181B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E4ACD-E85C-4F45-8DBF-82F842BB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E9323-6E0E-4AF7-83E8-78EBE9E4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24E96-BDAF-4B5E-83C8-DDA333C7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73D07-D361-4B2D-8219-1CFB796D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2329B-0D28-4C48-B612-670BBFB3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7A045-A46F-48B2-AB3C-987249C5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4B57C-6567-4330-B227-562DAE6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62ACC-20ED-4777-A1B0-BCC476FD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AD0F6-7211-4C5F-8975-1338C1DF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F1235-95D0-4064-9221-180323C4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4AA98-1D52-46D6-8898-810E316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2E5D8-DCA2-4000-93FB-FF53AE6E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D8DB50-8866-430B-94C5-FE53069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58402898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EC7A6-E40F-4443-9097-10807F15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CBC76-3458-46AB-A9B4-5EA9AFDD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AA6B2-9D9E-4211-911C-1E0C7BFF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4C883-0794-4973-8D9B-EFCEC167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3AD2B-D447-4FDF-AF9B-5FAFB2FE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9E75D-6C00-41DE-9E05-F2F73D21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17CBD-9EC2-43B5-BF6B-DB19558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BE0FE-02DF-4E81-BD95-41237FE9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EBBD4-2BA3-4972-96C6-AD6D9417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B7438-26F0-4A39-BE45-F2D9D904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9963D-72E5-4270-8D1D-C96CB49D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DD245-4B04-4215-8B79-776B07AF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2E407-F425-422C-BB3A-09DE3725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9EEBE-EFE0-4ED1-B2A2-800EE189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F7974-45E1-4E10-A5A0-CF31F63E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25A07-BE99-4471-AFBF-2DCE60C8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011D8-1E08-4EC1-B674-3C04C23B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87D2C-6D62-4E53-A6C2-BAC54A32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AFFCB-7132-4615-907C-7578AD2E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1B44D-CD0A-48CA-A531-8C1AF7CA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FA54D-1A8B-45BF-8A90-0E63A332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2B262-98BF-4632-A3BF-C5EE2039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067DC4-8021-4C9A-A19C-11F77F6D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0724E-541E-4E4C-B8B3-1BD5B1C7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EF4DF-DAA0-43C8-8378-199D9734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2C517-6474-4B38-B80E-CB0B9FE4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BED48-DB2F-4A1A-80B9-EA5FD075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58CBF4-2DD0-49EC-9D1C-0F421E1E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C2FF4-DA88-4F50-AFDC-C791BEE3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65796-C256-4708-B99E-D16C3AB2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89C4B4-57FE-442E-A823-E7020C1B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11C443-DB67-4647-8BEF-BDE2BDE6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93947899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36398A-424C-4D2F-A246-52C7B1F6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1BKSK109 | Unit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E52BA-F1B8-4765-83D6-B44B4E02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൞ಂൟ ౳ ಕ ವ౲౾ ౨ಗಳ ಪคಚಯ (03 hours of pedagogy)...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94B98-8BF7-44ED-971D-0B21D636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4B511-7899-4662-A8A8-FEEAB963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AE355-F834-4AEA-91C9-27D87D6D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304D9-D920-490F-AFB5-AB141E25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60220-F134-49EB-9D61-9F7FA798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BBC07-EAEB-4031-81AA-BE3ADA23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D2AE7-5D8E-4387-8B86-F9570277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09A17-640B-4F45-ABF0-A0CDCE4D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F769A-A8BE-4294-AB0B-82F05AF2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B6505-3BB0-409D-8F86-F6840147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C5C7F-269C-4B0F-89FC-65951252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9B94F-CE0F-46D8-9392-366612A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B5417-4448-4D02-A232-34D3C38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E545B-65D3-4E56-BB8A-0DDDC52F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518DE-3641-401E-96F3-894102D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7A9B2-2705-42B8-A545-CF06E88D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BEE1E-DC1F-4B07-91E6-9F091F4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B3F47-1AD2-45C7-9B1B-B551CB6C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04A43F-53F0-4524-8F44-4430C86F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9A220-C362-4B88-A170-CF6C24FB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4C7FE-121E-4B72-9B91-44B09BEB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56F87-8994-4A73-8F51-051C9049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4AA510-CA93-4562-B185-84958DE5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71A5E-1D25-475D-BCED-16343B06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7EE303-0B02-4D27-BDD0-8312E768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4DA0AA-DF94-430A-9CBA-E93FC94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50691-CEFE-478C-A084-88102978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8E82E9-2E14-4543-9F70-9A38DAF0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7F223-C426-409D-893C-F1A09A13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0CAE51-B7F6-4D7D-A343-03ED4EF9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Samskrutika Kannada</a:t>
            </a:r>
          </a:p>
        </p:txBody>
      </p:sp>
    </p:spTree>
    <p:extLst>
      <p:ext uri="{BB962C8B-B14F-4D97-AF65-F5344CB8AC3E}">
        <p14:creationId xmlns:p14="http://schemas.microsoft.com/office/powerpoint/2010/main" val="1862745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2026-08-24T16:02:55.9000000Z</dcterms:created>
  <dcterms:modified xsi:type="dcterms:W3CDTF">2026-08-24T16:02:55.9000000Z</dcterms:modified>
</coreProperties>
</file>