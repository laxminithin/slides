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a824c8d3b4687" /><Relationship Type="http://schemas.openxmlformats.org/officeDocument/2006/relationships/extended-properties" Target="/docProps/app.xml" Id="Rb3ecc3caaa2e42b3" /><Relationship Type="http://schemas.openxmlformats.org/officeDocument/2006/relationships/officeDocument" Target="/ppt/presentation.xml" Id="R62ddc603f5b54d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f8dddcd45a4ec8"/>
  </p:sldMasterIdLst>
  <p:notesMasterIdLst>
    <p:notesMasterId xmlns:r="http://schemas.openxmlformats.org/officeDocument/2006/relationships" r:id="R75d832a7d9c7489c"/>
  </p:notesMasterIdLst>
  <p:sldIdLst>
    <p:sldId xmlns:r="http://schemas.openxmlformats.org/officeDocument/2006/relationships" id="256" r:id="R7d605c7bf8c04f24"/>
    <p:sldId xmlns:r="http://schemas.openxmlformats.org/officeDocument/2006/relationships" id="257" r:id="R95d630cecd684747"/>
    <p:sldId xmlns:r="http://schemas.openxmlformats.org/officeDocument/2006/relationships" id="258" r:id="R5bf49a4dc0e24a3d"/>
    <p:sldId xmlns:r="http://schemas.openxmlformats.org/officeDocument/2006/relationships" id="259" r:id="Rd2a57046bea7429b"/>
    <p:sldId xmlns:r="http://schemas.openxmlformats.org/officeDocument/2006/relationships" id="260" r:id="R7e798650bfeb4681"/>
    <p:sldId xmlns:r="http://schemas.openxmlformats.org/officeDocument/2006/relationships" id="261" r:id="R9c6d21e461644fda"/>
    <p:sldId xmlns:r="http://schemas.openxmlformats.org/officeDocument/2006/relationships" id="262" r:id="Rdf0c292127de4441"/>
    <p:sldId xmlns:r="http://schemas.openxmlformats.org/officeDocument/2006/relationships" id="263" r:id="R7aa9ca29d1064686"/>
    <p:sldId xmlns:r="http://schemas.openxmlformats.org/officeDocument/2006/relationships" id="264" r:id="Reeabe2ce24164f3d"/>
    <p:sldId xmlns:r="http://schemas.openxmlformats.org/officeDocument/2006/relationships" id="265" r:id="R92a7db74b2044079"/>
    <p:sldId xmlns:r="http://schemas.openxmlformats.org/officeDocument/2006/relationships" id="266" r:id="R675c0a5026d94da6"/>
    <p:sldId xmlns:r="http://schemas.openxmlformats.org/officeDocument/2006/relationships" id="267" r:id="Rcc42de0758554d15"/>
    <p:sldId xmlns:r="http://schemas.openxmlformats.org/officeDocument/2006/relationships" id="268" r:id="R2a2c7b8c957d4d10"/>
    <p:sldId xmlns:r="http://schemas.openxmlformats.org/officeDocument/2006/relationships" id="269" r:id="R5b32a6710bb44b2d"/>
    <p:sldId xmlns:r="http://schemas.openxmlformats.org/officeDocument/2006/relationships" id="270" r:id="R98c5d4fa609d44c1"/>
    <p:sldId xmlns:r="http://schemas.openxmlformats.org/officeDocument/2006/relationships" id="271" r:id="R1245c8ef5c9644d4"/>
    <p:sldId xmlns:r="http://schemas.openxmlformats.org/officeDocument/2006/relationships" id="272" r:id="Rc35a88b95c8c49fb"/>
    <p:sldId xmlns:r="http://schemas.openxmlformats.org/officeDocument/2006/relationships" id="273" r:id="R92f8574e39ea4463"/>
    <p:sldId xmlns:r="http://schemas.openxmlformats.org/officeDocument/2006/relationships" id="274" r:id="R883326f1b6d14f83"/>
    <p:sldId xmlns:r="http://schemas.openxmlformats.org/officeDocument/2006/relationships" id="275" r:id="R76fb2ce5a2fb461e"/>
    <p:sldId xmlns:r="http://schemas.openxmlformats.org/officeDocument/2006/relationships" id="276" r:id="R6dff671f248246df"/>
    <p:sldId xmlns:r="http://schemas.openxmlformats.org/officeDocument/2006/relationships" id="277" r:id="R3ddb7d6ddf4c4506"/>
    <p:sldId xmlns:r="http://schemas.openxmlformats.org/officeDocument/2006/relationships" id="278" r:id="R039214ecd0284f30"/>
    <p:sldId xmlns:r="http://schemas.openxmlformats.org/officeDocument/2006/relationships" id="279" r:id="R3ddf18a428e04eb1"/>
    <p:sldId xmlns:r="http://schemas.openxmlformats.org/officeDocument/2006/relationships" id="280" r:id="R5d27bd7c3e17480e"/>
    <p:sldId xmlns:r="http://schemas.openxmlformats.org/officeDocument/2006/relationships" id="281" r:id="R6c61f6871be64c3a"/>
    <p:sldId xmlns:r="http://schemas.openxmlformats.org/officeDocument/2006/relationships" id="282" r:id="Rb6ac081e5ea34200"/>
    <p:sldId xmlns:r="http://schemas.openxmlformats.org/officeDocument/2006/relationships" id="283" r:id="Rbfa1c03bd34347a6"/>
    <p:sldId xmlns:r="http://schemas.openxmlformats.org/officeDocument/2006/relationships" id="284" r:id="Re6d8c53bcc474a5b"/>
    <p:sldId xmlns:r="http://schemas.openxmlformats.org/officeDocument/2006/relationships" id="285" r:id="Ra9a32bacaca343d2"/>
    <p:sldId xmlns:r="http://schemas.openxmlformats.org/officeDocument/2006/relationships" id="286" r:id="R43a4631aa16a4633"/>
    <p:sldId xmlns:r="http://schemas.openxmlformats.org/officeDocument/2006/relationships" id="287" r:id="Ra39a8938cc0f4685"/>
    <p:sldId xmlns:r="http://schemas.openxmlformats.org/officeDocument/2006/relationships" id="288" r:id="Rb28b4fc4e3814107"/>
    <p:sldId xmlns:r="http://schemas.openxmlformats.org/officeDocument/2006/relationships" id="289" r:id="R555703a823834915"/>
    <p:sldId xmlns:r="http://schemas.openxmlformats.org/officeDocument/2006/relationships" id="290" r:id="R7113e77f94fc43b8"/>
    <p:sldId xmlns:r="http://schemas.openxmlformats.org/officeDocument/2006/relationships" id="291" r:id="R20939547b1094a82"/>
    <p:sldId xmlns:r="http://schemas.openxmlformats.org/officeDocument/2006/relationships" id="292" r:id="R7ef9f4fac7d64d78"/>
    <p:sldId xmlns:r="http://schemas.openxmlformats.org/officeDocument/2006/relationships" id="293" r:id="R709cc0bbb30b4881"/>
    <p:sldId xmlns:r="http://schemas.openxmlformats.org/officeDocument/2006/relationships" id="294" r:id="R0e4b3e0c7c5f45e1"/>
    <p:sldId xmlns:r="http://schemas.openxmlformats.org/officeDocument/2006/relationships" id="295" r:id="R2c8ec67dcb674c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903040a8964c37" /><Relationship Type="http://schemas.openxmlformats.org/officeDocument/2006/relationships/slideMaster" Target="/ppt/slideMasters/slideMaster1.xml" Id="Rfff8dddcd45a4ec8" /><Relationship Type="http://schemas.openxmlformats.org/officeDocument/2006/relationships/notesMaster" Target="/ppt/notesMasters/notesMaster1.xml" Id="R75d832a7d9c7489c" /><Relationship Type="http://schemas.openxmlformats.org/officeDocument/2006/relationships/presProps" Target="/ppt/presProps.xml" Id="R62dd9a5dfbe84408" /><Relationship Type="http://schemas.openxmlformats.org/officeDocument/2006/relationships/tableStyles" Target="/ppt/tableStyles.xml" Id="Rb505d1bbc59c4b54" /><Relationship Type="http://schemas.openxmlformats.org/officeDocument/2006/relationships/slide" Target="/ppt/slides/slide1.xml" Id="R7d605c7bf8c04f24" /><Relationship Type="http://schemas.openxmlformats.org/officeDocument/2006/relationships/slide" Target="/ppt/slides/slide2.xml" Id="R95d630cecd684747" /><Relationship Type="http://schemas.openxmlformats.org/officeDocument/2006/relationships/slide" Target="/ppt/slides/slide3.xml" Id="R5bf49a4dc0e24a3d" /><Relationship Type="http://schemas.openxmlformats.org/officeDocument/2006/relationships/slide" Target="/ppt/slides/slide4.xml" Id="Rd2a57046bea7429b" /><Relationship Type="http://schemas.openxmlformats.org/officeDocument/2006/relationships/slide" Target="/ppt/slides/slide5.xml" Id="R7e798650bfeb4681" /><Relationship Type="http://schemas.openxmlformats.org/officeDocument/2006/relationships/slide" Target="/ppt/slides/slide6.xml" Id="R9c6d21e461644fda" /><Relationship Type="http://schemas.openxmlformats.org/officeDocument/2006/relationships/slide" Target="/ppt/slides/slide7.xml" Id="Rdf0c292127de4441" /><Relationship Type="http://schemas.openxmlformats.org/officeDocument/2006/relationships/slide" Target="/ppt/slides/slide8.xml" Id="R7aa9ca29d1064686" /><Relationship Type="http://schemas.openxmlformats.org/officeDocument/2006/relationships/slide" Target="/ppt/slides/slide9.xml" Id="Reeabe2ce24164f3d" /><Relationship Type="http://schemas.openxmlformats.org/officeDocument/2006/relationships/slide" Target="/ppt/slides/slide10.xml" Id="R92a7db74b2044079" /><Relationship Type="http://schemas.openxmlformats.org/officeDocument/2006/relationships/slide" Target="/ppt/slides/slide11.xml" Id="R675c0a5026d94da6" /><Relationship Type="http://schemas.openxmlformats.org/officeDocument/2006/relationships/slide" Target="/ppt/slides/slide12.xml" Id="Rcc42de0758554d15" /><Relationship Type="http://schemas.openxmlformats.org/officeDocument/2006/relationships/slide" Target="/ppt/slides/slide13.xml" Id="R2a2c7b8c957d4d10" /><Relationship Type="http://schemas.openxmlformats.org/officeDocument/2006/relationships/slide" Target="/ppt/slides/slide14.xml" Id="R5b32a6710bb44b2d" /><Relationship Type="http://schemas.openxmlformats.org/officeDocument/2006/relationships/slide" Target="/ppt/slides/slide15.xml" Id="R98c5d4fa609d44c1" /><Relationship Type="http://schemas.openxmlformats.org/officeDocument/2006/relationships/slide" Target="/ppt/slides/slide16.xml" Id="R1245c8ef5c9644d4" /><Relationship Type="http://schemas.openxmlformats.org/officeDocument/2006/relationships/slide" Target="/ppt/slides/slide17.xml" Id="Rc35a88b95c8c49fb" /><Relationship Type="http://schemas.openxmlformats.org/officeDocument/2006/relationships/slide" Target="/ppt/slides/slide18.xml" Id="R92f8574e39ea4463" /><Relationship Type="http://schemas.openxmlformats.org/officeDocument/2006/relationships/slide" Target="/ppt/slides/slide19.xml" Id="R883326f1b6d14f83" /><Relationship Type="http://schemas.openxmlformats.org/officeDocument/2006/relationships/slide" Target="/ppt/slides/slide20.xml" Id="R76fb2ce5a2fb461e" /><Relationship Type="http://schemas.openxmlformats.org/officeDocument/2006/relationships/slide" Target="/ppt/slides/slide21.xml" Id="R6dff671f248246df" /><Relationship Type="http://schemas.openxmlformats.org/officeDocument/2006/relationships/slide" Target="/ppt/slides/slide22.xml" Id="R3ddb7d6ddf4c4506" /><Relationship Type="http://schemas.openxmlformats.org/officeDocument/2006/relationships/slide" Target="/ppt/slides/slide23.xml" Id="R039214ecd0284f30" /><Relationship Type="http://schemas.openxmlformats.org/officeDocument/2006/relationships/slide" Target="/ppt/slides/slide24.xml" Id="R3ddf18a428e04eb1" /><Relationship Type="http://schemas.openxmlformats.org/officeDocument/2006/relationships/slide" Target="/ppt/slides/slide25.xml" Id="R5d27bd7c3e17480e" /><Relationship Type="http://schemas.openxmlformats.org/officeDocument/2006/relationships/slide" Target="/ppt/slides/slide26.xml" Id="R6c61f6871be64c3a" /><Relationship Type="http://schemas.openxmlformats.org/officeDocument/2006/relationships/slide" Target="/ppt/slides/slide27.xml" Id="Rb6ac081e5ea34200" /><Relationship Type="http://schemas.openxmlformats.org/officeDocument/2006/relationships/slide" Target="/ppt/slides/slide28.xml" Id="Rbfa1c03bd34347a6" /><Relationship Type="http://schemas.openxmlformats.org/officeDocument/2006/relationships/slide" Target="/ppt/slides/slide29.xml" Id="Re6d8c53bcc474a5b" /><Relationship Type="http://schemas.openxmlformats.org/officeDocument/2006/relationships/slide" Target="/ppt/slides/slide30.xml" Id="Ra9a32bacaca343d2" /><Relationship Type="http://schemas.openxmlformats.org/officeDocument/2006/relationships/slide" Target="/ppt/slides/slide31.xml" Id="R43a4631aa16a4633" /><Relationship Type="http://schemas.openxmlformats.org/officeDocument/2006/relationships/slide" Target="/ppt/slides/slide32.xml" Id="Ra39a8938cc0f4685" /><Relationship Type="http://schemas.openxmlformats.org/officeDocument/2006/relationships/slide" Target="/ppt/slides/slide33.xml" Id="Rb28b4fc4e3814107" /><Relationship Type="http://schemas.openxmlformats.org/officeDocument/2006/relationships/slide" Target="/ppt/slides/slide34.xml" Id="R555703a823834915" /><Relationship Type="http://schemas.openxmlformats.org/officeDocument/2006/relationships/slide" Target="/ppt/slides/slide35.xml" Id="R7113e77f94fc43b8" /><Relationship Type="http://schemas.openxmlformats.org/officeDocument/2006/relationships/slide" Target="/ppt/slides/slide36.xml" Id="R20939547b1094a82" /><Relationship Type="http://schemas.openxmlformats.org/officeDocument/2006/relationships/slide" Target="/ppt/slides/slide37.xml" Id="R7ef9f4fac7d64d78" /><Relationship Type="http://schemas.openxmlformats.org/officeDocument/2006/relationships/slide" Target="/ppt/slides/slide38.xml" Id="R709cc0bbb30b4881" /><Relationship Type="http://schemas.openxmlformats.org/officeDocument/2006/relationships/slide" Target="/ppt/slides/slide39.xml" Id="R0e4b3e0c7c5f45e1" /><Relationship Type="http://schemas.openxmlformats.org/officeDocument/2006/relationships/slide" Target="/ppt/slides/slide40.xml" Id="R2c8ec67dcb67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e8cf58d3f744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a3810623ba4800" /><Relationship Type="http://schemas.openxmlformats.org/officeDocument/2006/relationships/notesMaster" Target="/ppt/notesMasters/notesMaster1.xml" Id="Rfbe0d09b370a40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09cea1244b4281" /><Relationship Type="http://schemas.openxmlformats.org/officeDocument/2006/relationships/notesMaster" Target="/ppt/notesMasters/notesMaster1.xml" Id="R8013989e925a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98fe3485004bf3" /><Relationship Type="http://schemas.openxmlformats.org/officeDocument/2006/relationships/notesMaster" Target="/ppt/notesMasters/notesMaster1.xml" Id="R14b05c6687054a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e4f84eebce4e7a" /><Relationship Type="http://schemas.openxmlformats.org/officeDocument/2006/relationships/notesMaster" Target="/ppt/notesMasters/notesMaster1.xml" Id="R304edb79d1124e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31dd28bb284b26" /><Relationship Type="http://schemas.openxmlformats.org/officeDocument/2006/relationships/notesMaster" Target="/ppt/notesMasters/notesMaster1.xml" Id="R7b688662188240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67436a683f4fae" /><Relationship Type="http://schemas.openxmlformats.org/officeDocument/2006/relationships/notesMaster" Target="/ppt/notesMasters/notesMaster1.xml" Id="R57685f4763ce44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63362ab7884d2d" /><Relationship Type="http://schemas.openxmlformats.org/officeDocument/2006/relationships/notesMaster" Target="/ppt/notesMasters/notesMaster1.xml" Id="R0dd2acb93cc04c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3deb4632a544c8" /><Relationship Type="http://schemas.openxmlformats.org/officeDocument/2006/relationships/notesMaster" Target="/ppt/notesMasters/notesMaster1.xml" Id="Rcf7eab2c27ef47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5f76754ced4527" /><Relationship Type="http://schemas.openxmlformats.org/officeDocument/2006/relationships/notesMaster" Target="/ppt/notesMasters/notesMaster1.xml" Id="R6f8b3aae1b2141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529d05a7b44a7c" /><Relationship Type="http://schemas.openxmlformats.org/officeDocument/2006/relationships/notesMaster" Target="/ppt/notesMasters/notesMaster1.xml" Id="R187f921a0c8d4b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fd5cd6231b4246" /><Relationship Type="http://schemas.openxmlformats.org/officeDocument/2006/relationships/notesMaster" Target="/ppt/notesMasters/notesMaster1.xml" Id="R8622833a861e4b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452ee707064953" /><Relationship Type="http://schemas.openxmlformats.org/officeDocument/2006/relationships/notesMaster" Target="/ppt/notesMasters/notesMaster1.xml" Id="R96a5cd9ee02440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74c4dcfbc844f8" /><Relationship Type="http://schemas.openxmlformats.org/officeDocument/2006/relationships/notesMaster" Target="/ppt/notesMasters/notesMaster1.xml" Id="Ra52078b199974e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e9015685774d77" /><Relationship Type="http://schemas.openxmlformats.org/officeDocument/2006/relationships/notesMaster" Target="/ppt/notesMasters/notesMaster1.xml" Id="R35342f339ae849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63e25759504632" /><Relationship Type="http://schemas.openxmlformats.org/officeDocument/2006/relationships/notesMaster" Target="/ppt/notesMasters/notesMaster1.xml" Id="R024ad2bfcf694b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0614f393454149" /><Relationship Type="http://schemas.openxmlformats.org/officeDocument/2006/relationships/notesMaster" Target="/ppt/notesMasters/notesMaster1.xml" Id="R50bbe14e3c3c4e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293b0458ec453e" /><Relationship Type="http://schemas.openxmlformats.org/officeDocument/2006/relationships/notesMaster" Target="/ppt/notesMasters/notesMaster1.xml" Id="R0a858a8b64b646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cedfc015d34349" /><Relationship Type="http://schemas.openxmlformats.org/officeDocument/2006/relationships/notesMaster" Target="/ppt/notesMasters/notesMaster1.xml" Id="R60d060bc178242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d29aba6a784046" /><Relationship Type="http://schemas.openxmlformats.org/officeDocument/2006/relationships/notesMaster" Target="/ppt/notesMasters/notesMaster1.xml" Id="R8bb3a7fd054346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4b35e457664d85" /><Relationship Type="http://schemas.openxmlformats.org/officeDocument/2006/relationships/notesMaster" Target="/ppt/notesMasters/notesMaster1.xml" Id="Rcb1ee04531bc47d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0f2766194b47b8" /><Relationship Type="http://schemas.openxmlformats.org/officeDocument/2006/relationships/notesMaster" Target="/ppt/notesMasters/notesMaster1.xml" Id="R8b70fb255c4246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1248e747004f94" /><Relationship Type="http://schemas.openxmlformats.org/officeDocument/2006/relationships/notesMaster" Target="/ppt/notesMasters/notesMaster1.xml" Id="Rc4502ffa1a7442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3a3ba726ba747d8" /><Relationship Type="http://schemas.openxmlformats.org/officeDocument/2006/relationships/notesMaster" Target="/ppt/notesMasters/notesMaster1.xml" Id="R2fa700fcb2d34ce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20e10852de4b22" /><Relationship Type="http://schemas.openxmlformats.org/officeDocument/2006/relationships/notesMaster" Target="/ppt/notesMasters/notesMaster1.xml" Id="Rd5011a8a8f9f46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2b5e9ce1464a3e" /><Relationship Type="http://schemas.openxmlformats.org/officeDocument/2006/relationships/notesMaster" Target="/ppt/notesMasters/notesMaster1.xml" Id="R0aeb17bb2ddd46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58622148b04129" /><Relationship Type="http://schemas.openxmlformats.org/officeDocument/2006/relationships/notesMaster" Target="/ppt/notesMasters/notesMaster1.xml" Id="R55cf8dad68ef4e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5c080be9a746bb" /><Relationship Type="http://schemas.openxmlformats.org/officeDocument/2006/relationships/notesMaster" Target="/ppt/notesMasters/notesMaster1.xml" Id="R8ec5817d9aa04e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76eb2b82f2463e" /><Relationship Type="http://schemas.openxmlformats.org/officeDocument/2006/relationships/notesMaster" Target="/ppt/notesMasters/notesMaster1.xml" Id="R1735da02a52941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6d7c3f17e3545e5" /><Relationship Type="http://schemas.openxmlformats.org/officeDocument/2006/relationships/notesMaster" Target="/ppt/notesMasters/notesMaster1.xml" Id="R9401820ef28d43f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88897b05f694cf0" /><Relationship Type="http://schemas.openxmlformats.org/officeDocument/2006/relationships/notesMaster" Target="/ppt/notesMasters/notesMaster1.xml" Id="Rf9db8d15748b41a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41cc71489f4b5d" /><Relationship Type="http://schemas.openxmlformats.org/officeDocument/2006/relationships/notesMaster" Target="/ppt/notesMasters/notesMaster1.xml" Id="R924ee06daad3447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f67b5f712d425b" /><Relationship Type="http://schemas.openxmlformats.org/officeDocument/2006/relationships/notesMaster" Target="/ppt/notesMasters/notesMaster1.xml" Id="R8d3e015c96d2432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3b4851b390843f6" /><Relationship Type="http://schemas.openxmlformats.org/officeDocument/2006/relationships/notesMaster" Target="/ppt/notesMasters/notesMaster1.xml" Id="Rfb066ca0e4584bc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db226253254c1f" /><Relationship Type="http://schemas.openxmlformats.org/officeDocument/2006/relationships/notesMaster" Target="/ppt/notesMasters/notesMaster1.xml" Id="Rdfc21fc194f0442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837438100f64291" /><Relationship Type="http://schemas.openxmlformats.org/officeDocument/2006/relationships/notesMaster" Target="/ppt/notesMasters/notesMaster1.xml" Id="R06d27430722f471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969325b3b644fe4" /><Relationship Type="http://schemas.openxmlformats.org/officeDocument/2006/relationships/notesMaster" Target="/ppt/notesMasters/notesMaster1.xml" Id="R48c56c7e96394c3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978d9a6e41f4c6c" /><Relationship Type="http://schemas.openxmlformats.org/officeDocument/2006/relationships/notesMaster" Target="/ppt/notesMasters/notesMaster1.xml" Id="Rcb9483ed766142f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d26e5f1aa24615" /><Relationship Type="http://schemas.openxmlformats.org/officeDocument/2006/relationships/notesMaster" Target="/ppt/notesMasters/notesMaster1.xml" Id="Rc04da00a82fd4c4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9705024eeeb470e" /><Relationship Type="http://schemas.openxmlformats.org/officeDocument/2006/relationships/notesMaster" Target="/ppt/notesMasters/notesMaster1.xml" Id="Ra32c06d2c0ca448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08f249d5a44157" /><Relationship Type="http://schemas.openxmlformats.org/officeDocument/2006/relationships/notesMaster" Target="/ppt/notesMasters/notesMaster1.xml" Id="R600049a6e31d4d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97f06826141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9b56df40454ffc" /><Relationship Type="http://schemas.openxmlformats.org/officeDocument/2006/relationships/slideLayout" Target="/ppt/slideLayouts/slideLayout1.xml" Id="R67e511453fd143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511453fd143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dcf2dfdae4d84" /><Relationship Type="http://schemas.openxmlformats.org/officeDocument/2006/relationships/notesSlide" Target="/ppt/notesSlides/notesSlide1.xml" Id="Rdaa455f8d5d74e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4a1e0021240ad" /><Relationship Type="http://schemas.openxmlformats.org/officeDocument/2006/relationships/notesSlide" Target="/ppt/notesSlides/notesSlide2.xml" Id="Rd7ce3514adde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50bf652784829" /><Relationship Type="http://schemas.openxmlformats.org/officeDocument/2006/relationships/notesSlide" Target="/ppt/notesSlides/notesSlide3.xml" Id="R34e35ee1032e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706aea67740de" /><Relationship Type="http://schemas.openxmlformats.org/officeDocument/2006/relationships/notesSlide" Target="/ppt/notesSlides/notesSlide4.xml" Id="R55ce595158ea42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614c7945e455c" /><Relationship Type="http://schemas.openxmlformats.org/officeDocument/2006/relationships/notesSlide" Target="/ppt/notesSlides/notesSlide5.xml" Id="Rb8f577e017df47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18aa874af4a5e" /><Relationship Type="http://schemas.openxmlformats.org/officeDocument/2006/relationships/notesSlide" Target="/ppt/notesSlides/notesSlide6.xml" Id="R65266eaecbb94c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87756834e4677" /><Relationship Type="http://schemas.openxmlformats.org/officeDocument/2006/relationships/notesSlide" Target="/ppt/notesSlides/notesSlide7.xml" Id="R89e1d531568349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d9688cc144e23" /><Relationship Type="http://schemas.openxmlformats.org/officeDocument/2006/relationships/notesSlide" Target="/ppt/notesSlides/notesSlide8.xml" Id="R2880e5f92fa444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e2baddd194f52" /><Relationship Type="http://schemas.openxmlformats.org/officeDocument/2006/relationships/notesSlide" Target="/ppt/notesSlides/notesSlide9.xml" Id="R69f198a168164a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5ce13d86849a8" /><Relationship Type="http://schemas.openxmlformats.org/officeDocument/2006/relationships/notesSlide" Target="/ppt/notesSlides/notesSlide10.xml" Id="Re4bbcd9a379c48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969fe41404f44" /><Relationship Type="http://schemas.openxmlformats.org/officeDocument/2006/relationships/notesSlide" Target="/ppt/notesSlides/notesSlide11.xml" Id="Rbe876ce5b5c243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cf0e40def4a28" /><Relationship Type="http://schemas.openxmlformats.org/officeDocument/2006/relationships/notesSlide" Target="/ppt/notesSlides/notesSlide12.xml" Id="R2e264f748e0f4d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26d67e3e44810" /><Relationship Type="http://schemas.openxmlformats.org/officeDocument/2006/relationships/notesSlide" Target="/ppt/notesSlides/notesSlide13.xml" Id="R7b625c4b471048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2dacbd4584338" /><Relationship Type="http://schemas.openxmlformats.org/officeDocument/2006/relationships/notesSlide" Target="/ppt/notesSlides/notesSlide14.xml" Id="R58a30a4ea58543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60498966f4665" /><Relationship Type="http://schemas.openxmlformats.org/officeDocument/2006/relationships/notesSlide" Target="/ppt/notesSlides/notesSlide15.xml" Id="R059edcf23a5948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37beffbcf4a9e" /><Relationship Type="http://schemas.openxmlformats.org/officeDocument/2006/relationships/notesSlide" Target="/ppt/notesSlides/notesSlide16.xml" Id="Rf8b99b9f97ba45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216c1b85c498b" /><Relationship Type="http://schemas.openxmlformats.org/officeDocument/2006/relationships/notesSlide" Target="/ppt/notesSlides/notesSlide17.xml" Id="R9008384e6a8d4d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6bdc52cf74d87" /><Relationship Type="http://schemas.openxmlformats.org/officeDocument/2006/relationships/notesSlide" Target="/ppt/notesSlides/notesSlide18.xml" Id="Rd44f2420dfb344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f379c3fb042a6" /><Relationship Type="http://schemas.openxmlformats.org/officeDocument/2006/relationships/notesSlide" Target="/ppt/notesSlides/notesSlide19.xml" Id="R39a1aaac3d744f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7f80dea784976" /><Relationship Type="http://schemas.openxmlformats.org/officeDocument/2006/relationships/notesSlide" Target="/ppt/notesSlides/notesSlide20.xml" Id="Rfc28fc222cec42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7c136061340cd" /><Relationship Type="http://schemas.openxmlformats.org/officeDocument/2006/relationships/notesSlide" Target="/ppt/notesSlides/notesSlide21.xml" Id="R9f17968b7a7b40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cfdd443c54070" /><Relationship Type="http://schemas.openxmlformats.org/officeDocument/2006/relationships/notesSlide" Target="/ppt/notesSlides/notesSlide22.xml" Id="Re2774052eed04e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2fd3276ab4e91" /><Relationship Type="http://schemas.openxmlformats.org/officeDocument/2006/relationships/notesSlide" Target="/ppt/notesSlides/notesSlide23.xml" Id="Rd62cb794ee3a41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2e6684ac74567" /><Relationship Type="http://schemas.openxmlformats.org/officeDocument/2006/relationships/notesSlide" Target="/ppt/notesSlides/notesSlide24.xml" Id="R3cf3cfad41294a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b3565c7cb4f7d" /><Relationship Type="http://schemas.openxmlformats.org/officeDocument/2006/relationships/notesSlide" Target="/ppt/notesSlides/notesSlide25.xml" Id="Rc3d8a187aa8841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b7019b7a34cdd" /><Relationship Type="http://schemas.openxmlformats.org/officeDocument/2006/relationships/notesSlide" Target="/ppt/notesSlides/notesSlide26.xml" Id="R8c042244fcc84f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2dea203194e0d" /><Relationship Type="http://schemas.openxmlformats.org/officeDocument/2006/relationships/notesSlide" Target="/ppt/notesSlides/notesSlide27.xml" Id="Re95a2fcdfaf14ac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420c03dfb44e9" /><Relationship Type="http://schemas.openxmlformats.org/officeDocument/2006/relationships/notesSlide" Target="/ppt/notesSlides/notesSlide28.xml" Id="R6a8b4c10c53a45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cbbddcb0449e6" /><Relationship Type="http://schemas.openxmlformats.org/officeDocument/2006/relationships/notesSlide" Target="/ppt/notesSlides/notesSlide29.xml" Id="R32760b0804b84b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bc035c0ec43e1" /><Relationship Type="http://schemas.openxmlformats.org/officeDocument/2006/relationships/notesSlide" Target="/ppt/notesSlides/notesSlide30.xml" Id="R091163bef58c453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f3ffcc43540e8" /><Relationship Type="http://schemas.openxmlformats.org/officeDocument/2006/relationships/notesSlide" Target="/ppt/notesSlides/notesSlide31.xml" Id="Rc5fe481075974dc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e4767ef44836" /><Relationship Type="http://schemas.openxmlformats.org/officeDocument/2006/relationships/notesSlide" Target="/ppt/notesSlides/notesSlide32.xml" Id="R8a3bfcf194e340f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964504aaf42f0" /><Relationship Type="http://schemas.openxmlformats.org/officeDocument/2006/relationships/notesSlide" Target="/ppt/notesSlides/notesSlide33.xml" Id="R0ec23c291f88446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db73720846fa" /><Relationship Type="http://schemas.openxmlformats.org/officeDocument/2006/relationships/notesSlide" Target="/ppt/notesSlides/notesSlide34.xml" Id="R38b20e490bd74eb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6da2f54324ee7" /><Relationship Type="http://schemas.openxmlformats.org/officeDocument/2006/relationships/notesSlide" Target="/ppt/notesSlides/notesSlide35.xml" Id="R6d82ff37cae94cf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5dfd2ebb4488a" /><Relationship Type="http://schemas.openxmlformats.org/officeDocument/2006/relationships/notesSlide" Target="/ppt/notesSlides/notesSlide36.xml" Id="Re327264933cf45e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22b67a9904cff" /><Relationship Type="http://schemas.openxmlformats.org/officeDocument/2006/relationships/notesSlide" Target="/ppt/notesSlides/notesSlide37.xml" Id="R407369dd331a4eb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9dc8beb4a4751" /><Relationship Type="http://schemas.openxmlformats.org/officeDocument/2006/relationships/notesSlide" Target="/ppt/notesSlides/notesSlide38.xml" Id="R4a5a7043b9ea445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f71c882424915" /><Relationship Type="http://schemas.openxmlformats.org/officeDocument/2006/relationships/notesSlide" Target="/ppt/notesSlides/notesSlide39.xml" Id="R7ed9fb143fbb4bf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b3947a94e49fb" /><Relationship Type="http://schemas.openxmlformats.org/officeDocument/2006/relationships/notesSlide" Target="/ppt/notesSlides/notesSlide40.xml" Id="R7e91f7ecbbee40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6AB52-F3B7-42EE-93D8-508C0060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44458-F626-4455-AF2D-DE36C941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ಆඎඛಕ තವბದ ౽ವ౲ ූಗ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93545-65A2-45C5-97BF-6683D3B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5F5D-69BE-47E3-ABC2-EB685CA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703E5-B19C-489E-BE8B-07B2640D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3FF38-0F4F-4C79-B42A-6EC3DAAB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C631A-899A-49BF-A164-91212706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12650-8685-484D-957B-A890A238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21A7A-260B-4006-BD0C-745EC59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E1DA9-C28A-4525-A364-2A6A9731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61CA0-3DB7-4C55-AE6A-B682EBB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7ABDD-ECEC-4002-B437-025E5DA4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B17B6-EC52-4B39-BFE6-15BD0788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38643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5D6F4-4421-455F-904B-C7CBF14B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50168-081C-4EF5-9BC2-467247B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72A87-970F-4C81-8824-896CD14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04074-110D-4D34-A273-477E3082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75D14-097A-4E31-A734-DFD603CB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185C5-22EB-4F39-93B6-BB660DB9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913F7-A145-43B0-AAB3-BFD4AEB5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6B3EC-9A99-44FF-B0EA-3A5A20E9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053DA-A64A-4402-9FFA-B75836A7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050CA-F619-4027-AFA7-2C2245E8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046E9-716F-41DA-8AF2-3FDE9032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3B707-1822-45AF-B13F-22966EAC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FBDC4-C7DD-483D-B8F6-E430F213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D5702-3B97-44F3-81F8-FD7CF26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5F892-EF1F-4431-B96E-802D003C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10679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B6071-AF08-4535-95E3-29B2D0BC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66C75-C1E2-4E83-A817-E8FDA86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557E9-983F-4054-BD6F-39148929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BEC52-3520-4D10-8105-1171371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4C329-AC87-4C49-BFA5-1CD13090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685EA-D0BE-4F68-9CFA-702E39E3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5902C-8FCC-4E2F-AE77-7B7E3318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1A80E-D7A3-4811-A63B-0D7DE33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E218D-1A58-4501-9925-A95EBA4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ಆඎඛಕ තವბದ ౽ವ౲ ූಗ (03 hours of pedagogy)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714A3-FC72-495F-B344-4A3566E1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D7F01-6807-47DF-913D-D9D80E62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AA6C2-E975-4B1A-A5B5-61CB4E25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ವಚನಗำ : ಬಸವಣ౧ , ಅಕ ౙಮ๻ඃเ, ಅಲ ౵ ಮಪ ౳ ෙ, ಆಯ ౪ ౾ ౙ ෥ರಯ ౲ , ೭...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76C23-D4ED-4CD7-A2D5-24F77C2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B0855-70BA-4C85-B1A9-08C4CEC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4EF41-B225-4F93-A699-B97ADA6A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౾ೕತბචಗำ : ಅದคಂඃඝ ಫಲ ಇದคಂඃඝ ಫಲ - ඬฏದರർಸฆ ತಲ ౵൐ಸൽฆ ಉಡ౲ ൞ำ ಮ...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B372E-1C5A-4786-A1B6-9EA303DA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D5D9F-77A5-477B-B552-C513C1E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870B5-E60E-4F16-B905-40ACBF06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ತತ౷ಪದಗำ : ๬เರ ಆಡಗಳ ๯ഖ ౣ - ๏๑කಳ ಶคೕಫ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8CD89-77B2-4F59-BAEC-0EEC3FD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59B304-C921-4183-9F39-AEEE098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82537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7E497-82E1-4BC1-801C-A76BBD1D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38998-65FE-4286-9FAD-12150EB0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BA833-D5F7-43C1-BF00-246617BA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713F1-D6C5-40A8-8E85-4CAE7988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B0077-C476-4264-BEDA-34E000AA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DE4E3-BB7F-40DD-A097-00A1B95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AE41D-F460-44B0-8923-2E87A341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068E9-485C-478E-B87A-8820AB3C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ಆඎඛಕ තವბದ ౽ವ౲ ූಗ (03 hours of pedagogy)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E948C-E9C4-4D66-940E-D22D7E10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529EE-9D4B-4FCF-B95A-26710BF4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ED495-F434-4E7C-AC1F-F0F10413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ವಚನಗำ : ಬಸವಣ౧ , ಅಕ ౙಮ๻ඃเ, ಅಲ ౵ ಮಪ ౳ ෙ, ಆಯ ౪ ౾ ౙ ෥ರಯ ౲ , ೭...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FE7F2-A2AA-4427-A91C-61765E28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41CCA-2175-4359-AAD9-FAE1706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A94CF-23CF-4FA0-8EC4-6EDC2637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౾ೕತბචಗำ : ಅದคಂඃඝ ಫಲ ಇದคಂඃඝ ಫಲ - ඬฏದರർಸฆ ತಲ ౵൐ಸൽฆ ಉಡ౲ ൞ำ ಮ...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B87E1-7164-4023-BF1F-5403F87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657AF-3FFB-4286-9AE7-C8D54704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0EDC2-DC71-4D5F-AC0B-92ED611F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ತತ౷ಪದಗำ : ๬เರ ಆಡಗಳ ๯ഖ ౣ - ๏๑කಳ ಶคೕಫ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CFD61-075D-451F-88EF-69825592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C01A0-DAF9-46AA-99B0-A3C7DEF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B9114-D717-4A62-9583-8E93881B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54561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0C297-5478-48C3-BA86-4D889E85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6A911-FA6E-4713-A274-FADE36EC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3EF45-4B2C-4479-9E87-4394E32A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3AC80-2B99-4A9E-9345-136F83BD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161E2-94FA-49B0-97BD-8ADE6C4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87AD6-D730-4F10-A65B-8C9A9071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C4043-606F-42D4-8338-49C8F650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09963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3C0F8-4E85-43A7-9362-90919143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37C61-E8CE-4F5A-8FE0-8AE412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1F6DE-579E-49BC-B2CE-006543C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1BD48-E5CE-4F18-A095-1CB5C81F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A01BF-C315-46AB-909D-F1F41D3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ಆඎඛಕ තವბದ ౽ವ౲ ූಗ (03 hours of pedagogy)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5FF1B-83F5-4C97-8C3C-C49A65BE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ಆඎඛಕ තವბದ ౽ವ౲ ූಗ (03 hours of pedagogy) 1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E4934-E954-4388-9867-D0A35B48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97EBC-8F53-42F6-B654-DCAFF2DD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44E34-08C0-4A28-91AC-BBDCB20B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E74BE-DFCD-4F4B-A5C2-E971FF87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F2B58-9358-4078-BCBD-5CB97F37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3898A-FFB9-41C7-A09E-2D7139E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BE243-79C3-4B1A-AF9C-3CA7F8AA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714CA-D5BC-4C3B-973B-EB562D0F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75BCF-A165-402D-8DA0-3C4DABA8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C12DD-4D5A-4C19-ABD4-1FE87C31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73555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22008-4960-4A57-AA31-FACD2E8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09894-5DAE-4B9A-85A4-58F0BC6C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F9D50-C898-44AC-8B3A-06B08E7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D680D-9BF4-40F4-8AC9-16789DD0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0B207-7C64-4E38-8048-D4D1FEB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AC638-A623-4737-8C63-993887D8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DDA68-37BB-4FE4-B314-4E6F40E3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D3DA7-6CAC-4825-956D-47B6ED11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235E4-799A-425E-AF2B-83A85704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ಆඎඛಕ තವბದ ౽ವ౲ ූಗ (...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18642-BBD4-4DCD-BC20-D284B22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AE187-B3B0-493D-8079-8C6BBCD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EAA2A-1F72-4D5C-923C-571F23B9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ಆඎඛಕ තವბದ ౽ವ౲...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BC339-7297-4094-BF13-3DF617F3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3C2D5-3BD8-4C44-AFAF-A1C96BE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C5490-3E96-4D46-BDFF-6B497ED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ಆඎඛಕ තವბದ ౽ವ౲ ූಗ (...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A5282-3228-4218-9007-20A67BF1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E1C7F-9770-4881-8FB6-C5F47204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71CAF-3654-4D57-8C13-3693901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ಆඎඛಕ තವბದ ౽ವ౲ ූಗ...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C8718-C032-44E4-BC68-76B0A8F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21343-4DFD-49B6-87C1-FA6D7DDF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B5549-D899-4872-A377-D79F1E2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ಆඎඛಕ තವბದ ౽ವ౲ ූ...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1F494-A8E7-4A33-B9E7-CF70BD0C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6D497-DC5B-4C00-BF58-1B7A5FD9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604153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08A5C-F931-4AE1-9C2A-B9C3F074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81A717-0975-4CF5-9749-EEA02BA4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ACBAE-C645-4B23-B05E-C3635718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55DBC-3202-4FD6-8BEA-B1BE29D2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91F2D-D692-48AE-A286-52651BBF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2184D-252A-4962-98C6-9516351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A6C18-97A1-4474-AF5E-BABD05C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D264B-7BF0-4743-9F6E-E9353A2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11CC0-44EC-46E4-9D01-3C481B4C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164A2-9128-42B1-8FAA-7EE9E99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832A0-3BC6-4787-8E83-9520464F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04A52-093E-4A46-9BAD-BB386402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C2EC4-9683-4378-A8DB-C7850059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2BEB8-F2E3-444A-ABD0-0CBA0EC5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4159F-BAF7-4C92-84A0-FBFA7625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09110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9A16B-42C8-4DCD-BA07-B03452AE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621A6-B1A2-4D53-BD33-8C0279EF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E3F5C-F7EA-4748-B794-3FD82BFA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CD71A-D761-407F-B29B-C8AEE315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BE54E-B31C-4004-A137-9DDFE109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0DDB0-CE3B-4760-ADA3-B6A3930F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ಆඎඛಕ තವბದ ౽ವ౲ ූಗ (03 hours of pedagogy) 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98F97-D1E6-4436-B609-2EDA043A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AC9D8-9C69-4951-B28D-9F8DC2E3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2E810-9B0F-4204-8595-228457BD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7673E-AB15-4587-8C41-7EC97B56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9AEA2-024D-434B-8073-06C26CC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926585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183D3-F6E0-48FD-8813-2FC8BA0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F78ED-F4E0-47E0-A91D-2309A272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4A654-C814-43D4-9CA1-4896076A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A4BD7-1ED9-4D61-A256-D77D48B1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940C8-885D-4BA0-8E48-542FCE49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ವಚನಗำ : ಬಸವಣ౧ , ಅಕ ౙಮ๻ඃเ, ಅಲ ౵ ಮಪ ౳ ෙ, ಆಯ ౪ ౾ ౙ ෥ರಯ ౲ , ೭ಡರർ๭ಮಯ౲ , ಆಯ౪౾ ౙ ಲಕ ౙಮ 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A9E36-1E98-469F-BB86-0D4E5E45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ವಚನಗำ : ಬಸವಣ౧ , ಅಕ ౙಮ๻ඃเ, ಅಲ ౵ ಮಪ ౳ ෙ, ಆಯ...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8A1D3-FF56-470F-892F-C72FCB7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237AF-8955-4B0C-A85D-EDBED2AF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83818-76EE-45FA-8915-3EC2AC3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3332F-4A1F-49AD-A7EF-3C8C18E4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D220C-3028-45EE-9590-367BBE48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2A9BB-45DB-49AF-84BC-93BD5B1D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7F37B-D5CF-47B1-83EE-11E18D41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840CF-16E6-46FC-83DA-8E7BC8BA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DC2FE-5343-4D88-A962-FDE152EF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DAA8C-2254-4545-973B-F5226B9E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12302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80411-2814-4E38-AA73-89113BD8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E7673-74EB-4535-B647-7C4FEA3D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B397F-625C-4FE6-8E4E-93212A3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03562-AE83-4A23-8F61-FBCE355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8F997-BF32-4F45-AD89-0AC085C1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00907-859F-4ED5-A452-6CE99307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1F1F6-C264-4943-BBB0-942E33DB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DC613-CD14-4569-9EDD-B0664BAB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1FC84-9EA7-401C-B29A-99998BFD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ವಚನಗำ : ಬಸವಣ౧ , ಅಕ...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7D26A-1082-4FA5-93CA-0C66D2ED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16ADB-A737-40A9-ADCE-190B0FF5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6F16B-9CC4-4763-B122-056F4B4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ವಚನಗำ : ಬಸವಣ౧...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03C8B-CED6-448B-B073-BC97E423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84396-DD91-4B2B-8F71-C0F91940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E33E5-B28A-4ACE-AB62-81B5F5B2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ವಚನಗำ : ಬಸವಣ౧ , ಅಕ...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B6674-271F-423B-97BD-A6B41047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E66E6-E9D3-49E9-A0B2-BD0C105D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1521F-6018-4E93-9C20-8E1F1489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ವಚನಗำ : ಬಸವಣ౧ , ಅ...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717F8-6A39-440E-9669-81E1F4AE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23DA5-3D8A-4FC5-9872-3AEB4CEA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D905D-8A5A-45EF-817F-FDA6DBD6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ವಚನಗำ : ಬಸವಣ౧ 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11E81-8BF8-475F-8E9C-2DF9CF65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6EF1E-476E-451B-9CFF-4E0E2175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528833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4F044-D2B7-4A67-A3DD-7BDB2D44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35CDE-ADD0-4F9C-9C13-941DACEE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AF0C1-58CC-469A-AD09-800E157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90719-E0D2-4AA1-B336-6CDCF6A3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51009-EAFD-49B3-8CE8-B7807E12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31046-1B81-42E3-997C-19D0B7BB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A7396-DC86-43A3-B6A3-A1B58672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A1AB8-26AC-4EEE-BDDE-0B295E4D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D84B3-8F92-49B5-8036-1135B1AF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014D7-8BD8-4E40-8BE7-20EF4EA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03A3E-086D-4941-B1DF-9FBABA38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E0AE9-CACF-4D4E-85DB-68A0102A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A807D-5DC6-44E4-942D-84162E2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5EAF2-A258-4467-AEE4-FC646BD4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A7429-A703-480A-9838-722FAFD6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695838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EADC2-147F-4DA4-AE21-EF48F19A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6A808-D8B2-40B1-9E62-CDAC254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84DC4-C942-4336-A63F-1B3E1F2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27B08-D046-4F39-A7E1-9F1E9E4C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EC1A-4C38-4CD4-A47E-B2FCEC5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8DFB8-DB8B-4060-9FA6-DCD8149C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ವಚನಗำ : ಬಸವಣ౧ , ಅಕ ౙಮ๻ඃเ, ಅಲ ౵ ಮಪ ౳ ෙ, ಆಯ ౪ ౾ ౙ ෥ರಯ ౲ , ೭...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E8D9B-AABD-4070-9F96-11A26C81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8D8FB-6381-44CF-B64F-482B089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B2572-1FCF-4FD4-B21A-6233D30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599F2-553B-482D-ADCA-D144CC7E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B3BCB-081C-482F-B640-0761B02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601519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79C1A-AE66-48E8-AD92-DBB0DC1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F0CDE-F79B-4FEE-9A33-89E0C289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3B054-6B9D-49C5-998B-02F850C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DCEDE-37A4-4458-996E-60D72F9F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A29FD-A9F7-47EE-A842-72A88BB8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౾ೕತბචಗำ : ಅದคಂඃඝ ಫಲ ಇದคಂඃඝ ಫಲ - ඬฏದರർಸฆ ತಲ ౵൐ಸൽฆ ಉಡ౲ ൞ำ ಮನๆ - ಕನಕർಸฆ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9B038-CBE8-4863-8865-E405E3B5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౾ೕತბචಗำ : ಅದคಂඃඝ ಫಲ ಇದคಂඃඝ ಫಲ - ඬฏದರർಸฆ ತ...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D4997-D0C2-4E3C-8E88-B18EC1FA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0D37D-26C9-44CA-A3B3-ED192AE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0AC83-E141-4FB0-9835-27052CD6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FFA8B-A508-4F77-9C9E-DA481EEB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29D84-B761-44B8-9A3D-34F763CB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7EB51-8210-41A8-9506-DECE530B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83581-FC11-4713-B2B8-B054232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46648-8ADF-4F3B-8DF2-5F758EC7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2964D-31E7-43C0-BA97-1D5D102E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FD6BF-FAEB-4A21-9080-21B9A23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042800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688E0-67FB-40E5-81E6-B2D5EEA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B913-17C1-4093-A56B-1F5CE1E5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C272A-B26A-47A2-B491-94C7DB62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AEBD3-C9D4-4593-8588-51B630E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3A07E-1F4A-4989-9F3B-C76C1DDC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43599-BC07-40F8-AF50-F70571F3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F519-3436-41FE-B8FC-35BAE9F5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5A517-1676-49CC-9F74-3DC3CDC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DAD9E-20C4-460E-87AC-4BE93C4D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౾ೕತბචಗำ : ಅದคಂඃඝ ಫ...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9DEA1-9C54-4E5B-891F-9997B20B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4EE92-D2CC-45E1-BF46-B31D0B42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634D1-5B69-4C44-ABD7-9238F243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౾ೕತბචಗำ : ಅದคಂ...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DD39A-32A1-44E4-B444-9ABCE306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02D93-255B-491C-A29A-92230E19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0B69E-17AA-4D81-945E-BFDFA46B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౾ೕತბචಗำ : ಅದคಂඃඝ ಫ...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AFC1D-F388-4A96-97B8-FDAB194D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870E7-FCA5-4200-9B60-38B91D71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D4740-B3A0-43A0-93DD-49012924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౾ೕತბචಗำ : ಅದคಂඃඝ...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C09C2-5E97-431C-8CC6-80E14A06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AD2FC-BE79-4407-8318-1BAAAE59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ADDAA-DFC0-4365-9A90-56C03A91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౾ೕತბචಗำ : ಅದคಂඃ...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CFF01-9A4A-4060-B170-29F00D84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44BDF-38DE-42C0-A47C-E8CDCE6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639800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A3DD9-74EC-439C-9D85-D3FD05B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76244-81C7-495C-B883-DCB49AF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2BB4-BBAF-49EA-9F9F-7BC56B19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D81E4-CD1D-49D1-8E43-D740A216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BE8CE-838F-4106-911E-620CAD9A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BF2FC-A0DE-4D4C-A93F-0063995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80DD3-0331-4756-B2E1-9C90B722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ABC86-548E-48A4-8C9C-8687B15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A6109-B70A-464B-B24A-DFA1E74B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061CE-EDAB-457C-88EE-089890DF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3F588-CF76-4DE8-82C4-B963086D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404D7-BE13-48A1-932C-9DE00618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ED6E0-F063-433D-AA7D-A5023CB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84E54-AFC2-4DE0-9FE1-9C4B9CEC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99A70-E9F7-4EF1-8A40-3A470B04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328024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99286-C352-4781-B6C6-D96FCADD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47EF4-7503-430A-BF4A-41101FAA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E3C2F-3B91-4C5D-B9F9-5E6A2C0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4971A-C482-4ED0-A127-D01C134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8009A-3282-4BFD-8AAA-FF961B6C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2E9A1-4777-400D-BDF6-52212E7F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౾ೕತბචಗำ : ಅದคಂඃඝ ಫಲ ಇದคಂඃඝ ಫಲ - ඬฏದರർಸฆ ತಲ ౵൐ಸൽฆ ಉಡ౲ ൞ำ ಮ...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3DE2F-0EBD-4715-9436-1CD0EEE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1E02A-1EDB-4AC7-AED8-45D03F52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CA4A0-9D17-49AC-9AEA-522178F1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E2752-D039-4FAD-93C8-5732F6BB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4F8FF-7B40-4C14-A4DE-C33E7B4A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51945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2A57D-7288-4B9D-96DF-B3419F0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201C7-44C7-4923-9474-7BEBE912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B5058-F668-4629-9F53-431449B4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A0C39-AA39-4300-8E9A-5BA0F6FF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24B8B-A279-4EC2-9606-13CB8F4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ತತ౷ಪದಗำ : ๬เರ ಆಡಗಳ ๯ഖ ౣ - ๏๑කಳ ಶคೕಫ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DA5C7-717F-45D3-A62F-D9580FF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ತತ౷ಪದಗำ : ๬เರ ಆಡಗಳ ๯ഖ ౣ - ๏๑කಳ ಶคೕಫ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8CDFC-3B14-4EF7-8A28-536172CB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E3F7A-682B-4ED4-9D53-519EF07B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55A50-34BB-416E-8FB9-442B168D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59D0D-93DE-4C16-AA03-6E41FED7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0FC1C-2897-4297-894D-46A541C1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261EA-7BCD-42C4-A091-109257F2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24116-319D-40EA-B2CA-71BB296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CC0DD-889F-4BF4-85EE-F97DD6BF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7DF9E-92DE-40F2-AEA6-0386F23B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A2E13-C071-44BA-88C4-7CE74ABC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738783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2FB01-8971-4F0A-9197-2F49CA4F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9BA33-E57E-41C3-B057-6535CBDB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2B612-4215-4112-A7B2-924EAF1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CF21E-866A-4B4A-8B41-C998580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453CF-288A-4517-B94A-665475FB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CCEFA-93AC-49EB-97D4-E63FD96D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B4BD8-B1FF-4DE5-8A66-7EDFE6B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34BAB-8AED-4B58-A038-2E9714BD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7E29F-774F-474C-8C69-2177428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ತತ౷ಪದಗำ : ๬เರ ಆಡಗಳ...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C6348-1D63-4F4C-BD60-0F56E7EB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9119E-67EA-4C92-A4F0-D21D4F25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CC197-26D4-4E7B-942A-EC642BD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ತತ౷ಪದಗำ : ๬เರ...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41123-674B-4E16-B905-871E173C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544B0-3477-4F5E-BD18-ECA75F02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5E6A0-B713-4618-936C-5C7DCC7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ತತ౷ಪದಗำ : ๬เರ ಆಡಗಳ...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6194E-69D7-43E3-8AFB-76D95CC3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19B20-EDD6-410A-A540-350C8C9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A0D86-7621-4E52-8D1F-4C4ACA4E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ತತ౷ಪದಗำ : ๬เರ ಆಡಗ...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391A6-6EEA-43F7-A503-11304B35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C3087-7093-4158-96B5-44458898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651EB-0E7B-4DCF-8FC8-0FC678A8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ತತ౷ಪದಗำ : ๬เರ ಆ...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EB1F5-4F91-43CF-86C0-1FBB0219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A9ED2-25C6-48F4-9190-1691FF2C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93681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20FFD-066C-4759-A04A-976476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9AC0C-E038-4B80-A0A8-4174BB1D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2956C-67B1-4933-8E0C-B2D642C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EF5A5-0DC5-4D42-956E-D9107777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73F83-9DE6-4C6D-A744-EE730F9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EB002-0799-4D7C-97A9-61610C12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EE4E5-4E83-41F8-9BD4-C661A82B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CE47E-1686-4F51-93D8-13868EF5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C9135-C7A5-49EF-859C-3ADD5519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14DB1-BE11-46E0-9791-FB281A96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9B12-7930-45FE-AC2A-A61D38E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C35E0-331C-4B9C-B79C-01006CD7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8A7DC-3BD9-4700-BD65-06AB5010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1D223-FAB0-4333-BE71-6E78290F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28F8C-BD9D-4AEB-865A-F24E3370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972888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2997A-474E-434B-874A-68E14489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D9DD5-658A-4E56-A5E8-62440BBA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A2CC5-AA9C-4CE2-996B-E10001AB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41738-5567-4873-BF84-138D286C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3D443-B075-40B5-ABFA-5F1B115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DFD32-3A91-4149-9BBC-7BEBE6C4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ತತ౷ಪದಗำ : ๬เರ ಆಡಗಳ ๯ഖ ౣ - ๏๑කಳ ಶคೕಫ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5CAB7-6CF2-4CDE-B5F7-62D386A2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797EB-671F-4518-B60B-F549D284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5EEEF-E8D8-4B39-8873-9E77FF80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96022-6455-4CBB-857A-16793B01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C003A-2FDC-415C-972F-47B6F082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801371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0997F-E469-4F81-B17F-9A5D9B0A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3683-C545-42F9-9BDF-69A79422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61D4E-F58A-46E7-8901-4E166733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6483A-6530-46B3-9F1D-951B1CF4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38E91-5BE1-4A57-AE04-B36681EA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34370-F47B-434E-B1F2-4FC1782A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433398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6EE20-62CB-44C3-9092-CC9D8CCB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9662E-5223-4FCB-980A-6919FFD0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C1C85-AA1E-4540-8195-27553122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93268-2BEF-4030-9704-058FA7F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7E972-15A8-4D32-A535-A5D989BC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CDB27-9B3A-429E-83D0-536218F8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671805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0C898-A49A-47A4-8CAB-507D100F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5A79B-D9BE-4ECB-B50D-33728306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FBB7E-DA54-499B-BA26-EC912D7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E5399-A85B-4105-B3C0-DA12999A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CCBB7-6492-430B-BB5F-F3F8E633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8C174-B606-4999-8CD8-89824E9C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779106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48D13-9BCB-4427-BB46-49B5D869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9BEC5-F01E-4B56-861B-BEC9D29F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F829F-0A82-4EEA-8E38-7B97615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598CD-7923-46A4-BB72-D4732867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1E5E2-1742-4073-9069-27610D6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E4531-6213-40FC-8998-7D91A226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435328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7FFBE-DA03-428F-8954-DEE401A5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170D0-0C7D-48B2-B295-743E9A2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5E8E9-3173-48A6-8307-91C0FB4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62EB1-ED45-4C07-987F-73B77194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14B09-59F1-4A3C-9C52-B5221AE9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ಆඎඛಕ තವბದ ౽ವ౲ ූಗ (03 hours of pedagogy) 1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ವಚನಗำ : ಬಸವಣ౧ , ಅಕ ౙಮ๻ඃเ, ಅಲ ౵ ಮಪ ౳ ෙ, ಆಯ ౪ ౾ ౙ ෥ರಯ ౲ , ೭ಡರർ๭ಮಯ౲ , ಆಯ౪౾...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౾ೕತბචಗำ : ಅದคಂඃඝ ಫಲ ಇದคಂඃඝ ಫಲ - ඬฏದರർಸฆ ತಲ ౵൐ಸൽฆ ಉಡ౲ ൞ำ ಮನๆ - ಕನಕർಸฆ 3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ತತ౷ಪದಗำ : ๬เರ ಆಡಗಳ ๯ഖ ౣ - ๏๑කಳ ಶคೕಫ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99F52-AC52-44AE-B4F1-80085E60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E7163-5D63-4678-8D19-1C985688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07A80-7ED1-4713-8A87-09563DB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07925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033B8-C3F3-455E-B1D8-3B2BF67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563D0-F224-4438-9BD1-8C54B124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ವಚನಗำ : ಬಸವಣ౧ , ಅಕ ౙಮ๻ඃเ, ಅಲ ౵ ಮಪ ౳ ෙ, ಆಯ ౪...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440F1-AE18-4CF7-955F-365767CE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A984B-F891-4222-A67D-39FDB168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7DE75-38A9-4117-83EB-5DD9F07D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8E75C-3C03-4CDB-B2E3-F3415226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5B512-473A-40AD-8E9D-C06D3715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DA568-0EA5-4248-810A-00BE764B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D9BDC-58D2-4EFC-AD91-E23DF255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E9128-B8AF-4CD3-A0B7-F458E275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59A45-F522-4F38-B9C5-99176325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A845A-5E4B-4419-9F95-15AF660F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F8547-B92D-447C-ABB0-4239C2C9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DCB89-8B0F-46FD-BFDA-F7ACCA22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E0D06-6669-49CF-BE3E-7FB8A318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B3132-D28D-4B91-81E5-5474E7D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DEC52-3D3A-4321-B0F3-1DFFF9C9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B24E1-0622-4208-92C9-F88DE22B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E4782-8722-43A8-AE3F-DCCA546D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BC7E3-84AD-4D7C-9A0E-5749FAD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03508-551F-4EE8-BF7D-B265D862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98226-21FA-48C6-B1CA-0C2AF40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00A58-8513-4B98-851F-D8B7A3F9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1A3E1-3583-44CD-93B5-BEE3FB79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506E0-BA1C-466C-BAA9-0D6D80A4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AF733-86C7-4115-A5B2-3CE2DA8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020ED-A889-4BA1-93B4-DD2852E5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32F02-AED5-4356-A7F2-E26004BB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75AEF-C4E8-4B20-BEA6-6879DF1D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6FA7F4-02C9-4EF8-847C-E8221C75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3682D-0566-431E-A8B6-BD15C8B9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C0113-302B-4830-8EEF-51A3856F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566788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B4894A-C094-43EE-B911-2528D0E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3EA8-2E84-4481-957A-3FAFA6AB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౾ೕತბචಗำ : ಅದคಂඃඝ ಫಲ ಇದคಂඃඝ ಫಲ - ඬฏದರർಸฆ ತಲ...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01D0C-6306-489F-A762-F3F5D5A8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54F21-082C-46F9-8C19-72D32B3B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4DA3E-B8D3-41CD-9782-79E53B9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CFBB5-6A0D-468E-81E3-2D799D59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73126-C31F-4F22-8C57-DE5F1FA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6D096-4761-43D7-90B7-87A413B3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06FD1-EE7C-45E2-A23B-023E9C23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908C8-A5F5-4697-9CFF-ECDC4586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26E02-CCDA-4559-B45A-09963312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2948B-9CA5-4A9A-AAC6-D54455EF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9F3F9-B75F-4984-9210-9DF089E6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62EA2-88B0-4F63-A159-97988C3B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E59DE-924C-4137-A42C-F824FCE6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28375-A737-4100-BD9A-31CF33D9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E023C-BF1F-44FE-90E1-915F311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573CA-B578-4C62-80AF-B490223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2BEAD-6399-44FB-8677-30993E3D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CCF34-C32D-4958-B356-74DEF9CC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04E4F-FB26-4FDA-BD39-26D48A8B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30737-517A-4693-875F-F5C4DE42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670CF-D49F-4E6F-89D4-8914CB6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EA2430-0669-4A3F-B150-73963FDB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BCFB7-A937-48B4-A589-0007F6F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FA133-AC62-4878-A9FE-3138501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300B6-DA56-41A3-9BD9-C548C9D3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0BA17-75F0-4A15-8104-527E676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67AFAD-0DA9-4427-9317-DF62EBF2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98317-51BD-4F0B-8613-9DC8E77A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FF5154-B393-4C48-BA3C-4E1AAD1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488DBB-7C1F-4688-B731-ED19261B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218483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58651-3D3A-4263-A151-3BEAD345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93CD8-46AC-4FE7-883B-B4618214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ತತ౷ಪದಗำ : ๬เರ ಆಡಗಳ ๯ഖ ౣ - ๏๑කಳ ಶคೕಫ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B8A84-AF24-4448-B4D7-C044CB7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2640C-BA2E-4DD1-93E2-9D435541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FBB57-DD83-4EF6-B58D-D8EC7F4A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0ECC9-C744-412B-BEEF-A73321F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79739-AF8C-4122-89A4-C119365C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5F2FE-1433-4E54-9728-0504D26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E24B7-D252-4C18-B203-C308534C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A5816-ADB5-4223-BEA7-BDCB9A0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0FAB5-27E7-4A1C-8CF5-69B0A5A2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155CB-F3CA-49BA-BDE3-27546AAE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5B810-DA50-4E4C-9B84-9AF3DC8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6F28B-77ED-40A5-A20D-B8F9700E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6CE35-5871-4DC9-95A2-DF2D378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62DF0-140D-48EB-A76C-FEF5DC46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7B4C3-7D5E-477D-9234-85002E8D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46B30-E55E-4546-B4D6-E674AE15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B15E6-384E-4ED1-8397-C01297AF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60109-69BB-49AE-B4DD-712C8ECC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B2708-9795-45B0-8FB9-CF237AA9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9E5AB-DD95-41D1-888A-A23B19A7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97A5B-E5FE-4BC0-B299-1A0E8DB3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F2A87-3F48-4ACA-8DE0-94347EFE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7CF3A2-82F7-47C0-83EC-85982F0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934CF-6586-4426-ADBE-4B77DACD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D941A-07BD-4799-80BE-FDBBFA1E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875BD-6CDA-4A33-9846-B7155F50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B88EB6-687C-45A3-B072-DA355DA1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4CF49-4DEC-471A-A706-BEE0F391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1FF4A-0D54-4C59-A6AF-05E0789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2EADE-0997-4E5C-B84D-1BF57AD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50374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3F2ABA-2B8F-42D1-9618-C6D13489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10B6A-93CA-4DF1-816B-FF812D52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තವბದ ౽ವ౲ ූಗ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80925-7EEA-4F40-B55D-6A5EBF1F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E72D6-D6F6-4A37-B035-34AC302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0A368-0B19-4D08-A4D5-A859906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6E238-7107-4D37-8AB3-5A975A2C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A0261-E4C0-415D-BA9E-9882B881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0DEAE-828A-4517-98E5-B8E59BA6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26A4D-EE74-4769-80D3-1B5138D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88A46-A93B-4FC4-B3EA-1F2BE27F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E1D36-CA43-4EB8-99A9-CCF9BD94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A95DD-EE58-4688-ACB6-FE029676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1B491-D8FF-49DA-85D9-68E4414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86EF6-4341-4FA0-B68F-DAF3920F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D46A7-57F9-4068-9C56-2A0DFA4E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04F82-A8C4-4A82-8725-C95AA09D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5C728-647A-4EE2-8AD2-E75B2BC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F2A9B-5404-462B-85A7-79DC5625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FDD51-F4AE-4A4B-B1C9-13417370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E18C4-22A4-4025-A4FC-D35E5E3D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2A0EA-6761-4719-8D53-5F020E7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6B35D-1160-4EE9-B02E-AE832A49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D1BD9-48EA-4E46-9E72-AAC28848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FE481-9484-4A8F-BB81-F07D10F3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FCB4E-4F84-481E-AE0C-990A6672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53C57-AC20-468E-9CA7-8383A61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92668-CB52-43AB-93BE-7A17D79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4284F-5480-4FAA-85D1-5D94ED64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3EBF6-4116-4081-88D4-303A90D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5C46E-DA27-402B-BB2C-04FDCB2B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11B7E0-8479-4824-AE71-ECF11A79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61849F-065B-4FA3-A364-7FDAF609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491854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E2F4E9-3EB8-47A0-A08A-6540A9D9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C4B18-D519-4518-B207-A00DA54B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ವಚನಗำ : ಬಸವಣ౧ , ಅಕ ౙಮ๻ඃเ, ಅಲ ౵ ಮಪ ౳ ෙ, ಆಯ ౪...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32590-F589-4268-B2F8-455D463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9BE35-9430-4BDF-B540-3EAAB19F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DA12A-C95E-49EA-89BE-DB7D8289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23F81-D179-4B78-A554-D48E2C6E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9EC75-4E8F-496B-A955-BAE693C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AB14C-673B-4842-9B6A-1E8F4D53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B51FA-DE9F-4FBF-9964-CE9DF53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08681-803A-46F0-84D2-C32279D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D5F0C-41EF-46C3-BD82-C5C25A09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33644-9657-4ACF-860B-9231B187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0A43A-D63D-4531-8BDA-7424D5F8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66758-BCA0-448A-9978-ABAAFDE2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D7A33-ED1E-4F66-8E43-3B6C91A7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C7147-806F-4362-8177-B5517ABE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908E3-018A-42DB-8567-8E70D711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8BF55-E19F-49FA-9EC8-1A7D74F1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EF20D-44CE-41AE-97AE-3FE6143C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5C58B-1AAA-43C9-B347-6861CA0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0E31F-0292-44A8-BCF5-0F9BEB6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278C0-A0E7-4792-AB00-DE4893E3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DDA93-7FA4-4384-8694-C9ABAAEA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8D39A-4609-48B1-93A8-540240C4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C9B93-277B-48F7-937E-955E1E3D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47251B-C47C-4294-BA85-422341D0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370D8-44AA-4763-A632-F3B68D3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48662-1330-416D-B3D5-8E337348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55CAA-6597-49D1-A7EE-8DE8182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18617-9EDB-4E06-B12D-05BACDE3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B137AC-2F62-4FB4-8651-9897E1D3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F1404-4D83-48D1-9B2B-4B22D53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08933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CDFE1-3681-4D28-A333-2D114018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8F19E-64AE-4500-BC83-D6BAEB7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౾ೕತბචಗำ : ಅದคಂඃඝ ಫಲ ಇದคಂඃඝ ಫಲ - ඬฏದರർಸฆ ತಲ...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5EFAC-5AC6-48D8-83D5-13F6EBD1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9310E-F139-48C7-B54D-FEEFEA1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649C2-96A8-488F-84EB-C35B4E6A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3A7A0-042F-41F3-AFA3-EF4652F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58543-0DEE-4412-9A86-8F047B58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3CCD6-CC63-428B-8E45-7CE625F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158DA-CFF6-4FA8-B996-FA380252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2775F-B1ED-4E8A-9E52-6BB183A2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A26DB-AB5F-423C-941A-E4822A0F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2FA4E-10E1-4EC6-AD65-93938811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6D56A-4655-43B9-B677-C10C394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A2539-DBC4-46E2-A60B-FF9D73F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0AAEF-9B2F-42C6-A044-1FEB354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BF86F-BE9D-4D0B-A542-C4893727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3C308-80B8-408F-B0B5-67BF6CC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40AAB-E7E6-481A-9DC3-A465ECBE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E0B64-1C9A-4A26-B959-EA0D5FB2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93F16-2BC4-4C57-A83F-83A0AE53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1B424-5A47-4913-BF40-2768119F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9952D-1248-4ED7-B2EC-588F0B4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1D66A-2CEC-4568-B6CF-9CF07E5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27982-95B0-4D95-9489-62EB8441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9C03A-AFB1-418E-BA2E-69512538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8CCB9-77BB-4EA0-8961-6C5D7005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E11A5-627E-4BD0-82D3-7595C14A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092F13-ED97-4F88-A8AA-148DAA8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691D1-9609-467B-A9D2-A536C77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256E8B-BDA7-4C65-8F51-BE11695D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BCCAD7-2498-40AF-91E4-4887A9D4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EF746-5739-4E39-891A-F7AEAE60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27501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4BE34-B1F2-404F-9072-8266CEE5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674E9-958A-44B0-A344-8706A387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ತತ౷ಪದಗำ : ๬เರ ಆಡಗಳ ๯ഖ ౣ - ๏๑කಳ ಶคೕಫ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C9A94-B80A-4A5C-ABC1-91CDB02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3BA11-A139-4E8E-8F19-9B61071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A6326-7934-49EF-8A53-7899EFE2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2B22-66E9-490F-82E0-072959C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5837E-DB68-42E0-96D8-2B9F53AB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FBDC8-DF47-4437-A03C-902F56E8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4A616-BBEE-4BC7-AE2C-5E6C91E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30D08-739E-421D-9101-41FB2F87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EFB7E-0A56-4759-8E14-02EA0709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D38CF-4D64-48B5-913E-FC9B9E06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0041A-F0D8-4AFE-8E96-2713D0F5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1D4EF-B855-41E6-AAA0-9ADABA49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C112C-B798-487D-9113-1EEB03A9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DB2EB-39AC-4B07-AD7B-DC65E070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CCEC7-E536-4DFB-BB1A-824F46A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B3EBC-F741-4885-AEB4-5525210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06A33-EEFD-4D82-98F8-B46DE28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8DE1D-CE4F-43DB-9547-E97A3FF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F7E81-C19C-4F67-9537-30218AD0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95EA9-E48D-474C-AACD-8B967958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6A14D-7BD4-48EE-8898-AE9A7AD8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E3714-5800-4BF5-9298-AF1D52C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13287-94C9-4FF7-AF75-6E0A75FB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A62D3-3B3B-495D-891F-F6CF5A34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E2AF0-D853-46DD-9DE1-C0F28008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0C1EE-53CA-4EAF-955E-0CB37E07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A35B4-BC9E-40C3-82BE-BBED52E0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0B490-7677-4A00-8C91-E1DBA544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1F57A-2E12-4DD3-99C0-F662B1A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1385B-900F-48A2-8777-300B9F29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40361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080BA2-D6F2-461C-A6E5-F32C495D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D9AA4-26AE-4144-B319-B872C521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තವბದ ౽ವ౲ ූಗ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292AB-7E84-405E-82C1-5EAE3C1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3F208-B7C5-449C-A1AB-752ED1C8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41091-9BF0-4C2F-834D-27154E91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991C6-9F22-41B8-8DB4-F429FD61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8413A-2A93-464E-8D81-A7355658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3A1D2-8CED-4581-B1C4-B76D9340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8F5B3-C607-4A1D-9DC6-75270D49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02958-B71C-4D46-A0CF-19984440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0F808-5E89-4373-8B9C-5F773ED3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4BF1A-EA56-44E4-B9D4-F3B9915A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BB4E7-68E9-4A03-B1F2-139BBD13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57301-3E18-4DA3-BB78-BF306BBC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5E6F5-9F73-4553-B4B3-04627C6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2A610-2DA5-4692-9675-E8A412A3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FC354-B25E-4E02-AB15-50B06BE7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611C1-238F-4D8C-97B7-47901BDE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36465-37A2-474D-886B-F2EF62A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17B4C-D92D-445C-8094-9D07C4DB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940B0-3325-4E67-A055-ECE91683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C4B93-16C9-49AC-98D6-A14593F8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E9A45-FCED-46A8-8A5E-84B45280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814DC-7544-4B3A-A8BF-50AE6987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27CA8-B927-46FD-B3D6-4D41742A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DCB5C-8250-4B9D-A1AB-838D97A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DE3A82-2846-44CA-9812-78BFA1A2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20C981-A6D1-4AC9-9815-787F26DB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95AC04-A806-4CB9-A37E-E4922932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DCF8A-BF6B-4E7A-97E1-70A5B54C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D8EBD1-93A8-418C-9B17-3A3FC2AF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A081D-9E8A-4A12-93AD-916735D4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978993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D3F8D-1332-46B2-86B0-EFABA1D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F7C7E-3401-428D-928B-04024C9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ವಚನಗำ : ಬಸವಣ౧ , ಅಕ ౙಮ๻ඃเ, ಅಲ ౵ ಮಪ ౳ ෙ, ಆಯ ౪...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7C1FC-8022-4741-8440-FA4F70F8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5EDE6-7099-4235-9AA9-C5AB140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63757-713D-4E43-AF13-7B8B7588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C1692-8F8B-424B-8C36-2F34025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F3BAE-5C75-4C9E-90B2-141A49DB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153B-D57C-479D-AB02-10EC7CB2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D6897-1CBA-42BA-95A9-BE600E3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CC80E-6E3C-4F95-934C-162504F4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C7FFE-28BA-4E75-AF79-8BFF0675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78448-75CC-4D9A-83D2-FBC59412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78898-9623-4AB4-A3E4-BC8D17AA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46D03-4776-4C75-9A9F-C0CAA6F5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2D389-C0CF-42C7-B54E-538A5807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50497-8DDB-40F1-BC9B-744F7BF5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97729-92A8-4804-A336-11C8B2A6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5D36B-287F-485E-83A8-F4F582D7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2CB2D-DE4D-4AE2-8F09-54ECB06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66286-98A9-41DE-9A24-0217A7C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CD970-5CF4-40B1-B114-228803F2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A2B113-815B-4928-8A3E-D5A9AB97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8E81B-59E7-4B86-8AE8-2C3D44B9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97D54-75B3-4A1D-8C68-1E667882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BB0D9-33B5-4BA4-B30A-A48FBA68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908A4-CCD0-475C-8BD5-2F22CBD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F2926-F105-4A47-B1DA-0A91DC5D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F99DC-6A63-4B31-B39E-81E019DD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B070F-F2E9-4174-BD1D-E70ECEB0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8218A-6210-4398-9142-DE3C7066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DCB6C-D3B1-4BA2-96C8-29D07A3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2D5D1-0EB7-4B28-B7B5-6015FD36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684255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65D180-3BE5-489F-AA4A-E45B916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2A0CB-7B75-47F9-ADAF-49843515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౾ೕತბචಗำ : ಅದคಂඃඝ ಫಲ ಇದคಂඃඝ ಫಲ - ඬฏದರർಸฆ ತಲ...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FAE88-E1F4-4AB1-8129-AC5FE1D2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74744-E674-4958-B8AD-F0322BC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5D388-5F19-4842-BE6A-770525A9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37625-3545-49EE-8232-F6080C21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766A0-BBAC-488D-AF00-235F68F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06D4F-89AD-4E9C-A74E-27307ADC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FE44C-A13D-4F86-9B66-6F95431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F82E5-9139-4816-A195-43AB9B21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6489A-6766-4415-AF04-7499386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2C22B-7F46-47BC-89BF-1A1C6ED0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64045-8BC2-4914-8C2E-B5F90AB8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205CC-B65A-4016-B1A0-675E029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363A1-6FE1-4C86-B025-98E2DFB1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E6682-88D1-4F1D-8579-2E8514D4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3C5F0-B3CF-4B29-AE80-F01B667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1FAE1-4A27-499D-A2B0-F93829C5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0D513-C267-4DF4-B012-0491F68D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86E53-67BD-4811-B5EB-7E76894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1A9DB-3030-4F57-A190-23BCC0FF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C3818-8F48-4871-8C7B-E481FE60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52894-15E1-42E4-B344-6E103F34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02487-0A97-4BB4-9437-9A9221E4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BCE6D-76BA-4A6B-A769-134DDED5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53B2D-DD7F-4CF8-914D-2709E41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BB101-7E76-4F19-9885-E5F4162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20F41-6269-4AFD-84D2-3F6D94FA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86638B-9B01-4309-8DCE-41FD573A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3F464-3F8A-45A7-A484-9A8017BB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7810C-0AC4-40BA-AE17-0E37666D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BA538-9C1B-4539-8B4B-F66DD77A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6366865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14C634-8722-4AAF-A47F-303325E9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CEDFF-023B-4061-B662-ECC21010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ತತ౷ಪದಗำ : ๬เರ ಆಡಗಳ ๯ഖ ౣ - ๏๑කಳ ಶคೕಫ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F6E21-B6D8-45FB-BF19-F2DC5297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3F7D1-6FF2-410C-B9D6-9538EE9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828C5-C09F-48C9-B8FE-C3397F5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0C261-0FD6-4F20-A079-919BB1A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BC32-1448-43FE-ACDB-ADF51A87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28EB8-C263-4B04-A178-FE967167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9EAD8-0D95-4182-8545-630A1E3E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47850-6881-43AD-956E-00A2A2E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93DE4-E40B-4DCF-9C92-4FB61EA6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CC0D5-D059-4D64-BD02-06F2F15C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6F5EA-768F-4D1C-93F3-705A13E3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0F1F5-6C4E-406F-994E-1D204693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B6ED2-6043-4FF4-AB20-EDA579E1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A57D1-84E3-4CAB-BF83-192B3B76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2CDEC-C29E-4CF7-BE3B-370A4831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32AD6-32EC-4B56-9D9D-435A7361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5F2B1-0F53-41EF-9830-637B0A96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38CD6-81EE-4F46-8F6E-3C2AB00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6D312D-DB9F-4709-A128-2D2CF36C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3E16F-38C8-46CA-9775-066B8B92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D5E1F-EEFC-4D08-9F02-C577278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99FDE-139A-4A0B-A222-0137CFDE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49D54-B59A-4BB4-9227-C5681B4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F7FB68-37DE-44B2-90D9-AA1FD7C3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7F97B-0B6E-44A1-9267-C1CD7225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E5C90-C618-48E0-9568-9045DB1D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391FE-454F-4C1A-BEAA-9E4A4933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21129A-A2E1-4169-8B5E-EBC9E437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07CD6-03A7-46DB-8748-257983B1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41C43-1AAA-4993-80A8-97773382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812368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E04768-5C07-4BFA-8369-92913ECA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5B43D-A3C4-42BA-8AE0-EFF75CF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ಆඎඛಕ තವბದ ౽ವ౲ ූಗ (03 hours of pedagogy)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47EC3-1CB9-4360-AC7E-9F89A608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4495E-BB4D-4C3F-9789-59143792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11DC3-148C-4F11-A26D-F897B29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2FB53-6811-4EA0-BA4A-B2D5DFA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E717-55BF-40FF-9BF0-8F5F80B0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EDDB9-C981-4938-991F-0081A5A3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4F1A8-C16C-4017-9A08-BD7FA547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5738F-8C68-40E6-99B9-5310E5A2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DA756-F9B1-4312-A92D-09002781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C9917-F24F-4684-AA3B-DE99016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FE3AD-405B-434A-BF74-202088BC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4D364-1735-4E8D-8FDC-5C9567F3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A126B-6FD7-416D-A17E-8ED6DA1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F5FD7-6764-4B3E-A1D8-FD14F565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FB228-B768-4C4A-B87B-0E7DC82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74C0C-2DC5-4A86-9929-97319C47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9A4B4-9527-4E4B-A1E0-D72DFA4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7460C-C7E9-4A02-BAAB-AB21DD85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F2F74-CB11-434C-AE19-3706B119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8C3AC-C7F7-4AD5-8400-AE918E3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B8DA4-368A-4DA5-B120-669E42E8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22213-5C87-444F-B3E5-0C845F29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63CFCD-4526-4C16-8F95-BE6CDA7C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69B67-C862-4665-8632-C2F8824A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91E287-9E08-4B7A-B0B9-87D7945E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3F8F0-CB9C-40A3-9B61-D3C873A1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57BAA-F778-44D3-8A62-BB0A875D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AC8E68-D121-4C2C-9D74-BC3F8845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83C930-C788-40DD-A618-72D4CAD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F3F32-D12A-4857-8E98-610EDBA7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556406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8F5752-29D8-4FC4-A925-6496A0B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25D66-77B6-4C84-B0F9-00D0E3B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ವಚನಗำ : ಬಸವಣ౧ , ಅಕ ౙಮ๻ඃเ, ಅಲ ౵ ಮಪ ౳ ෙ, ಆಯ ౪...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6761D-E16A-42AF-A866-E0BF1DAC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6F5B7-31C4-4144-B3D5-5E5B4897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C5B5C-EECE-4BB8-A5DC-9C42ED8E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438F8-FD22-435A-82EF-F86B7372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25E56-A016-4261-A363-0335EC1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DEC67-288A-425C-ADB2-7E0AB27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CD2D5-8764-469B-A915-A03D825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0EAB4-598E-436A-BEA1-74C28C6E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01395-71F2-4BE7-99C1-B6BE8C20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4B132-6E86-48AD-B6A4-E20D720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3C5A6-ACA5-4EE7-92A9-7130840F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00879-055E-470B-9BF7-5799727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22467-F236-446F-894B-7F4C298E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19767-9597-4B2B-A2D2-1DCBD4C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7764B-4D0B-4144-85D1-57184FED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7EB69-2CF8-4D07-854C-9D12798B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04A92-5506-4F68-8725-3F181984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DBE1B-5486-40E3-8AB8-949DE87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F20251-0A91-4F75-9069-3E571FC4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950C8-7DB6-4283-A774-48491900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CB03F-2F03-496B-A9D2-DB32366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C6413-AF52-43E8-87F3-2DF3A7EE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951D9-A20F-4C5E-BB62-C4F2D074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90D28-1A9B-44BE-A0F9-33C78ECC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558D3-D04B-4EE7-851A-92226D4F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9FCD7-B60B-4B84-A022-0279B0DC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DD311-C3D7-4219-AE2F-E5F94382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2BBAC-5D66-4201-97D6-EDF9405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2E29C3-B756-496C-9A83-558F045B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9C4976-41AF-4802-8BA1-FE9F5A7C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9770728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700BA-424B-4852-98CC-FA0D8F5E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722C7-56C4-48A0-8774-2CC4CF75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౾ೕತბචಗำ : ಅದคಂඃඝ ಫಲ ಇದคಂඃඝ ಫಲ - ඬฏದರർಸฆ ತಲ...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E852B-E201-4F82-AD3B-21CA140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5EEC7-1903-4061-BEB4-B455472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A0E83-E9C6-4EE2-9635-B2B879AC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16C6F-0B85-4350-A7B8-62B48398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2B3EB-349B-4D48-AA1A-FB3FD7E9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4DE35-7737-4DC1-96C5-3033ABD9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72E01-E175-4F24-BE00-E53C475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C29C7-43F8-439D-9690-9E5DB1ED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C790B-4CEE-4D9F-ADFF-C580EFC1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66ECE-C248-4DA1-A9DD-EE66DDCE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D78E9-8A80-4285-85B5-C7807672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58753-9B61-4348-8FE2-2E05D6AA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EAB84-FFEA-4765-AB44-73ADF37F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D62E7-4EA9-4429-99D7-AF4F77AD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B0DCC-D20F-4A3D-B536-F3DC75EF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6527E-6525-473F-A765-A9BFA642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5DA87-8EFA-4D55-9225-AD8B2EC6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D10BD-07D9-462D-ADD3-0320066E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5617E-4DAA-4E20-BEE8-6934E6B2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796C7-CB0D-4A49-A18B-E314A6F6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7BA32-04B3-410A-89C2-B2A62B0C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4E232-EDE3-4CCC-87B4-3A234BE6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69880-1C03-4D33-90F6-9D888BE6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298D6-DD17-4F11-AF09-86E6DE33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D1CA6-8402-42E9-8F0E-1732EB2A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0782B-7BDD-4B89-B578-3C199A8A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475758-30E0-41ED-BBF2-4EBF7C6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CF6D0-31DF-4E20-8AA3-132E3B7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D9AB7-34EA-4AA1-9417-B52B58A1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367BAE-8744-4881-B94D-F3A4EFC3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26453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2026-08-24T16:02:55.2870000Z</dcterms:created>
  <dcterms:modified xsi:type="dcterms:W3CDTF">2026-08-24T16:02:55.2870000Z</dcterms:modified>
</coreProperties>
</file>