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a67bc67a749f0" /><Relationship Type="http://schemas.openxmlformats.org/officeDocument/2006/relationships/extended-properties" Target="/docProps/app.xml" Id="R300fe157c73b42fd" /><Relationship Type="http://schemas.openxmlformats.org/officeDocument/2006/relationships/officeDocument" Target="/ppt/presentation.xml" Id="R418266356cb3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b8496890c4704"/>
  </p:sldMasterIdLst>
  <p:notesMasterIdLst>
    <p:notesMasterId xmlns:r="http://schemas.openxmlformats.org/officeDocument/2006/relationships" r:id="Ree7e95132c784a3d"/>
  </p:notesMasterIdLst>
  <p:sldIdLst>
    <p:sldId xmlns:r="http://schemas.openxmlformats.org/officeDocument/2006/relationships" id="256" r:id="R1b70169a4c23485a"/>
    <p:sldId xmlns:r="http://schemas.openxmlformats.org/officeDocument/2006/relationships" id="257" r:id="R6c3db828054f4cdb"/>
    <p:sldId xmlns:r="http://schemas.openxmlformats.org/officeDocument/2006/relationships" id="258" r:id="R9f9b8facb1b94574"/>
    <p:sldId xmlns:r="http://schemas.openxmlformats.org/officeDocument/2006/relationships" id="259" r:id="Rab6140ae343e48c9"/>
    <p:sldId xmlns:r="http://schemas.openxmlformats.org/officeDocument/2006/relationships" id="260" r:id="R4aba9c7dee3e4cb1"/>
    <p:sldId xmlns:r="http://schemas.openxmlformats.org/officeDocument/2006/relationships" id="261" r:id="Ra380da835fb34b7f"/>
    <p:sldId xmlns:r="http://schemas.openxmlformats.org/officeDocument/2006/relationships" id="262" r:id="R871d4766b89643ee"/>
    <p:sldId xmlns:r="http://schemas.openxmlformats.org/officeDocument/2006/relationships" id="263" r:id="R48bd5d8090814a97"/>
    <p:sldId xmlns:r="http://schemas.openxmlformats.org/officeDocument/2006/relationships" id="264" r:id="R2f99fc624a6b4d8e"/>
    <p:sldId xmlns:r="http://schemas.openxmlformats.org/officeDocument/2006/relationships" id="265" r:id="R026570bf2bc94d11"/>
    <p:sldId xmlns:r="http://schemas.openxmlformats.org/officeDocument/2006/relationships" id="266" r:id="Rf7aed87a556b4605"/>
    <p:sldId xmlns:r="http://schemas.openxmlformats.org/officeDocument/2006/relationships" id="267" r:id="Rbddb634381bf4fca"/>
    <p:sldId xmlns:r="http://schemas.openxmlformats.org/officeDocument/2006/relationships" id="268" r:id="R3c8e4d9cd7bb49a5"/>
    <p:sldId xmlns:r="http://schemas.openxmlformats.org/officeDocument/2006/relationships" id="269" r:id="Rbd548d8eb2634acb"/>
    <p:sldId xmlns:r="http://schemas.openxmlformats.org/officeDocument/2006/relationships" id="270" r:id="R5386106efc494a12"/>
    <p:sldId xmlns:r="http://schemas.openxmlformats.org/officeDocument/2006/relationships" id="271" r:id="R24eaf3bcc35d44c6"/>
    <p:sldId xmlns:r="http://schemas.openxmlformats.org/officeDocument/2006/relationships" id="272" r:id="R0d51b6b9e2f74d91"/>
    <p:sldId xmlns:r="http://schemas.openxmlformats.org/officeDocument/2006/relationships" id="273" r:id="R56e67f966d024f0c"/>
    <p:sldId xmlns:r="http://schemas.openxmlformats.org/officeDocument/2006/relationships" id="274" r:id="Re27085c899354d60"/>
    <p:sldId xmlns:r="http://schemas.openxmlformats.org/officeDocument/2006/relationships" id="275" r:id="R8e21e92874474ca9"/>
    <p:sldId xmlns:r="http://schemas.openxmlformats.org/officeDocument/2006/relationships" id="276" r:id="Ra829899a52844d12"/>
    <p:sldId xmlns:r="http://schemas.openxmlformats.org/officeDocument/2006/relationships" id="277" r:id="R57c76a6c6c33496f"/>
    <p:sldId xmlns:r="http://schemas.openxmlformats.org/officeDocument/2006/relationships" id="278" r:id="R480a6d2d3c1c487f"/>
    <p:sldId xmlns:r="http://schemas.openxmlformats.org/officeDocument/2006/relationships" id="279" r:id="R5d6365314dd9457c"/>
    <p:sldId xmlns:r="http://schemas.openxmlformats.org/officeDocument/2006/relationships" id="280" r:id="R1910071aea4b4f07"/>
    <p:sldId xmlns:r="http://schemas.openxmlformats.org/officeDocument/2006/relationships" id="281" r:id="Rec36430f588e4724"/>
    <p:sldId xmlns:r="http://schemas.openxmlformats.org/officeDocument/2006/relationships" id="282" r:id="Rfd1a92594fff4698"/>
    <p:sldId xmlns:r="http://schemas.openxmlformats.org/officeDocument/2006/relationships" id="283" r:id="R854012e866fe4fa6"/>
    <p:sldId xmlns:r="http://schemas.openxmlformats.org/officeDocument/2006/relationships" id="284" r:id="Rbe24da3df8f545c9"/>
    <p:sldId xmlns:r="http://schemas.openxmlformats.org/officeDocument/2006/relationships" id="285" r:id="R6a84516ae49745a3"/>
    <p:sldId xmlns:r="http://schemas.openxmlformats.org/officeDocument/2006/relationships" id="286" r:id="R2131044441e54e10"/>
    <p:sldId xmlns:r="http://schemas.openxmlformats.org/officeDocument/2006/relationships" id="287" r:id="Rdf36cabcdbef456b"/>
    <p:sldId xmlns:r="http://schemas.openxmlformats.org/officeDocument/2006/relationships" id="288" r:id="Rc8900f5d7f894733"/>
    <p:sldId xmlns:r="http://schemas.openxmlformats.org/officeDocument/2006/relationships" id="289" r:id="R8f383a87c9e147ff"/>
    <p:sldId xmlns:r="http://schemas.openxmlformats.org/officeDocument/2006/relationships" id="290" r:id="Rc7505b25b61b4463"/>
    <p:sldId xmlns:r="http://schemas.openxmlformats.org/officeDocument/2006/relationships" id="291" r:id="Rc697b2612f2644b4"/>
    <p:sldId xmlns:r="http://schemas.openxmlformats.org/officeDocument/2006/relationships" id="292" r:id="Ra9daa5a9df04446c"/>
    <p:sldId xmlns:r="http://schemas.openxmlformats.org/officeDocument/2006/relationships" id="293" r:id="Rdf9ead42388649d0"/>
    <p:sldId xmlns:r="http://schemas.openxmlformats.org/officeDocument/2006/relationships" id="294" r:id="Rc0de28d9ddaf4e99"/>
    <p:sldId xmlns:r="http://schemas.openxmlformats.org/officeDocument/2006/relationships" id="295" r:id="R0466775b4db743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5d722c1b5e4543" /><Relationship Type="http://schemas.openxmlformats.org/officeDocument/2006/relationships/slideMaster" Target="/ppt/slideMasters/slideMaster1.xml" Id="Rf82b8496890c4704" /><Relationship Type="http://schemas.openxmlformats.org/officeDocument/2006/relationships/notesMaster" Target="/ppt/notesMasters/notesMaster1.xml" Id="Ree7e95132c784a3d" /><Relationship Type="http://schemas.openxmlformats.org/officeDocument/2006/relationships/presProps" Target="/ppt/presProps.xml" Id="R4f085d7f207c46c9" /><Relationship Type="http://schemas.openxmlformats.org/officeDocument/2006/relationships/tableStyles" Target="/ppt/tableStyles.xml" Id="R031babf68c3e4f4a" /><Relationship Type="http://schemas.openxmlformats.org/officeDocument/2006/relationships/slide" Target="/ppt/slides/slide1.xml" Id="R1b70169a4c23485a" /><Relationship Type="http://schemas.openxmlformats.org/officeDocument/2006/relationships/slide" Target="/ppt/slides/slide2.xml" Id="R6c3db828054f4cdb" /><Relationship Type="http://schemas.openxmlformats.org/officeDocument/2006/relationships/slide" Target="/ppt/slides/slide3.xml" Id="R9f9b8facb1b94574" /><Relationship Type="http://schemas.openxmlformats.org/officeDocument/2006/relationships/slide" Target="/ppt/slides/slide4.xml" Id="Rab6140ae343e48c9" /><Relationship Type="http://schemas.openxmlformats.org/officeDocument/2006/relationships/slide" Target="/ppt/slides/slide5.xml" Id="R4aba9c7dee3e4cb1" /><Relationship Type="http://schemas.openxmlformats.org/officeDocument/2006/relationships/slide" Target="/ppt/slides/slide6.xml" Id="Ra380da835fb34b7f" /><Relationship Type="http://schemas.openxmlformats.org/officeDocument/2006/relationships/slide" Target="/ppt/slides/slide7.xml" Id="R871d4766b89643ee" /><Relationship Type="http://schemas.openxmlformats.org/officeDocument/2006/relationships/slide" Target="/ppt/slides/slide8.xml" Id="R48bd5d8090814a97" /><Relationship Type="http://schemas.openxmlformats.org/officeDocument/2006/relationships/slide" Target="/ppt/slides/slide9.xml" Id="R2f99fc624a6b4d8e" /><Relationship Type="http://schemas.openxmlformats.org/officeDocument/2006/relationships/slide" Target="/ppt/slides/slide10.xml" Id="R026570bf2bc94d11" /><Relationship Type="http://schemas.openxmlformats.org/officeDocument/2006/relationships/slide" Target="/ppt/slides/slide11.xml" Id="Rf7aed87a556b4605" /><Relationship Type="http://schemas.openxmlformats.org/officeDocument/2006/relationships/slide" Target="/ppt/slides/slide12.xml" Id="Rbddb634381bf4fca" /><Relationship Type="http://schemas.openxmlformats.org/officeDocument/2006/relationships/slide" Target="/ppt/slides/slide13.xml" Id="R3c8e4d9cd7bb49a5" /><Relationship Type="http://schemas.openxmlformats.org/officeDocument/2006/relationships/slide" Target="/ppt/slides/slide14.xml" Id="Rbd548d8eb2634acb" /><Relationship Type="http://schemas.openxmlformats.org/officeDocument/2006/relationships/slide" Target="/ppt/slides/slide15.xml" Id="R5386106efc494a12" /><Relationship Type="http://schemas.openxmlformats.org/officeDocument/2006/relationships/slide" Target="/ppt/slides/slide16.xml" Id="R24eaf3bcc35d44c6" /><Relationship Type="http://schemas.openxmlformats.org/officeDocument/2006/relationships/slide" Target="/ppt/slides/slide17.xml" Id="R0d51b6b9e2f74d91" /><Relationship Type="http://schemas.openxmlformats.org/officeDocument/2006/relationships/slide" Target="/ppt/slides/slide18.xml" Id="R56e67f966d024f0c" /><Relationship Type="http://schemas.openxmlformats.org/officeDocument/2006/relationships/slide" Target="/ppt/slides/slide19.xml" Id="Re27085c899354d60" /><Relationship Type="http://schemas.openxmlformats.org/officeDocument/2006/relationships/slide" Target="/ppt/slides/slide20.xml" Id="R8e21e92874474ca9" /><Relationship Type="http://schemas.openxmlformats.org/officeDocument/2006/relationships/slide" Target="/ppt/slides/slide21.xml" Id="Ra829899a52844d12" /><Relationship Type="http://schemas.openxmlformats.org/officeDocument/2006/relationships/slide" Target="/ppt/slides/slide22.xml" Id="R57c76a6c6c33496f" /><Relationship Type="http://schemas.openxmlformats.org/officeDocument/2006/relationships/slide" Target="/ppt/slides/slide23.xml" Id="R480a6d2d3c1c487f" /><Relationship Type="http://schemas.openxmlformats.org/officeDocument/2006/relationships/slide" Target="/ppt/slides/slide24.xml" Id="R5d6365314dd9457c" /><Relationship Type="http://schemas.openxmlformats.org/officeDocument/2006/relationships/slide" Target="/ppt/slides/slide25.xml" Id="R1910071aea4b4f07" /><Relationship Type="http://schemas.openxmlformats.org/officeDocument/2006/relationships/slide" Target="/ppt/slides/slide26.xml" Id="Rec36430f588e4724" /><Relationship Type="http://schemas.openxmlformats.org/officeDocument/2006/relationships/slide" Target="/ppt/slides/slide27.xml" Id="Rfd1a92594fff4698" /><Relationship Type="http://schemas.openxmlformats.org/officeDocument/2006/relationships/slide" Target="/ppt/slides/slide28.xml" Id="R854012e866fe4fa6" /><Relationship Type="http://schemas.openxmlformats.org/officeDocument/2006/relationships/slide" Target="/ppt/slides/slide29.xml" Id="Rbe24da3df8f545c9" /><Relationship Type="http://schemas.openxmlformats.org/officeDocument/2006/relationships/slide" Target="/ppt/slides/slide30.xml" Id="R6a84516ae49745a3" /><Relationship Type="http://schemas.openxmlformats.org/officeDocument/2006/relationships/slide" Target="/ppt/slides/slide31.xml" Id="R2131044441e54e10" /><Relationship Type="http://schemas.openxmlformats.org/officeDocument/2006/relationships/slide" Target="/ppt/slides/slide32.xml" Id="Rdf36cabcdbef456b" /><Relationship Type="http://schemas.openxmlformats.org/officeDocument/2006/relationships/slide" Target="/ppt/slides/slide33.xml" Id="Rc8900f5d7f894733" /><Relationship Type="http://schemas.openxmlformats.org/officeDocument/2006/relationships/slide" Target="/ppt/slides/slide34.xml" Id="R8f383a87c9e147ff" /><Relationship Type="http://schemas.openxmlformats.org/officeDocument/2006/relationships/slide" Target="/ppt/slides/slide35.xml" Id="Rc7505b25b61b4463" /><Relationship Type="http://schemas.openxmlformats.org/officeDocument/2006/relationships/slide" Target="/ppt/slides/slide36.xml" Id="Rc697b2612f2644b4" /><Relationship Type="http://schemas.openxmlformats.org/officeDocument/2006/relationships/slide" Target="/ppt/slides/slide37.xml" Id="Ra9daa5a9df04446c" /><Relationship Type="http://schemas.openxmlformats.org/officeDocument/2006/relationships/slide" Target="/ppt/slides/slide38.xml" Id="Rdf9ead42388649d0" /><Relationship Type="http://schemas.openxmlformats.org/officeDocument/2006/relationships/slide" Target="/ppt/slides/slide39.xml" Id="Rc0de28d9ddaf4e99" /><Relationship Type="http://schemas.openxmlformats.org/officeDocument/2006/relationships/slide" Target="/ppt/slides/slide40.xml" Id="R0466775b4db7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03e885aa1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3760277b4455c" /><Relationship Type="http://schemas.openxmlformats.org/officeDocument/2006/relationships/notesMaster" Target="/ppt/notesMasters/notesMaster1.xml" Id="Rcce2629d139042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59e7172144549" /><Relationship Type="http://schemas.openxmlformats.org/officeDocument/2006/relationships/notesMaster" Target="/ppt/notesMasters/notesMaster1.xml" Id="R4835663fe43a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02cb356a464355" /><Relationship Type="http://schemas.openxmlformats.org/officeDocument/2006/relationships/notesMaster" Target="/ppt/notesMasters/notesMaster1.xml" Id="Ra171eb2190524a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0d3b95a504ea5" /><Relationship Type="http://schemas.openxmlformats.org/officeDocument/2006/relationships/notesMaster" Target="/ppt/notesMasters/notesMaster1.xml" Id="R9c655e24c3eb45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18e47f03074eb2" /><Relationship Type="http://schemas.openxmlformats.org/officeDocument/2006/relationships/notesMaster" Target="/ppt/notesMasters/notesMaster1.xml" Id="R5791734e1eba42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e7b5aad0b74043" /><Relationship Type="http://schemas.openxmlformats.org/officeDocument/2006/relationships/notesMaster" Target="/ppt/notesMasters/notesMaster1.xml" Id="R216c1ec2c7c6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cdc27304e84e07" /><Relationship Type="http://schemas.openxmlformats.org/officeDocument/2006/relationships/notesMaster" Target="/ppt/notesMasters/notesMaster1.xml" Id="R415f9223b6fe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f4c869f03e4298" /><Relationship Type="http://schemas.openxmlformats.org/officeDocument/2006/relationships/notesMaster" Target="/ppt/notesMasters/notesMaster1.xml" Id="R61e717a3b90a4f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3a49980f044160" /><Relationship Type="http://schemas.openxmlformats.org/officeDocument/2006/relationships/notesMaster" Target="/ppt/notesMasters/notesMaster1.xml" Id="R25d61c8de0414f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7a434571f74559" /><Relationship Type="http://schemas.openxmlformats.org/officeDocument/2006/relationships/notesMaster" Target="/ppt/notesMasters/notesMaster1.xml" Id="R50a1adcee6ae44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d1d2f626c945a2" /><Relationship Type="http://schemas.openxmlformats.org/officeDocument/2006/relationships/notesMaster" Target="/ppt/notesMasters/notesMaster1.xml" Id="R5a80eb89726c46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a96f2364714055" /><Relationship Type="http://schemas.openxmlformats.org/officeDocument/2006/relationships/notesMaster" Target="/ppt/notesMasters/notesMaster1.xml" Id="Rcfe47aaed87e48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c83f8a986147cf" /><Relationship Type="http://schemas.openxmlformats.org/officeDocument/2006/relationships/notesMaster" Target="/ppt/notesMasters/notesMaster1.xml" Id="Rb8ddf50ec3fc40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10ca9bb8bc44cf" /><Relationship Type="http://schemas.openxmlformats.org/officeDocument/2006/relationships/notesMaster" Target="/ppt/notesMasters/notesMaster1.xml" Id="R10a5b8a3ef3e41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6182ca184a44e9" /><Relationship Type="http://schemas.openxmlformats.org/officeDocument/2006/relationships/notesMaster" Target="/ppt/notesMasters/notesMaster1.xml" Id="R5593fe3b5a8242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76a70144344644" /><Relationship Type="http://schemas.openxmlformats.org/officeDocument/2006/relationships/notesMaster" Target="/ppt/notesMasters/notesMaster1.xml" Id="R5010c78f25b04e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42f5c3bbf24afe" /><Relationship Type="http://schemas.openxmlformats.org/officeDocument/2006/relationships/notesMaster" Target="/ppt/notesMasters/notesMaster1.xml" Id="Rd632932b33e04c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022e1eaac04ec9" /><Relationship Type="http://schemas.openxmlformats.org/officeDocument/2006/relationships/notesMaster" Target="/ppt/notesMasters/notesMaster1.xml" Id="R2653c769ae3c4f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0925bc7621438d" /><Relationship Type="http://schemas.openxmlformats.org/officeDocument/2006/relationships/notesMaster" Target="/ppt/notesMasters/notesMaster1.xml" Id="Rec04cd0b5ca344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6094827719478e" /><Relationship Type="http://schemas.openxmlformats.org/officeDocument/2006/relationships/notesMaster" Target="/ppt/notesMasters/notesMaster1.xml" Id="Re7ce779568e149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2f8bc344a1462f" /><Relationship Type="http://schemas.openxmlformats.org/officeDocument/2006/relationships/notesMaster" Target="/ppt/notesMasters/notesMaster1.xml" Id="R355e81535b8c49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bfece330b842a7" /><Relationship Type="http://schemas.openxmlformats.org/officeDocument/2006/relationships/notesMaster" Target="/ppt/notesMasters/notesMaster1.xml" Id="R212e882ab5f741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5b10ce01e5e44ff" /><Relationship Type="http://schemas.openxmlformats.org/officeDocument/2006/relationships/notesMaster" Target="/ppt/notesMasters/notesMaster1.xml" Id="Ra13bcae0c8844b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45b55f5d9249e0" /><Relationship Type="http://schemas.openxmlformats.org/officeDocument/2006/relationships/notesMaster" Target="/ppt/notesMasters/notesMaster1.xml" Id="R9899f35b04b943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8c3a82fe2447b9" /><Relationship Type="http://schemas.openxmlformats.org/officeDocument/2006/relationships/notesMaster" Target="/ppt/notesMasters/notesMaster1.xml" Id="R9946dfbee8de4a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e12023ed7b45d1" /><Relationship Type="http://schemas.openxmlformats.org/officeDocument/2006/relationships/notesMaster" Target="/ppt/notesMasters/notesMaster1.xml" Id="Rfb37bd4c2b7e4ac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b74f5ba8b94bc0" /><Relationship Type="http://schemas.openxmlformats.org/officeDocument/2006/relationships/notesMaster" Target="/ppt/notesMasters/notesMaster1.xml" Id="Ra146c64ca6a74b9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225a3e93084328" /><Relationship Type="http://schemas.openxmlformats.org/officeDocument/2006/relationships/notesMaster" Target="/ppt/notesMasters/notesMaster1.xml" Id="Rfdd05d94ed8940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6f9b3728d14393" /><Relationship Type="http://schemas.openxmlformats.org/officeDocument/2006/relationships/notesMaster" Target="/ppt/notesMasters/notesMaster1.xml" Id="R7f38f1584531488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16a9a364b84140" /><Relationship Type="http://schemas.openxmlformats.org/officeDocument/2006/relationships/notesMaster" Target="/ppt/notesMasters/notesMaster1.xml" Id="R434fac1e30c54bc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c0a00a5c10c46f4" /><Relationship Type="http://schemas.openxmlformats.org/officeDocument/2006/relationships/notesMaster" Target="/ppt/notesMasters/notesMaster1.xml" Id="R95ff71ccb07d49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632bd455d14c45" /><Relationship Type="http://schemas.openxmlformats.org/officeDocument/2006/relationships/notesMaster" Target="/ppt/notesMasters/notesMaster1.xml" Id="Rfc2c318077834f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23114397f26431c" /><Relationship Type="http://schemas.openxmlformats.org/officeDocument/2006/relationships/notesMaster" Target="/ppt/notesMasters/notesMaster1.xml" Id="R5d8768c2d1be421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4205d57323426e" /><Relationship Type="http://schemas.openxmlformats.org/officeDocument/2006/relationships/notesMaster" Target="/ppt/notesMasters/notesMaster1.xml" Id="R5494b34fed134a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42443a4076840b9" /><Relationship Type="http://schemas.openxmlformats.org/officeDocument/2006/relationships/notesMaster" Target="/ppt/notesMasters/notesMaster1.xml" Id="R213b0715c8b3423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d0ee03cfa84ad2" /><Relationship Type="http://schemas.openxmlformats.org/officeDocument/2006/relationships/notesMaster" Target="/ppt/notesMasters/notesMaster1.xml" Id="Rb1e80dcdd9b54cc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42dfb4595c54b6b" /><Relationship Type="http://schemas.openxmlformats.org/officeDocument/2006/relationships/notesMaster" Target="/ppt/notesMasters/notesMaster1.xml" Id="R9a9c305fc3a84a1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2d6815f83a43de" /><Relationship Type="http://schemas.openxmlformats.org/officeDocument/2006/relationships/notesMaster" Target="/ppt/notesMasters/notesMaster1.xml" Id="Rd386526ea63d48d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05dfeb66ccc4f36" /><Relationship Type="http://schemas.openxmlformats.org/officeDocument/2006/relationships/notesMaster" Target="/ppt/notesMasters/notesMaster1.xml" Id="R5d5a73991273444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1eee01bb21e4fca" /><Relationship Type="http://schemas.openxmlformats.org/officeDocument/2006/relationships/notesMaster" Target="/ppt/notesMasters/notesMaster1.xml" Id="R9076dfcdc50a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7224ec85d4e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7de0c7b2664d24" /><Relationship Type="http://schemas.openxmlformats.org/officeDocument/2006/relationships/slideLayout" Target="/ppt/slideLayouts/slideLayout1.xml" Id="R6ce9dce6e8f549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9dce6e8f549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ca55d29b4e43" /><Relationship Type="http://schemas.openxmlformats.org/officeDocument/2006/relationships/notesSlide" Target="/ppt/notesSlides/notesSlide1.xml" Id="R69cb4406d81f40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559e0aa02450e" /><Relationship Type="http://schemas.openxmlformats.org/officeDocument/2006/relationships/notesSlide" Target="/ppt/notesSlides/notesSlide2.xml" Id="Rc87af771dd0a42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038a80ea34d41" /><Relationship Type="http://schemas.openxmlformats.org/officeDocument/2006/relationships/notesSlide" Target="/ppt/notesSlides/notesSlide3.xml" Id="Rdce8b306bc0440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f365f754f4a1c" /><Relationship Type="http://schemas.openxmlformats.org/officeDocument/2006/relationships/notesSlide" Target="/ppt/notesSlides/notesSlide4.xml" Id="R1a5541cb56f448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a95685bf7484d" /><Relationship Type="http://schemas.openxmlformats.org/officeDocument/2006/relationships/notesSlide" Target="/ppt/notesSlides/notesSlide5.xml" Id="R68b775821c85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1918c97234a62" /><Relationship Type="http://schemas.openxmlformats.org/officeDocument/2006/relationships/notesSlide" Target="/ppt/notesSlides/notesSlide6.xml" Id="Re4d3ca0b0c354e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70d99c6ee4d93" /><Relationship Type="http://schemas.openxmlformats.org/officeDocument/2006/relationships/notesSlide" Target="/ppt/notesSlides/notesSlide7.xml" Id="R3d99ebf40cb441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de11004a34c61" /><Relationship Type="http://schemas.openxmlformats.org/officeDocument/2006/relationships/notesSlide" Target="/ppt/notesSlides/notesSlide8.xml" Id="Red4f482e807942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ee2e08ee64c2c" /><Relationship Type="http://schemas.openxmlformats.org/officeDocument/2006/relationships/notesSlide" Target="/ppt/notesSlides/notesSlide9.xml" Id="R4964a1ee299746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b11e25733483b" /><Relationship Type="http://schemas.openxmlformats.org/officeDocument/2006/relationships/notesSlide" Target="/ppt/notesSlides/notesSlide10.xml" Id="R44f054404ae14c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798622c404c7a" /><Relationship Type="http://schemas.openxmlformats.org/officeDocument/2006/relationships/notesSlide" Target="/ppt/notesSlides/notesSlide11.xml" Id="R2b6165b1baac4d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6317b9b944783" /><Relationship Type="http://schemas.openxmlformats.org/officeDocument/2006/relationships/notesSlide" Target="/ppt/notesSlides/notesSlide12.xml" Id="Rc9a93ec9e12043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b0aedb2774b5e" /><Relationship Type="http://schemas.openxmlformats.org/officeDocument/2006/relationships/notesSlide" Target="/ppt/notesSlides/notesSlide13.xml" Id="R49e0c1bcd63c40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8637c37e1418b" /><Relationship Type="http://schemas.openxmlformats.org/officeDocument/2006/relationships/notesSlide" Target="/ppt/notesSlides/notesSlide14.xml" Id="R4bbb327f02a248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b9b798610448f" /><Relationship Type="http://schemas.openxmlformats.org/officeDocument/2006/relationships/notesSlide" Target="/ppt/notesSlides/notesSlide15.xml" Id="R21c6532cda4343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a0721f5564946" /><Relationship Type="http://schemas.openxmlformats.org/officeDocument/2006/relationships/notesSlide" Target="/ppt/notesSlides/notesSlide16.xml" Id="R1e59374779fb40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ed918c73d434a" /><Relationship Type="http://schemas.openxmlformats.org/officeDocument/2006/relationships/notesSlide" Target="/ppt/notesSlides/notesSlide17.xml" Id="R32fb7cf1b1d744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7667a599e4106" /><Relationship Type="http://schemas.openxmlformats.org/officeDocument/2006/relationships/notesSlide" Target="/ppt/notesSlides/notesSlide18.xml" Id="R65b6e25cfcb941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9f1e019544043" /><Relationship Type="http://schemas.openxmlformats.org/officeDocument/2006/relationships/notesSlide" Target="/ppt/notesSlides/notesSlide19.xml" Id="R5486e5a47e1b44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9ba6b401d4399" /><Relationship Type="http://schemas.openxmlformats.org/officeDocument/2006/relationships/notesSlide" Target="/ppt/notesSlides/notesSlide20.xml" Id="R589a61d2378140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1f03119945fa" /><Relationship Type="http://schemas.openxmlformats.org/officeDocument/2006/relationships/notesSlide" Target="/ppt/notesSlides/notesSlide21.xml" Id="R2d49000e7dad4c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cd44a13ba4472" /><Relationship Type="http://schemas.openxmlformats.org/officeDocument/2006/relationships/notesSlide" Target="/ppt/notesSlides/notesSlide22.xml" Id="Rb1666b666d1d41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90e22040f4ac8" /><Relationship Type="http://schemas.openxmlformats.org/officeDocument/2006/relationships/notesSlide" Target="/ppt/notesSlides/notesSlide23.xml" Id="R000948dcf41c4c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8c163d7ef4f94" /><Relationship Type="http://schemas.openxmlformats.org/officeDocument/2006/relationships/notesSlide" Target="/ppt/notesSlides/notesSlide24.xml" Id="Rc3132a29fbaf44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c95f355d84e7c" /><Relationship Type="http://schemas.openxmlformats.org/officeDocument/2006/relationships/notesSlide" Target="/ppt/notesSlides/notesSlide25.xml" Id="R011600b56ec749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3759d9942441d" /><Relationship Type="http://schemas.openxmlformats.org/officeDocument/2006/relationships/notesSlide" Target="/ppt/notesSlides/notesSlide26.xml" Id="Rcbc4cbf39f1948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65b3f936f419b" /><Relationship Type="http://schemas.openxmlformats.org/officeDocument/2006/relationships/notesSlide" Target="/ppt/notesSlides/notesSlide27.xml" Id="R2eeb91cf04934bd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5ea4847344e84" /><Relationship Type="http://schemas.openxmlformats.org/officeDocument/2006/relationships/notesSlide" Target="/ppt/notesSlides/notesSlide28.xml" Id="Rdcee68b8b7f547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5db4d6ef14e48" /><Relationship Type="http://schemas.openxmlformats.org/officeDocument/2006/relationships/notesSlide" Target="/ppt/notesSlides/notesSlide29.xml" Id="R6f412b3b56744d9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c88d22174d8c" /><Relationship Type="http://schemas.openxmlformats.org/officeDocument/2006/relationships/notesSlide" Target="/ppt/notesSlides/notesSlide30.xml" Id="R84112ce5ef5d44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caf686204969" /><Relationship Type="http://schemas.openxmlformats.org/officeDocument/2006/relationships/notesSlide" Target="/ppt/notesSlides/notesSlide31.xml" Id="R063338e5d90a443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d6f8165f94db2" /><Relationship Type="http://schemas.openxmlformats.org/officeDocument/2006/relationships/notesSlide" Target="/ppt/notesSlides/notesSlide32.xml" Id="R6c2b2f36937147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5536547924d81" /><Relationship Type="http://schemas.openxmlformats.org/officeDocument/2006/relationships/notesSlide" Target="/ppt/notesSlides/notesSlide33.xml" Id="R06027c98ed63468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d2daaafe40d8" /><Relationship Type="http://schemas.openxmlformats.org/officeDocument/2006/relationships/notesSlide" Target="/ppt/notesSlides/notesSlide34.xml" Id="R3a8e01c3d5124d0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49a0a77ff4dbb" /><Relationship Type="http://schemas.openxmlformats.org/officeDocument/2006/relationships/notesSlide" Target="/ppt/notesSlides/notesSlide35.xml" Id="R0080d9d5a84d445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52a44937847fe" /><Relationship Type="http://schemas.openxmlformats.org/officeDocument/2006/relationships/notesSlide" Target="/ppt/notesSlides/notesSlide36.xml" Id="Rc34a21ae7cd748d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b9ef8c1904188" /><Relationship Type="http://schemas.openxmlformats.org/officeDocument/2006/relationships/notesSlide" Target="/ppt/notesSlides/notesSlide37.xml" Id="Re17506bc8fe040e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1e8c308274aee" /><Relationship Type="http://schemas.openxmlformats.org/officeDocument/2006/relationships/notesSlide" Target="/ppt/notesSlides/notesSlide38.xml" Id="Rc189956c46d84f5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c9bb904d44ad4" /><Relationship Type="http://schemas.openxmlformats.org/officeDocument/2006/relationships/notesSlide" Target="/ppt/notesSlides/notesSlide39.xml" Id="R2cef759335e04a4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e53d565ec47c9" /><Relationship Type="http://schemas.openxmlformats.org/officeDocument/2006/relationships/notesSlide" Target="/ppt/notesSlides/notesSlide40.xml" Id="Rd6a1614693da48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B357D-4DCC-4849-95C4-A286A5F3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4653B-4342-439B-8014-1E552F5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ಕನ౬ಡ ๸ಸౙ ೃൟ ಮൡ ౨ ූ๣ ಀค൞ದ ศಖನಗำ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D8E9F-87B2-4C53-97B0-7041CD58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BE6C9-17E8-4ECF-82EA-6C3ADB0B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B4B5-5D55-46FF-A46E-0CB4471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D1DAF-9EFA-42D8-A748-BE60A74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33684-C5C9-4ECA-930F-B1194D48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3CD3C-C617-46BE-9AA1-5EDE232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097B-F5B4-4DB2-94D1-B47B16CB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DAAE9-6514-446E-AB58-8F0A289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3A82D-09EC-4172-8F49-974E878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28E4F-251C-4938-B182-C453EE0C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FADBB-CD1E-4D66-AF64-E8E6C2C8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72140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78523-8522-498A-B73E-0DAA08E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30D3B-5BEE-4BB1-A599-A9C04503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11F31-0538-46AA-ADC1-EDD69096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EB06D-7764-4D9F-AF5F-A604661C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53DC8-889C-4783-96CF-58FED9E8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C2A5F-8730-4DF2-BB23-0C91354E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E0E56-D2BD-413A-AEA3-26AA545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A107A-4FB3-452C-A7A0-B4C858B1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BA86B-E576-41BC-8BEF-F018F72D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A2FB9-9867-456B-8A2D-DE77212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3731E-6BEE-47E5-B0FE-F9D5F3F4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4464A-CC42-485A-906E-9859EBF0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069F9-7548-4B9F-A4B4-56A45E2C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789E2-9930-442A-8594-4DE0965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82921-56DC-484A-ACDB-26D615E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701183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02123-0B32-452E-B883-AE0A1E03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E18E3-3831-4EB1-876B-A3231E57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B5CD6-47C0-4E4F-9DBC-F8A907B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521B9-5A2E-49E9-BEE9-02B97285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98991-E0F7-4CBD-8E72-DA32989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4D95B-096C-49F4-894B-F45C904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3C050-D004-4D1C-8E03-F5A9D92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BE5A9-F8D7-4868-A0AD-7C8F7AE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985DB-C330-46FE-AB6E-B7B570D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ಕನ౬ಡ ๸ಸౙ ೃൟ ಮൡ ౨ ූ๣ ಀค൞ದ ศಖನಗำ 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4F175-714F-4FC5-A004-427E69F5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47D93-98DE-40C8-932D-26B7FC5F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0DCF1-14F2-4AC4-A804-7232413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ಕකბಟಕ ๸ಸౙ ೃൟ - ງಪ කಗฃಜ ಯ ౲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81444-5B76-47D1-AF60-C846A7D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50E64-B094-4596-A2AE-E2FA7E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33C4F-000F-4698-A82B-B0AC3F9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ಕකბಟಕದ ಏ౾ೕಕರಣ : ಒಂൿ ಅතವბ ಚค൤ ౳ - 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373E8-77B4-4D15-917D-01E0FC8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10E0C-A820-483A-B6AB-E16937A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01C74-C7DA-4B0D-8B85-BA9A493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ಆಡัತ ූ๣෴ಜ ಕನ౬ ಡ - 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F2F71-C2BF-45C2-B3A7-37AE0B83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5AA4E-1796-4BDD-AC03-4D245A4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96110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3D5FE-04A0-4FA3-9CA1-674DC785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6FE40-A756-406B-BF6C-924FDCB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744F5-FD86-4B26-B5AB-8C0502F9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ECCF7-2932-4217-A619-C6F06729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34BAE-4CF6-4ACF-B4D4-2DDDC686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44EE8-6919-4FE5-96CE-EB2C443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F82CD-8502-4031-BFA2-FE877BF0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D277F-3F1B-467E-8935-23108C5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ಕನ౬ಡ ๸ಸౙ ೃൟ ಮൡ ౨ ූ๣ ಀค൞ದ ศಖನಗำ 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AEF92-D148-4373-A8F0-C7CBA76C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6381A-BB7B-4A35-A22E-2A4DBF13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BD39-3F1B-43DB-85E6-0169E5A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ಕකბಟಕ ๸ಸౙ ೃൟ - ງಪ කಗฃಜ ಯ ౲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0CD8-47B2-4784-9C78-23387B09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8C366-386B-4355-B734-037B09D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B31C4-DE25-4C0D-8297-61A3DE0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ಕකბಟಕದ ಏ౾ೕಕರಣ : ಒಂൿ ಅතವბ ಚค൤ ౳ - 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DDF51-0CAD-4962-B619-5731C24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7B35D-E471-4253-AFD5-B1A2DC7D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FEF7E-3146-4931-91EC-10D8D23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ಆಡัತ ූ๣෴ಜ ಕನ౬ ಡ - 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259D9-E599-4888-8342-8AF654B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C23E0-2D51-48A6-A0FC-5F059253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A4086-87F3-439F-A27C-425CDD75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611382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8170B-AEAE-439D-9F47-53EF4CE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B966D-37B0-4C3B-85CD-61043D09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FC779-3451-4AFD-A80F-365ABB48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8CD91-07F0-4674-8738-F3FBA266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F7332-80D4-4911-BF36-FAF50B45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E52A8-C660-45D1-81F5-9858EDB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8487-325E-42BB-A850-3214E2B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66402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ECBD1-F068-46DE-A06E-1638406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ADB6-C8EC-4421-BE8E-A3F7D0DA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E4F44-8468-4A56-910A-B4F93FD5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14278-A2EF-4601-99FB-F9E6DC9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7DE7A-5782-4836-83E7-6AD01ECD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ಕನ౬ಡ ๸ಸౙ ೃൟ ಮൡ ౨ ූ๣ ಀค൞ದ ศಖನಗำ 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51A33-2E79-405A-9ED1-CDA524C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ಕನ౬ಡ ๸ಸౙ ೃൟ ಮൡ ౨ ූ๣ ಀค൞ದ ศಖನಗำ (03 hours...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20AB4-D9C4-4B07-A0C6-3B0270A8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C9BF3-BCB9-461A-A861-973F6EC7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F0A6D-753C-4B4D-B976-74FA961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A53CD-5608-4624-BC31-997D5FF4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46085-7734-46F0-922E-22ABEB7B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79410-1B03-4096-AB6E-0765961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6EBE4-E236-460F-AF33-887BBE32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C8C24-A9FB-4389-ABDA-2C8E20E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0BC15-40E9-48DC-9722-E48CD61D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19A56-7423-498D-965D-8F998A9A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89287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17F3E-5F6E-42CE-BCE8-13DA4447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55BAF-681F-497A-823F-2DBD6A4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79A97-D392-4605-8FC9-91D51FE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232F9-BD36-4E5B-A154-6382CE50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B030B-FA83-4111-8E43-9F81CACB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51566-BEE4-4337-8742-31EF8E28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C4DCB-D21D-4A2B-81BB-32A48CF0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B3030-DDF2-4897-96FD-3A061375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6BBAF-A152-4524-BF97-15A3689C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ಕನ౬ಡ ๸ಸౙ ೃൟ ಮൡ ౨ ූ...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3147B-E0FE-4408-883E-A79E431F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3F143-37B7-45EC-9908-388672CA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25C2D-C85F-40AC-AE7E-64AA026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ಕನ౬ಡ ๸ಸౙ ೃൟ ಮൡ...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AF980-B248-4A94-BBE1-DB93465D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09405-6E39-489F-9E65-5983378E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83D68-AB2A-4FB0-AB0A-65499CBC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ಕನ౬ಡ ๸ಸౙ ೃൟ ಮൡ ౨ ූ...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CE60A-3960-43A0-B2E3-0BD15A8D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93A3B-0787-4789-9B79-1CF7F70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08EFD-E57F-4AD5-911C-7AB47185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ಕನ౬ಡ ๸ಸౙ ೃൟ ಮൡ ౨...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3FF35-1FD3-4714-BECD-3A068E6A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9227C-9386-49A3-A245-BD733BF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3BA2D-54C5-444A-9635-72E5059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ಕನ౬ಡ ๸ಸౙ ೃൟ ಮൡ...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E7416-D161-43D8-B94E-8113B3B5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4D352-DCE6-416E-BB01-CD4B36B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79015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B95CB-FC8C-46BA-BB0E-07964FF8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EA015-A8F6-4D20-A7DC-8A6480A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D9E17-E2E6-4BFF-8B21-789363B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65B2A-C7E9-4704-A796-1730947E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A3592-14E5-4F8E-9180-F8B9238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6E17B-DFFB-4204-8633-8C267328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5C729-241B-44D6-8264-63831F3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60194-4352-46BD-A57A-8F5177A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6C4D6-2F1C-44A5-90AF-093A2745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7C793-D6B9-4900-9830-4417896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1DA63-055D-4C52-A78E-F475FB62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8BDC4-2C29-4ADB-A495-B1C830AA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881D2-3458-4C2A-B5BC-D00BE4BC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59514-D86C-48F9-BD53-9B03543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24B84-6260-40D3-93E7-A5F99792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16309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9940E-209E-422E-A54C-7756E121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6D6C0-BE92-47F0-A51F-901DC034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00EE6-E588-4FBD-B703-68356256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3FF05-6FB7-4E6A-8853-7F44B532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D1322-C65B-490C-BDC9-22C7A32B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F42F5-852C-4FBF-9FFF-DCA43DF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ಕನ౬ಡ ๸ಸౙ ೃൟ ಮൡ ౨ ූ๣ ಀค൞ದ ศಖನಗำ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58941-15EC-4A6F-ABF6-7BE7B54E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6B7F9-0D96-4196-A516-EB75A9D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558AE-B7B4-451A-862D-E833AAE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BB46D-B905-4E62-A7DD-F76866F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79097-8DD4-4F69-B834-15994F9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16096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8FAAD-6039-41D8-AD9D-41F2DB8C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B671C-EA34-4C86-BCBD-41F87045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FE2DE-4526-4198-8A21-B27E6DC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BD7C7-418D-485B-98E9-78A123EE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5BB8E-F327-41D3-A8C0-4B85938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ಕකბಟಕ ๸ಸౙ ೃൟ - ງಪ කಗฃಜ ಯ ౲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B9A06-630C-497D-BADF-8FB94E5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ಕකბಟಕ ๸ಸౙ ೃൟ - ງಪ කಗฃಜ ಯ ౲ 2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0FD40-8285-41D9-97E4-2F29E2B1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2C5FC-CD8C-4C38-8ABD-919137E6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D768C-2D9F-430E-9047-CC4F2A08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5637C-4A6E-4812-A8F7-B4E13FF9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B9FCE-0F03-40F1-90EE-19C1667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4F630-4EE2-475F-B7CA-CFAB726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47923-4448-4D11-821D-338BCDA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93856-AE17-42BD-8834-8A01858B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7AA9E-1FB7-492E-8C7C-F73FF89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9483C-5A09-458B-A060-8AE6541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251007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27EE8-A2C9-4258-958A-A554599D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7E491-E578-4C22-922A-D8C99CF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0AD8-73E3-4F13-A9B2-860775B7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B29B-0DA2-476F-AD53-7F822BD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D74D8-B720-4B83-B7F7-D2BAF37B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0BE15-D946-4A2E-B6F9-34AB47F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D38FD-8606-4AE6-9D40-2A137C0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33DE1-F7B1-405B-B67A-F84C8A82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39FEC-C4BC-4A10-B091-FB5F7B36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ಕකბಟಕ ๸ಸౙ ೃൟ - ງಪ...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8471B-9F33-47A8-ABD4-64C5716E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5E386-D443-4881-8ED8-BBEF0F4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500F6-EE32-4CCF-A03A-6E1D80A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ಕකბಟಕ ๸ಸౙ ೃൟ 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0A666-AF71-4C46-B53A-EF4A725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7ED4B-4268-4664-99E2-1F5B0621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EFC16-C7E0-4D92-A764-0E76FFB4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ಕකბಟಕ ๸ಸౙ ೃൟ - ງಪ...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DF0C2-9D16-4093-9043-6407CB8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1AC02-5B00-4A10-957E-1211A958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A6F5E-B48E-4237-9F69-41D82822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ಕකბಟಕ ๸ಸౙ ೃൟ - ງಪ...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E4C8F-40D4-4593-8612-DAA0765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F5FCE-1339-466E-943C-8C6A4951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1517C-94FF-43B4-B421-2BBA5D89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ಕකბಟಕ ๸ಸౙ ೃൟ -...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D4407-BC1C-4569-B1C3-34247D3F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46DD7-549E-40F0-A35A-56BFD37E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10113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77560-76F5-419E-A51F-936A0A64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C5AA6-A2A3-4409-A8AC-C69A887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00D65-8487-402C-84DF-0D7860D9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0F4FB-E293-4071-9825-79DD99E4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C11F6-DB36-4315-A5D8-B7B87075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10054-BC73-4E29-B2C7-124147D5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E3396-AD17-48C7-8311-2E7D4F70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BA6F2-5C0E-4CE8-B615-6551F945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BDD79-7C08-4A95-B8D5-4284CBF2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429E8-82B7-40A2-A559-4370A49F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7445B-0954-40EC-B2C2-D5C7B99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828BC-CD2F-4466-AB9B-9F93F4A0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C434E-B9EE-4E0C-B311-B0C953BA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8B4B4-8819-44D9-A890-7056300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7FB46-B6F6-424F-94AC-93676F5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236751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3D754-601A-430E-A584-E63E113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E4EA4-FFC1-40C4-9DD0-9017687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C999C-E59E-486F-AB2A-EECFBC6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D194C-54EF-4AA6-802F-5A20471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C03FC-8FD3-4842-ACFD-11953720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1D31F-192F-440C-954F-450B90B1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ಕකბಟಕ ๸ಸౙ ೃൟ - ງಪ කಗฃಜ ಯ ౲ 2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CE349-8319-4E63-BF56-9D29DBD1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FD996-B715-4D27-B91D-B9B26433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2E71B-3BEC-446E-AE47-6D9E0731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6662D-8B61-493D-9D62-F0DA0DB7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5DCE2-D502-42B0-9452-2B264E2B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568012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A95E2-3330-418A-AA10-7088DFCB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E0F3A-518A-4B63-8B51-C48E5F45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18235-2F82-4311-B139-3AAE74A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DE6D7-41EA-4B98-8E48-CEECA0E2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5C0E2-A7F3-41B4-AF06-20B1A69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ಕකბಟಕದ ಏ౾ೕಕರಣ : ಒಂൿ ಅතವბ ಚค൤ ౳ - 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68C0B-B007-44B0-A976-AAB122A5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ಕකბಟಕದ ಏ౾ೕಕರಣ : ಒಂൿ ಅතವბ ಚค൤ ౳ - ೧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AC815-E6AD-4606-B75F-5C220CF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4CDD5-E71A-49B9-AB92-A5E8E0A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93BF8-7ADD-4584-8645-57A0C3A4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004F4-855C-4C92-8B80-DBF315E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60B99-FC23-4FB8-B8AD-D17107B3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08F37-3FE3-4EF6-A846-564652E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88A99-E44E-4212-93CB-7128B0D9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B6781-8B88-4274-A3A3-DEDAAB91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571BD-959A-4FF7-87AA-AF31A425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1DCC6-3D1B-440C-B52A-59CADE5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51333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04BF8-37C2-49C2-A050-95BE230D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233CF-FF1F-4BD8-B762-E03F4900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D7D14-7F25-4A33-80A7-86EE753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B01FD-5B18-4E0C-9EF9-1EEF5DA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CBB16-EED4-45FD-A8EC-0333E555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AF7FC-D935-4751-AC52-ED73056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CAAEE-8A40-4F3C-AC04-407D30E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5B3FB-FD41-4F69-9CB3-E3306BC0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949C6-0466-4B15-A1E5-46FA8204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ಕකბಟಕದ ಏ౾ೕಕರಣ : ಒಂ...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CDEE4-EF58-425C-A800-FDAE998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2E2B0-3CD9-458B-9204-0793F9CF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63061-1F86-4FE4-98AD-B9BF3399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ಕකბಟಕದ ಏ౾ೕಕರಣ...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543BF-B7C2-407C-91CC-02C00BE0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33C23-DD47-4BB6-9413-05746D7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0B527-7B0B-47BD-9719-5A7BFD5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ಕකბಟಕದ ಏ౾ೕಕರಣ : ಒಂ...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FC3AC-4A20-4ABE-B1DC-B5EC99AC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02295-1AE6-4D35-B93E-F22E3023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8ECC1-BA0B-42B1-999F-B1CCEA96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ಕකბಟಕದ ಏ౾ೕಕರಣ : ಒ...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C5AFD-95DE-4EE0-88CF-2E12614B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59AF6-5153-4E71-B6F9-00C58F2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7AE2B-9971-46D4-88D6-67BA77BB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ಕකბಟಕದ ಏ౾ೕಕರಣ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EF0EB-B7DE-4969-872C-34B6448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CBD28-4E30-4951-9BD7-29E80D5F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5050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9DF47-2A5D-4043-89EB-473309D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D1CA0-2B63-407D-8F7C-BA33CCDE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43F2D-62A3-4918-9B86-678F891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B5D92-027B-4926-B209-5B9EB536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36CA2-A619-4E5F-91FE-56BC98E9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F26D0-CDFD-48D0-9A40-960B6AC8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7141D-D0F4-4557-BE5F-A93F469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499D2-1395-4664-9F6E-C30908B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ECD50-E6FB-447B-8DDE-B51D7F8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06370-1C1E-4155-B854-6A52130F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3CBF4-7ACE-4EE1-B675-A90C8B56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09E8B-C76C-42AF-9A66-0A5289D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CDF58-CDF3-4E3B-A5C7-B10A262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2A8FD-2A0A-47A2-9DAC-7A08BF5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4EEC2-0FCC-4B92-A21F-3357134B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41320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03DF9-91D3-473C-A2DE-4D3E04BF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E7D19-5FC4-46FC-8FE5-41F0377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FD5C0-BFE3-41CA-BAC7-F578D9F4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B971A-7EC7-4D5C-A576-8BC353C5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AEF12-F258-4B4D-9709-B92D5669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74E29-D967-4C73-BB5F-829DA2B8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ಕකბಟಕದ ಏ౾ೕಕರಣ : ಒಂൿ ಅතವბ ಚค൤ ౳ - ೧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3694-F70F-45C1-AB30-D464591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91868-3A5C-4733-974C-9300D7E9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72D81-735D-4B70-91C5-18DC6A45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78206-03C8-4A2D-9BBD-21AC0DB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EAF4F-F02E-4720-9A15-01F5CE8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283193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E865C-9A86-4CCB-880A-93124883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58546-BD26-4E34-AE27-EDDB7B3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8C1B9-3515-446C-8A38-7A29B934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5E9A6-19C5-4BE7-B5FD-E2C8F31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CA362-5931-4661-AFEF-0592697E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ಆಡัತ ූ๣෴ಜ ಕನ౬ ಡ - 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98ABA-846B-483E-8D1B-419991A3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ಆಡัತ ූ๣෴ಜ ಕನ౬ ಡ - റ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3D70F-2376-496F-B4D2-022A5D3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C50E1-A043-4548-9AF2-F68F75B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94911-7C6E-4345-A8ED-E69335F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A469A-A34E-40D5-B59A-23647E38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97BC4-A913-488D-9CD5-0B7E4B1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A4773-1FED-465F-A1E0-E9466473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C248E-A95E-44B2-BB94-9BF889A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D415E-AE02-4E23-802D-F7F8AC9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A3995-85DB-4F34-A14F-80C52994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7BCAB-0036-46C8-A624-721D300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634384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C8051-A4FA-4F69-AC90-A577469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6263-F29E-4FF9-8A41-6F5A6A3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8A77E-C830-427B-B5D1-E4A7CA2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2F863-4D6B-455D-A7CB-1EA9198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ABF7A-47E3-4713-925C-04B00742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EE509-059C-46FA-8B1C-54CF159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BD3F3-FE08-4F9D-8652-620F3ED3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FFF63-E874-4ED0-82CF-658F10C7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160CA-CCD5-4721-B2B5-0066EB8A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ಆಡัತ ූ๣෴ಜ ಕನ౬ ಡ -...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81968-E957-4928-8601-7D5363EB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D3C9B-3A71-4F85-A48C-CC7FC10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D25D5-6B79-47B6-AE53-36D3931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ಆಡัತ ූ๣෴ಜ ಕನ౬...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28F31-914D-40CC-B48D-5658D9AB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515F-D3F3-4AE9-926C-DD00F0ED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F66EE-7C76-4CFA-90AC-A1E642EA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ಆಡัತ ූ๣෴ಜ ಕನ౬ ಡ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E8221-D4E8-4AE9-AD76-A0737EF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C6D05-5BB4-46F7-9D7C-61667D7C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AC94B-8400-4230-BC52-78C31030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ಆಡัತ ූ๣෴ಜ ಕನ౬ ಡ 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A57CC-AF25-45CA-8C3C-59A22C46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C13E2-6CF8-43F4-A023-11A9AE9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1E9D9-C734-4A57-898D-574AA0E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ಆಡัತ ූ๣෴ಜ ಕನ౬ ಡ...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A43E2-0E24-4A32-AC70-BD82544A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D00CB-ACB3-475E-85A6-C573454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513756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611BB-E986-403B-8425-631C7EA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55CED-526E-46BF-BFD8-93B280E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6E16-CC4B-4404-8F51-D8BCB81F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BE65A-1DF6-4459-9CBC-621624E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FE8A2-C5AE-4438-B5A3-00FD2CAB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BB813-511F-405A-BD3B-F9A56C9C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CA075-FED2-4C71-A6B5-13435833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58EB9-47DA-4269-BC20-18A377E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2DC2E-3AFF-4229-936D-405F82F2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CC867-078A-46F9-8BC7-2664EFF6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F640E-FD10-4BC8-85E4-54D776A8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4DACD-D640-4347-857F-398A3262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0CB40-4472-48D2-96B9-2F0D41B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CCF72-3C6E-43DD-9833-6140DB3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D9965-E195-4583-AF21-712D4DF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389174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36868-1FBB-4ED1-A2B7-D2A074A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C7041-0321-4CDB-9608-F066F22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09B56-403A-41B8-B03D-D75BCDAE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D5C73-F463-4B89-8D57-8BD0283C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F9E21-414F-4BFF-A2FD-83AD5695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76687-440E-4C21-883F-A6C13BC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ಆಡัತ ූ๣෴ಜ ಕನ౬ ಡ - റ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747B1-4A54-4F3E-8D65-91081B9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0C34B-F445-4FB5-AFA9-5376877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C9E99-58BE-4E6E-AA91-5FB3FFA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A8452-A1CB-400B-B7DE-EBA4F72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965E3-A57A-41D3-950E-25931326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296869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0020B-F5C9-4132-AC5F-2A6CD7B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33CAE-BCD0-449F-9966-A1FB64B9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77047-221E-47FB-8C9B-0CA69D9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05A37-02C2-48F2-89A7-074887D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F70B5-30C4-4FED-86FC-B0F2544A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4BD48-1FD4-443D-B7BC-5F89FBC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562930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B3512-C991-4E1F-8EE1-C605C3EE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FD319-5088-46D1-BAB9-571C39B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81914-BC10-4CED-A279-29456751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131D2-C0BD-4A95-B5E7-D5137498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76898-37C8-46E0-A207-ABFD86BB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489D8-BEBC-4801-9CA0-E293E15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760417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F2DD4-920D-4AE9-A4BC-379CBC59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EAC88-748F-409C-BE19-4AC8FA86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2017E-1C78-445D-8D99-F8DA9219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327EB-6D56-4FC9-BACF-6E8020B2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0120C-289B-47A8-9F1A-55F40AD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32EF6-CB2B-48B9-9E1A-191100A1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454937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8C202-0B64-4608-9364-4029B784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67042-8A11-47E9-BCED-393B7CC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4269D-5EB7-4AA7-844A-04F73369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CA1E6-D84C-4E59-912C-4D072A2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64F5-EED8-4E4F-9C83-14DAA82C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C6A4F-B8D1-4C54-8C07-CAFFEC14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403781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2B1E4-C428-4006-AAB3-BC61FE5C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7FC96-52CA-4DB7-9D0F-69FF62BB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E8AE6-950E-4F2F-95BD-143AB04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F86D-472C-4298-A9DD-940A6C21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E2211-EF39-457D-B600-2DC56078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ಕನ౬ಡ ๸ಸౙ ೃൟ ಮൡ ౨ ූ๣ ಀค൞ದ ศಖನಗำ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ಕකბಟಕ ๸ಸౙ ೃൟ - ງಪ කಗฃಜ ಯ ౲ 2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ಕකბಟಕದ ಏ౾ೕಕರಣ : ಒಂൿ ಅතವბ ಚค൤ ౳ - ೧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ಆಡัತ ූ๣෴ಜ ಕನ౬ ಡ - റ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1913B-4E34-408C-9E60-48FE606E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456E2-67B3-43DB-A81D-E118B2A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36D99-40D5-4AE9-906D-92120952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467445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AEA94D-FD0C-4490-A063-7F5084C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25571-D826-4EDC-B528-1040872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 ๸ಸౙ ೃൟ - ງಪ කಗฃಜ ಯ ౲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7040F-9145-4121-B075-E71D3306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7B2E2-9160-408A-A124-F1CC4265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4741C-0A23-4F15-8CC7-28CD6A4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98320-8335-4BE6-80A5-65172B02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70E75-4624-478D-8759-FEB938E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AC26A-DA6F-4FAE-91FB-507E5D1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C7DA5-60AB-4FD6-A9BE-69884DF2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D108F-10A6-48B0-981F-C8561FC3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2EC9E-7CA0-4153-87D1-BCF0BCE4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2B236-65F4-4E77-8772-3867BBF0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65C47-9C6C-4CF8-B40F-BB75EDC0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4463B-2EEE-4F2E-812B-8641155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CAB72-1839-4C37-B705-9FBC5E98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9E525-FB94-4861-B9EF-727F94CD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3E028-2A07-4C95-9C06-941A68FB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0958B-871F-493B-91A0-29FEFC98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66AF5-30AB-4083-9A7B-C8D7FDD1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8B237-0174-46DF-A2B3-4BDBB07A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A8717-F483-47EB-A227-DDFB4470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006A1-29EE-4389-896A-6CFE8492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140EB-C148-455F-81D9-682B9197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0059C-A512-4D31-A487-BCD8F3F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1867B-A52B-4E2A-BB55-C4D7477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D1F9D-9AE2-4FDF-88DD-277F4A2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613AF-02D5-45C7-ADA4-FF44E12F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9BA43-FC0C-4C18-89DF-BE705678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65E5C-54D3-4973-BF50-59D67C6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FAC38-00A3-4E68-85ED-191791C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7A855-E450-4B25-AFF1-59FCE1E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771D0F-8AFC-40D9-81E0-CAEA7BB4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6409492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34DB7-E246-42D1-A0DA-B714302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598B4-10A9-436D-B7AE-EA16220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ಕකბಟಕದ ಏ౾ೕಕರಣ : ಒಂൿ ಅතವბ ಚค൤ ౳ - 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E5AC4-985B-4EA6-BC08-698AEB39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1349D-F641-4668-8B4B-18DC2E47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FDA15-6864-485B-A5DF-2D3CF12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99E2C-8978-4341-9A15-4AF574D0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DA98F-965A-4627-A3AA-62EC4DA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D6C44-4735-43EA-90F8-898D353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F8F0E-9231-4C3E-A5FC-CBF7261D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8E5DB-B907-4E90-91C8-B1175A1F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6552-4CF4-43C4-8DC1-5FD5D447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FC011-6870-4F06-A4C5-5351492D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6CF58-10E8-4000-838C-9E098AE3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61FC5-EBA1-4C3C-B2AA-2CC5C7F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AEFB7-88C2-42C7-A387-61E6B36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FCB09-77AC-4150-A8A4-78FB7AC0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A0B0-2523-4E7F-88C9-6A209B29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53D6F-1890-4641-B4A1-3714FF11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EFE1A-9D98-45E7-8009-EB701300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CAD80-4880-4681-8130-B4E190B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48E41-ACDF-4E3E-B3A2-7FDC8EE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17838-1FF2-4BCE-915C-E5A54EF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5D27E-5F9D-4EA1-8205-9D5DA1A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0F707-DB37-4D1E-B19A-BA6AA054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1869F-9238-4FA2-B82F-740F7FF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AD595-CA87-4F86-B413-F04EA90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30AD8-D676-4F6E-9563-E611FC1E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5ABBB-2815-4417-9145-DBE4D99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246B9-4302-44B9-8838-9E91C2E1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188F5-E2F2-49F7-9B5F-1F67136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D605D-40D1-476C-99A2-38CAE74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9631A-DEB0-42BD-8A73-8C4A4BF2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542723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E6E84-57E0-47FF-9E28-72B9248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D0B59-5272-40F6-8012-60E2F272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ಆಡัತ ූ๣෴ಜ ಕನ౬ ಡ - 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AF9BD-5AD7-452B-82E3-ADE03C9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950B3-B863-4B9D-9C09-9C314F55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B2DA1-A6E0-44F9-B766-EE4E3071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0B3A2-FB9F-4A40-803A-971D5D42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E2933-1EB7-4AB8-BA93-065E6826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50D43-0A9A-44A7-B655-855EAD0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7586F-A73A-4B8C-8C07-06BC4211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AA9DF-ED2C-467B-9A92-2520796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89F90-EC2F-4ABF-AEFB-08BAE94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0BADA-2883-4C30-8333-2E066B16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E9A56-B47A-4D74-82EA-DF2E06C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449B2-5A8B-4C42-8655-34AF2EA9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A4FF6-3438-4921-98B2-D0254213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3F141-ADE4-4533-8808-91E8D09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6BA4C-CD87-44DE-AAE1-E7A07EF9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012B4-2E19-4A70-978C-10AFB7E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1021C-1D4D-4CA0-89E0-C5692D41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0ABA1-A969-4E7E-B465-281E234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2A83D-8843-4D81-B68E-3612F006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EF19D-AD54-43E6-8323-F146A5D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42FA7-33ED-4E85-A5EC-FE89F4FA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4168E-33D5-48E8-9E2D-47EFD82A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96A8C-D0B6-4B92-BC0A-3A86DCE7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C5B9C-AEEE-45C0-9D06-DFB083B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8B33A-B2B7-45F0-A02A-1FDE4C1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3D42F1-7280-4E4F-99B8-DC4319ED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7F361-4D02-4702-BA75-CBC6235E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3D0FD-0A12-404D-9518-53C631BB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B179B-0B9D-41E9-9831-AFE1FCB9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A2897-665C-43C6-B09B-73DC2F6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959850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922E42-047A-470B-9C3F-31731F13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C359B-96F5-4643-8090-6DC5F2A9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ಕನ౬ಡ ๸ಸౙ ೃൟ ಮൡ ౨ ූ๣ ಀค൞ದ ศಖನಗำ (03 hours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9F485-5DC1-4A5E-86A3-7D4EDCC9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640B-2266-45D5-B1B6-652628D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AC229-D7A2-4233-BC30-6CB224ED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28FC6-59C7-4AD0-BCD6-72377650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C80A9-38A0-499B-9DDC-9BEF50CA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FC5AA-F185-47CA-8F71-07B8319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A6AE8-AB75-4C9B-B4D0-8ECE47AD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E3978-B443-4BD5-8D35-4CDCB6B5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C8B6D-B50B-425D-8080-3F59E901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1620C-2EF2-4139-AA5C-C12B34AD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CA604-516C-4289-9E08-23D9FF72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D17CC-5F0B-466D-8E40-E92CF363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A0E6F-ED13-4F32-87F3-6C3E8D2F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8BD13-5EF7-49AC-BFFD-3997D91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03DF5-88E9-45B8-B5A0-331C9700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36647-AF63-4590-A83E-99AC3675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93252-6614-4DD7-BC8B-A6D53A6E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23CEF-F0BF-4DF0-885C-EAEA4EA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901A5-BC61-4906-BC42-3F8C19E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E4B61-CDFD-403B-829B-C75792E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9AEE9-9DD5-441C-8224-0475D45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1B5D5-1683-4D90-A336-16857D6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1729E-52E0-4C19-9695-522B117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1F61E-6B93-4476-9A38-D62C529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C4210-7F0D-485E-A19B-89FF0D73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0CCAB-F8F6-4F13-917F-2C9E89F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099CE-DABF-46FB-8B46-EE1D5C2C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91A81-B5EF-4646-AD50-092828F7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1198A-EE4B-4BD6-ADA8-D289F45B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3A15D2-22C5-4D06-B5E4-15FDD81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354705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AFD81-549D-4D88-99CD-2F6C6B23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34D87-37A7-45C6-A933-E9371C7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 ๸ಸౙ ೃൟ - ງಪ කಗฃಜ ಯ ౲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3CFEC-F806-431E-A825-A49D6961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CE72B-F7E2-403A-890D-FB2DEE99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87F0-B0BB-4738-8305-0539970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217AB-9707-453E-B838-D4839D02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188D0-7B8A-471E-B3E7-8CA2322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8CA89-8A8B-4707-AABF-E539FF1D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EC345-76FF-4BDC-A2E5-B410636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4D28A-35C5-4012-8F2B-C44042D3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93114-753C-4933-BD8F-DD95FDAB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9B40F-0F26-430D-8AE7-B493A138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F3B5C-CCC9-4443-B487-076F352A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2A80B-8AB2-48E1-8F11-0463E635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C651E-90FF-49B5-B46E-03386CB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0374F-4CAE-4B02-8B98-9562242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DD5E6-F035-4025-B4E3-414166F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84B27-0E0D-408F-93E5-F05D89B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FEC2E-D040-4F21-8DDD-59A0EE8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A914E-D3DE-45B8-8AF8-14F7EED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C0D01-79A6-49EC-A553-FC4ECF74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EC914-E67E-4214-A9B4-5717ED0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45FF1-25D6-4C87-B67C-06FBB9AC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0D126-1F23-46FC-BA97-E121D28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F9776-7B2D-4AAF-BA77-372686C0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91278-0027-49DB-991C-95DC7CF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D7CB0-AE59-4DD4-BA7C-83C2449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28FC8-5843-45D5-AEA7-61C05D6A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D3743-CE65-4841-BB7C-F57B30B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2B310-A9B8-4D13-A814-BED3B9A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FD2A1-669A-41DA-B38D-0AF5EA3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6577F-3D49-43EA-BE72-DE51D65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014735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D6FDB-7BCC-45FF-82A5-ED94DCA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E043D-09F3-47C1-BEB1-AB2CD91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ಕකბಟಕದ ಏ౾ೕಕರಣ : ಒಂൿ ಅතವბ ಚค൤ ౳ - 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1AD83-0A6A-4426-B591-78FD719E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4EC0-EE8C-4C33-A982-6A283884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CEE1C-80EF-48B5-8D59-31CC9B41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3EE9B-5580-47FB-8F13-11BA4C75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668B4-65CE-4FA7-9DA4-2756E5F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E9AB-D98F-4CEF-9068-12BC53C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27B3A-4C68-479E-ACE9-6D2366C5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C6C84-4DD6-4DCE-8AE7-2D4E8F2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01C4B-E9A5-47EF-9E3A-F42BD62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858A9-6867-4243-A4A8-4CF5113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49315-7BA0-43B3-89CA-501239F9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73A95-3C08-4371-9DDE-5A81E0FF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B6E50-A618-438C-AD69-01E5D956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B965B-654A-4E18-BDAD-C68CF26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C805D-8C42-474E-A8B5-7E1735BD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52BA4-A69A-430F-B8F8-02505A3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5156D-AAA3-49A4-963B-EC997CC6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CEE9E-1491-4680-83C2-45891053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AC737-4324-4E52-AC42-E3543B49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C8D92-7A0D-4A9B-A7F5-5E3BF4E9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F425F-4C09-437E-9DE8-DF63C625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90A19-5808-4D17-B173-6FFF0DA7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1A6CB-4549-431B-82C1-5502427F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17AF3-1F1D-4267-B539-2EC8974E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ED9D5-60D5-45FD-8EF1-176C0C16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2C273-5657-465D-8183-091977DE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B1E5A-A5C2-4280-9C98-D5C882BD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828127-F465-4511-959F-93408D76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05F84-2095-4B46-8E53-09C51BA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8A71D-932F-4649-8DC3-A196A887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174772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128139-E876-4395-8BE9-9D98941E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86631-9CCE-494C-93FD-FEFC992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ಆಡัತ ූ๣෴ಜ ಕನ౬ ಡ - 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2EE18-24CB-4117-BA81-D88B641F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70F1B-166F-4DCA-B316-C8F35F08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2C0A9-8F5A-448E-B405-3F71EA21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DC88B-3DA9-4AA6-A85D-B0252009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7763A-6E57-451E-88A3-2FFFF1F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9F330-D708-46B5-ABCA-D37C71B9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D6A4B-95E5-412E-9FB3-1086256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F101E-3761-49B9-913D-0C5ED8A8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220ED-CFA3-418F-A525-56706A89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E05A3-9778-487D-AA2B-ACE3E67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15400-247A-47BD-A2CA-5D89F62A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3B5EE-FA2A-4FE3-A7F7-8BCC3878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14657-0430-4DBB-8056-CABF3ECC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BF05D-043F-4460-9A87-46F3E3D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A6599-E3BC-4BAB-A26F-E3B4DE9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8A9D2-BBA9-435A-9E26-B3AFFF10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85E3C-F468-4EA1-B07F-51B3ED8E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32886-75E9-4B52-B16D-0ACE7FAE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F56DA-D400-4F07-A01A-3AC1BC06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FF87B-C42F-4CE3-BA1F-CE2EE189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84835-440D-4AA8-A63E-674B3072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7874B-7754-4213-BEE3-5E063C21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66276-2F87-4E4E-836C-13EEED1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81577-D711-4D6E-A3E8-9619612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81C6D-54F2-495B-BC5A-62A90A0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A0BD0-A29B-426E-A39E-DA47D88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449CE7-65FC-4B78-9A82-5DB79F40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4F150-9F9D-4D9F-AA1C-3B0183C9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3EF3F-E054-4767-AFE1-16F5027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BBF09-2C31-4A50-A3E7-64E35B8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92655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02DDB-A7EF-4F98-8C41-8A49B4E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B82A5-EBF0-45C0-B57A-ECF895E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ಕನ౬ಡ ๸ಸౙ ೃൟ ಮൡ ౨ ූ๣ ಀค൞ದ ศಖನಗำ (03 hours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B2EF6-FDF0-41DF-BCC8-A1EF813F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1DEC6-381E-4C7D-9F40-1983D58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9C352-8F0C-4FFD-BF55-8BB36404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8E2E-6316-453D-84D8-B2E14CEB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AD6D-B2A6-4913-8A0E-C3DCF779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492B2-2257-433E-93CB-8A30E2A4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9A2C0-BD95-4E0E-9C17-F0F077A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E9CE3-12A0-4C51-94BD-7C20298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3DCD4-6FA5-49A4-84CC-64499E8F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A1FC8-F186-4EEE-AB9F-A3BDB9BE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AC302-3D1C-463F-ADF4-010658A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193ED-DD9B-4595-B7B1-B057F66B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8DD94-F118-4BC2-BFE8-1D7E889E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EB180-B138-485E-9174-4487F8F5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36A1E-F8A1-444C-BAC9-D500F50B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C8096-4119-4879-9696-4DA7A4B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0C86F-2C3E-4F79-A6D5-21D869C7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02E80-876C-4ABA-AC03-DA304FFC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66B2F-7924-4403-90E7-0AF60B2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E3B91-8BAE-4A9F-9140-7E852458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0E162-BE38-45CC-B5D1-CE71CE72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3AAE7-3ACB-4B82-A1BE-5883EA77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30F21-1995-4ED2-BC1D-E4B52D50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1D23E-B056-4EDE-95A0-C0D9356C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6A3FB-6EFD-4CE6-9617-F1B0C44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54585-B643-4F9B-AFBF-D53DFBA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A6ACE-626F-4E97-8490-C715330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07E3D-285C-45B3-9509-7C23F40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4DE79-CE8B-40F5-A0D8-2D2C5F4D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8CB00-D6A7-4366-A9F8-9E088FB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245813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21E6C-8592-425D-BD3E-86E6FED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1462F-6117-41F1-8C97-ED04F707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 ๸ಸౙ ೃൟ - ງಪ කಗฃಜ ಯ ౲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59DF6-2D2E-4872-BD00-5E51549B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FD654-A3EE-4E85-A7AC-A43B3B4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E89A5-B2C0-44B5-9A62-FE76CD59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80FFF-A639-4009-B1D9-4B157D9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A2A35-3258-49C3-8D9D-D012A5DB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9EBB9-45A4-4E86-B35B-A09A841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E546A-2EA2-46FF-A1A4-8C3B726E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7D212-F87E-42F4-8807-ECF82FC6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216BE-D1E2-4029-B650-506C2707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FA23C-4D62-4D61-837D-F686560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D9306-537D-4CEF-BE80-E1ADB52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E2EC0-507F-4196-BA0E-68AA471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39894-E98B-4986-9D7F-E6480457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0064C-5372-4280-AAE0-342BF94D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50603-89BC-42F1-8A06-7E695B9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19A21-2540-4900-B90A-D110D6D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63C51-0240-40E4-9BC5-9E9E83E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AB04D-F27E-48CE-94D9-EBBA78BF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DB167-A31C-49E9-9E1D-7361CF9F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29EE1-E8C6-4E6D-9FCE-B2757FCB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560D0-50EE-4CAA-BCB9-8969698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98AC8-7A59-4559-8274-4EA2156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CC14A-E06E-4A32-A996-C0E8F63D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CE5B8-51B6-4EF6-9A8D-A6F49AAB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A96DC-9BD1-437A-A5FD-1B443938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4B522-11B8-4D4B-8A9D-3FF3D783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D49C9-9DF2-43D3-8B1E-41D698A7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96321-F2D9-4E7A-9F73-C5A347D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9EC7C-9EAF-4453-9D12-A488BC5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B5AC5-2E2F-4D0E-92E0-E618701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1247617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651FF-8145-4719-9DD0-E7C7921A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50AF8-41FF-490D-A02A-03E74AA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ಕකბಟಕದ ಏ౾ೕಕರಣ : ಒಂൿ ಅතವბ ಚค൤ ౳ - 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FB662-50BD-44F4-9997-639EF28F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F333-C9BF-4680-99D6-D1F4C18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A08BC-4998-4F98-8CD5-9ABCCDB0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9887-5E5B-4276-9A9F-35336622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A7D3D-4043-4EFE-A15F-7EC5C42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709B7-C5C9-4C07-B3AE-DD5C524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3A2EC-38C0-4A7C-B5C7-8AAC3D3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53FDA-F0B8-427B-9BC8-6246F0F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0157C-408E-4B94-8E33-BA9EDCC1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CCCF8-8173-4283-B949-56FB9AED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D468F-440D-49E9-9556-F1F65FC0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BBCEF-85C4-41B6-AA5B-9DD7493E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0141D-9C7F-48FB-A1C2-49EE11E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FC5FC-E1AF-4A8F-B7ED-84E1EE24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75B8A-6689-40CC-AEA6-2DEEEAF8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37E81-DE5A-464C-90AB-36B5E07A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9C2A5-AA5B-4013-98D5-61D10A7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4646E-8D9C-45AC-8CC0-37F49937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427FC-F4FF-4130-AFDF-309F6A05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F9213-15C8-4E70-AC03-D6E6C088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7555E-3C0B-472E-BBA3-8AF81C5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AB26E-C173-4953-AE01-99EF3F4F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CF8C3-C6E1-4E7F-9FED-7C56575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833AC-DDCA-4C5B-AB57-BBE79A48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613C9-F8FF-49DD-8DA2-58C3ACF7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58CB3-A89C-4C17-B360-90EA4687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C7A6A-28CC-4B05-8F13-975656A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38E8A-E799-47C4-8C44-5ADE7038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41FD3-F344-42A1-8CBB-DA9BFA5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9EA734-6C1A-4803-ACA7-E63FDAF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388590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37BE6E-3B12-4F9E-B5F7-0B43047B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1A5F2-E98E-48E0-91C0-A52AB2A8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ಆಡัತ ූ๣෴ಜ ಕನ౬ ಡ - 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72C51-92C3-4D9B-9952-53044693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E14C4-1E7A-404E-B03A-EF2B62E5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4043C-5F64-4334-9DFB-2C33532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C87B5-E9B9-4483-835F-8B979DC1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1482F-865E-4A10-8917-30FB7277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BD691-9602-4592-A92F-188F7D9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62D1C-1E52-4332-A221-201738A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527A5-26CC-44BF-AF5B-D6492995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AD624-1E9A-44C9-9503-4AAF777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D66E0-27B6-432E-92B8-62900A69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7DFF6-D624-4FE2-9C0A-A712409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6B951-C817-4134-BAB8-7D0A2FBD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3289C-DB8E-4695-A879-C5C8583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375A1-8EBD-4B11-9315-D7AFC00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AB763-EE31-40E8-80BF-8F289D6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05820-DEE6-492F-841C-04337B42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8201C-011B-47D9-8EA8-7420D41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B2BE8-8C60-4A20-8DBE-09F2E089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9E691-7C46-4CD4-A42B-59F0F1B7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A007A-4C5A-4466-AB95-1E25B06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3D54C-70BA-4DB5-9F2D-519392AF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D6F9E-2C8B-4A5D-85C2-1A3577E0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9D54F-DCCF-40EF-B4F5-A240A3E6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1DF9A-AFF5-49B6-AC20-42B10C8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7165F-3618-4340-AEF6-57A5826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2B4D3-802D-42D7-881B-DE917608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41CB5-1A3C-46DE-9A9E-A055B9D2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B1D23-3813-4273-8DEA-0C78336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C97762-DE85-4DC4-8D1D-FC37200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698B65-9A09-4733-8605-1A048D21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937278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07D551-1238-4040-8061-2A8F7C8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A5D44-30A7-4537-B602-494831CC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ಕನ౬ಡ ๸ಸౙ ೃൟ ಮൡ ౨ ූ๣ ಀค൞ದ ศಖನಗำ (03 hours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BBCA6-5187-4C4C-AD35-FB185E8B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A2E8C-04DE-4352-B007-8C266D3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89A62-141D-4B74-9AF0-B72EA48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A8D1-09CE-4B24-AA55-05A35E7C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BD134-9007-4882-B792-38ECE509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BD582-0581-4BAD-80BC-19E77B23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5ED1A-6095-4E19-BAE0-F02E19DD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77EBC-F42E-44BB-8182-9EB10D15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BF885-D5D1-43B5-BAF2-C0F39CAA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E20AC-23F9-4D58-A408-24CA89A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3F7D9-59F3-4CB4-A8F2-D8129D4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2EC08-E1BB-4457-AE5A-AA895467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E59FA-A0A8-4908-AA97-4644FC8A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F9202-00A8-40DF-9B78-0BD91060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B7030-777D-478C-BE8B-56BF8FF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DD49F-AEFE-45B5-B275-A3998B95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E4055-0A49-4382-A98C-0B15991A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1670E-9318-40C5-B371-1B437A5F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591CF-0A08-4F6C-B46A-7518E94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BC4D9-AFEE-49A7-BBF6-E387C43C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8E62A-EA6E-4C7A-A382-DFDBC05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78996-7F8E-4BB7-AE54-72EFE1F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2D10D-EC59-4F45-B426-AABAD016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59B25-3D4D-4468-9B25-7DD9810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84A75-1B7B-400E-82B3-5D9D8DC5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5B35A-D3AC-4874-BBF0-06A5498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59A81-CA10-46E7-ADD5-865A8AE9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C8A86-33D5-4797-8911-CD01FF79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57EEB-9D11-47E4-B1B0-DDC15DA2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B522F-737F-4AF7-875C-F7FBB498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98970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992954-533C-4121-8037-F590E3F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E8928-797C-487F-BD17-AD660F03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 ๸ಸౙ ೃൟ - ງಪ කಗฃಜ ಯ ౲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B26C9-E60C-4D2D-963D-60D96B4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7CA60-6CDB-45C3-8D27-EA6F1E7C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E3671-1FCC-4C2C-9896-EC06034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08DC3-97F7-45DB-AA1A-5835DDC2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DC3C-0E7E-4FAD-82EB-9105A73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677BD-8873-43B8-A3FF-5ED0B322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5CF75-A3FC-4EB6-A66F-8AE002A7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D7500-B7C8-45C6-8242-2295FA5B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F4822-E309-40F4-9928-175454C4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C00E4-47FC-44A2-A102-82DA775D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6279B-3AF3-44FA-9768-6F6E5F49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ABB89-490B-4B42-8F73-D3AC7C1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EE665-01FC-4B32-AD34-FA72F38C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D9560-3A7A-4B7B-ADDB-1222E68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8F1F2-CD4D-4C59-A1FE-3804AB15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89161-073C-4FE4-8586-CFA08AA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550ED-432C-45BC-8DD1-C4DCCEA9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0408B-FAF8-4D0B-A8B6-FD0D5C0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4145B-3E57-4C5D-972E-D02B5D3C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40EA4-54CB-44B2-8E24-E61D0CCE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2180B-6611-4060-8D06-5A05813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BEA94-D5E8-4461-8EAC-D08FF879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A3899-B3CF-41B8-998B-20E1A311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F578B-F456-4F21-A262-01C8938B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8923E-1920-44E3-91BF-95544AD6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6B8BA-BFCA-4432-AD69-6B25F0E7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1ECF9-552D-4343-BDAA-1172826D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C4DCE3-27F3-4F90-9227-120BBCA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3DCB03-3C42-41E3-90C6-954AAB20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54302-0A1B-4DF3-B1A5-4380C5A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194937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40B45-43CD-4421-A8C5-032E570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7E25E-CC91-4F75-AC2E-6E9C33EE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ಕකბಟಕದ ಏ౾ೕಕರಣ : ಒಂൿ ಅතವბ ಚค൤ ౳ - 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7F567-C424-4132-A0BE-BE2ABCF4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F0EA3-5630-4BD9-8E06-A8FFE3F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E904A-88BC-4E87-A21C-D9B1ADFA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8491E-946D-462A-9E07-77AC877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DB85-67BC-4BCE-B05F-7E72F02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B1974-5CAF-4062-81BD-6275000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0AAD1-F7FA-4CA1-8084-3975C92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FB717-7D12-4D46-933C-54170D0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17E80-9B12-48B7-8D1D-765E96B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0384F-44C3-4A9C-9594-28465FEB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2E25E-B63E-4542-AC6A-ED5F568E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94543-9BB5-4320-A494-AE744A08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9C40D-0B25-43BA-AEF9-C6CADEC3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9B355-A543-4F36-B4AA-2F2A66E1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F335C-72DA-4E6A-9A75-CDF3416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55A9D-7D11-4108-A358-03F2E60A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E3A2D-073E-4614-8667-ABF793A7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910A5-99B0-4C73-8D83-9998DABB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7D536-47E0-4534-84AB-B29DA29E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597A8-6DDA-436F-881D-0F92AE5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D150F-ED1D-4803-9923-97B8476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EC891-56C5-4C67-9846-F4332F15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31AF3-338D-47C4-9AE6-02582CF4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82507-BC1B-4270-90F4-B6521DA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CBFE0-C39C-43A1-8970-CED76963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713649-5194-4734-8890-306CB003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C0704A-43FE-4999-9764-C7A6BDC3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250AA-61AA-4176-B107-15DD123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4D24B-85FC-4B11-8DCC-F4B9342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7DDA2-F5ED-4AC5-B347-4F110B8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40378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2026-08-24T16:02:55.0210000Z</dcterms:created>
  <dcterms:modified xsi:type="dcterms:W3CDTF">2026-08-24T16:02:55.0210000Z</dcterms:modified>
</coreProperties>
</file>