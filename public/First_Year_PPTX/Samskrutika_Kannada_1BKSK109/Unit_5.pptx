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e46dece07347cb" /><Relationship Type="http://schemas.openxmlformats.org/officeDocument/2006/relationships/extended-properties" Target="/docProps/app.xml" Id="R5cbc49ea4b36492f" /><Relationship Type="http://schemas.openxmlformats.org/officeDocument/2006/relationships/officeDocument" Target="/ppt/presentation.xml" Id="R8d6eebf2f59644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44ba5d0ba44b7b"/>
  </p:sldMasterIdLst>
  <p:notesMasterIdLst>
    <p:notesMasterId xmlns:r="http://schemas.openxmlformats.org/officeDocument/2006/relationships" r:id="R27d20362a649425f"/>
  </p:notesMasterIdLst>
  <p:sldIdLst>
    <p:sldId xmlns:r="http://schemas.openxmlformats.org/officeDocument/2006/relationships" id="256" r:id="R72906b41ca344228"/>
    <p:sldId xmlns:r="http://schemas.openxmlformats.org/officeDocument/2006/relationships" id="257" r:id="R5f6e840b42614684"/>
    <p:sldId xmlns:r="http://schemas.openxmlformats.org/officeDocument/2006/relationships" id="258" r:id="R66ea582aac944ec7"/>
    <p:sldId xmlns:r="http://schemas.openxmlformats.org/officeDocument/2006/relationships" id="259" r:id="Rb2b81a2188df430c"/>
    <p:sldId xmlns:r="http://schemas.openxmlformats.org/officeDocument/2006/relationships" id="260" r:id="R1e1097fe4b3143cc"/>
    <p:sldId xmlns:r="http://schemas.openxmlformats.org/officeDocument/2006/relationships" id="261" r:id="Rfe18864696344200"/>
    <p:sldId xmlns:r="http://schemas.openxmlformats.org/officeDocument/2006/relationships" id="262" r:id="Re9c0499d9ab0494a"/>
    <p:sldId xmlns:r="http://schemas.openxmlformats.org/officeDocument/2006/relationships" id="263" r:id="Rc9c6da73e02742aa"/>
    <p:sldId xmlns:r="http://schemas.openxmlformats.org/officeDocument/2006/relationships" id="264" r:id="R018a4baf0eba4f32"/>
    <p:sldId xmlns:r="http://schemas.openxmlformats.org/officeDocument/2006/relationships" id="265" r:id="Ra7396db0a02448af"/>
    <p:sldId xmlns:r="http://schemas.openxmlformats.org/officeDocument/2006/relationships" id="266" r:id="R64d091e69fb84ece"/>
    <p:sldId xmlns:r="http://schemas.openxmlformats.org/officeDocument/2006/relationships" id="267" r:id="Rcc729d6a8d404f34"/>
    <p:sldId xmlns:r="http://schemas.openxmlformats.org/officeDocument/2006/relationships" id="268" r:id="R678a58c198d7445e"/>
    <p:sldId xmlns:r="http://schemas.openxmlformats.org/officeDocument/2006/relationships" id="269" r:id="R30e3fcdb992d4e30"/>
    <p:sldId xmlns:r="http://schemas.openxmlformats.org/officeDocument/2006/relationships" id="270" r:id="R86f890bcccfc49a7"/>
    <p:sldId xmlns:r="http://schemas.openxmlformats.org/officeDocument/2006/relationships" id="271" r:id="Rcfa55f44eed748aa"/>
    <p:sldId xmlns:r="http://schemas.openxmlformats.org/officeDocument/2006/relationships" id="272" r:id="Red176a9750d44fce"/>
    <p:sldId xmlns:r="http://schemas.openxmlformats.org/officeDocument/2006/relationships" id="273" r:id="R2a47c4631d2045c9"/>
    <p:sldId xmlns:r="http://schemas.openxmlformats.org/officeDocument/2006/relationships" id="274" r:id="Rc0562eb054e74ac5"/>
    <p:sldId xmlns:r="http://schemas.openxmlformats.org/officeDocument/2006/relationships" id="275" r:id="R5ad112f06ec848c7"/>
    <p:sldId xmlns:r="http://schemas.openxmlformats.org/officeDocument/2006/relationships" id="276" r:id="R35a6a934c92c475d"/>
    <p:sldId xmlns:r="http://schemas.openxmlformats.org/officeDocument/2006/relationships" id="277" r:id="R7a8f56ca5a5c41d9"/>
    <p:sldId xmlns:r="http://schemas.openxmlformats.org/officeDocument/2006/relationships" id="278" r:id="R95da6758e8fc4ba7"/>
    <p:sldId xmlns:r="http://schemas.openxmlformats.org/officeDocument/2006/relationships" id="279" r:id="Rb093127474f246b8"/>
    <p:sldId xmlns:r="http://schemas.openxmlformats.org/officeDocument/2006/relationships" id="280" r:id="Rde76c793f0a24e42"/>
    <p:sldId xmlns:r="http://schemas.openxmlformats.org/officeDocument/2006/relationships" id="281" r:id="R04f920a2c2cf4dde"/>
    <p:sldId xmlns:r="http://schemas.openxmlformats.org/officeDocument/2006/relationships" id="282" r:id="R1a86f640e61f49bb"/>
    <p:sldId xmlns:r="http://schemas.openxmlformats.org/officeDocument/2006/relationships" id="283" r:id="R0a1ef6731e064741"/>
    <p:sldId xmlns:r="http://schemas.openxmlformats.org/officeDocument/2006/relationships" id="284" r:id="R49dd32932e6b40ca"/>
    <p:sldId xmlns:r="http://schemas.openxmlformats.org/officeDocument/2006/relationships" id="285" r:id="R5773ccd68a924f4c"/>
    <p:sldId xmlns:r="http://schemas.openxmlformats.org/officeDocument/2006/relationships" id="286" r:id="R20aa593373d643e8"/>
    <p:sldId xmlns:r="http://schemas.openxmlformats.org/officeDocument/2006/relationships" id="287" r:id="Rbab8d1f207354ef5"/>
    <p:sldId xmlns:r="http://schemas.openxmlformats.org/officeDocument/2006/relationships" id="288" r:id="R8350ee698a7a4c4f"/>
    <p:sldId xmlns:r="http://schemas.openxmlformats.org/officeDocument/2006/relationships" id="289" r:id="Rcd1f4bff4d324ada"/>
    <p:sldId xmlns:r="http://schemas.openxmlformats.org/officeDocument/2006/relationships" id="290" r:id="Rd1eaf6ad73b64011"/>
    <p:sldId xmlns:r="http://schemas.openxmlformats.org/officeDocument/2006/relationships" id="291" r:id="Rbbb4384b73924d09"/>
    <p:sldId xmlns:r="http://schemas.openxmlformats.org/officeDocument/2006/relationships" id="292" r:id="Rfe7f39c5f8dd44f1"/>
    <p:sldId xmlns:r="http://schemas.openxmlformats.org/officeDocument/2006/relationships" id="293" r:id="R2466c467931e49b7"/>
    <p:sldId xmlns:r="http://schemas.openxmlformats.org/officeDocument/2006/relationships" id="294" r:id="R0fbfafcc5d664d0c"/>
    <p:sldId xmlns:r="http://schemas.openxmlformats.org/officeDocument/2006/relationships" id="295" r:id="R03287124113948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86c4920d84438f" /><Relationship Type="http://schemas.openxmlformats.org/officeDocument/2006/relationships/slideMaster" Target="/ppt/slideMasters/slideMaster1.xml" Id="Rab44ba5d0ba44b7b" /><Relationship Type="http://schemas.openxmlformats.org/officeDocument/2006/relationships/notesMaster" Target="/ppt/notesMasters/notesMaster1.xml" Id="R27d20362a649425f" /><Relationship Type="http://schemas.openxmlformats.org/officeDocument/2006/relationships/presProps" Target="/ppt/presProps.xml" Id="Rdb7ddc481a2b4b14" /><Relationship Type="http://schemas.openxmlformats.org/officeDocument/2006/relationships/tableStyles" Target="/ppt/tableStyles.xml" Id="R63fa9154e6424cae" /><Relationship Type="http://schemas.openxmlformats.org/officeDocument/2006/relationships/slide" Target="/ppt/slides/slide1.xml" Id="R72906b41ca344228" /><Relationship Type="http://schemas.openxmlformats.org/officeDocument/2006/relationships/slide" Target="/ppt/slides/slide2.xml" Id="R5f6e840b42614684" /><Relationship Type="http://schemas.openxmlformats.org/officeDocument/2006/relationships/slide" Target="/ppt/slides/slide3.xml" Id="R66ea582aac944ec7" /><Relationship Type="http://schemas.openxmlformats.org/officeDocument/2006/relationships/slide" Target="/ppt/slides/slide4.xml" Id="Rb2b81a2188df430c" /><Relationship Type="http://schemas.openxmlformats.org/officeDocument/2006/relationships/slide" Target="/ppt/slides/slide5.xml" Id="R1e1097fe4b3143cc" /><Relationship Type="http://schemas.openxmlformats.org/officeDocument/2006/relationships/slide" Target="/ppt/slides/slide6.xml" Id="Rfe18864696344200" /><Relationship Type="http://schemas.openxmlformats.org/officeDocument/2006/relationships/slide" Target="/ppt/slides/slide7.xml" Id="Re9c0499d9ab0494a" /><Relationship Type="http://schemas.openxmlformats.org/officeDocument/2006/relationships/slide" Target="/ppt/slides/slide8.xml" Id="Rc9c6da73e02742aa" /><Relationship Type="http://schemas.openxmlformats.org/officeDocument/2006/relationships/slide" Target="/ppt/slides/slide9.xml" Id="R018a4baf0eba4f32" /><Relationship Type="http://schemas.openxmlformats.org/officeDocument/2006/relationships/slide" Target="/ppt/slides/slide10.xml" Id="Ra7396db0a02448af" /><Relationship Type="http://schemas.openxmlformats.org/officeDocument/2006/relationships/slide" Target="/ppt/slides/slide11.xml" Id="R64d091e69fb84ece" /><Relationship Type="http://schemas.openxmlformats.org/officeDocument/2006/relationships/slide" Target="/ppt/slides/slide12.xml" Id="Rcc729d6a8d404f34" /><Relationship Type="http://schemas.openxmlformats.org/officeDocument/2006/relationships/slide" Target="/ppt/slides/slide13.xml" Id="R678a58c198d7445e" /><Relationship Type="http://schemas.openxmlformats.org/officeDocument/2006/relationships/slide" Target="/ppt/slides/slide14.xml" Id="R30e3fcdb992d4e30" /><Relationship Type="http://schemas.openxmlformats.org/officeDocument/2006/relationships/slide" Target="/ppt/slides/slide15.xml" Id="R86f890bcccfc49a7" /><Relationship Type="http://schemas.openxmlformats.org/officeDocument/2006/relationships/slide" Target="/ppt/slides/slide16.xml" Id="Rcfa55f44eed748aa" /><Relationship Type="http://schemas.openxmlformats.org/officeDocument/2006/relationships/slide" Target="/ppt/slides/slide17.xml" Id="Red176a9750d44fce" /><Relationship Type="http://schemas.openxmlformats.org/officeDocument/2006/relationships/slide" Target="/ppt/slides/slide18.xml" Id="R2a47c4631d2045c9" /><Relationship Type="http://schemas.openxmlformats.org/officeDocument/2006/relationships/slide" Target="/ppt/slides/slide19.xml" Id="Rc0562eb054e74ac5" /><Relationship Type="http://schemas.openxmlformats.org/officeDocument/2006/relationships/slide" Target="/ppt/slides/slide20.xml" Id="R5ad112f06ec848c7" /><Relationship Type="http://schemas.openxmlformats.org/officeDocument/2006/relationships/slide" Target="/ppt/slides/slide21.xml" Id="R35a6a934c92c475d" /><Relationship Type="http://schemas.openxmlformats.org/officeDocument/2006/relationships/slide" Target="/ppt/slides/slide22.xml" Id="R7a8f56ca5a5c41d9" /><Relationship Type="http://schemas.openxmlformats.org/officeDocument/2006/relationships/slide" Target="/ppt/slides/slide23.xml" Id="R95da6758e8fc4ba7" /><Relationship Type="http://schemas.openxmlformats.org/officeDocument/2006/relationships/slide" Target="/ppt/slides/slide24.xml" Id="Rb093127474f246b8" /><Relationship Type="http://schemas.openxmlformats.org/officeDocument/2006/relationships/slide" Target="/ppt/slides/slide25.xml" Id="Rde76c793f0a24e42" /><Relationship Type="http://schemas.openxmlformats.org/officeDocument/2006/relationships/slide" Target="/ppt/slides/slide26.xml" Id="R04f920a2c2cf4dde" /><Relationship Type="http://schemas.openxmlformats.org/officeDocument/2006/relationships/slide" Target="/ppt/slides/slide27.xml" Id="R1a86f640e61f49bb" /><Relationship Type="http://schemas.openxmlformats.org/officeDocument/2006/relationships/slide" Target="/ppt/slides/slide28.xml" Id="R0a1ef6731e064741" /><Relationship Type="http://schemas.openxmlformats.org/officeDocument/2006/relationships/slide" Target="/ppt/slides/slide29.xml" Id="R49dd32932e6b40ca" /><Relationship Type="http://schemas.openxmlformats.org/officeDocument/2006/relationships/slide" Target="/ppt/slides/slide30.xml" Id="R5773ccd68a924f4c" /><Relationship Type="http://schemas.openxmlformats.org/officeDocument/2006/relationships/slide" Target="/ppt/slides/slide31.xml" Id="R20aa593373d643e8" /><Relationship Type="http://schemas.openxmlformats.org/officeDocument/2006/relationships/slide" Target="/ppt/slides/slide32.xml" Id="Rbab8d1f207354ef5" /><Relationship Type="http://schemas.openxmlformats.org/officeDocument/2006/relationships/slide" Target="/ppt/slides/slide33.xml" Id="R8350ee698a7a4c4f" /><Relationship Type="http://schemas.openxmlformats.org/officeDocument/2006/relationships/slide" Target="/ppt/slides/slide34.xml" Id="Rcd1f4bff4d324ada" /><Relationship Type="http://schemas.openxmlformats.org/officeDocument/2006/relationships/slide" Target="/ppt/slides/slide35.xml" Id="Rd1eaf6ad73b64011" /><Relationship Type="http://schemas.openxmlformats.org/officeDocument/2006/relationships/slide" Target="/ppt/slides/slide36.xml" Id="Rbbb4384b73924d09" /><Relationship Type="http://schemas.openxmlformats.org/officeDocument/2006/relationships/slide" Target="/ppt/slides/slide37.xml" Id="Rfe7f39c5f8dd44f1" /><Relationship Type="http://schemas.openxmlformats.org/officeDocument/2006/relationships/slide" Target="/ppt/slides/slide38.xml" Id="R2466c467931e49b7" /><Relationship Type="http://schemas.openxmlformats.org/officeDocument/2006/relationships/slide" Target="/ppt/slides/slide39.xml" Id="R0fbfafcc5d664d0c" /><Relationship Type="http://schemas.openxmlformats.org/officeDocument/2006/relationships/slide" Target="/ppt/slides/slide40.xml" Id="R03287124113948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3522e47c1742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320f6727e84261" /><Relationship Type="http://schemas.openxmlformats.org/officeDocument/2006/relationships/notesMaster" Target="/ppt/notesMasters/notesMaster1.xml" Id="R64f7c9c68d7d4b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bcd9d1b4b24646" /><Relationship Type="http://schemas.openxmlformats.org/officeDocument/2006/relationships/notesMaster" Target="/ppt/notesMasters/notesMaster1.xml" Id="R920e87fe4c4c41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9aac4469c440ad" /><Relationship Type="http://schemas.openxmlformats.org/officeDocument/2006/relationships/notesMaster" Target="/ppt/notesMasters/notesMaster1.xml" Id="Rf6528bc11bb64f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b15642eca74ee8" /><Relationship Type="http://schemas.openxmlformats.org/officeDocument/2006/relationships/notesMaster" Target="/ppt/notesMasters/notesMaster1.xml" Id="R8433e2c0ba0048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694460fef34240" /><Relationship Type="http://schemas.openxmlformats.org/officeDocument/2006/relationships/notesMaster" Target="/ppt/notesMasters/notesMaster1.xml" Id="Rb66850d3e06344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8f83c4005e4f4c" /><Relationship Type="http://schemas.openxmlformats.org/officeDocument/2006/relationships/notesMaster" Target="/ppt/notesMasters/notesMaster1.xml" Id="R0cff0cea9cf2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5186526d6b4019" /><Relationship Type="http://schemas.openxmlformats.org/officeDocument/2006/relationships/notesMaster" Target="/ppt/notesMasters/notesMaster1.xml" Id="Rfcec01d01cbc41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67098cd45444b9" /><Relationship Type="http://schemas.openxmlformats.org/officeDocument/2006/relationships/notesMaster" Target="/ppt/notesMasters/notesMaster1.xml" Id="R3562e5d8c6a745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24f9badd5f4882" /><Relationship Type="http://schemas.openxmlformats.org/officeDocument/2006/relationships/notesMaster" Target="/ppt/notesMasters/notesMaster1.xml" Id="Rc2289089b70f42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edbe56ea804264" /><Relationship Type="http://schemas.openxmlformats.org/officeDocument/2006/relationships/notesMaster" Target="/ppt/notesMasters/notesMaster1.xml" Id="R4f920e20e78946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d8122768b74647" /><Relationship Type="http://schemas.openxmlformats.org/officeDocument/2006/relationships/notesMaster" Target="/ppt/notesMasters/notesMaster1.xml" Id="R24c7af9c232d41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ea7d456d3d4cf9" /><Relationship Type="http://schemas.openxmlformats.org/officeDocument/2006/relationships/notesMaster" Target="/ppt/notesMasters/notesMaster1.xml" Id="R6780cafcc90b49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3d6209aa8d454c" /><Relationship Type="http://schemas.openxmlformats.org/officeDocument/2006/relationships/notesMaster" Target="/ppt/notesMasters/notesMaster1.xml" Id="R9d3a3674c3e349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702665c9974104" /><Relationship Type="http://schemas.openxmlformats.org/officeDocument/2006/relationships/notesMaster" Target="/ppt/notesMasters/notesMaster1.xml" Id="R07b4dc798a1f49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0cdcd037a4483e" /><Relationship Type="http://schemas.openxmlformats.org/officeDocument/2006/relationships/notesMaster" Target="/ppt/notesMasters/notesMaster1.xml" Id="R666af5053e2643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59ecdc980947c2" /><Relationship Type="http://schemas.openxmlformats.org/officeDocument/2006/relationships/notesMaster" Target="/ppt/notesMasters/notesMaster1.xml" Id="Rf9e5841e0dd945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65219cc8ad411a" /><Relationship Type="http://schemas.openxmlformats.org/officeDocument/2006/relationships/notesMaster" Target="/ppt/notesMasters/notesMaster1.xml" Id="R443f69619aef4e2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c85791571e441e" /><Relationship Type="http://schemas.openxmlformats.org/officeDocument/2006/relationships/notesMaster" Target="/ppt/notesMasters/notesMaster1.xml" Id="Rc31f1007441b4e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02b99222aac4358" /><Relationship Type="http://schemas.openxmlformats.org/officeDocument/2006/relationships/notesMaster" Target="/ppt/notesMasters/notesMaster1.xml" Id="R7cd7f5aec9aa43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14a86c9df8f43fb" /><Relationship Type="http://schemas.openxmlformats.org/officeDocument/2006/relationships/notesMaster" Target="/ppt/notesMasters/notesMaster1.xml" Id="Rb326172fc87941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e21056a726440c" /><Relationship Type="http://schemas.openxmlformats.org/officeDocument/2006/relationships/notesMaster" Target="/ppt/notesMasters/notesMaster1.xml" Id="R00b81063ce514ce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0a6f04782f34fe9" /><Relationship Type="http://schemas.openxmlformats.org/officeDocument/2006/relationships/notesMaster" Target="/ppt/notesMasters/notesMaster1.xml" Id="R2018c054b6464c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62dd9f25f34277" /><Relationship Type="http://schemas.openxmlformats.org/officeDocument/2006/relationships/notesMaster" Target="/ppt/notesMasters/notesMaster1.xml" Id="Rcc49228be00a472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6534a8d0d114113" /><Relationship Type="http://schemas.openxmlformats.org/officeDocument/2006/relationships/notesMaster" Target="/ppt/notesMasters/notesMaster1.xml" Id="R1bfb90d5098a476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c1339a9b3b4f8a" /><Relationship Type="http://schemas.openxmlformats.org/officeDocument/2006/relationships/notesMaster" Target="/ppt/notesMasters/notesMaster1.xml" Id="Re733dfacc1aa4ee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8f2c66e8eb94bb5" /><Relationship Type="http://schemas.openxmlformats.org/officeDocument/2006/relationships/notesMaster" Target="/ppt/notesMasters/notesMaster1.xml" Id="Rc386016c788545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6919d7111224318" /><Relationship Type="http://schemas.openxmlformats.org/officeDocument/2006/relationships/notesMaster" Target="/ppt/notesMasters/notesMaster1.xml" Id="Rcb91e080701d4c5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e2bb87fc44a42aa" /><Relationship Type="http://schemas.openxmlformats.org/officeDocument/2006/relationships/notesMaster" Target="/ppt/notesMasters/notesMaster1.xml" Id="Rc5ab107ed5324ea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0460b3bf9b046a1" /><Relationship Type="http://schemas.openxmlformats.org/officeDocument/2006/relationships/notesMaster" Target="/ppt/notesMasters/notesMaster1.xml" Id="R2e393c6ea1864c8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fe19e0d8e404f7c" /><Relationship Type="http://schemas.openxmlformats.org/officeDocument/2006/relationships/notesMaster" Target="/ppt/notesMasters/notesMaster1.xml" Id="R91f2ab6e74e748d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138f0b0eb71449e" /><Relationship Type="http://schemas.openxmlformats.org/officeDocument/2006/relationships/notesMaster" Target="/ppt/notesMasters/notesMaster1.xml" Id="R7d9c5b907d9e413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bd687eb11d5452e" /><Relationship Type="http://schemas.openxmlformats.org/officeDocument/2006/relationships/notesMaster" Target="/ppt/notesMasters/notesMaster1.xml" Id="R643e7fcc50cd46d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fb0ef069f744b70" /><Relationship Type="http://schemas.openxmlformats.org/officeDocument/2006/relationships/notesMaster" Target="/ppt/notesMasters/notesMaster1.xml" Id="R3ac51a113131468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ad95d9a2ddf40f3" /><Relationship Type="http://schemas.openxmlformats.org/officeDocument/2006/relationships/notesMaster" Target="/ppt/notesMasters/notesMaster1.xml" Id="R49e622eae519468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c9f7bb665a2460f" /><Relationship Type="http://schemas.openxmlformats.org/officeDocument/2006/relationships/notesMaster" Target="/ppt/notesMasters/notesMaster1.xml" Id="R90f65c6668684c5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c5e0a7812a2467c" /><Relationship Type="http://schemas.openxmlformats.org/officeDocument/2006/relationships/notesMaster" Target="/ppt/notesMasters/notesMaster1.xml" Id="R01653e8fe1854bc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ff75913c7a549d4" /><Relationship Type="http://schemas.openxmlformats.org/officeDocument/2006/relationships/notesMaster" Target="/ppt/notesMasters/notesMaster1.xml" Id="Rd7623ee3e30640c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5c6cd4130384c09" /><Relationship Type="http://schemas.openxmlformats.org/officeDocument/2006/relationships/notesMaster" Target="/ppt/notesMasters/notesMaster1.xml" Id="Rc16dcb98c8004af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48e877106184a00" /><Relationship Type="http://schemas.openxmlformats.org/officeDocument/2006/relationships/notesMaster" Target="/ppt/notesMasters/notesMaster1.xml" Id="R1b38d9807ad3410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813a6272e85480b" /><Relationship Type="http://schemas.openxmlformats.org/officeDocument/2006/relationships/notesMaster" Target="/ppt/notesMasters/notesMaster1.xml" Id="R0becbf724f3943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dd203c2134c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feca0df7784ed4" /><Relationship Type="http://schemas.openxmlformats.org/officeDocument/2006/relationships/slideLayout" Target="/ppt/slideLayouts/slideLayout1.xml" Id="Re746ea506d2f42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46ea506d2f42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8323538204cff" /><Relationship Type="http://schemas.openxmlformats.org/officeDocument/2006/relationships/notesSlide" Target="/ppt/notesSlides/notesSlide1.xml" Id="R1b6e40f6fe144d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dbd31be3a454c" /><Relationship Type="http://schemas.openxmlformats.org/officeDocument/2006/relationships/notesSlide" Target="/ppt/notesSlides/notesSlide2.xml" Id="Ra9282f8f92994c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d0ce3e2964faa" /><Relationship Type="http://schemas.openxmlformats.org/officeDocument/2006/relationships/notesSlide" Target="/ppt/notesSlides/notesSlide3.xml" Id="R25deecbef39c4f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c90818d574134" /><Relationship Type="http://schemas.openxmlformats.org/officeDocument/2006/relationships/notesSlide" Target="/ppt/notesSlides/notesSlide4.xml" Id="R890c7a71a0bf43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cd2c0ed974b5e" /><Relationship Type="http://schemas.openxmlformats.org/officeDocument/2006/relationships/notesSlide" Target="/ppt/notesSlides/notesSlide5.xml" Id="R6b88a68d751143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03f439aa04bf8" /><Relationship Type="http://schemas.openxmlformats.org/officeDocument/2006/relationships/notesSlide" Target="/ppt/notesSlides/notesSlide6.xml" Id="R9b5a4db1668143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2848ecf6a4a28" /><Relationship Type="http://schemas.openxmlformats.org/officeDocument/2006/relationships/notesSlide" Target="/ppt/notesSlides/notesSlide7.xml" Id="R4529ab24b08c43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71ccba41d489b" /><Relationship Type="http://schemas.openxmlformats.org/officeDocument/2006/relationships/notesSlide" Target="/ppt/notesSlides/notesSlide8.xml" Id="R9fcd20cafa5f40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515ee92184182" /><Relationship Type="http://schemas.openxmlformats.org/officeDocument/2006/relationships/notesSlide" Target="/ppt/notesSlides/notesSlide9.xml" Id="R0f429ed2a57748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28ddd34a44944" /><Relationship Type="http://schemas.openxmlformats.org/officeDocument/2006/relationships/notesSlide" Target="/ppt/notesSlides/notesSlide10.xml" Id="R6176bbe956cd49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6d473f528483f" /><Relationship Type="http://schemas.openxmlformats.org/officeDocument/2006/relationships/notesSlide" Target="/ppt/notesSlides/notesSlide11.xml" Id="Re4083ef778a94d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02e003e6f49d1" /><Relationship Type="http://schemas.openxmlformats.org/officeDocument/2006/relationships/notesSlide" Target="/ppt/notesSlides/notesSlide12.xml" Id="R40a2fd0967644b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c742e781d440e" /><Relationship Type="http://schemas.openxmlformats.org/officeDocument/2006/relationships/notesSlide" Target="/ppt/notesSlides/notesSlide13.xml" Id="Re6616d7deda54b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07547e26d4cb0" /><Relationship Type="http://schemas.openxmlformats.org/officeDocument/2006/relationships/notesSlide" Target="/ppt/notesSlides/notesSlide14.xml" Id="Rf24da545c5b942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84c77e3ef4e52" /><Relationship Type="http://schemas.openxmlformats.org/officeDocument/2006/relationships/notesSlide" Target="/ppt/notesSlides/notesSlide15.xml" Id="R1ed98a04a89f49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a4d42ee164fb8" /><Relationship Type="http://schemas.openxmlformats.org/officeDocument/2006/relationships/notesSlide" Target="/ppt/notesSlides/notesSlide16.xml" Id="R91a78b75b6784c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3911542c34c38" /><Relationship Type="http://schemas.openxmlformats.org/officeDocument/2006/relationships/notesSlide" Target="/ppt/notesSlides/notesSlide17.xml" Id="R66b28b61b5db4b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ca64c7b0c4386" /><Relationship Type="http://schemas.openxmlformats.org/officeDocument/2006/relationships/notesSlide" Target="/ppt/notesSlides/notesSlide18.xml" Id="Rda5bece68ad8463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c2784130d4166" /><Relationship Type="http://schemas.openxmlformats.org/officeDocument/2006/relationships/notesSlide" Target="/ppt/notesSlides/notesSlide19.xml" Id="Rc1514e0f259944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c7558fceb493c" /><Relationship Type="http://schemas.openxmlformats.org/officeDocument/2006/relationships/notesSlide" Target="/ppt/notesSlides/notesSlide20.xml" Id="Rd69c307a18d945f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3b831e5274fbb" /><Relationship Type="http://schemas.openxmlformats.org/officeDocument/2006/relationships/notesSlide" Target="/ppt/notesSlides/notesSlide21.xml" Id="Re524c7e7ad5d47f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c1aea88914ab7" /><Relationship Type="http://schemas.openxmlformats.org/officeDocument/2006/relationships/notesSlide" Target="/ppt/notesSlides/notesSlide22.xml" Id="R0d18a90e155f4d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07b5224054a10" /><Relationship Type="http://schemas.openxmlformats.org/officeDocument/2006/relationships/notesSlide" Target="/ppt/notesSlides/notesSlide23.xml" Id="Rc88100e371e6492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c4af374284a34" /><Relationship Type="http://schemas.openxmlformats.org/officeDocument/2006/relationships/notesSlide" Target="/ppt/notesSlides/notesSlide24.xml" Id="R154d8516081e40a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6a4c2ce2242f7" /><Relationship Type="http://schemas.openxmlformats.org/officeDocument/2006/relationships/notesSlide" Target="/ppt/notesSlides/notesSlide25.xml" Id="R5ea44b70e7a4455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71d0799944f28" /><Relationship Type="http://schemas.openxmlformats.org/officeDocument/2006/relationships/notesSlide" Target="/ppt/notesSlides/notesSlide26.xml" Id="R790f8a66b37b4c7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ac2108aa84489" /><Relationship Type="http://schemas.openxmlformats.org/officeDocument/2006/relationships/notesSlide" Target="/ppt/notesSlides/notesSlide27.xml" Id="R0d7ac080a60f40f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2083c89d44dcb" /><Relationship Type="http://schemas.openxmlformats.org/officeDocument/2006/relationships/notesSlide" Target="/ppt/notesSlides/notesSlide28.xml" Id="Reff99be3dc72447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8032914d24c2b" /><Relationship Type="http://schemas.openxmlformats.org/officeDocument/2006/relationships/notesSlide" Target="/ppt/notesSlides/notesSlide29.xml" Id="Rce3acb5e97bd41f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2b9f3c4244700" /><Relationship Type="http://schemas.openxmlformats.org/officeDocument/2006/relationships/notesSlide" Target="/ppt/notesSlides/notesSlide30.xml" Id="R6c01d3a05daf47f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52e9c4d7f45b7" /><Relationship Type="http://schemas.openxmlformats.org/officeDocument/2006/relationships/notesSlide" Target="/ppt/notesSlides/notesSlide31.xml" Id="R96eaf38d302e461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3698800034c79" /><Relationship Type="http://schemas.openxmlformats.org/officeDocument/2006/relationships/notesSlide" Target="/ppt/notesSlides/notesSlide32.xml" Id="R6abec8ff1f8f4b9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43d5e99ea460d" /><Relationship Type="http://schemas.openxmlformats.org/officeDocument/2006/relationships/notesSlide" Target="/ppt/notesSlides/notesSlide33.xml" Id="R10689b0fc93744b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f61b925f74c18" /><Relationship Type="http://schemas.openxmlformats.org/officeDocument/2006/relationships/notesSlide" Target="/ppt/notesSlides/notesSlide34.xml" Id="R98141346efe842d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f9dc6c3994e8d" /><Relationship Type="http://schemas.openxmlformats.org/officeDocument/2006/relationships/notesSlide" Target="/ppt/notesSlides/notesSlide35.xml" Id="Ra7febe438a24439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bcdfc532c4978" /><Relationship Type="http://schemas.openxmlformats.org/officeDocument/2006/relationships/notesSlide" Target="/ppt/notesSlides/notesSlide36.xml" Id="Ra62012a4286c4ff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004fb74bb4bd0" /><Relationship Type="http://schemas.openxmlformats.org/officeDocument/2006/relationships/notesSlide" Target="/ppt/notesSlides/notesSlide37.xml" Id="R391fed692cb0449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e69078e1e4a9e" /><Relationship Type="http://schemas.openxmlformats.org/officeDocument/2006/relationships/notesSlide" Target="/ppt/notesSlides/notesSlide38.xml" Id="R7055e90ab45043c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4de70f79b4a3f" /><Relationship Type="http://schemas.openxmlformats.org/officeDocument/2006/relationships/notesSlide" Target="/ppt/notesSlides/notesSlide39.xml" Id="Rb3e93dbd9555403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045263e7b46f0" /><Relationship Type="http://schemas.openxmlformats.org/officeDocument/2006/relationships/notesSlide" Target="/ppt/notesSlides/notesSlide40.xml" Id="R6f3a08c84d8747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282FA-93B0-4847-8FC2-3BCA3572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D65E8-BBEC-4E48-ACBE-1A9F54F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๬ಂಸ ౙ ೃൟಕ, ಜನಪದ ಕ൳ ಮൡ ౨ ಪ ౳฿ಸ ಕಥನ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8C05A-BAB7-4629-AFE9-6DB6A8AE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Samskrutika Kannada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1BKSK109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F65BF-C051-4025-A0AC-E0043B70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A089B-9B6B-4AE0-B2F0-0B39DE30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021A9-07E1-4F8A-B928-E9738B2F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B3915-EC6B-40C7-A98C-B4CB0D68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C8567-09D2-4D21-897D-DB405367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29260-D578-4679-9E28-37889D7C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DD686-E5D7-4381-9E3E-88C080C3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89D11-9635-4545-9B89-5433F262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459D1-1F9C-443B-BDFF-CC8631DF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0CC20-8308-415A-8BDD-A66B33D3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164256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03E3C-2477-409F-BB38-B3498DA8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6D85A-77E5-429E-B081-1EED539C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3F8AD-465A-4322-8C5A-B61E8052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F29F4-31C4-4458-A83A-70701360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4AA96-3DEB-455F-8ABD-D46E008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7B9EA-C416-4E2A-BC08-39221280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BA6BF-4A2A-4788-B9A8-EAB234CC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D9230-85EC-427D-B1C2-D7A4BCA9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B7E88-B0FC-43ED-B523-6624BE42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FE625-A063-4D42-B95B-8B8FB93D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C701C-42A6-475D-B347-DC86C52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8E2A6-7F69-4F77-84FC-7F4C6862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1446B-0A30-4F7B-B717-0446BD2B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8D305-904A-49E5-9793-C530EF65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7CAA1-B6B0-488C-9D04-5D094047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904085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733DE-9E4F-4D3E-A772-027F8E47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6F33A-F91A-44B4-9BED-5AFCA6EA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0C81E-E3AC-4F8E-A45A-7374B92B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53AAD-49C9-4BBC-8F38-BFC2CD2A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CF29F-2641-43B9-8FE6-AD67822B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5E8CD-E46D-412A-A1F8-A587F557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722B5-F3CA-4CA3-8A0B-70EA43F5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53797-8E7D-449D-B9AF-1D9C1D30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CD333-452C-4D4E-AB5E-70C48205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๬ಂಸ ౙ ೃൟಕ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CD122-FB8D-49A6-93DE-78EE6B2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877C9-F66F-419C-AFFD-1BF903F0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3062A-2CD9-4C5E-953F-E55B8195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ಜನಪದ ಕ൳ ಮൡ ౨ ಪ ౳฿ಸ ಕಥನ (03 hours of pedagogy) 1. ෷ಛൽ : ವ๯...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BA1E6-9A57-4E55-8016-9C76C335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F41C5-D85F-4381-BDED-E463824A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639298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5E598-9D58-4C12-B450-F3BAC737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51F1D-2BFA-4BE6-A482-02E3A26A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F755D-6E1A-4351-BAEE-32D23CF3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75108-34C6-4F83-8653-BD812055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9AC00-5B34-4B3C-9871-C065568E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3341B-9C36-40FB-9483-88206EDC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B71BD-D564-40F0-B09D-A5DC2A5D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52EDF-47F3-43B0-A58B-F51434AB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๬ಂಸ ౙ ೃൟಕ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91753-1900-4A60-A065-9574387F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C4DCC-EDA5-4FB3-8141-5E4C9730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7949B-C93E-4292-B539-55946FAF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ಜನಪದ ಕ൳ ಮൡ ౨ ಪ ౳฿ಸ ಕಥನ (03 hours of pedagogy) 1. ෷ಛൽ : ವ๯...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84E4A-0C23-4473-A749-3E814585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2183B-8BAD-490C-9B6E-808AF183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DCF9E-501C-4166-B3B4-1C0486B3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1503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C3559-50D5-4F3A-A1FF-31A31010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3C59A-93FD-4690-829C-9891FF74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7522D-DF44-4607-819A-A494D4F1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F5575-607D-4AC0-83A3-D35B4D68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6B264-9776-4D46-8E6B-8FFD1F43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pedagogy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2111A-60D0-42B8-806E-C33DCD66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03C9A-CB94-4E27-BA23-2F28F545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770274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6DE01-F696-4746-86A9-0DD210F2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0E20F-D6A6-4C00-9BC6-41F61734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F4F2D-E714-4915-B4A0-31195559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B16BA-2D7C-4765-B0EB-C9B7C1AA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FDF47-5692-455C-8486-79B06732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๬ಂಸ ౙ ೃൟಕ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0E188-2769-4469-827E-08687886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๬ಂಸ ౙ ೃൟಕ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0F043-66BD-416B-9975-7409BE7A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0383B-71FD-420B-A164-97460D89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44205-B65A-4637-A7B1-D953BF69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EBE0B-1358-4A1B-8A0C-4D8B453A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C57D3-97B7-4174-A5FD-8F85E027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5BC66-D5FE-4D7A-9A68-49424FA3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5C357-94B0-46D2-B2CE-5FEB5A33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E1988-B979-4263-BA46-039AADCD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B9EF7-FAB0-4083-9974-C5C55599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D4864-B218-4DDB-9A54-EDCCBB2B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570085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DA9F3-7BA4-44D3-A174-08C6A1A5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6E4E6-0249-463A-9819-83910465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79029-DC75-4F08-A316-E743F351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7DDFF-50A4-4D68-9546-C3554EBF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886AB-E908-4819-881B-AE7E71C3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37813-6660-4743-B674-99AAFC23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D6F0D-ADAE-4A56-BA1B-A3D2D5C8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3DC17-991B-45BC-8155-35AD497C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D87D6-DFBC-4DD6-BC21-DB52C5C9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๬ಂಸ ౙ ೃൟಕ.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43CF9-0DE3-4045-A9EF-BD6B6D30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4BBB5-1B4A-417D-AE4E-8E990FB1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22EDD-FA6D-4F9A-8643-B9BB9322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๬ಂಸ ౙ ೃൟಕ.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77904-E30A-4BAD-8F47-C3C50CCE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FD6DC-E4F5-4AD1-80FE-D6240566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8DE9A-0B1B-46C1-9D6A-576EA85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๬ಂಸ ౙ ೃൟಕ.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6FCB8-49AF-433E-BB66-50C2E59D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A8712-4090-40C1-805F-0576357A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4F6F5-6CA3-4453-B380-11A13C36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๬ಂಸ ౙ ೃൟಕ.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7B4BF-A553-4312-8CA8-DE7F2E5D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B6CDA-45C9-408D-ADE5-98E04439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BE2E9-EC68-4606-9527-BD7B005A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๬ಂಸ ౙ ೃൟಕ.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27765-FED4-49A8-B771-8AFC6E8B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7754A-8468-4DFA-9F8E-AB66D203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016154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E6DA1-AF82-4E39-84D1-A8B64D96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3624D-A24B-46FA-86D0-CD90F9D9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462DF-3018-4034-8BF2-00B908A8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902C5-FC6C-43C5-85E0-8ABDE502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651D5-4481-41D2-B9FC-C27B9ECC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75EEB-27B8-48CE-B098-FB113D56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ABDB5-643E-45DF-9504-E5A32E8F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FC62C-45E1-4FC8-AA40-79E9366D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306D2-F4F0-407D-A165-2D46EEDF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02BA6-344E-4775-989C-75AD5505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B1D87-9771-4D29-B074-D9710213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049FB-A813-4DFE-B4C6-D4FBE24A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D7095-685A-4900-A1E2-D88D0094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80FFD-004E-4DDC-8975-40BC910A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2EEA8-4F54-4803-8F0F-F2EDA6A4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0474303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879CF-5D29-4E7A-A314-0E24FFEA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9100A-51A7-40A2-9BB6-0AE4FB95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6CC54-0914-45E9-9D15-48DAFC3E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D4389-5489-4F07-B373-AB05C239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8A1DD-4FA9-44D6-AE58-A30B7844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786F6-1A4A-4940-89D2-E5CD155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๬ಂಸ ౙ ೃൟಕ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DA49E-999C-4225-9ADD-C27D623A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087AF-15FC-434D-B879-FD55D01B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65088-81BD-4ACD-B581-9CF89FF1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2D223-E70D-4AE7-961A-D25664FD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49CCF-515A-47D0-B297-F6A91FC2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1595017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F16E5-DA38-48F2-B1F9-390DF626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413E0-E29E-492F-991C-1CA57270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2AFE8-FD76-4135-9A48-22F84429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66A33-4D1D-4DDD-8A82-2E844E3F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1EDD7-71EB-4408-916D-32BB169C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ಜನಪದ ಕ൳ ಮൡ ౨ ಪ ౳฿ಸ ಕಥನ (03 hours of pedagogy) 1. ෷ಛൽ : ವ๯ඒಂದ ౳ 2. ෫ಛච ಎಂಬ ಜคಜನ ಪವბತ : ๼.೉. ැೕರยಂಗಯ౲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26A82-4B7C-44B9-9D8D-D665CDAA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ಜನಪದ ಕ൳ ಮൡ ౨ ಪ ౳฿ಸ ಕಥನ (03 hours of pedag...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9B1A3-71D3-43AD-A81E-79FABAE3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FC257-2459-4166-A63A-7B838788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A93CD-CEE7-419B-B0D7-73ADB29A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BADDA-BA82-47DE-8BFF-97EA44B9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7471D-5614-418B-AACF-F7442DCD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831E9-B85B-4050-A436-6E502D24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E328A-5D4B-417F-9535-2D107778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5515F-3C1D-4C03-89FC-7690225F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05765-277B-4618-A791-821178D4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57F58-D6CF-42F5-9B56-8791550C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286226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4D27D-2B19-40BB-B394-C273AB20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84D13-D2AA-4337-84E9-BB31CF16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17E36-121E-4E88-83A7-1D796379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CC246-FA89-4156-9547-4B8D78CE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428B3-2EB6-4B18-BF30-A16B4C3E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35F74-16E7-4009-9D47-678CC790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54546-C8EA-41F7-82F7-1BE8DCA8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6CC28-40C4-4746-9D2F-CACC239B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791CB-2E12-45CB-92EE-E42A6233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ಜನಪದ ಕ൳ ಮൡ ౨ ಪ ౳฿ಸ...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16E1D-B4F3-44ED-9447-2CF2C81B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9D4E5-0681-43BB-BF71-8EFE8919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F4F3D-372A-4D54-A83D-FBD62583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ಜನಪದ ಕ൳ ಮൡ ౨ ಪ...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3A79C-A6AB-46D8-A348-97B58397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EF621-6758-4903-97E5-8AA87949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777F6-4800-48E9-AF2B-B462C78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ಜನಪದ ಕ൳ ಮൡ ౨ ಪ ౳฿ಸ...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8FE5F-9722-4A66-BA3B-FD156CBA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195B9-D1FF-4F43-9692-C05ED2B7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32F32-4231-47C0-B85F-3382F84A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ಜನಪದ ಕ൳ ಮൡ ౨ ಪ ౳฿...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CCEA7-A715-4A04-84FE-C210D15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F39EF-8527-481B-B718-3D4D112C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1461E-B1C6-498C-857F-8FD67201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ಜನಪದ ಕ൳ ಮൡ ౨ ಪ...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8ED09-25F3-4DC9-9B94-728330F0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2F41A-3CA7-4824-97D2-D5B9D28B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202162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8BB22-B954-4AC6-ACFC-8877A27D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AE65F-A2C4-4560-97BA-67B56719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D60A8-2DC2-424D-965D-B182B6AA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9DC72-470A-487B-AAAE-D8ACD19A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3D18F-0AAB-44FB-BC72-1B3FEE25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1FC21-571C-4923-86A0-FA3903B6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FFEC7-1320-4226-9CD9-8E340C45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90396-2025-4D91-9C46-6C3889E8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6938C-8E88-4833-96E8-008D5E38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78CAA-A613-437F-8AD8-6D29193B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762FD-912D-4600-86ED-5AE298A9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35587-C3DB-4BC2-BE12-9A783527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3FB02-D3E8-4548-9688-AEFD80E7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34FF2-93A9-46ED-9D31-31071A17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C4F46-8B59-45B1-8EB1-AC7EB621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487457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3AD57-8C0F-4F08-803F-950DB4A4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6027A-F52C-4DC6-A31D-13171DD6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32E10-0E3A-4C79-9C47-757A6D8C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FA230-4CD4-4DA1-9F18-605ADB2B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94A43-7071-4ECC-A856-80E2AFC2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E3137-6691-4D67-AF15-4A307D42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ಜನಪದ ಕ൳ ಮൡ ౨ ಪ ౳฿ಸ ಕಥನ (03 hours of pedagogy) 1. ෷ಛൽ : ವ๯...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B4417-5511-4E47-A3FB-F7C84641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33FF0-915B-431D-A71C-A7A172A3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6ABB8-D952-46E2-A39E-766BA2B0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29D70-8465-4EAC-89FB-01071125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A9B94-B2ED-4BF7-935B-A13605E0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468754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C4725-8002-4654-9F3D-E0FD5B1C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31A23-73F6-45C7-8AD1-CB17A9F4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6EA36-2183-4882-9944-B083B6F6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7B333-F661-4821-BCFB-2BB513F5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CB6AF-5407-41C5-9305-0F9BF5B4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68DBF-FAED-4139-A1DA-650A0187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650228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6479B-7121-49F0-96CE-633A769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9CC23-E217-4437-B8C1-A6CD537B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12D1E-EC10-4FC7-927A-B727C03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6076E-5478-49D4-BEB5-44EEB68F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8CC1B-259B-4FD9-A64C-5B5A5ACC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pedagogy: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01CB8-9353-47C3-B609-9705A064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544178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8BAAE-72F7-4D52-9D62-403AF49E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26791-2184-4DD3-BAAE-98F785FC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17404-D382-4220-8607-E522949B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18438-DDD5-484A-B4A6-A2088C87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84D62-A167-4880-972A-EC5D62CC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3BBD3-EBC7-443C-8015-3D0BA21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02141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16BBA-CDFD-44E1-955C-56FAFF2F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F2CC5-40F8-4BB0-85EF-6FB8A464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7599A-CCDE-4511-8030-A2FB11AE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74469-26FB-4035-9B84-CAD1A877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FAE67-FCEC-4E2E-BFB8-1D9285EB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BD641-BD61-4F01-BC2B-2621E808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11183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6A5E6-9944-4911-9F1A-2230D5B2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D9EE6-D245-44E5-8EBD-858C7EE1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FF046-3FDC-43FF-B0E4-74DA48FC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096C6-08DE-4DE2-8EC4-5E1CE301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18EDE-7ABA-4009-9E8A-C1569692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๬ಂಸ ౙ ೃൟಕ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ಜನಪದ ಕ൳ ಮൡ ౨ ಪ ౳฿ಸ ಕಥನ (03 hours of pedagogy) 1. ෷ಛൽ : ವ๯ඒಂದ ౳ 2. ෫ಛච ಎ...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AF0F9-AC90-4398-8E92-8AF32446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1A896-E645-4543-AB62-8919C893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6D1B5-2EAA-45E4-9422-6AE45BE8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595938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702B1B-DB28-4414-BBD2-9269EF15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AB948-F509-414D-974C-FD4D8EC8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ಜನಪದ ಕ൳ ಮൡ ౨ ಪ ౳฿ಸ ಕಥನ (03 hours of pedagog...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01B1C-DBC9-4379-86F2-D3433F9E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7BC1F-C3F8-4A0C-866E-D009FA5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F17FE-9A4D-4713-9051-1EF2FA98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BD93F-55D9-4FD5-9D70-B758971E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EDB08-BAD3-4494-B7C1-485DF9AF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E747D-E75F-4A6A-9F20-3EFBAD8F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FBCD0-7360-489A-8341-CAAED396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392B4-D1BC-48BD-9DFE-F3CE5D51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B0E00-1187-4BCA-AA10-991A2A37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D079F-C296-49B5-8F54-6871957D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A5BFF-AC1D-4736-877F-F8AF9A69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C36F4-5A6B-4A04-A0AF-05EBCAB7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16B8A-E1B9-41E5-9919-A3E72ED8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4C812-D1D4-435C-AC26-58CFEAEA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07457-E23A-46ED-8D9C-6A806E38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AEB58-0CD4-4419-9ED8-F2FE8B30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9D96D-221F-47AB-A9D1-2CE63507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A5286-E61D-4A22-8033-98BCF66B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7138C-23CC-40B4-B49D-FEEA6F12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98111-D698-4148-9554-6A58C552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EE078-53F8-41EE-8C57-B9151965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7759E-C25A-4027-9314-0BDCFDD5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24DEE-8486-4A7A-97B1-2FEA45A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8CFFEA-35CF-43B5-859A-614683E8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98426-1342-4460-ABE1-07281F46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723E0-E4D5-4FB8-A592-3E6ECF45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EE85E-DD7C-4F73-AE1F-A73891B6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F4A093-2F34-4C3D-8C6B-8D775F21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EBF912-EDE6-4549-999F-27C86AF5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70CC7F-7DF5-461A-8F3C-F4170525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7193728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B7CC0D-8D35-4CC0-8829-E41981C3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16899-4F95-411B-BF91-19F1B154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๬ಂಸ ౙ ೃൟಕ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3B26F-A6FA-4948-B3A2-516DB72D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E3E35-9E64-4F8D-90B3-06B9ECCD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1BC87-BF19-4265-ADF5-76F3C57D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FACEA-C30F-46CA-97FC-56D2157A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52A58-C668-44DD-9DF6-D9166CB5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868BA-D7F3-44FE-8AF2-E9E19787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2D781-C646-4E4E-A58E-4C0BE2FF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B1579-0FEE-4853-84D3-BAF42A3B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3FE7F-A28D-435E-8650-9FFFD7F0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1478A-1E57-4928-93A4-FC8F1C5A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C56AC-AD44-4C1E-8E86-93F6D4A0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FE693-8823-465E-8152-60EA60FD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7A6F0-9891-47DA-97B3-FC04BAFB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655CF-6232-49D8-9060-EBE7C172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CA929-C9A2-4B71-B92D-12590B68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FE069-DB37-409A-A557-D07DD33E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7F12B-3FF2-40DE-8BCE-F6C41FD9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2793C-C6F4-441E-B955-28795BA6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0EF01-0A87-4452-89A4-AF923D5B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C6E18-B6C8-4A5A-AAAE-4A2F6729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DF408-B10D-404C-8662-072F828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6E441A-4963-43FE-A977-E7584260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2B668-8209-40FC-9951-83D24B0D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F4381-CACE-4A4C-BC1C-C32788D9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CC549-78A2-45AF-AF0E-97068B31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D48E9-F1A7-47B5-BB3B-60A0D20D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06E9FA-08A6-4795-A277-88695CCC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12C120-7121-4FBD-B05E-21AD859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6ABF78-C0A0-4BFB-8402-6EE1328D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649DB0-ACEA-491C-B999-9C9AFA4B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063705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BD5ECF-E096-4E7A-A186-11DD5533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B0689-0D0A-45CC-BAC2-0FB7AF6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ಜನಪದ ಕ൳ ಮൡ ౨ ಪ ౳฿ಸ ಕಥನ (03 hours of pedagog...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DC8EE-6156-4BCB-A4F7-718A30C8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D9886-E227-42C9-9B4B-97F9F40F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F491A-E16E-40C2-BB5D-6D1F6C8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638ED-A60A-4ED6-AB7A-F7CC02D6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36E79-78DE-497B-9544-56E18372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BC6DD-8282-4C7F-99CA-02D68805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11B6C-6C4C-46C6-90F6-21D60E40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B39B8-F437-40F9-860D-0DE072E0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0B5EC-C153-4531-B7AA-385EB045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54B87-B6DC-45BB-AF7C-F9F40E0A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B37CD-89D9-4F23-9D5E-78251D47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AAC6C-532E-40DD-AAE3-53ADB37B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72295-27A8-44B2-8C9F-96366A5B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D6D08-0052-42E8-B7D3-1497E7F0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186F2-E490-45E8-AD18-B5D07A5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BD546-BA09-4199-96B1-ADF48F6C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9D091-8312-4BBC-A94E-E50FCEFD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5C5D6-1602-4606-A184-3DBB1E07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E9C36-C4F4-449E-9431-FD00B8F9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68E16-BB96-48FD-93E1-9299774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7EAC2-D84C-45DB-BC02-87F60D17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D4D27-A596-487B-B9E2-BDBCF27C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A0D13F-5B02-4AAB-AF3E-78355544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96792-8EF0-426F-8854-650851DB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7934ED-7666-4C5B-85C8-E13A7C70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44FD5-5395-4A09-8358-558FB5C1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CF68C-99E1-4D3E-B53F-21CFEE82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DE45DE-A744-49B4-A5D4-98B4E451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EF9669-9FAD-4AB5-A95D-2D5762EA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50A3E1-DE03-4383-A47F-308E35CC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6140922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56D4A6-46A0-46F7-9DEF-B0CF220E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F9E4B-2D1F-4975-B6B8-531465AF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๬ಂಸ ౙ ೃൟಕ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5F35C-BF5E-40D8-9020-C3836873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4D4F2-6385-49C8-A6EB-76A7CF8B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88748-4679-4D3C-A6F9-75342EC2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2180D-91E1-4879-9CDB-521410BB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A3972-5850-4A45-A04F-39FF6B04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3C1D7-CB6A-4ADD-8578-8F96EC67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9C018-FE4A-42B4-A6FF-6E36BD19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3A618-022E-4650-A52A-77432238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4976B-B4D2-4FA5-A0CE-55C8F54B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0DF85-60EC-4047-BEF9-69567345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9F546-760F-4789-829C-3030E6B1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FB50B-CB96-49E0-996D-3E2C5E49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0F500-BF6E-4E90-9AA0-D5C06CBF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4924F-8A04-422C-8D0F-446EA551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34925-3DBC-4E51-AE0E-4205792A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ACC83-95D4-473C-8C10-676665BB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2A8B3-432F-47B1-8CE0-6108E61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72D89-67C5-4022-8926-DE122DF1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3200F-92AC-4D5A-9D94-D1B443C6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F8236-A2E6-4506-A67E-066735C1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AB146-4185-4209-9480-2B287056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C1358-84DC-49D3-8F5A-0139BAF3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03F99-241E-4EFA-AA6E-655F9432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E934C-2A6B-4321-8D89-573D9A05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B51D8-C5BD-4A8D-A7E2-7A48C016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AC38F9-0834-4FF6-B741-9FAC1BED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4ED4AD-9E73-452D-A1A3-A8BF23BE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498C6D-FBA4-4F63-A688-8360F9AF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B1FD62-F545-4918-82DC-AF3AA2DA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5FB4A8-FA03-46F1-9965-48000572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4988224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6F9C4B-D4F5-427A-B1F9-876EBBDE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9CA36-75E5-454E-A016-65FAE7E3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ಜನಪದ ಕ൳ ಮൡ ౨ ಪ ౳฿ಸ ಕಥನ (03 hours of pedagog...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9C1D0-FDF2-460D-8580-A0AE47B0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9104A-926E-4967-90A7-4E6820EC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05BAF-8D07-4CDD-9453-9296F63F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E9AEE-00ED-4A2A-AB64-8CC855F4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AD92F-3AD3-4F96-BA08-2706A2B2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EE864-3970-49DF-B88A-4EC41794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CEEB8-F794-43E5-925E-468EC58A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FF852-59C2-4E46-A893-D6D14DB3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F09D1-2B4E-4C52-86F5-9D9F1B47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1D63F-65CF-4BA8-B25B-8C1A49F2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E3A4C-ACFF-41CC-BA74-3BE01986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73A53-AC88-47AF-B2B3-5661446A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2E6BD-A798-41B7-B22A-FB0F5135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B77DC-715F-4536-881B-59B46649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2CCCD-0F63-4A17-9517-B0D3DF87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741DC-9168-4BC5-8345-FD6678A9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76ABD-F71C-4919-AF9A-2927FDEA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5350A-2538-40A0-BCA6-E32CDFA5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0C98C-F6CF-401D-BC3F-F55F0B62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3D434D-AE15-4065-977E-DECE7C00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698BE-7C8D-49F1-990B-FE0E94DF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C5A33-D76E-4AF6-9C3E-69E65653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7D4BB-971A-4953-8CC8-69A24649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D8072-F92B-4451-9B9E-BDF9497D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F88B52-F3ED-4521-91AD-9EFDE7FE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B78F40-9BE6-42CF-887D-2211E1BD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0C7B09-B38E-4A83-82D7-50DB3D9E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B1A672-A1F6-4AA6-B586-FFC453F1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87C3BE-62C1-4E6A-B482-1ACD8534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EB0E3-8B32-4A87-A49D-923F96FA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508567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AADBD8-E67A-4591-AEF1-3C15352A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09E2B-6D47-42EA-8F2F-D59B1573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๬ಂಸ ౙ ೃൟಕ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38DB1-978A-4824-907A-C173C3BE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25B08-0768-473C-B1B7-75AC7A7C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1DB17-F9A3-4B9F-9564-A07CCCBA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3F497-8273-4AB8-960F-D638F7FE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30454-3C4E-47E7-A7FD-15ACAD97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2CE04-3039-4799-97CD-DE52FBC5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492F2-4CC1-461C-A239-5933D06E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D2C97-6112-4C27-9710-A63C81DF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98998-7D38-4239-A7B5-D55273D8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BF977-9833-4D65-ADD9-D6B69F91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8BF27-BE1E-4B1F-A67D-470AF81D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4C4C9-1BB9-4C85-9C36-C75BA646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46AA4-E11C-4C25-BD24-44264C81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A5690-9DA7-4E65-9499-DD69717E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A325E-158B-4143-A18A-41CAA4D5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E5A9-3210-47CA-8935-546A0118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57527-3A6C-49CB-9E41-C4C05A22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B7378-2D0E-495D-9D74-2FCB4E5A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D2E31-EDFC-4E13-8516-36904BD0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A3B2C-A92C-428C-BC51-3BD7B356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FE109C-2227-4851-93D3-68C45938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CB75DF-0895-4B47-A21D-38193AA4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70827-B881-43D8-8A5C-EC941A29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4A0E0-A7F1-40D2-AB9A-96E1E2F6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B2DAD3-AD22-44F5-A0BF-F9397A9A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D1383C-263C-4F61-B329-D2CB9555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103B5-8D00-4B6D-BF2F-F0BEDEA5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EEDFFB-F6DF-4694-B068-13706541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2FC14-6DE8-4330-AAE4-6A890696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80F79A-3E5C-4332-B9F7-9283C0C9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352118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0C0AF3-BEA1-403A-9731-0536FCC6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5DAEC-9EE0-40C1-AF28-17E7B880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ಜನಪದ ಕ൳ ಮൡ ౨ ಪ ౳฿ಸ ಕಥನ (03 hours of pedagog...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96F2A-C418-4010-8603-F6105F31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5EB82-D979-487C-B121-0EF34EF5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E32BD-E174-49EF-854B-8B8B7B60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FD513-6BCE-438B-B902-F54258B5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D131A-18F6-45D5-AEC1-F5FA34BB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72B9E-397B-45DE-8815-D609A3E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1E421-A278-4B82-83BA-D0E8BB41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8744A-F362-47CC-AD69-E0B9D892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35C03-7829-4CD8-9593-68284F02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16091-E1F9-411A-9395-BA074585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20813-2BD2-4A9D-BA35-08DAC7D1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41B72-5E01-4167-B647-B71F1886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D8DC6-9C04-4789-97EF-492E8156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8FAAE-FFD7-4785-94F0-6F8B3218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7A338-0C5A-4DA4-8087-58405383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B0744-9629-41CA-B7D8-F63C6013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16B37-4014-42A2-9261-C31758F3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14B2D-569D-45E3-8D06-807AB8A0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536F5-7F6C-431B-BC39-31EFBECC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599CC-E331-4312-8E39-9EF2E5E4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77AA1-777B-48E3-8FE5-5D9EE532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C1F0F-ABC7-402E-BC02-308C9AAE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024B1-32B4-4785-A41B-3303B51F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27AA92-E15A-48E9-AEB0-F5BA0212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D79909-2632-4A4F-8D9F-0623488A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B4F5DB-54BA-4E5C-95DF-D51EB88A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E05C9-F9CD-41B9-80BF-8ECD30BE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217D71-7CA9-4769-BFD7-35E6589A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2BB523-D124-44F8-B730-04ABA8B2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078614-D27D-4A41-B568-FB564105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231260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D0A09B-3450-457C-9564-D3D49DFE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AFD49-E567-4CC1-AB10-A5713C95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๬ಂಸ ౙ ೃൟಕ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AACE5-527C-46A2-87F3-2D78F6A5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66434-D6FF-4EC5-95A0-12F9ECD0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B4BA5-C402-4F27-9A1A-E7773E0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6F38E-9056-42B4-9720-74AB687F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72720-A2B1-4AD2-9CBB-6151902B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A6C25-A964-487F-9449-A3D9C080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CF5EC-637E-4A66-9A20-8D3035E7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EB8C7-DEBD-49F4-AFE9-CA8DB46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2EA3B-6962-4B73-A75D-4FD8113B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D1A3C-14D0-400B-9774-1BF95633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05D28-406F-439F-9937-51D5144D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50E98-8A02-4A10-9218-6DC54E3B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D979F-4F36-4889-855E-6D07B23F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5F536-BF6F-46FF-BB6F-87DB9973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6CBAE-1262-4641-BB82-1791039F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8FCB3-2FC3-46AA-9F23-F3666AC0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63D233-32AF-42D6-8A03-52404CC5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A8EE7-A9A4-48A1-8037-122E4E1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BA734-B8B5-476F-B788-C83453CF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E66AE-18C4-4C75-A444-69055CAB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C5A0A-F8B1-417D-87BE-9CC2D079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46B2F-BEF0-4156-8FCB-0D32F4FB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0F396-7997-47AE-8C49-3469A329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54D450-DFE4-4E02-A417-A27E6A6A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11DD3-F4BF-4248-B753-34B5FD3B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8CFFE-0D87-4A77-895C-1BDD1D69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94B1E1-4D9D-4668-97FA-FE8B567A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E5A0D5-1765-4541-B246-3272BDCC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47A08E-EFB4-4246-80EA-A9706B2A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6C67E-1BAB-4091-B767-13C95D9C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9196980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32D9E5-B207-4DF6-9095-796D53D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0DC0A-403D-4B50-A4AB-B9B74AEC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ಜನಪದ ಕ൳ ಮൡ ౨ ಪ ౳฿ಸ ಕಥನ (03 hours of pedagog...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70BED-9E56-40A6-BDF2-F90A26A1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00DEE-7C72-4E4D-B774-1EC1BBFA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07D7D-47B1-484B-970A-BDA691A4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A9219-E1A3-409A-ABAC-6E0D99E8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E1CB7-F9F6-46F5-8226-944CAAF1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959D9-3DD7-4F16-BF00-F6570BE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D8AC1-43D1-464D-8502-4279FE61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8FEDC-94FF-419B-8CC7-F23EDD49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4F3DF-CFF7-446E-8A7F-490F54AF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76F3B-C2F5-43C0-BFD0-AF6DAD04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B9129-AC91-4E0D-B211-32ABFBBA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A72FA-D5D1-456C-9731-3CC2148A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50605-83DA-471A-83BC-DCE57BD3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C277B-82BC-4C41-89EF-130CE3F1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366C4-8286-49EC-9D30-5C94BAEF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55163-2B6C-455C-B338-FCFE206E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D40B9-ED56-4043-A293-661B3FBE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839CD-796B-4A0C-9DD8-83B70CEA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72E01-2F58-4432-B9AB-D400A775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CE352-D233-420B-ABDB-8E0ADE9B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5F195-E6BE-4E3C-B2DC-CF3E4986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C4594-9C41-4FA8-AA69-57B4619C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EE0BAF-FAA4-4B39-9240-08AC87CE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D0EEB-8F85-4A9D-B7AF-E289A38B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99B9D-21FF-42C4-9EE7-542B5DAF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73A383-3E50-4919-A08D-328831F2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2720E9-E69C-4AF5-96AF-169B0C4C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6C355E-D12B-4D56-B0C2-EBED51B5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E49ED-A0E7-437C-83C0-2635D485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2BAFB-AA68-4BF1-992F-0E526086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277030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3F81B3-3401-4463-AD8C-4F2312F8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6700F-79EE-44CF-BB6B-6ED115E6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๬ಂಸ ౙ ೃൟಕ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C2DDA-6372-479B-8CEC-81CC8764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136F5-3AE6-4E16-A5AD-454DABCD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285D9-6C3A-48CD-BB7B-E908260A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F29A3-5053-4351-BFE4-40871FC3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DFCCD-C3CA-4871-9E98-2417E796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904C6-3896-4E76-BC58-4BD77914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37A22-6CC7-45D3-8773-EC9681B3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0BB12-BF0E-4998-B46D-51B4A9BD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447C5-58DE-4C75-99CA-063986DC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8B743-072A-4B3A-9377-E36BACDE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0E04F-E2AB-4D85-8F84-5F366E91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40185-2A06-4809-81F4-8EAA578D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DEA21-725E-4ADD-89EE-7EB887DB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6F2D6-D7DF-4FA5-9D3A-97E08D59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A7774-E47C-49FB-80F8-F0AE9F1E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C0F7B-B166-48C5-A0D1-E63907D5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B60E2-6F9C-4A2D-8728-57FDCBC5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B35DB-9ABF-40B4-A1E0-9F56B7E8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B184A-00C0-499F-9C6E-5D68E87E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2B7E6-4C4E-457D-945D-8CC30F0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471541-4CB2-4D33-BE64-C6E09DAE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A933F-269F-409D-BF17-D59D4A0E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1074D3-194E-40A9-94E4-FE3E8309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C1D583-50FC-4B63-9D33-0F59D482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9E1786-0374-4EAA-8310-CA01141A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39B520-F6A2-4D12-A2BD-361098FF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0BA8B1-6313-48D9-88FF-9FD8700E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A67E4-A3F2-4297-8EA1-627EE1C1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895070-BB4A-424F-BFF4-FBD40493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A5E7B2-664B-4EBE-A3C7-78D91D96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641694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79FD5-E435-40FD-8AF2-836226BF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EDAE3-E27E-4434-B5FB-83A8A072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ಜನಪದ ಕ൳ ಮൡ ౨ ಪ ౳฿ಸ ಕಥನ (03 hours of pedagog...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B6F26-4187-41DE-947D-6965A20C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DAEBB-5F5E-4CD2-B76A-EEA81E37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BAB31-7927-45CF-9E9B-96DED3DD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8355D-B5E9-4F7B-914E-00089E29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BD1F0-F4FE-4239-A991-2D795E8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54E64-CA06-42A3-BA12-65E7EB7D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C71CA-05F8-4490-8F72-6699001D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F6D63-EF36-467F-8DC7-98635B2A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74A38-B5D6-4694-9FF4-CDF7C0A1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52E9F-03D4-4079-83F9-280C3E7C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43A52-8850-4A0E-833D-B5B3220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D0142-5DE0-4371-8F03-4CB605FF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8612E-B9FA-4556-976B-96F1F79A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F43BB-CF42-43E3-BD9F-1E4E4D6B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D622A-5CD8-4572-BABC-4BF7F78B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BD01F-AA83-44BD-B717-6058114E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B6FB4-9115-4F43-AB04-4476E6E1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2717A-AC60-4111-BF0F-EE43A550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A9B19-8C25-4FE4-99B4-B2D05C93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782B9-A890-43F2-93F7-7D3EA8B7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3411A-A14D-453F-A2ED-01AC590D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D56BA-9B7F-4C10-BD8A-C40DBB61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22813-C0EA-4254-924B-9AF2B67C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D34A6A-65E3-44B2-9591-AA222655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84C8A2-6101-4C58-9D9E-545638FA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2AC153-21FE-476C-8909-FDBC30BA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5D5E73-E1DA-4F87-AE44-F2860540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7A54D6-9937-4A26-ACF2-994907C2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4254F7-C18C-42BC-B84F-F21DA1DD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6815B6-1E44-4AF6-8C93-25B91E64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1066459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EC0B7A-EE55-46B4-841B-C8468461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F9D35-6918-4605-8896-D9FAF011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๬ಂಸ ౙ ೃൟಕ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FCBC2-4C10-4CF3-B5C0-A4B4DD75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AF60E-9C05-4827-A840-DE45DE3F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7A545-1A8D-4A29-B13C-8D90CD4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ACEC1-4B2A-4B45-AB73-D9556BD9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DE701-AF0F-40E8-8D42-F93D1112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B2295-4FA2-47DA-83C6-1224E0C8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768A8-243F-4A24-9BF5-342A1F1C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21BCC-72EB-49C6-8CE4-35CD0207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4FA92-D25F-474F-8B39-A6C8DD5B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34C1F-3B5E-45B3-919F-A2AA327E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A758C-63FE-4391-AE95-52823F48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E715C-4E3E-4696-A584-EA3BB025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68EE6-35D9-4FA8-97DC-9F533B50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B443F-7BD5-4A96-A21B-364487B2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CC1B0-8D93-45FA-A98F-442D9289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F1CE1-D95B-4BBD-A936-9AE5EC94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12CCB-EEDB-4EA5-A44A-2D3FCF14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A0374-A189-46A1-A0BC-54DADDDE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685BC-5B76-4C59-8CE9-4ACADCD1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3BC1C-D77F-43D4-BFA0-73065BB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37F4C-F050-4F5E-B9FE-612CC1C1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12D91-F7FF-4689-A614-C175EFE8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01A2E-84B6-49B1-8AAB-C1F3A788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0CA29-9B41-4651-9B00-3AFDC97C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F08FE-2C24-4E67-8C82-C5CD2F5D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5C67E6-481B-4FC1-A889-394A6D31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2F5CCD-4E14-462D-B41D-17BEB06F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DF0953-7BF2-4CF6-B8F0-4C644C46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C240CD-2F7C-4B73-8C45-5D93415D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4BFE4F-BD0D-4D60-B18B-19758705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170344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0B6751-6D18-48D8-8F9B-6C656070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7AEFF-35A4-4BBB-87EA-271A88F9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ಜನಪದ ಕ൳ ಮൡ ౨ ಪ ౳฿ಸ ಕಥನ (03 hours of pedagog...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F11CA-71D4-410C-9D5B-3DE69855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E4381-CD9A-4305-A40E-F936686D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ABFE3-3541-444F-B3AA-6DEF5C73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5D2DE-D180-472E-AEE9-86CEA7D4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88343-8BE8-448B-A2EE-1E32D674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494BF-19D7-4B4F-AE45-5D8BB35A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D3516-2A85-4062-8AA9-0952D3F1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B4FA5-7CDE-429A-99B5-F454942B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F36E7-845A-4276-83D5-92080FC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01BDB-CF40-444D-9EB5-9922ED9A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E5535-11A2-4F1C-B04D-3FEDA4B4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34983-3B52-4049-9537-C4E6C487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36921-799B-4048-B04B-33B1BCFE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5BBF6-2FF0-47B0-A8B0-1B5CEB18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8464B-92A0-4302-8C71-04F34CBF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9D04F-225C-438B-B2DE-E8FBB1F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DF752-0E99-4A13-AF13-66AC8CAD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417E5-A072-433B-88A1-0325B3B0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060E5-BA41-4CAA-90CA-46F0CF39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E5AA9-520D-4FA1-A2C3-94D28A0F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2A4FC-381D-4283-A79D-90EC164B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CA2BE-9447-4537-A664-A04D8EB8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2BDC2-9C97-49CA-A50A-8CDEC87C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336EA0-61E8-4AC8-8F05-3BCD2F22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C6D7D-DBBD-4660-8CE1-56848088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48F8F-A55B-4C0E-89F7-FAF88FAC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DE6429-AFC0-453A-8B7F-B315D568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7187C3-0714-45EB-99B0-C214FE2E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AD89E0-FF1F-409D-B987-52C6D6A4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16FEA1-C203-4AE2-9D86-888228BC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731168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5EEB2C-1AB4-4A7F-9DC8-81541F15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F37BC-F39A-46D0-86B6-DB422163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๬ಂಸ ౙ ೃൟಕ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47B7F-717D-48D0-B406-7B486FD2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DE914-F901-41A2-950A-8A19EE25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5BEDD-0C66-4E8D-AD83-05E97A1A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DED28-7A1C-4EC5-85AA-62025141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31325-BD6F-49C2-867E-718074A1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20332-C8CD-4A92-98BB-DBD1A60B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3EE11-1739-4607-925C-CEA44FA1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D0136-6308-4B5E-A636-33B801CF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FC657-B438-4AD0-B9B3-42220B95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C38FD-C9C5-4B84-AE43-77E14CF0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597EE-7E8D-4D7F-9D15-C919930A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60F04-2C2A-4279-BB8D-37CBBEFA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0C70A-1D2F-4FC0-87DC-5BAAF836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6541B-1EBA-4889-8F09-2C4A1884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2AE8D-2F1F-4CEA-80FB-B6A20104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4068D-50E9-4A0E-8CB4-217E6A2A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E7608-0AF2-4A67-94C1-84E86D7A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7C5AA-2A6B-419D-A901-468DCEB8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4268C-6093-48D4-B246-AC058241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7A6A7-1FD9-4AEE-B187-41BA0B3A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C309A-7B49-484A-975D-369FE82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3F810-5EBD-4A39-A254-4AB929EB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ADD415-3D82-48D1-9509-627DCF81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B0B0F2-007E-48D9-9018-35C164A6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A7C63-3817-4D3F-B035-090AB394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0CBD9-A79E-47DF-82AA-88505239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31E30-A719-4063-9EEA-7EA263E9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E9FF70-302B-4E63-9278-ABC3FAC0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659E1A-B74D-4A40-B1C9-5F6E56C7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C8D64D-A723-4AE8-A4FA-FB9D0593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01648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05ECA1-AABD-42F1-9385-9499E2A0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34710-AF0D-45F8-BA09-27D49E0D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ಜನಪದ ಕ൳ ಮൡ ౨ ಪ ౳฿ಸ ಕಥನ (03 hours of pedagog...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89539-64FA-4294-A4CB-9B3F53F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EF48B-5655-4BFA-9EA4-17D197B8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8C03E-9E56-45BE-AC5F-B1CB24DF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270D6-B898-4596-85A6-867EB3CF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C1786-BE7C-486B-8EA9-1029F88C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E72D4-3DD0-4569-AB4F-A0F10D02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BBAA8-05A7-4130-B2CE-780F38C5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135EF-B742-488B-9E33-FF9E0206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CBC3B-AD6E-4499-A8F9-C4EF5636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BCEA4-E8BC-495D-8924-DBD102B1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77FEB-616B-4D7B-8693-F69FC3D4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6E505-80B1-4936-8F9C-599BD511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6E592-96E9-4038-861B-B7F8A987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75875-A9FB-4E66-8C4A-274F13D2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2E3CA-A01B-4A62-9562-CDC841F7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2EA2D-3759-4C89-9BA1-B44D1DD9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F74D9-6B17-40AE-A19B-FEAE172C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C9B56-05B7-405A-9803-D3168C55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52F42-21DF-4261-895B-4C8B65C6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118AF4-5694-4118-8A0C-F3F8861D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EADB3-20CE-4972-9287-91900072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CF035-2F9F-4320-AAAC-316CAD80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31F9C-B968-4BDA-BB65-62349705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D18B4-D37C-4602-A301-91110F4F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F15617-CCFC-472E-8213-D7773F47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93369-5680-4D4A-B1D9-2FCA2A3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B38FD5-7C20-4A0C-9904-0FB09366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C95603-5E71-4934-B377-BB3AF76C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5C53FD-B5CE-4990-8C51-EF6BC75D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322E96-3BE8-4B66-9FD0-2FC80919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5944553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67ABE4-C4C1-4456-8208-2D9ADFB7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78EF6-7B7A-4092-BE75-F048B409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๬ಂಸ ౙ ೃൟಕ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F02D4-8D81-47B9-948E-BE219AAF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BEB13-9EA7-4264-8302-7764FB1F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7D8DC-5782-4633-9999-DD854DBE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2CFE0-3F53-4CCD-88CF-4C2B7C8A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BFC92-239F-4D46-9DA9-3FC068B5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492BB-048D-4FE5-90A8-AC33CACF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A9FA0-FD40-49A5-ACD0-8E7E2F18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830ED-704B-471D-BFCB-1AA4CD59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C435B-AA56-4153-9AAB-71839EEE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99869-C30B-4F9B-82A1-F295A322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96211-635B-40AB-85B2-D3CDB987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BAC6A-BA87-4541-B666-2D9CEB5A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C801E-99FF-4FDA-BF43-B5E72368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C9A8F-68F3-4ECD-9EDB-B073DE05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C385D-E4DE-419F-A89D-3DE3CDC3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BA9E3-7F63-4D66-B314-F0A52BC3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5CC07-0CF1-46B8-B653-63A60F6B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DF011-72E7-4E65-8F7A-4CCB6E1D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60D16-0811-47AC-8ED2-C65F8742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42980-3567-4AAD-8370-291685A8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1B04B-DF6A-4DAF-860C-4E57086D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7916E-10B4-4891-8090-F7BB7304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6BE25-F6EF-4BAA-B9A0-5338EDB6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40EA6-B536-44AE-8A1F-4E2C0428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C8378-1FBB-40DE-AFCC-9B1A0ECE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26642-E337-4ED4-8168-5E2E1AA3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0F9AFD-9F4A-425F-89C9-0E1EB510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083A6-A90F-45AA-9026-0BA7538E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D6B532-4EFC-4DE1-9999-74211C87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381B84-8D37-4297-8164-4CD6F45A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403329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C1FC0B-BA87-4553-A146-020C2732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8E5E3-2F5A-4AFB-99BE-F8A1DDC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ಜನಪದ ಕ൳ ಮൡ ౨ ಪ ౳฿ಸ ಕಥನ (03 hours of pedagog...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6A3CC-6881-4A62-B7E0-CCA921BA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31018-773C-4580-80B0-5F091D7D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78DF4-0636-4D4D-9371-DF0BD4AE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BE3D9-E5E9-4BF5-9E35-D72248FF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25EC5-20CB-44A5-9478-21F1F863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68E9B-CB10-43DE-B15E-0B7E8442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18ADB-D79D-4D63-948D-626629D8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CCF21-83C8-459F-B275-099510AF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548E2-CFDA-4032-8F8A-19048986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9FECA-6623-44FC-89DD-87D707D0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23C15-E781-401A-8B93-CDBB51D7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53822-EBBD-48B9-8D28-1C741842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58FB1-A6F7-4F5F-AA29-1E54A9C0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3C14A-DB4F-49FD-B449-FA3F0B96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8B46F-9D5A-418A-8863-E7AB75B5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DB432-D3FB-40B7-B7D1-CBC32B14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E52EE-DA66-415E-BD9D-80E2D4B4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5D52C-7421-4322-9349-57EEC2B2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983CD-8E94-4CD9-ACF4-12667A4A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77A1D-06D8-498E-A5D6-03B691AA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09910-DE4F-4663-8ADB-C1856FA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FEE09-DA2F-4F18-A7D0-C539ADFF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B1308-2E57-4BC0-AB09-8DBD81E2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9F3B8F-81DC-4491-85CA-89A8567C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FDD2A-141B-4278-B110-78695601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55E110-45B7-4725-82F8-0DC10A9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B04C4A-2E46-4B69-AF77-33515B5D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59677A-BEB4-471A-8E81-20205313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6E981-05A1-4831-9FBC-4E5EEAC7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8B0C2C-E0FD-4A60-977E-1959FA16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999673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62F04C-6A3A-4C01-A119-E3CAC186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301A2-B26C-4A6B-86FE-50EE6590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๬ಂಸ ౙ ೃൟಕ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C4408-6E42-4CDA-924B-C4375581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2602B-9790-4D84-AEED-89A5BF68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14F92-D395-4EB4-9D61-1AE2877F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53E6F-9B04-4673-98A2-43B346A2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73A4E-17C3-465E-B65A-408984E3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E7D0C-035E-47B0-AC63-A41FAE1C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63364-AC6A-42EF-B689-19E18012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212BC-8D01-4E35-9A6D-F0892C74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97FC6-9EAC-4298-BF90-CB1B01AA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E8AD2-3527-41F2-9DB0-BDBE6C0B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09CF0-EBC9-42A5-88EB-8C25503F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250DC-0625-46F6-8B66-EA6CC70F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35116-30E4-46CE-AF65-2EBA7EE0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F59C5-DF3A-4D25-A75C-8305D3D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C800C-BD10-4A24-98D4-775BEF2C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90B9E-DF41-481A-BFA5-CED4DAB5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89115-E55F-4A64-A9FC-52DD453F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3A8DA-B74A-4007-A3E9-22AD3C9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D491E-92D2-4057-A463-89FF0808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1AA51-39E4-4FE3-B5EF-C8E3009B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44330-2CF0-4817-B445-97C617FD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DDB16-F96F-4DB6-A356-6881E992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DDC9D-907A-419F-A3DF-5FD135F0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D67FB-F61F-4D15-A2A5-A93B50A6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90D6EA-6F4B-487C-857A-58B80B0B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17D475-FC0B-4694-971B-8B684875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2B4968-30C3-4191-9A1F-647125DD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F53146-9943-4E3D-B075-5AE34991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6005C9-64F7-4351-A1BE-2A4BF3AF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918738-00EB-4A20-AE79-C2A82D9C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2064559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3ED81F-5355-4890-8F3F-15F78CE1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41DE3-0ED3-439C-BEE4-0300C247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ಜನಪದ ಕ൳ ಮൡ ౨ ಪ ౳฿ಸ ಕಥನ (03 hours of pedagog...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F8E16-B310-43EE-A988-CAB4DF62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9EB7E-FDC4-4386-A29D-F6E545B5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22958-6F57-45A5-AD5C-E541A0FE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531C3-D6B7-4EF5-A3D6-5BAC510B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78175-33EB-430A-866A-A26EE5DC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EB620-06B5-490B-B073-C3880524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4AD06-7656-4DAA-B8AA-485E1937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C79E2-ACF8-43B5-BD3A-438C9AE7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3E878-8742-4910-B14B-F7AE9102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818C5-A0DF-4032-9256-BC2D32FA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24D94-8A2F-4677-8F21-6E5AF2C3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0F045-7353-4FEA-A64E-CEC3573F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559C4-9BC9-4A2E-BC06-008450EF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D81D3-C564-495E-8795-5C4D528C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E69DF-8622-4CB6-834C-A8260B74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BDE4B-66D8-4E59-9866-924D584E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408E8-873A-4DBE-91D4-0FFE076B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D4223-757F-4762-8BAD-7D675F41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1E418-C48D-4DC2-A326-A8BAB387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9EE71-C9CE-40E6-841A-4458DFD8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7C165-2E63-4CC0-9615-73968EE7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DBBE1-40D7-401F-8BA8-38D68AC5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B6BABD-6D4B-4760-982B-9B07D662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4F979D-43F1-4591-90AD-4F63D181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712954-AB01-4275-B300-DE1A077A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35C9E-167E-4D2C-B2B3-662D34A3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A08547-ABF2-446F-910D-AE51725D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1966A-96FA-4D17-9BBA-EFC7747A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7B20F-D9C8-4AC0-9086-FC8DCB67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11720A-7A5A-468D-BC3C-2BBD0E60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74425524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97C53C-845C-4E87-85C5-2846AA5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2FD70-F7D2-4CEC-BB72-AD31F9F3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๬ಂಸ ౙ ೃൟಕ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E574F-65ED-4A67-89B4-A6640152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9A38E-88E8-4FFB-8E2E-6068C77D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FB11D-46C4-496E-AE9F-55DA4D8A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D6514-2C53-4851-B012-9232DD64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B4B6D-DA64-47DE-BB12-6E591B12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06883-FC16-439E-8F3D-4418F6ED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F135E-6DA5-4B9E-BAA1-29EBDA14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6DB2D-3EB1-40FE-8F87-39D41F5B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A21E9-9B56-4A09-A9BF-972167A9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A0425-4E63-4F06-98A6-A6778511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BFEDB-8F9D-4B7A-9605-C42CD04E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DD3F1-AF4C-4F8E-BF61-3085639F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01590-DC3F-4D97-85C4-57009AD8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B2185-8A7D-477B-A037-942A7F4D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226AB-E4AF-468D-B8A9-B22C4736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9907F-C8F8-4397-A9FB-7F930D97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F3115-8546-4D05-864D-71279E79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AA654-24AD-4925-B085-7CCF162A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F3935-534A-4941-9E87-89CFEFC4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CFC3D-AED9-4006-855F-A0490444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4FAFEA-1F70-4B4C-9A29-155EB20E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03EB5-0CAE-4B75-BCC8-91C08471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9A7919-9239-4117-9EF2-C0A8A8C4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289EF-FBC7-4E0E-AEEB-136DE3BF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16A13-DB5C-4725-877B-069CD29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7BBBD-62FA-47F2-A341-FA944B0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52F909-A10A-473B-B5A9-59954CC0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19CDC2-5EFB-4035-A62B-C73BF66F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6E4D71-09B1-43B4-B267-2890D5C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EA728E-CCF5-4D7F-83B5-3F0BA2B2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501804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12525-E314-400D-8519-0E38AFD8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83163-B369-492A-A83D-22923AD4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ಜನಪದ ಕ൳ ಮൡ ౨ ಪ ౳฿ಸ ಕಥನ (03 hours of pedagog...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3FBA4-E82A-4E40-AE29-B60513FC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352B3-9F09-42A8-84E6-EEBACB77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5494B-DEEC-4EBD-81E6-45B004CD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E0798-BBFB-432F-A163-D8D973FB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2BC02-B7DA-485B-8CB2-4358585D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A760C-EA76-481E-A342-586D8101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D384D-B42B-4DBC-97D9-EC64D06A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C4FC7-0FFA-4D43-9F8F-4721563F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BE9AC-9A5F-4C26-B7DA-43AA63A5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F4C7B-BF4F-496F-A3C7-2C52A415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4D0AB-5FD4-4DD2-ADBE-6910DCF4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3135A-A4D1-44FA-A382-324BD5E3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55402-2914-44F9-8831-22B4AD6C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0FDF6-7D46-41BC-9389-FDCE5E21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FDC69-1FA9-420B-9DB6-89A38CF0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96760-EF57-46A9-BE2E-A04804E9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8C94D-FF0B-49AC-9CFD-0E187F95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D7E7E-A83C-4E48-A0E0-1CA0548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121BF-E020-444B-84D2-1246342D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6E1EB-40C3-4DC6-AA46-8369E933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FAFFD-6489-4B7D-938D-1D50D286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E2EA9-247D-4B74-AA50-D65CB8D5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6F2B01-32B1-4527-8982-08AC3FAB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F156B-4A85-47E3-AAD6-6F72F5E3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8F4EE-3870-4EC8-93D2-FAA0A6F0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34FF7-8DCC-43E5-9F4D-F2A4054C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F39EC-A47D-4EDB-8400-D254346F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802AE9-8298-46EC-BB42-779E3976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402FFE-FA3E-42D5-8BF7-3FB914CE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3CC6D2-9C0B-4460-BFDB-B1D96EC4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1155633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394C36-5B95-4CCC-90A7-B1DAAAC3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503DC-FA4D-4A7B-AD07-5F70A7FD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๬ಂಸ ౙ ೃൟಕ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70808-797D-4A91-A260-B1E868B3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2D6C6-DCB3-4F07-A9E5-4E3B2949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62A3D-C6D0-4E7B-A2BB-E791AC45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F98BF-AA7A-468A-8440-26F39203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2E3B3-058B-4A78-824F-EB345FD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81E30-3A41-4670-9A10-9337A738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48225-B2F8-4FD4-A023-06DC8F0F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CAA76-BC65-4AF2-A50D-9570F0EE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6D460-6F71-4F22-8C8D-E09E87FA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61CD1-948B-41C2-B24A-43901013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8C4CE-32BC-434B-B572-4BC9E7F1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58F96-DFBC-4D80-A267-7894956D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7C9A5-FD80-495F-B3FB-A375368B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D8174-61CC-4615-AEF5-8EB5A124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68169-19E2-4D25-B395-161C5864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130B4-2FD3-4207-ABBD-F86D7066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837F0-33D6-4F7D-A6E6-7EFA2807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08179-A26B-4361-ACFB-FAE4DFB5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AB92C-2CA6-425C-B34E-19200EBA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36A26-836A-456B-ABBF-BB7D7866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FE019-D1A2-4077-9154-F64E697D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860DB-ADEE-4496-8022-6405CC97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4F1B49-CC4E-4445-9A0B-161BAB22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70D60-E4E2-469E-9506-E2EF9C51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67414-FD76-4F25-9597-F50E6039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9E6FC-5638-4318-92AF-7F3F1837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2670B4-5120-4CCF-A36E-C1422A4C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5C1EEC-DA14-401B-B711-E35EAB49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1DACAC-099F-4181-9172-C42B7CC5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4CDEF9-0B79-459D-834E-63C764B3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401264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2026-08-24T16:02:56.2270000Z</dcterms:created>
  <dcterms:modified xsi:type="dcterms:W3CDTF">2026-08-24T16:02:56.2270000Z</dcterms:modified>
</coreProperties>
</file>