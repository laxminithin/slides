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b7ae0ab1b4754" /><Relationship Type="http://schemas.openxmlformats.org/officeDocument/2006/relationships/extended-properties" Target="/docProps/app.xml" Id="R7e16ba3bca5544b3" /><Relationship Type="http://schemas.openxmlformats.org/officeDocument/2006/relationships/officeDocument" Target="/ppt/presentation.xml" Id="Rc37b84e5edd5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43da93a73c4e3b"/>
  </p:sldMasterIdLst>
  <p:notesMasterIdLst>
    <p:notesMasterId xmlns:r="http://schemas.openxmlformats.org/officeDocument/2006/relationships" r:id="R317a2411904546b5"/>
  </p:notesMasterIdLst>
  <p:sldIdLst>
    <p:sldId xmlns:r="http://schemas.openxmlformats.org/officeDocument/2006/relationships" id="256" r:id="Rad494de2f3924959"/>
    <p:sldId xmlns:r="http://schemas.openxmlformats.org/officeDocument/2006/relationships" id="257" r:id="Rc8d25ab7d5c44792"/>
    <p:sldId xmlns:r="http://schemas.openxmlformats.org/officeDocument/2006/relationships" id="258" r:id="Rf690b0a25bce4fbb"/>
    <p:sldId xmlns:r="http://schemas.openxmlformats.org/officeDocument/2006/relationships" id="259" r:id="R0300db9b57834f43"/>
    <p:sldId xmlns:r="http://schemas.openxmlformats.org/officeDocument/2006/relationships" id="260" r:id="Rac40ba4583ac4130"/>
    <p:sldId xmlns:r="http://schemas.openxmlformats.org/officeDocument/2006/relationships" id="261" r:id="R1a36a525005b4b51"/>
    <p:sldId xmlns:r="http://schemas.openxmlformats.org/officeDocument/2006/relationships" id="262" r:id="R03baf384b2d14584"/>
    <p:sldId xmlns:r="http://schemas.openxmlformats.org/officeDocument/2006/relationships" id="263" r:id="R6e72409a38d648fc"/>
    <p:sldId xmlns:r="http://schemas.openxmlformats.org/officeDocument/2006/relationships" id="264" r:id="R813a4552beff4923"/>
    <p:sldId xmlns:r="http://schemas.openxmlformats.org/officeDocument/2006/relationships" id="265" r:id="Rbf1eaabddf6f4d1e"/>
    <p:sldId xmlns:r="http://schemas.openxmlformats.org/officeDocument/2006/relationships" id="266" r:id="R82817dedb2d84d8c"/>
    <p:sldId xmlns:r="http://schemas.openxmlformats.org/officeDocument/2006/relationships" id="267" r:id="R387c104bfe6e435c"/>
    <p:sldId xmlns:r="http://schemas.openxmlformats.org/officeDocument/2006/relationships" id="268" r:id="R35676b0fa91f47a3"/>
    <p:sldId xmlns:r="http://schemas.openxmlformats.org/officeDocument/2006/relationships" id="269" r:id="R46d67e1a11444547"/>
    <p:sldId xmlns:r="http://schemas.openxmlformats.org/officeDocument/2006/relationships" id="270" r:id="Raea5e6dd42554b65"/>
    <p:sldId xmlns:r="http://schemas.openxmlformats.org/officeDocument/2006/relationships" id="271" r:id="R60f1256582d24b37"/>
    <p:sldId xmlns:r="http://schemas.openxmlformats.org/officeDocument/2006/relationships" id="272" r:id="R9a5f89e0472a4ca5"/>
    <p:sldId xmlns:r="http://schemas.openxmlformats.org/officeDocument/2006/relationships" id="273" r:id="Rd38b68951c37423f"/>
    <p:sldId xmlns:r="http://schemas.openxmlformats.org/officeDocument/2006/relationships" id="274" r:id="Rc607b99da72b4ff8"/>
    <p:sldId xmlns:r="http://schemas.openxmlformats.org/officeDocument/2006/relationships" id="275" r:id="Rc9b36cf38a5744f0"/>
    <p:sldId xmlns:r="http://schemas.openxmlformats.org/officeDocument/2006/relationships" id="276" r:id="R44ebedd14417439a"/>
    <p:sldId xmlns:r="http://schemas.openxmlformats.org/officeDocument/2006/relationships" id="277" r:id="R41f3de94ce4c45df"/>
    <p:sldId xmlns:r="http://schemas.openxmlformats.org/officeDocument/2006/relationships" id="278" r:id="Re0173744ea8d48a5"/>
    <p:sldId xmlns:r="http://schemas.openxmlformats.org/officeDocument/2006/relationships" id="279" r:id="Re226d5fb1b104d0b"/>
    <p:sldId xmlns:r="http://schemas.openxmlformats.org/officeDocument/2006/relationships" id="280" r:id="Rdf0e5d7fe69e4886"/>
    <p:sldId xmlns:r="http://schemas.openxmlformats.org/officeDocument/2006/relationships" id="281" r:id="R08df3848c772457a"/>
    <p:sldId xmlns:r="http://schemas.openxmlformats.org/officeDocument/2006/relationships" id="282" r:id="Re960ce01dae947c8"/>
    <p:sldId xmlns:r="http://schemas.openxmlformats.org/officeDocument/2006/relationships" id="283" r:id="R5825bd248d754695"/>
    <p:sldId xmlns:r="http://schemas.openxmlformats.org/officeDocument/2006/relationships" id="284" r:id="R62d38ecd54d04833"/>
    <p:sldId xmlns:r="http://schemas.openxmlformats.org/officeDocument/2006/relationships" id="285" r:id="R02ae719a16804944"/>
    <p:sldId xmlns:r="http://schemas.openxmlformats.org/officeDocument/2006/relationships" id="286" r:id="R928d5f6e4fac4307"/>
    <p:sldId xmlns:r="http://schemas.openxmlformats.org/officeDocument/2006/relationships" id="287" r:id="R0651f63f2c664247"/>
    <p:sldId xmlns:r="http://schemas.openxmlformats.org/officeDocument/2006/relationships" id="288" r:id="R69ca44686a5c44ea"/>
    <p:sldId xmlns:r="http://schemas.openxmlformats.org/officeDocument/2006/relationships" id="289" r:id="R2d65ff4f30b94246"/>
    <p:sldId xmlns:r="http://schemas.openxmlformats.org/officeDocument/2006/relationships" id="290" r:id="Rcb871e2709104a0f"/>
    <p:sldId xmlns:r="http://schemas.openxmlformats.org/officeDocument/2006/relationships" id="291" r:id="R87d18a916a994bb3"/>
    <p:sldId xmlns:r="http://schemas.openxmlformats.org/officeDocument/2006/relationships" id="292" r:id="R5888c854d6df4264"/>
    <p:sldId xmlns:r="http://schemas.openxmlformats.org/officeDocument/2006/relationships" id="293" r:id="R776553fc5baf4bf6"/>
    <p:sldId xmlns:r="http://schemas.openxmlformats.org/officeDocument/2006/relationships" id="294" r:id="R32748c5c72b14df4"/>
    <p:sldId xmlns:r="http://schemas.openxmlformats.org/officeDocument/2006/relationships" id="295" r:id="R042bff1ddfe24c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f30ad209e482e" /><Relationship Type="http://schemas.openxmlformats.org/officeDocument/2006/relationships/slideMaster" Target="/ppt/slideMasters/slideMaster1.xml" Id="R5243da93a73c4e3b" /><Relationship Type="http://schemas.openxmlformats.org/officeDocument/2006/relationships/notesMaster" Target="/ppt/notesMasters/notesMaster1.xml" Id="R317a2411904546b5" /><Relationship Type="http://schemas.openxmlformats.org/officeDocument/2006/relationships/presProps" Target="/ppt/presProps.xml" Id="Rff103dc27b4f4bcf" /><Relationship Type="http://schemas.openxmlformats.org/officeDocument/2006/relationships/tableStyles" Target="/ppt/tableStyles.xml" Id="Ra7c50e13997b4eb9" /><Relationship Type="http://schemas.openxmlformats.org/officeDocument/2006/relationships/slide" Target="/ppt/slides/slide1.xml" Id="Rad494de2f3924959" /><Relationship Type="http://schemas.openxmlformats.org/officeDocument/2006/relationships/slide" Target="/ppt/slides/slide2.xml" Id="Rc8d25ab7d5c44792" /><Relationship Type="http://schemas.openxmlformats.org/officeDocument/2006/relationships/slide" Target="/ppt/slides/slide3.xml" Id="Rf690b0a25bce4fbb" /><Relationship Type="http://schemas.openxmlformats.org/officeDocument/2006/relationships/slide" Target="/ppt/slides/slide4.xml" Id="R0300db9b57834f43" /><Relationship Type="http://schemas.openxmlformats.org/officeDocument/2006/relationships/slide" Target="/ppt/slides/slide5.xml" Id="Rac40ba4583ac4130" /><Relationship Type="http://schemas.openxmlformats.org/officeDocument/2006/relationships/slide" Target="/ppt/slides/slide6.xml" Id="R1a36a525005b4b51" /><Relationship Type="http://schemas.openxmlformats.org/officeDocument/2006/relationships/slide" Target="/ppt/slides/slide7.xml" Id="R03baf384b2d14584" /><Relationship Type="http://schemas.openxmlformats.org/officeDocument/2006/relationships/slide" Target="/ppt/slides/slide8.xml" Id="R6e72409a38d648fc" /><Relationship Type="http://schemas.openxmlformats.org/officeDocument/2006/relationships/slide" Target="/ppt/slides/slide9.xml" Id="R813a4552beff4923" /><Relationship Type="http://schemas.openxmlformats.org/officeDocument/2006/relationships/slide" Target="/ppt/slides/slide10.xml" Id="Rbf1eaabddf6f4d1e" /><Relationship Type="http://schemas.openxmlformats.org/officeDocument/2006/relationships/slide" Target="/ppt/slides/slide11.xml" Id="R82817dedb2d84d8c" /><Relationship Type="http://schemas.openxmlformats.org/officeDocument/2006/relationships/slide" Target="/ppt/slides/slide12.xml" Id="R387c104bfe6e435c" /><Relationship Type="http://schemas.openxmlformats.org/officeDocument/2006/relationships/slide" Target="/ppt/slides/slide13.xml" Id="R35676b0fa91f47a3" /><Relationship Type="http://schemas.openxmlformats.org/officeDocument/2006/relationships/slide" Target="/ppt/slides/slide14.xml" Id="R46d67e1a11444547" /><Relationship Type="http://schemas.openxmlformats.org/officeDocument/2006/relationships/slide" Target="/ppt/slides/slide15.xml" Id="Raea5e6dd42554b65" /><Relationship Type="http://schemas.openxmlformats.org/officeDocument/2006/relationships/slide" Target="/ppt/slides/slide16.xml" Id="R60f1256582d24b37" /><Relationship Type="http://schemas.openxmlformats.org/officeDocument/2006/relationships/slide" Target="/ppt/slides/slide17.xml" Id="R9a5f89e0472a4ca5" /><Relationship Type="http://schemas.openxmlformats.org/officeDocument/2006/relationships/slide" Target="/ppt/slides/slide18.xml" Id="Rd38b68951c37423f" /><Relationship Type="http://schemas.openxmlformats.org/officeDocument/2006/relationships/slide" Target="/ppt/slides/slide19.xml" Id="Rc607b99da72b4ff8" /><Relationship Type="http://schemas.openxmlformats.org/officeDocument/2006/relationships/slide" Target="/ppt/slides/slide20.xml" Id="Rc9b36cf38a5744f0" /><Relationship Type="http://schemas.openxmlformats.org/officeDocument/2006/relationships/slide" Target="/ppt/slides/slide21.xml" Id="R44ebedd14417439a" /><Relationship Type="http://schemas.openxmlformats.org/officeDocument/2006/relationships/slide" Target="/ppt/slides/slide22.xml" Id="R41f3de94ce4c45df" /><Relationship Type="http://schemas.openxmlformats.org/officeDocument/2006/relationships/slide" Target="/ppt/slides/slide23.xml" Id="Re0173744ea8d48a5" /><Relationship Type="http://schemas.openxmlformats.org/officeDocument/2006/relationships/slide" Target="/ppt/slides/slide24.xml" Id="Re226d5fb1b104d0b" /><Relationship Type="http://schemas.openxmlformats.org/officeDocument/2006/relationships/slide" Target="/ppt/slides/slide25.xml" Id="Rdf0e5d7fe69e4886" /><Relationship Type="http://schemas.openxmlformats.org/officeDocument/2006/relationships/slide" Target="/ppt/slides/slide26.xml" Id="R08df3848c772457a" /><Relationship Type="http://schemas.openxmlformats.org/officeDocument/2006/relationships/slide" Target="/ppt/slides/slide27.xml" Id="Re960ce01dae947c8" /><Relationship Type="http://schemas.openxmlformats.org/officeDocument/2006/relationships/slide" Target="/ppt/slides/slide28.xml" Id="R5825bd248d754695" /><Relationship Type="http://schemas.openxmlformats.org/officeDocument/2006/relationships/slide" Target="/ppt/slides/slide29.xml" Id="R62d38ecd54d04833" /><Relationship Type="http://schemas.openxmlformats.org/officeDocument/2006/relationships/slide" Target="/ppt/slides/slide30.xml" Id="R02ae719a16804944" /><Relationship Type="http://schemas.openxmlformats.org/officeDocument/2006/relationships/slide" Target="/ppt/slides/slide31.xml" Id="R928d5f6e4fac4307" /><Relationship Type="http://schemas.openxmlformats.org/officeDocument/2006/relationships/slide" Target="/ppt/slides/slide32.xml" Id="R0651f63f2c664247" /><Relationship Type="http://schemas.openxmlformats.org/officeDocument/2006/relationships/slide" Target="/ppt/slides/slide33.xml" Id="R69ca44686a5c44ea" /><Relationship Type="http://schemas.openxmlformats.org/officeDocument/2006/relationships/slide" Target="/ppt/slides/slide34.xml" Id="R2d65ff4f30b94246" /><Relationship Type="http://schemas.openxmlformats.org/officeDocument/2006/relationships/slide" Target="/ppt/slides/slide35.xml" Id="Rcb871e2709104a0f" /><Relationship Type="http://schemas.openxmlformats.org/officeDocument/2006/relationships/slide" Target="/ppt/slides/slide36.xml" Id="R87d18a916a994bb3" /><Relationship Type="http://schemas.openxmlformats.org/officeDocument/2006/relationships/slide" Target="/ppt/slides/slide37.xml" Id="R5888c854d6df4264" /><Relationship Type="http://schemas.openxmlformats.org/officeDocument/2006/relationships/slide" Target="/ppt/slides/slide38.xml" Id="R776553fc5baf4bf6" /><Relationship Type="http://schemas.openxmlformats.org/officeDocument/2006/relationships/slide" Target="/ppt/slides/slide39.xml" Id="R32748c5c72b14df4" /><Relationship Type="http://schemas.openxmlformats.org/officeDocument/2006/relationships/slide" Target="/ppt/slides/slide40.xml" Id="R042bff1ddfe24c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4592e01ef8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82e5463444c64" /><Relationship Type="http://schemas.openxmlformats.org/officeDocument/2006/relationships/notesMaster" Target="/ppt/notesMasters/notesMaster1.xml" Id="R56f331d22537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975c2ba4d4e5f" /><Relationship Type="http://schemas.openxmlformats.org/officeDocument/2006/relationships/notesMaster" Target="/ppt/notesMasters/notesMaster1.xml" Id="Re226cc677cc9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4a7f195a34617" /><Relationship Type="http://schemas.openxmlformats.org/officeDocument/2006/relationships/notesMaster" Target="/ppt/notesMasters/notesMaster1.xml" Id="R5e1ad688350641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d7c7b0b9d4cac" /><Relationship Type="http://schemas.openxmlformats.org/officeDocument/2006/relationships/notesMaster" Target="/ppt/notesMasters/notesMaster1.xml" Id="R941a9765dec1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d04cca45a442dd" /><Relationship Type="http://schemas.openxmlformats.org/officeDocument/2006/relationships/notesMaster" Target="/ppt/notesMasters/notesMaster1.xml" Id="R3ec70740bf5a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7ef31d46fa44c3" /><Relationship Type="http://schemas.openxmlformats.org/officeDocument/2006/relationships/notesMaster" Target="/ppt/notesMasters/notesMaster1.xml" Id="R28fab5f55d94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982f84fad419d" /><Relationship Type="http://schemas.openxmlformats.org/officeDocument/2006/relationships/notesMaster" Target="/ppt/notesMasters/notesMaster1.xml" Id="Rda23177e6e08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2cc1098754874" /><Relationship Type="http://schemas.openxmlformats.org/officeDocument/2006/relationships/notesMaster" Target="/ppt/notesMasters/notesMaster1.xml" Id="Rc28ccee71c234a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58e0db8329482b" /><Relationship Type="http://schemas.openxmlformats.org/officeDocument/2006/relationships/notesMaster" Target="/ppt/notesMasters/notesMaster1.xml" Id="R646ee324fae743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8442cf201440f9" /><Relationship Type="http://schemas.openxmlformats.org/officeDocument/2006/relationships/notesMaster" Target="/ppt/notesMasters/notesMaster1.xml" Id="R7f10c76b334840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fb88a34bb2423a" /><Relationship Type="http://schemas.openxmlformats.org/officeDocument/2006/relationships/notesMaster" Target="/ppt/notesMasters/notesMaster1.xml" Id="R95962ae3e9cc47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da7df8f408438f" /><Relationship Type="http://schemas.openxmlformats.org/officeDocument/2006/relationships/notesMaster" Target="/ppt/notesMasters/notesMaster1.xml" Id="Rbe491d416f9944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ca847f8efc4dd2" /><Relationship Type="http://schemas.openxmlformats.org/officeDocument/2006/relationships/notesMaster" Target="/ppt/notesMasters/notesMaster1.xml" Id="Rd0637d37b14a42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4732b99f624520" /><Relationship Type="http://schemas.openxmlformats.org/officeDocument/2006/relationships/notesMaster" Target="/ppt/notesMasters/notesMaster1.xml" Id="R2a4d37b0f9bb47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54835bc340409b" /><Relationship Type="http://schemas.openxmlformats.org/officeDocument/2006/relationships/notesMaster" Target="/ppt/notesMasters/notesMaster1.xml" Id="Rfb13273deea547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e4be1918684d98" /><Relationship Type="http://schemas.openxmlformats.org/officeDocument/2006/relationships/notesMaster" Target="/ppt/notesMasters/notesMaster1.xml" Id="R04722ae749384f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749c37e393498d" /><Relationship Type="http://schemas.openxmlformats.org/officeDocument/2006/relationships/notesMaster" Target="/ppt/notesMasters/notesMaster1.xml" Id="R6d1be1ee583949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37ee8326cb472d" /><Relationship Type="http://schemas.openxmlformats.org/officeDocument/2006/relationships/notesMaster" Target="/ppt/notesMasters/notesMaster1.xml" Id="Rc21a193756bf48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fa50991cf14b9b" /><Relationship Type="http://schemas.openxmlformats.org/officeDocument/2006/relationships/notesMaster" Target="/ppt/notesMasters/notesMaster1.xml" Id="R50be094ca7d141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138e27d3c441a0" /><Relationship Type="http://schemas.openxmlformats.org/officeDocument/2006/relationships/notesMaster" Target="/ppt/notesMasters/notesMaster1.xml" Id="R837549e053db45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738f09d4204fb0" /><Relationship Type="http://schemas.openxmlformats.org/officeDocument/2006/relationships/notesMaster" Target="/ppt/notesMasters/notesMaster1.xml" Id="R14ce2b5dd1b643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0b8c1dda5c42e9" /><Relationship Type="http://schemas.openxmlformats.org/officeDocument/2006/relationships/notesMaster" Target="/ppt/notesMasters/notesMaster1.xml" Id="Rbc0a025d197843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7d36e449744043" /><Relationship Type="http://schemas.openxmlformats.org/officeDocument/2006/relationships/notesMaster" Target="/ppt/notesMasters/notesMaster1.xml" Id="Rc8d87a58453441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2421f67293401c" /><Relationship Type="http://schemas.openxmlformats.org/officeDocument/2006/relationships/notesMaster" Target="/ppt/notesMasters/notesMaster1.xml" Id="R33895f715cf24d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920dd4a1d04261" /><Relationship Type="http://schemas.openxmlformats.org/officeDocument/2006/relationships/notesMaster" Target="/ppt/notesMasters/notesMaster1.xml" Id="R391f5ccfdf9747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3ef762a0c9444b" /><Relationship Type="http://schemas.openxmlformats.org/officeDocument/2006/relationships/notesMaster" Target="/ppt/notesMasters/notesMaster1.xml" Id="R24531900ed2b48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99839194ab4b98" /><Relationship Type="http://schemas.openxmlformats.org/officeDocument/2006/relationships/notesMaster" Target="/ppt/notesMasters/notesMaster1.xml" Id="Rd2c27f75c81749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94e324f1974410" /><Relationship Type="http://schemas.openxmlformats.org/officeDocument/2006/relationships/notesMaster" Target="/ppt/notesMasters/notesMaster1.xml" Id="R357e61f3d1fe40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daf7495cc147c5" /><Relationship Type="http://schemas.openxmlformats.org/officeDocument/2006/relationships/notesMaster" Target="/ppt/notesMasters/notesMaster1.xml" Id="Rf595930096d045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ae18cc6e164030" /><Relationship Type="http://schemas.openxmlformats.org/officeDocument/2006/relationships/notesMaster" Target="/ppt/notesMasters/notesMaster1.xml" Id="R3ee7ada41584408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29f0ea000a48be" /><Relationship Type="http://schemas.openxmlformats.org/officeDocument/2006/relationships/notesMaster" Target="/ppt/notesMasters/notesMaster1.xml" Id="R4d57e13995454b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dda29a629b64549" /><Relationship Type="http://schemas.openxmlformats.org/officeDocument/2006/relationships/notesMaster" Target="/ppt/notesMasters/notesMaster1.xml" Id="Re8464c69f56a44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09de70b868e4e1a" /><Relationship Type="http://schemas.openxmlformats.org/officeDocument/2006/relationships/notesMaster" Target="/ppt/notesMasters/notesMaster1.xml" Id="Rfa6fe64ef8c64d6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598681c24544dd" /><Relationship Type="http://schemas.openxmlformats.org/officeDocument/2006/relationships/notesMaster" Target="/ppt/notesMasters/notesMaster1.xml" Id="R42045d5785e94c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4a8d72104e24e9a" /><Relationship Type="http://schemas.openxmlformats.org/officeDocument/2006/relationships/notesMaster" Target="/ppt/notesMasters/notesMaster1.xml" Id="R4f950fae3319422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0dc8ade728141c3" /><Relationship Type="http://schemas.openxmlformats.org/officeDocument/2006/relationships/notesMaster" Target="/ppt/notesMasters/notesMaster1.xml" Id="Rb0da17978bc54ca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d2faa6948bc45a6" /><Relationship Type="http://schemas.openxmlformats.org/officeDocument/2006/relationships/notesMaster" Target="/ppt/notesMasters/notesMaster1.xml" Id="R67b35d8ada2046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ef36098092046e6" /><Relationship Type="http://schemas.openxmlformats.org/officeDocument/2006/relationships/notesMaster" Target="/ppt/notesMasters/notesMaster1.xml" Id="Rd2801e6fe4f747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7abef91448d4d4c" /><Relationship Type="http://schemas.openxmlformats.org/officeDocument/2006/relationships/notesMaster" Target="/ppt/notesMasters/notesMaster1.xml" Id="Re3b1e9234bd94ff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68f2538e6942e2" /><Relationship Type="http://schemas.openxmlformats.org/officeDocument/2006/relationships/notesMaster" Target="/ppt/notesMasters/notesMaster1.xml" Id="R6cb848e44d63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ae4275f0a46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687e2952b4165" /><Relationship Type="http://schemas.openxmlformats.org/officeDocument/2006/relationships/slideLayout" Target="/ppt/slideLayouts/slideLayout1.xml" Id="R830a24ed84e4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a24ed84e4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ff52e245045c8" /><Relationship Type="http://schemas.openxmlformats.org/officeDocument/2006/relationships/notesSlide" Target="/ppt/notesSlides/notesSlide1.xml" Id="Rb8cb2dd2000e4b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cef5991fe45e7" /><Relationship Type="http://schemas.openxmlformats.org/officeDocument/2006/relationships/notesSlide" Target="/ppt/notesSlides/notesSlide2.xml" Id="R3013e28190d6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26b8670ce45ab" /><Relationship Type="http://schemas.openxmlformats.org/officeDocument/2006/relationships/notesSlide" Target="/ppt/notesSlides/notesSlide3.xml" Id="Rd34ec7fe721346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2ba1dd77d4eb1" /><Relationship Type="http://schemas.openxmlformats.org/officeDocument/2006/relationships/notesSlide" Target="/ppt/notesSlides/notesSlide4.xml" Id="R7e828b4ca1a0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2955e619f43c1" /><Relationship Type="http://schemas.openxmlformats.org/officeDocument/2006/relationships/notesSlide" Target="/ppt/notesSlides/notesSlide5.xml" Id="R500ff4723d3242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c6a786a3a475d" /><Relationship Type="http://schemas.openxmlformats.org/officeDocument/2006/relationships/notesSlide" Target="/ppt/notesSlides/notesSlide6.xml" Id="Re3f7ef0fe1ad4f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95db3c73f43f8" /><Relationship Type="http://schemas.openxmlformats.org/officeDocument/2006/relationships/notesSlide" Target="/ppt/notesSlides/notesSlide7.xml" Id="Rfbecaf140f7649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d9a3a38ce47d6" /><Relationship Type="http://schemas.openxmlformats.org/officeDocument/2006/relationships/notesSlide" Target="/ppt/notesSlides/notesSlide8.xml" Id="R176c888817ca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f04470a1443a" /><Relationship Type="http://schemas.openxmlformats.org/officeDocument/2006/relationships/notesSlide" Target="/ppt/notesSlides/notesSlide9.xml" Id="Rcb4b08a4003544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89228117e4bcb" /><Relationship Type="http://schemas.openxmlformats.org/officeDocument/2006/relationships/notesSlide" Target="/ppt/notesSlides/notesSlide10.xml" Id="R5c36955d5c46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2e64c7ae4269" /><Relationship Type="http://schemas.openxmlformats.org/officeDocument/2006/relationships/notesSlide" Target="/ppt/notesSlides/notesSlide11.xml" Id="Rd90d1174038949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0c49e1e7542d5" /><Relationship Type="http://schemas.openxmlformats.org/officeDocument/2006/relationships/notesSlide" Target="/ppt/notesSlides/notesSlide12.xml" Id="R14da63a2a67049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437764fa4148" /><Relationship Type="http://schemas.openxmlformats.org/officeDocument/2006/relationships/notesSlide" Target="/ppt/notesSlides/notesSlide13.xml" Id="R6555617170d943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31fa2dd364765" /><Relationship Type="http://schemas.openxmlformats.org/officeDocument/2006/relationships/notesSlide" Target="/ppt/notesSlides/notesSlide14.xml" Id="Rc7a912a9e3c44d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835a972a24592" /><Relationship Type="http://schemas.openxmlformats.org/officeDocument/2006/relationships/notesSlide" Target="/ppt/notesSlides/notesSlide15.xml" Id="Rbf0a8c9b999e43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435260864032" /><Relationship Type="http://schemas.openxmlformats.org/officeDocument/2006/relationships/notesSlide" Target="/ppt/notesSlides/notesSlide16.xml" Id="Rb9387d4d586646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805ca39694eb7" /><Relationship Type="http://schemas.openxmlformats.org/officeDocument/2006/relationships/notesSlide" Target="/ppt/notesSlides/notesSlide17.xml" Id="R33807e9324c243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96c78e98b4bfe" /><Relationship Type="http://schemas.openxmlformats.org/officeDocument/2006/relationships/notesSlide" Target="/ppt/notesSlides/notesSlide18.xml" Id="Rab91be837d404c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1be951d8149b4" /><Relationship Type="http://schemas.openxmlformats.org/officeDocument/2006/relationships/notesSlide" Target="/ppt/notesSlides/notesSlide19.xml" Id="R9c6f768a4f3d48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8bf6e64c14ff2" /><Relationship Type="http://schemas.openxmlformats.org/officeDocument/2006/relationships/notesSlide" Target="/ppt/notesSlides/notesSlide20.xml" Id="Rb426cf0eb25941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4fbaceee34132" /><Relationship Type="http://schemas.openxmlformats.org/officeDocument/2006/relationships/notesSlide" Target="/ppt/notesSlides/notesSlide21.xml" Id="R1d5df3f40aee4a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b63b3e8554eb6" /><Relationship Type="http://schemas.openxmlformats.org/officeDocument/2006/relationships/notesSlide" Target="/ppt/notesSlides/notesSlide22.xml" Id="R2f62954e029344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3e805573c4558" /><Relationship Type="http://schemas.openxmlformats.org/officeDocument/2006/relationships/notesSlide" Target="/ppt/notesSlides/notesSlide23.xml" Id="R994554909ded44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ef0126ace403f" /><Relationship Type="http://schemas.openxmlformats.org/officeDocument/2006/relationships/notesSlide" Target="/ppt/notesSlides/notesSlide24.xml" Id="R248b96d7afc643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2a39adaa6499d" /><Relationship Type="http://schemas.openxmlformats.org/officeDocument/2006/relationships/notesSlide" Target="/ppt/notesSlides/notesSlide25.xml" Id="R04efb52d43564b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b27211fc4d8e" /><Relationship Type="http://schemas.openxmlformats.org/officeDocument/2006/relationships/notesSlide" Target="/ppt/notesSlides/notesSlide26.xml" Id="R326c30d10ee24f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965680c154ec8" /><Relationship Type="http://schemas.openxmlformats.org/officeDocument/2006/relationships/notesSlide" Target="/ppt/notesSlides/notesSlide27.xml" Id="R6611fd083fd646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2775b441a4e2b" /><Relationship Type="http://schemas.openxmlformats.org/officeDocument/2006/relationships/notesSlide" Target="/ppt/notesSlides/notesSlide28.xml" Id="Rc38715b10e4448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dd9a038e4212" /><Relationship Type="http://schemas.openxmlformats.org/officeDocument/2006/relationships/notesSlide" Target="/ppt/notesSlides/notesSlide29.xml" Id="R9706095e540643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e42ba594d4d57" /><Relationship Type="http://schemas.openxmlformats.org/officeDocument/2006/relationships/notesSlide" Target="/ppt/notesSlides/notesSlide30.xml" Id="R7b6ca46829a547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10dfc61ef4665" /><Relationship Type="http://schemas.openxmlformats.org/officeDocument/2006/relationships/notesSlide" Target="/ppt/notesSlides/notesSlide31.xml" Id="R77866956529e4e8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b73da539143dc" /><Relationship Type="http://schemas.openxmlformats.org/officeDocument/2006/relationships/notesSlide" Target="/ppt/notesSlides/notesSlide32.xml" Id="R42a4d7f2aba241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fba148ba4741" /><Relationship Type="http://schemas.openxmlformats.org/officeDocument/2006/relationships/notesSlide" Target="/ppt/notesSlides/notesSlide33.xml" Id="R3caa5d45fea04c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29a4562294fae" /><Relationship Type="http://schemas.openxmlformats.org/officeDocument/2006/relationships/notesSlide" Target="/ppt/notesSlides/notesSlide34.xml" Id="R062aeb84be3341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c45e2daed40ae" /><Relationship Type="http://schemas.openxmlformats.org/officeDocument/2006/relationships/notesSlide" Target="/ppt/notesSlides/notesSlide35.xml" Id="Rffaa653186b545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f2991427f4b54" /><Relationship Type="http://schemas.openxmlformats.org/officeDocument/2006/relationships/notesSlide" Target="/ppt/notesSlides/notesSlide36.xml" Id="R38757eeae0444a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9e9dbca284cf7" /><Relationship Type="http://schemas.openxmlformats.org/officeDocument/2006/relationships/notesSlide" Target="/ppt/notesSlides/notesSlide37.xml" Id="R5c63dd664bab41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bf2cf90b64db7" /><Relationship Type="http://schemas.openxmlformats.org/officeDocument/2006/relationships/notesSlide" Target="/ppt/notesSlides/notesSlide38.xml" Id="R08aabd34f5f04c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fe4bb45d64d8e" /><Relationship Type="http://schemas.openxmlformats.org/officeDocument/2006/relationships/notesSlide" Target="/ppt/notesSlides/notesSlide39.xml" Id="Rf0594bbbf05e41d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df9ffd8f24a67" /><Relationship Type="http://schemas.openxmlformats.org/officeDocument/2006/relationships/notesSlide" Target="/ppt/notesSlides/notesSlide40.xml" Id="Ree6489dd1ffb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68A20-1810-45A5-923D-0899BA0A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78422-06FF-4F48-914E-DBFC4EA2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ಆඎඛಕ ౽ವ౲ ූಗ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956E-5D25-4CAF-84BE-938371E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9A88E-AA15-44F2-ABD9-FCCD59F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BEB4F-D54F-43EC-AEFD-D24B3D5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F60E7-D59C-4443-9A86-3D353AE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5A48C-00B7-4598-A6DF-2B46CBE2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07E9C-F46D-4D0B-8FF9-15FC6E7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7A42-FAE5-4BE6-9558-B80B44B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4EC38-1BA8-4091-AD5E-E832DF8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1C53B-8CFA-4001-92FE-017C94A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5A00E-1534-4FB2-949A-20C2D34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9307C-D347-42FD-96A6-7D288928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83187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B333B-B15B-4AC6-9DD4-C9D995E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3331-C9C2-41F8-8DEE-E6328CAD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659DE-6A4B-4331-B468-9063D84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D95DD-ED8E-4DA5-8410-A142AF21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465FC-7C44-4C49-ACD0-B71ACA2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6B556-7828-4BBA-934C-817EF709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571E3-F82E-46B5-94F4-4026CC9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2665B-E070-4979-83EB-150DAE8F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2CD5A-14CD-4E11-9ADC-5741961E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97CA1-681B-4385-B7B2-9F5E1F4B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F03B7-666A-40FB-8304-47D02F7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1D86E-0374-453B-AC07-E2B3D89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0433D-EDA7-4A06-9B65-C7D8AAD7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64745-D20A-4498-817A-325565DB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0BC03-54A6-4F61-B673-4835C49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78609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B820C-2C08-4418-816D-DDB6388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ABEE-667E-47D4-88A6-74AC312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53C64-8D74-4F7D-B938-31C951A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86E0-0691-4065-BB5E-F6A774E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3FB2D-B9FC-459E-898C-0A37D2D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EA90A-D32A-4F76-88FA-7324263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3398F-77EE-4A10-BE80-F343676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4E6A1-DD06-4455-B185-B1DC956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037DD-2B9A-45CC-AADE-265E383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ಆඎඛಕ ౽ವ౲ ූಗ (03 hours of pedagogy) 1. ലเ೧ ರವರ ෱ಀൟಮ౱ ನ ಕಗ...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4EF39-18D5-4241-9621-F9D4934D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1E081-EB50-4500-8BC4-2C12F70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59095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4DF4F-73CA-4FAB-A262-17CF0F4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23925-E770-4D08-96A0-75A8007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F5EE4-DE6E-4332-AE0E-C207C85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CBF8B-2EE7-4D5D-8AF1-3660AD4D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4AFA5-3061-44BD-8FCB-717D378F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A5188-D83A-41BB-9065-F995A6D8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96FBF-9BAA-463F-A3FD-6B11F6E8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6D06D-8293-4DA3-8311-4AFBF932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ಆඎඛಕ ౽ವ౲ ූಗ (03 hours of pedagogy) 1. ലเ೧ ರವರ ෱ಀൟಮ౱ ನ ಕಗ....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619BA-8ECA-4BBC-A134-68B7012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D2CDD-5972-4DA2-A91F-CDDEE870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AD4D5-49E9-48B8-BBA1-770FA17A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66410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D0515-1B28-4FCF-99FD-14D7898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DE6E4-43B1-4F69-A0DF-5EC8F55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6957D-049E-4962-AA26-C82B0390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C87E7-18B6-4B88-BCEF-EB5DB3DD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8EA05-F589-4197-B87E-E57F6F6C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B4D2F-CEB7-4783-9C0E-EE711EE8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0AEE-178A-4284-B2BA-3CA11C8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24003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B2FB2-48DE-4FF3-BE78-3DFEC65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DF41F-19D0-4969-8BA1-4484137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E80F5-EE62-45FB-A87C-E576D22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3753-634D-4187-AFF0-10FB4A7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05449-A46E-4CB6-AAA5-76E6FDA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ಆඎඛಕ ౽ವ౲ ූಗ (03 hours of pedagogy) 1. ലเ೧ ರವರ ෱ಀൟಮ౱ ನ ಕಗ ౛ൽಂದ ಅಯ౪ ಃಲโ ූಗಗำ 2. ಀฆഴ ౽ಂೈಣ : ർ.ฃ. ෎ಂං ౳ 3. ຄಸ෇ัನ ಜೕ...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D5388-D650-4AD3-B44C-C4EC575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ಆඎඛಕ ౽ವ౲ ූಗ (03 hours of pedagogy) 1. ലเ೧...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CB44D-D338-42B1-8DFD-09FE1E2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C6835-77BF-4C73-B2FF-F7BEF80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C7E60-2EE1-4939-9649-C315E0B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4CDC4-1629-4609-B4BA-6E6E869E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2B2F8-B7BD-4FB7-ACD1-91B6A7F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ACC27-1B55-49B0-8963-BB814E8B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63043-984A-437F-9F9A-43AF78A6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0AFF9-26B1-4C0D-94E7-F954A5B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73656-B867-4560-8B1C-C9B19FAB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9BE8D-09F5-401A-8CEA-0CD43EF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30750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0BED7-A24C-49A5-9D3C-B8A4C87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4E4AF-9846-4DF0-81AF-5C25DB1C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DEC17-3433-4E9E-BCA8-2F48035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A0DB0-9E93-4F9F-A603-F2320F0E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7B802-60E0-436A-94A3-16B690A0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4D306-63E4-4104-994B-FF6D843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63383-2760-44AD-958E-9912C73B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AF1BF-8550-4DB2-9545-918FC30D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40DDF-1166-4C2A-8DA3-EFAAACF6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ಆඎඛಕ ౽ವ౲ ූಗ (03 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0DC69-4C21-4777-9EE2-886E3F87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19E33-F437-4D72-9268-8629E0D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3FC6A-C175-4D8F-A32E-8130ECF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ಆඎඛಕ ౽ವ౲ ූಗ (0...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E9FC2-6BCB-4FF4-AA17-3AD13F54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4058-C50C-4FF7-B69D-6908722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D78A8-97CD-4005-9187-C60820B7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ಆඎඛಕ ౽ವ౲ ූಗ (03 ho...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90946-0EE3-4BB3-B595-E2EDC8A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4FD59-176C-4467-BE73-13CB089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8B334-6E8D-480B-BE5D-0B270B64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ಆඎඛಕ ౽ವ౲ ූಗ (03 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80C59-BA2D-408F-A25D-9BF35CF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1C167-220E-41D7-ADF5-E9E3C22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FCE34-97F5-4EBE-A250-142E178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ಆඎඛಕ ౽ವ౲ ූಗ (03...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0DCCE-08D5-41F4-9CB8-C8ADD904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D2F7B-591E-4F41-BE8A-8380CC0E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66838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5035E-58AF-4C23-8AE9-19F7813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F3350-DEB8-4820-871F-FCDDA978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7202D-CA9D-49C5-848E-769B67B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81CEB-2A0B-4836-8036-5DCC09B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1E3A-9CCD-47F9-A3AA-8300866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E1D8B-B90B-4D67-8778-E44227B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E4FA0-F7D9-4E3E-BAA6-93BBCB17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BB528-6B0B-4AD9-BDA9-93E19137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A3D7D-FE92-4478-82C7-5C906C46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24514-965C-490E-965F-2E38343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0BE9C-A8E1-4723-98EF-BBF8799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152B-B2F2-417D-8C1F-5CF246E1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65C20-A5DF-4822-8F1C-17149D7C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4C32B-1C5A-4B01-94F6-EBE484D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6F2D9-819E-4460-8268-A30716C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39012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DC9EF-23F4-4475-B29F-31BF611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94B30-104F-4152-9D08-6C31496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5C930-F656-4F47-9A6A-050377C8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0789-F9C1-4349-B779-7F1881D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368FA-84C6-4ACC-B91C-F741402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0AB73-912A-43FE-8F2D-B5B95648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ಆඎඛಕ ౽ವ౲ ූಗ (03 hours of pedagogy) 1. ലเ೧ ರವರ ෱ಀൟಮ౱ ನ ಕಗ...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15691-B95D-4837-9C14-B409C2AC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FF77C-E92F-462F-9321-BF8DC3E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31926-9350-469D-AAFB-8704795C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2968B-C80C-498D-A211-83D6AC2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AD7A-592D-424F-9FAA-D584C2B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2238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BA142-19C5-45EC-8098-9A7DA6CE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C563-6442-419A-84BE-96D60FB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CD51-BAD0-4812-BF1A-609CFD8E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3E0E1-7D75-4B79-8A26-C097D5A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9F13C-CEC9-452B-8CF2-ADA09EB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A8954-BECD-4D88-9778-6E9796F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59639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F8994-BC75-447D-805D-054C973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305C7-FD96-40A6-A8AA-EF1A10E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26DAE-4B84-4431-A8D5-44BF0A3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3DAFE-C65F-4D5D-B1C2-13C134F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8D8FF-2D3A-47A4-BCF2-5384021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FED63-D860-4415-ABEF-6106E2E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595115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C6487-3005-44DC-847C-B3E0420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B8839-C062-4512-B40B-15908BE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5941-811E-4037-A2A2-651EC52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6BB45-5DFC-4261-A72B-63DD9C92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B9724-592A-4AF7-B055-000479E2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7F838-1182-4981-A3F8-71185550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467440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05D7A-3CF2-4B22-812C-B2DABE7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C97B5-1D0B-4260-ADA2-0128FBEA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9C3AA-5651-4F9D-86E0-F6577CDD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64E67-DD6B-4971-8109-C402E27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5E69-FD6E-4585-986C-454616F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51A0D-5CC4-44D4-A50C-EF18D70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631525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AD207-5685-4788-9DBE-A6FFE0DA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8FD8-49D2-4234-B714-87DBF64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415B6-E328-46F1-B573-662D860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E1A5-4880-4FB5-B7D0-3DDDEFD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20E81-48D0-4B09-BDB8-21A8FF3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ಆඎඛಕ ౽ವ౲ ූಗ (03 hours of pedagogy) 1. ലเ೧ ರವರ ෱ಀൟಮ౱ ನ ಕಗ ౛ൽಂದ ಅಯ౪ ಃಲโ ූ...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F92C1-7698-4BC3-A995-9800DBF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6DF43-6758-4354-99D2-043575D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C9FC1-4CE2-41C9-9A5C-C8113C75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771473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17E5F-1FA0-4E77-85DD-BEE284C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D5760-835D-414A-90E2-1FC2B5D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610B-B021-41B2-A8AB-6293365F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AF47-9CBE-484D-B60E-0B63FFB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52D5-B90F-4B06-91CE-088205E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FFF1E-FC39-4D9E-9F7D-5EA1DAD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B7D0E-A222-4AE4-B0C6-D7714B42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B5A9A-B12A-4557-818B-F864F3A6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D116-BCE8-4C43-B9FA-B7B6C481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E4A45-86AE-4203-BE92-C6D35E1B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1C4E3-6161-49F7-9E0D-45C5C71E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8ACD4-7BDB-41A2-8AF5-049BACA3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65F22-B25A-445E-B297-24B4019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0E64C-9C73-4D41-A05A-08604DD2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AB5A1-253A-4B59-B145-45254D1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BCCF0-9D5D-416C-9B62-565225E0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61AE3-25F6-4571-8618-A4399308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E85B0-A323-49F4-B818-D303ABC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2FF0B-1282-4457-A9D5-6227FB3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D8D9C-ACC6-49BA-AC17-DCAB4C2E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D50B1-BCE5-4A94-ADD4-50307E4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380E7-E8C2-4616-BDCA-E044B41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415DE-411B-4771-AAE5-201C966A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2892B-FBF0-46A5-9B57-DE5C632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9183F-7BFF-4791-AED7-D298D7BD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62235-564D-4760-8915-C172E2B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F952A-B306-4499-96CA-5479A8F6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AF7E5-E187-4BF7-ADEA-E756D8AF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A0F43-E977-4F6C-ACCE-A3AADBDA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8500F-045B-41C8-8976-D762C30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F9A37-A556-4F53-8F67-A93A48B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D81DF-C104-46A4-AC80-CF588A40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54347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67440F-5926-4CF1-8BA6-8D86E9C8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0C67-6DC0-4191-B134-A5157E3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B2FA8-C57D-4777-BA0B-D05D051B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C0B21-7A53-46CB-B92D-426658DD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EDD33-C330-4690-8EFC-3FFD03C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00A51-72B7-4C4B-8349-98E6900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E2F8F-547F-49EF-9702-28EE6398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EC848-D3E7-4F7A-A7A0-F8618FFC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626CE-711F-4253-A454-0A268CA5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02457-4728-48C9-A800-EF16ACF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72527-52ED-43D6-B2B1-987CF75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0281-5D87-471F-95C0-1911A8D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1CFDD-5DDB-474C-840E-8181554A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9FE39-3E8F-4843-9B4D-E47BB12D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281B-1B62-4E2B-8131-CB021B5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77B48-87BB-4DA1-AD4F-ADA2636F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41CBF-E832-48EA-B706-605747C8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967B5-7E61-4A73-8403-8035391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C1E3D-3EB1-4AB6-B832-6E97EF9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4CDA3-B910-4DE4-9030-A8E767C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EE9A7-87D9-40A4-A78F-1A248A3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24C4D-182C-4572-8358-EDC70F84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46009-8714-4DD6-8EAB-7CC6E923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38AA6-FDFD-4EF8-ADE5-597FF22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68138-AEEF-4119-A441-C6DB2D55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D203B-8EA2-4479-8D14-7743B54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990D7-B5D1-4C6E-9590-AFC2180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74D4E-B200-4656-ADC8-BF19A0C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1BE41-CE82-4335-9833-41D95C8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2D5FD-21AC-4354-BA81-A2D40CD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EDB6E-0A1C-4CE3-878B-1521A4B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8A9AF-C8A3-4634-8814-2581C9D2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933502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A1EA92-E5F1-4154-B362-8DF6A16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FAB86-E32D-4231-A746-AD61046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86B2C-D0BF-40DC-A144-2F3666A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338E1-254D-44E7-8ABB-220AFFC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49B1B-99B5-4A5E-9359-FBF4544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F3735-8DF6-45B7-86A4-20EAE980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649AE-3E22-4038-867F-7A243EAC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C1D9E-F4CA-42B9-85E0-1C6F876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FFA09-176B-4964-9A33-3A84FD7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15107-D9A3-4272-9F34-0D34ED5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5EA4-960D-4C7A-AD61-4B74A946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25B81-885F-4C32-9661-B17B96D0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C63F2-11CE-414C-AAEB-110B7A7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C9B4A-BFB6-472E-88F8-71868C2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B61FB-6336-4597-8FAF-8364D15B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DF20C-C916-4B73-BA65-403BAE0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FA43F-049E-4F20-8064-3D0851F4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1F77C-9492-4490-957B-D69B8E92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589CA-FCB5-4778-998F-4D1EB320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145E8-F571-40C0-ADEB-CF078580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79A5E-0575-4CC7-B1B9-1ED4DE7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76C22-0E6C-43E2-8316-3B6972D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DE088-3C66-4B6B-8D7B-BCDCCDC5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C029B-8CE8-44B8-AE53-794456F7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872FD-8C72-40C2-B568-9B540D84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49E08-B949-4498-8F00-9DBAC883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A08D7-32EF-4B46-B271-43F5601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7683A-7A19-47D7-90F0-DEDE9680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94FF6A-33AA-41F4-A1AE-52F857B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9D402-92BA-4FF9-B269-D215AE64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997023-3EB4-42FF-9503-0CBE3802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175AF-0AF9-4402-8730-65014BC8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631555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C9D4A-405A-4C87-8D90-438B935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75427-2784-46D2-84BF-A25195A1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0D57A-0ED5-4F98-8E40-9AF6C7F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82932-C1FF-4DD9-957F-AA781C4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5CA31-1A6D-4AEB-B13B-30A4609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44074-6EEA-4162-BD1F-119C9A3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CFAA-C4B0-44A1-BADA-4722885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0F530-7578-41F5-A22F-715820B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2730-9F53-43FD-BE63-377A429C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4C151-CF44-4B67-B910-764DC5A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41F20-1E64-4202-9610-539EAE8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D9700-6073-4FCA-80AA-C620D25D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D090E-92B0-49CB-95C8-9E8B67A8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B76E2-EF43-4C7B-BAA9-4AD952F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71D09-F4B4-4C9E-B4CD-82C4894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B963A-42A4-44C3-B02A-92BB851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6ED50-386C-47A5-8F97-3744778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AE975-7A10-4ABE-BFF9-E9948DF3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94D9F-7E12-4BC7-8D28-50E82C4A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52533-3368-4BC7-BB5A-D555692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776F6-CEB5-4753-AAE0-9F4CD16D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1611E-0536-48BA-AA3F-4B89CBA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6A33F-6871-4E22-B697-57A0DA9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C69C1-A45C-4A8B-BA7C-D2EADF4B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27DC3-519B-4A0B-9324-84083052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EEEAC-037D-4943-BE50-C75A74A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F95C8-6DB2-419D-A7E8-5194C92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A39FE-BEE8-4473-BBD3-F82DD1D8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4E83E-7DA1-426C-A535-2A54F7E8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AEDB6-8103-4B5C-9235-AEBEE55C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E7C8FD-D98E-4481-AE1D-AA2B31F4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61349-1B9A-4708-A8B8-028EF89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65180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3C44C-D5CC-4EF6-9CE6-C3D90D72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2FC9C-44A2-488F-A1CD-905974F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0F15D-B581-4FF6-88B0-AD99DD6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E56D2-A444-4F07-BC7C-7B3A8BC4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555E-8128-4611-83B3-78920E75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CEF95-B4CD-49FC-A358-9325C91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9AA66-1FA6-4929-B6E0-90B6925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13A1B-9372-4D13-95FC-9047C224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BA5AC-1A18-403E-85F3-717809B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D657-2749-4335-A494-F0B41D26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A3797-F641-4061-80F2-1036B49D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58AE9-93E6-4DC8-A143-4DEE084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17B26-E0BF-4B8D-A136-F86F5A1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07601-9979-418A-BEEE-D01B5AD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57353-F264-4392-BD6C-0E5481B8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427CB-BA31-4F7C-8095-AEE8B93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92143-22C4-42B7-9018-57DF831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39587-A521-4762-92E1-70D2A16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E7EB5-A1B3-4FC6-A63B-0413959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5EF51-C1CD-4966-A846-ECE81994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5A4EC-68E5-41AD-AA39-A333402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2CDDF-9A67-4F3B-B964-504BA59C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24BD0-F777-4BD8-90B5-E121712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C9209-17CA-4FB4-AD5D-E6A65EC8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BFC71-8EC4-49C9-8D18-D744D11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894E0-38A1-4CE9-8D5A-60EDA21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026F5-6C4B-41DB-9293-A48AD557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63B73-9F8F-4C3D-B1C0-93A97694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5407E-A18E-4F3F-A816-ECD1DF01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584BEF-4E06-498A-A1F9-30D437D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0636F-534C-4479-86E5-A052081F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53E9F-5237-4B40-A241-E28728F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12204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4C4F7-B393-46DD-9824-8E5582EF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444E5-AAAC-44D9-9186-1B34D8C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52B14-E99B-4275-B6CD-2DA203B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07757-F045-4927-8934-FD06D31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A5B8-3C45-4FBF-8060-7BDBC50C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E741D-E28C-48F3-B6A3-11579E6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BC07C-2F14-41DB-A90E-CBBB9AA9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91CDB-825E-42E4-8120-1A888EA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51916-CE58-4DC8-A2DF-9D067EEE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656E-806D-4184-ABFA-913AEBE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3F609-B955-4B8F-B068-ABD65625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FC765-9FF9-4CEA-A9BE-C876868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E6F9-2661-48D9-AD5E-2ECEAED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46163-CBDC-4F5B-BF28-B4FC596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FFD8B-FD19-4EEE-87AA-70EC977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87947-99EB-40C4-926F-CE250F6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005C5-0A83-4A6B-BD12-A5F862E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AB64F-60BF-4CF3-8905-DE65FDB9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FC435-DFEC-4FF3-943A-AE6296C0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144B6-84EF-40AC-83B9-F9E7F53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7C5A0-489F-4791-84CB-1EC6883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3251F-B11B-41F8-8858-08FC8749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822B8-5DDA-4CEC-A4F7-7483F33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D98C7-D8B5-4843-A169-3ADE6E7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CFE12-33EB-4D26-94D0-762A4FD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04033-3ABE-49D1-A63F-5884D39A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30339-55D1-439C-BCC3-9FD921B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78A06-66CB-40DA-B673-6F4F0E78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604D5-B74B-4D3B-8536-1C83163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F0912-B37A-4928-BD02-E07EC0C3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3012E5-2D17-487B-8E20-E358213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22564-5E69-432F-BB4E-10DA2C20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288135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C2A48-76AE-4D80-A37B-2FCFBBF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F852A-1009-4B15-9D0A-5EA6770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5A09F-6E59-4469-AF09-C455062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12B64-E03C-459F-9300-26DF650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29A90-6D3B-4E68-AC95-DBCED37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85CE-5B87-423B-AC6A-FB4E4AF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B5383-600E-4A5F-A53D-4506CCEB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F6E8-3868-4E7F-9E65-462C21F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4B60A-B36F-42CC-BF5D-7980B50A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B177-2AAD-4761-80BD-7CE38CF1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A98D4-0EDF-439C-B3C3-92F7B2E5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99259-97AA-442B-9193-816FCBC8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CDF15-1BA5-4FC7-B936-641552AA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BC98B-1861-44F7-AF9D-A196F18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67F3-F8C4-4A4E-89BF-1CCC12A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7C0E1-8884-4A6A-84A1-5DC3B7C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06194-2F8C-45AA-9F34-D0D1408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CA08F-7AAF-4932-B285-573A9D9A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9A1A-5AEB-4C92-B674-DEB1D63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54E20-822F-4E5B-9AEA-E729169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B1889-EBEB-46EA-9083-3D8BC5C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A2BC4-E3A1-4F2B-9EFD-F1A2351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9A2CE-0520-4B58-AAD4-F95F522A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40D75-3E8B-4DBA-A456-34A5B67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7A45A-B300-4BE5-BFC3-593C43C7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F8803-9EB5-40D4-9563-A241C4F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09651-3AF1-4288-AEED-07350109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87208-F5D6-4F7B-8C2F-42D821F6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34F3A-7AD1-4959-8AE5-3E2E6BF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DE5D1-E0C6-4A06-A906-F4241CF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5CAB4-62B3-439B-BDBE-42899C9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09840-1C9C-4971-8CB6-B31360FD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121319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28682-6D09-4813-928B-9331C4B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47AFC-EBE9-459B-BDAA-7472842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95317-4B6E-4722-ADD7-8999CE6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4FE2A-C20D-4141-8086-3DA6644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15473-F069-4BCA-8BCE-B0052DA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DA82E-83FE-4EC4-8CD8-4BAED123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3FF24-8F5A-443B-8E16-65B424B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42A14-F686-4E12-A586-DDE42ED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1E68-B1EC-4436-9812-A08B580E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F5261-5994-4ED1-A07C-58E7D11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A23B6-9004-449A-A206-B2EE0535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205D5-C5EE-4B1C-9A24-BC1E1F1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05FD9-9837-42D1-A7A8-7C2BAA92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2E687-A460-4C27-AC4E-E639EFA1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A19E3-D6B3-42B3-AA29-7F8981B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04722-EA5F-40D9-A29C-FA26673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FA152-2985-4BA8-AAA6-A541B71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EEC09-2AEA-457C-B7A4-3CB7254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3108C-C9B8-438A-ACBC-CBC87AF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570AF-4CBB-4955-9589-1B3FE0A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F006C-636F-4D34-AE6E-C34C3CB5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23BA9-C5EC-41C3-82D3-8F1208BC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87B2C-4434-4875-A6D0-B08C9B3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E26E6-E71C-42CF-95CB-BF68B9F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9CC3F-397F-455C-8AC2-CAC7AF9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5D34B-6ECB-4FC7-940F-B8E331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32DA6-0CB9-4DE2-B2BA-E1228D4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0C384-0773-4D66-BC64-5D84CBB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FAFA5-50BC-42F1-B55A-B522057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26374-1ADA-4EF7-B75E-6F3AC74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9DF47-AE88-472C-B1C2-86BB0C1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AABFC-F176-4C4C-AEC7-AB48F566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710583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A825A-6A35-4213-B665-3E70C786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BEB92-1DCF-46A2-A803-17D5BC7B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0CCB-E53C-4CBE-9551-023BA3C3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9C3FE-EC32-4477-A0AC-4222491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946E6-3A84-4C6E-AA8A-2E70E21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45692-71C7-4A58-A53F-EE8B71A5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85C5-C24F-4242-BE91-01430E0C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8F848-EFF7-4040-8758-3B4C23F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471CB-9515-4F53-BE16-364FA8E3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B5586-0DE7-40E0-AC83-5B27B9B9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42C18-FE81-493A-88E2-A2495F5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D288F-9BF9-4275-BDD2-339921C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7D3E0-FF60-4A7D-B102-CACBE3A7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4995A-4BE0-4820-AFCA-EBE9C55A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B70F2-B247-4D37-835F-5CFD6B2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BCB87-0A85-44DB-97F4-BC25D7F6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0DE09-AC71-4485-9EBE-DCBDAB2B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D151D-9E06-49AF-B94A-2C676D6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74C6B-5288-44A0-BE40-3ECA34C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3C752-CEAC-4355-8B5A-952D9DC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CB3F4-E62F-42C8-A203-1F10647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3914B-EF43-4EF9-975C-BF1E246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21126-B815-4C75-A41B-E575918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BDCE2-0199-44BB-BA76-290CEC0C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83063-F005-4C6C-BAD9-BF87025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D36D7-1E50-46C1-AB72-743B0D8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A939D-1C4D-41EC-84C9-AEE0452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D3033-6DFC-423D-8AED-B3789B1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1AB97-2FAE-49D9-AEF1-54646A3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FF579-C371-403E-8892-C491C92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255A5-46F1-4E26-8FEF-AC35D3EA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8601C3-4361-4F70-A161-C471687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963671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68CB57-CAF8-448F-B783-33BF9A1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0E798-6148-4DCB-BEDA-0B560B5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C3875-ACB0-4C92-AD34-256C343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2A53A-63D3-4D64-9AE3-51D8AD6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EA312-9731-4CAD-96C3-3812CAA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ECF74-9F89-4CD4-B6A2-1E1072F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D0A1C-0A49-4F01-B0D7-8C23A3A0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877BD-11E8-43CE-BBB4-AE335A63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0B03D-A94D-4BBB-868E-A3B7B8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ED03A-0778-4B19-A45F-E8C8CC0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EC4D1-EB62-47B8-8ECF-3B3CCF04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6D9DA-3309-424F-8E79-9B75355C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165C3-28F6-4CF6-A92D-6FF5DF4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2909D-3252-46E8-B63E-700B1F8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EFB41-1B53-427F-934B-E23F6BD1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759F4-A79F-4D8B-835D-C234A3E2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10542-42BC-493C-9251-7F36A738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87E1F-91E7-46BB-9E23-ECB3412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0EC8E-24D4-4ECF-8B00-5C8E2AC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F2C75-9ED1-41C4-82F2-1A929089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9B033-5D05-4F41-86AA-B5106961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1B340-81EE-4256-AD83-3919283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1139D-786C-41DE-898C-C17B7507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49377-C64A-4BEF-923B-E43BA49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7994E-230D-4D4F-A21F-6DB3B52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9A9A0-E957-43F8-B90F-6D3C27B4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F1C57-2A15-44A3-8EC0-857CB738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3B4FF-2F30-4BAE-9232-2C730E94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301B8-604D-4A8F-9871-55B202B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BE9FF-198D-4B47-B6BE-06208DD6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12CC5-F001-44E9-B8B3-868C620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9E01B-7975-47E4-BF8C-9D8DECC5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435736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82175-BBB8-4142-9707-7F9E0D3A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1E2CA-8BA0-46A0-B3BE-308E4176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CDD9A-F11F-4444-BC8E-A0A3CD8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15DED-4AC6-45ED-907E-F7988B10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C0732-5315-4E84-9DCC-9C6A974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655D8-AA60-4F37-A0E9-788AD1AA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F2A5-C057-44FB-A698-721F217F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391F3-947C-48DD-BD49-7E2803C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85DFE-087E-46BB-9D34-0F725CCC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4574-AC40-45F6-95DB-C8D3F23A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5A0C6-8ECD-4BDE-88EA-F7FC2830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E95BA-2F45-4541-AE1B-A786E3E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BCF5B-2844-4DFF-A496-FD696C7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AB874-F226-4BCF-AEB4-5D6731F8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D131C-8404-4E21-87AA-B7660AA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E057E-0870-46A6-96B2-C821A07E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BCA4B-7D9D-427A-971B-3CECB93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A2B79-9ADE-4A7F-BEDA-2181158A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4E8F9-7B10-4EC6-970B-E2C426A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2D0C5-E130-441C-8997-E119D94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EAE79-CD5F-4113-9493-10BF4C12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CC049-C872-4A67-A88F-15812A4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38374-4F82-4FC6-B421-DABC1B08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7AD62-EE24-45D9-BCFD-DFB6DA8A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6FA39-0B47-47A3-A8D6-4738DB59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0AD73-0043-4301-8F8E-C8884AA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D1EDD-E9B1-45BC-ABC0-47898519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C14B2-A0F4-4B8C-BC83-CB0DF17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39637-CBD4-41C0-BBBE-ADC8A66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25BCE-23BE-49A1-88ED-BBF6EEB2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7567B-8F0D-4B74-AB19-A745592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E2325-B540-4E2C-829D-E44A95D6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654200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34450-282D-427E-AAC1-BA67FED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E13F-F89B-47EE-8B6A-CA6F8DF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0682-6DC1-4450-A3D0-21CC90A9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23B39-F3AA-4A13-BB7F-6EA393E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75353-EC90-4498-9C82-3169E9B0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58041-EFAC-476B-AB14-B889C46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D6985-0987-4775-B601-4B0A804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2CC1F-0D25-4955-A1DC-5575485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407EA-8652-41FA-9E27-9333C559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5F5AB-B69B-42F3-BE20-138D3B9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B6392-1842-4491-8CD5-7ED0B66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986B6-03B9-45B6-9C26-C5E160B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38E64-F053-43E9-ACBC-EC0D361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2CB1E-67E5-4AA8-B8FE-63EC912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026FF-35A0-4777-BB5A-F27EA286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9B28-120C-41A4-B422-9580BC2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30A9E-5BD7-4493-987D-8BC07D2D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B773C-ABF1-4203-8274-3148AF20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E1C28-93DE-4F35-9CCA-3B868F9D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AAB8D-B034-4136-8983-CDE23BA0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E29BC-A4E9-4140-BD75-711D12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E3C3C-3E11-42AA-8D8C-366D54A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6067E-D7EC-4E90-BE0D-49ECFF3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22876-6260-402A-B6DB-D4CD11F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997FD-6A19-4152-AC3C-3BFE7C2E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78F34-8776-4EEF-95DD-AAEF5D0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DEFB0-7D5A-4625-A94B-98ACEC2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AE9EA-70FE-494B-92D6-31920C1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DBD07-8584-4679-A5A6-C4A5635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9AB95-5FB5-4D1A-9316-45955AE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7571F9-D4DA-4280-9E59-E4384C0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ECEA71-CC18-405E-A362-465D857C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347318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77DE9-FF5E-41A9-9086-B14F271C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97746-A11C-4A22-8E8A-96A7394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11E33-EBB1-4219-940C-569FC106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616F8-D052-4021-BFA3-CA63AACB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51C29-8C58-4292-AC75-DE37AF9F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E6C4-1AC7-4C0E-98C4-60D08B86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CC099-5506-4D4B-A31B-51623C94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5AEC0-4BFF-4DAB-AA8C-242675EE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3C42A-78B4-41EA-B97B-5604A73F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0AD5B-C252-44A6-931D-810E1FC7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E804C-2BBC-4F7F-91C8-7113B69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8A662-E8EF-4DD1-B485-5653102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52665-CFC1-4738-A240-A622D61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840E2-ACD3-475B-A6AF-D760BF3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C3E2F-666D-472B-9158-134EBEB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C4721-BA79-405C-9A1B-1E035BE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94583-4A92-445F-8B52-59A4F75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6E1BF-FC5E-4449-8648-139824C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0DD94-B5B6-4157-9C4C-428E499C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2761F-16A2-40F6-8C69-B0BADBC1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8A873-C6C4-46A7-93B9-A5B91E4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B2FFB-B875-4817-B367-4276C1F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1BB63-4DD0-4C05-85D2-FDD064F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BB7B2-3A51-41AF-8B44-5E9A9B7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F230EC-456E-4167-BE1B-6AFB7C20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9AF73-4335-41B0-8147-E40003C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1D2ED-04A7-4513-81EA-ABE2E61E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58B94-8880-4245-9CB1-827D9FD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245D8-11DA-4935-97AE-883FB7F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AEA73-53EA-4DFE-9AAA-869B324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15026-0989-4ABC-81D2-72B8CA8F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EC9A07-BFBE-4E9B-91F5-3171DBD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261471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EC034-B221-40C4-8FC7-70CA825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F09CA-6C71-4D5D-B0E8-ADF9B05F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A966D-EEA0-477E-BE20-0224B63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809B-1036-465A-A999-2A6070A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990C9-A5B6-4BFB-B7C3-7B01ECA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CF4AD-DA67-4992-8078-52F046F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CF0A4-B43B-4E63-98C2-35EE650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D0193-5E33-4FBF-AEB6-AE676C53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9E96F-236C-4A06-BF7F-B43F4AC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D5FDC-1052-49F3-84BE-E487E67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714E1-2AD5-4971-9F04-9F707CC7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728CF-979F-4FC9-979E-B20AC28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DCF3F-D8E1-4BF9-9487-D68937B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19A52-2BCE-4364-A543-05899D4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2738-7C54-4D8F-B82C-0761983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0D079-EA6C-463B-BC48-3987E27A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DC2E0-9B5C-4819-96BD-3BBE13A9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718A3-72FA-4C9A-9CB9-2F0283CD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433EC-51D3-49D6-BF1B-A8DBA0B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8FD53-8887-4D48-B5E9-DE26895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D62A3-400C-4DE7-82C9-18AA68D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DE7D4-D3CC-400B-87A3-31DB621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9D94B-AA36-45AF-814F-589971B9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FA983-CE6B-4F97-B97D-F228EEFA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596F0-C878-4043-99FC-1470A6D6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C507C-D2FC-483E-8802-F8A6464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513A0-EBD4-4828-856D-F72B9A49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E1D07-1EB5-4485-A075-1F92220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C7FAB-EE1A-401D-A822-4103855C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3D8EB-AFAA-4E07-9692-3AA471A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285D8-3D28-4875-A14B-D000A19C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DC790-F8CA-4FB4-AB54-226A045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094059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F272C-A15C-4F5A-81B3-00A9AA73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5C13F-52DC-4966-939B-98D43872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7A475-67FE-4AA1-9B30-2255517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D3FDB-9BED-4940-AAD8-C9BD066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808B5-67A1-46D1-9976-01DACC21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CD736-6DDE-492B-8811-8C20746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4BC1B-EFE6-43E0-A70B-2D79F3D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7F1A-F340-426A-B096-3F55941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A9BA3-749D-49D7-BAA7-3A4B122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073D4-5EBC-4A40-A25B-F5CA75A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23C2C-27F5-4BF9-8BB4-92634DC3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E1E7C-47CC-476B-A1B3-63B9917E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F8330-7A64-463E-9C63-FF72FBB0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85D76-6688-4558-9CE9-10F276E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D0458-D77F-49A5-9F15-3F26598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CE561-357A-4AF2-BB3C-7667A79E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8AC77-D9A6-4B97-8A9F-E28FB642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68CAE-A43A-4FE4-82DD-DE857631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F5AAF-6BA7-4EFF-BBD4-6C3DF1D7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21680-536F-48B9-B59B-1B299083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C12FB-D730-410C-9C85-F4A428F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25286-FDB0-4F7C-9B52-7E55329E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4EE74-71C9-4132-8293-9AA9C3A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41D4B-E8C1-4772-A404-F2D960A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BB9D9-696E-4393-B7E7-508BB1CE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6E71D-D1F9-411A-8CF9-39D741A0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CD1F8-CD00-4D15-80E9-7E7F921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61B4D-EBF8-4F9D-8A6C-FAE9FC38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8088C-5D3F-4C89-8D88-9663883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42DEF-8B95-4DE6-82F1-B505A18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7D3C3-0E57-4700-939A-A060155F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E04E6-8AE7-4807-A84D-84D30BAC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688683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0DDFB-4578-4767-AACC-74CB772C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E793A-ECB2-48D4-B1DA-E87554E7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D862-6C66-4D01-B0D0-B19F6C6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B0B1E-6C0E-4719-87C5-A53861BB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DD96E-C5C3-41AE-B97E-F0E02ABB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66FD-FFBB-4469-8D41-D13243E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6F69B-A3F7-4FDB-A9A8-2855313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7D0C-0F29-4C26-8D98-2EEA915D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18D13-FCA5-4C47-A1D6-1103FDDF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76EEE-B19C-40F4-AAF3-8F3FC092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1EB16-8D21-49F3-8B0B-5E9A820E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8860B-772F-42F1-8196-52FC3169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2D68D-2BE4-44CB-BEC6-0A35BE71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9B3DC-18FE-468E-8120-D560CB9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1ADC7-53D7-4B6E-8FF0-692CB0E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86DB-C5F7-481B-8A8F-661C897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CD851-8E84-40AA-863C-3F211B6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BCC99-60C7-4AC9-83AE-3A1937AB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7E9E5-290D-4CE9-8C8B-7725FFF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0303C-57A9-4AFF-A225-2D49B23C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D4A2B-E1DE-421B-881C-BB7E6ED2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34D5D-CC09-4767-B462-91A4FFA4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75958-B6CD-42F8-B7D5-E45C3A71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BED7C-8701-4240-A410-A25C7C3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C8B4F-2F8D-4618-B3BC-5AD2C4F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4AA9E-5FF6-4187-B0A4-698C1902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A1BA0-3319-439E-9FED-57433E5E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5BF94-264B-4E66-8BC4-7744F51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5BE65-848A-48C3-9491-9598405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EBCE7-AF51-44FF-89F5-EAE735B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328292-7D19-4C03-A4ED-E919D40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98A13-0305-4215-B215-A11E1DCE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187829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55BF7-6EFA-41F4-AD78-434528B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B33EA-A08D-4DF9-AF7F-0B50DCD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3F125-818E-4AF5-999A-E0CCB34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6B4E1-F824-49D4-8E89-EA4D934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94EFA-7A0D-4924-9B79-0F3EF29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87278-E13C-4B06-BE74-AC2FF64A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8ACF-8CD6-4159-AA6A-30A70931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B3DB2-031D-4F97-BAD0-0F2A820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7DA11-468C-4415-8009-06113E18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D84FF-40E1-48E9-BA53-8B92D3F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EA111-5DFF-43F7-A51C-EC175ACA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90CDF-95EF-4B9F-8A56-20B3C79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9078D-362C-4672-B2D5-46CB5202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1837C-C4B5-451F-BE67-469FA11E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935E8-041C-4DA2-B6BD-C29B80B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A3CC8-7617-4AA4-9426-4ADB083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C0C75-DECD-41BA-BA89-7FD41FBF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C4722-4CA5-44C9-AE04-8131C5B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A8C20-5C81-444F-ADD3-979023F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FE830-CA5B-4D04-A310-757921B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4E400-C637-4BFA-8AB5-66CE3211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F1BA5-2FAC-4B54-A274-D877E89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E59CA-5EAC-40E4-8367-35CBFCC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12589-567B-466C-99D3-6938DBE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73333-46FB-4BF6-9901-75EE0954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2DE4D-3DA8-4F1F-AF2C-E39DAC3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26495-B0A9-467B-B96B-0F6E60C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A2188-073F-4219-A0A2-BDBEE3CE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2B396-52F7-4F21-9948-5E69E7D7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3CFD0-C2FE-4FA7-B277-999FC6C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5FAD8-3852-4052-A6A5-4E86E94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3C9BC-0F32-427C-8E5F-92370E18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96052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A9AC3-E391-4656-AF93-436BAB6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620C-589E-4D89-B5BA-46B5AE6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FCDF0-11F0-40A9-8871-2EEC3ADA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AECF-017B-4028-A821-290779F7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30764-402E-4214-A9AB-CBDEB02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74BB0-019C-4CFE-8735-5765D710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13F76-DA1A-4515-A8F3-753BCF5A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208B7-F5EC-4326-8666-5DDA1B06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DEEF8-8AD2-44B6-9383-651B7CD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7B6FB-4F65-4C41-872E-8E746EBE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6E067-E593-4AA3-ADF0-0A86584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C5E39-F4B9-4530-BC49-00F3984A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332D2-BF7D-427D-A6C6-68608AA4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D663A-49D2-4DD9-B6E4-83F73342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FFB58-E7C9-4D18-B798-12030F9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6231D-6646-4327-B31C-4781177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54B4E-C546-4255-AF58-BC4E62C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28651-A673-4E4A-B6C0-63C00A8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493A6-A969-4E15-8969-A7281A6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9B557-748D-48A8-B315-280F952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01F82-CA83-4B7C-BEDF-7B63DB9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43078-69E2-42D9-B88B-8698549C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B660D-67E2-4E21-B2C3-3DDE1CCB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C511C-2D03-42BA-A751-F81F9D79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93C1D-8001-4636-B705-5A1BF67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A4869-2BF4-4C93-ACB2-4FBCC21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D05CD-F239-4282-8339-4D0FA5B4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E3EBDC-D8F4-45E5-8441-1C82D52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D86D3-F5CA-4371-A366-C8A46C8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E65F6-9896-42AA-9CBF-BFFDE11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94B1E-6FB3-4716-9A73-44EB7DB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638EA-3B8B-4510-BFB3-A8BC6B50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928606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5503A-08DA-433D-A3AD-6F22C89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9832B-371E-4248-BBE1-457671B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68599-C76F-4EAB-A5D2-7E182B46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90ECC-D774-41F8-ADF0-B6CE349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DA013-9703-4100-9C05-15EF1050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CD623-B01D-4B2D-B260-0611D100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A8732-A001-40BA-A51C-47DE17B6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86A62-0AC4-4933-A8BD-54C68B8C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4256D-F573-48D2-B06F-397D7561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A7438-49AE-4851-9894-8EFAD28C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F5ED-D34F-4589-91A4-7B4411D7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AE559-1110-490F-9397-609E488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E17BD-6EA7-4C73-A8BC-EE6197A5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DFDBC-5F40-4D57-95DA-C98A6AF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D2A21-9008-47CC-A44D-5DD78257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6BF8A-FC5B-44A4-ACD5-95D0D87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9C619-F8AE-4C90-A9A2-5F4FE8F9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B0A16-60D8-443A-8E1D-EB90BB87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43E9B-8180-44C3-B7F7-3CA0EF95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CFD1A-E074-4593-8EEA-54F9E76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A7C50-CA47-4B1D-B062-A8871555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27377-F595-4F15-93A6-3B58E272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F1ACD-7C6D-421D-A023-57D6DA3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4EC8F-6C7B-4AE8-B83F-CD3D5DB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E9CD0-DDFF-45D9-BC02-24C8729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8D152-B4D4-4866-844B-0086F50A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7E822-BBDF-4AF2-A8D3-4AD56BD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E371C-C75B-461C-98AB-096A175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E133A-C551-49E4-A056-697B3C67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27B24-01F6-4CCC-B5FA-4A05B80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A80776-4DF6-4CD5-AEF0-6878875B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2D99E-ECB6-412B-A3D7-93803D16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184806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52BC2-2DA8-43F6-B429-8F1D474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9850-ADE4-4BAA-B1FC-3ED9587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9A63-5ED7-4EBC-84B1-227F70D4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9272-B501-4BA8-8B86-2612000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0FC19-B750-4910-B365-320E1BBB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24A7F-7EFB-4F2F-B388-EA855EA0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B7DEB-93D4-44B0-9529-54F20B60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F89C3-6AD7-4070-A842-03232BC7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12CCB-5E71-4F15-B829-5E3895A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7F32C-865A-4E9F-964E-B40625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2F99B-899A-4389-8452-A2B38E7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6C890-929A-44F3-B5B9-EB360A39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E1693-0C39-484C-9DBA-644C8064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CFCE4-D4E9-47C8-9397-44DDBB52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61F5E-5413-4723-8CED-D9365D4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9D32-7940-49E3-B811-56CC7657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B7A05-BFA8-44BF-B7AE-4F9031A6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FEDF4-CFCF-45E8-AA53-F8664FE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5145B-5617-4DF7-8D22-53F79284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5488F-A4EF-46FD-9826-555DAD9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3B1E5-5F77-466D-A885-2AEDB52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D3C7F-10DF-453F-AAB9-4E6E90B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F5AE0-6281-4F8F-99CD-F7372A5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E0585-D533-4173-A3D2-CA41A297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BB0DC-A1C7-4980-A008-634C0600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C689C0-8A58-43F0-8B15-79FA16D4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3443D-6A30-48AB-93CE-0CC40878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8856D-E710-4E55-A67C-16550EA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57967-8CBF-43E9-874E-0534974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2170B-90A8-4B05-9E15-37AAFC4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D0E77E-FDBC-48F9-A0F6-B81CA68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71F91-18C3-4E01-ABCF-8F30FC4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092448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5DAB7-76A1-40E6-B5CC-BE8E43D5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DEDE3-93AA-467A-B7A4-04BE9D4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0EA01-53AA-4F7A-B5B3-E6EB6666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CB2B-28C6-4533-BC46-B46FCDE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524DD-5054-4150-8C69-6A325D2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0AAF9-D7CF-47E0-AD3C-45662E2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FC653-3C83-4809-B4CC-A4F15AE2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57DA0-CB0C-4E25-895B-D7D9831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7D493-8F19-400C-AB24-BD406DF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F8AC-A9C9-4EA3-8048-4A54D1D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F7694-CCE4-45F4-97B9-374628F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64F38-E09E-4047-8761-C4CF2782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B41F0-04A5-43F7-B2B8-796BBAD2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7692E-FFFE-499E-BA68-9B1F6BA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DE34D-04D5-4648-B7D6-6D5856F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53957-2CD9-44EA-B9AF-238AEC91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6FE47-CF59-4BA1-87D9-F729AC8B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9231A-B461-4190-AB68-930AF93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C68DD-C6A5-487B-9556-33FC3C8B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25BA8-0039-4EF6-A0FA-820EE24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8EAEF-C0BA-4CFD-B0FE-6DFF28F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2491D-5714-4BBA-A813-37E014D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54E9B-A81E-4F48-9DB3-8F91959F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D5BF5-3695-41D1-932C-61246B7A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2DF8E-70A7-4E1C-A3DE-C2144B4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AD212-2661-43A3-B22A-67EE852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DD71B-E986-4BFD-B67D-DBD00F8A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CCC6F-B869-4455-B96C-6C0996F0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92026-4A22-48B6-9400-42B4869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D2163-71F5-4462-B0BF-A491E87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2FD34-EB65-4D35-A3D1-70E7910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04535-76F1-4DC6-8BF6-56A198F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033167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8DED7E-AB34-412C-B76D-8FBC11F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AC957-B761-4DC4-8EB1-049A34E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32E3D-2C6C-4388-B7E9-3AB8AF1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74A9-93DD-4AC8-B922-4A5B5DC5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B91FC-129C-4E36-8A74-F10F1B9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0DE11-8AEE-4AD1-80C0-538F579D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45E8B-71F8-4BC9-B4FB-33AE3444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62B2-8325-4976-A597-7AFB97D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34B1-D8B1-4463-BA07-AEFCAA7A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1323-FE58-4D95-A1CE-E1EE39C0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A566F-C233-48EF-8189-561CFCF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8D992-863A-4CDA-83CE-C2738CF0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9C154-C82D-49D3-A0BE-6ACA19E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29C58-3CA1-45C7-8314-3D307827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872BF-3FA3-4603-AB3D-29719E6F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C0D5-EEDA-4640-96E3-03CB6A3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1216F-8289-418D-87B7-4BD075CC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50F28-B245-493A-8B15-BF4F0B5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5888C-1FAA-45B7-B95D-50DBE0D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8C18F-B208-4C80-A0C4-5A4DF77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9DE21-E959-46DE-B45D-5E7C0282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BEE98-6C19-4BE2-A8E6-4B263E45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6D308-26C2-4242-BFB7-9785EB4E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A5810-5F1D-49FD-96DE-1E4F4B1B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C782D-8F43-454E-9C7C-F6B1B1A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3D90E-4FDC-46FC-BFEF-5649B945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5C28B-DC18-4FC7-A752-2B04FB5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64042-A24E-476F-8AC5-B42F7D38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8B78A-3D66-43CB-A537-DA8FDBAA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F402F-E088-4DA7-B4A1-C735BF9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7D399-2449-4E59-B718-8374FEE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3524B-8A3C-4EA4-B1A2-330616F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521660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68BA7-240A-4DEE-B244-4A850C4F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E5F1C-A015-4BE2-9C8F-6763F6B4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DE186-A695-4154-9CB6-BB7B6AA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8A64C-9A0C-443E-AB1E-8C5478E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5AB09-69CA-41E3-A200-14732631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33BBF-718D-4881-A44A-DC2E89C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994BB-1EA2-47FF-BAD1-8E941BCC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87301-57F8-4C9F-A9A8-392E646B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C7918-66BB-463D-8AD9-3D2D9AC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E9791-F54E-45DD-960D-D9F847E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6C89A-66BC-44BC-BD58-48E2FE3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10687-8AA7-43DD-BEB4-4946D74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5CE78-0F88-405C-9567-0513B00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2FB4-A7A5-49AE-BC2F-3EC0142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50BA2-F1B1-4AFD-B70B-EE56B7D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DCEBA-2C8C-42D9-8947-6F55A1EA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96CF3-7E59-4046-ACBB-FE7BF50D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FC7E0-EFAB-4E55-AFEA-4E3C36C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A0986-4069-4EB9-9FBE-DE26679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9A1F1-2411-4754-9F99-2056E40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12380-0DEF-4AA0-AB4A-95B8C0CB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4E316-3E97-4780-9EC2-8351D72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5C184-3C25-495A-9D38-B9FD924C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C0F07-DE64-4D70-B709-B56DDE3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C18F6-3295-4E1A-A683-6BC2EE3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14EB9C-A85F-449E-9CF3-E081D22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65DFA-EF9B-4880-815D-50BFF25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0689E-6A13-4005-98CC-70E9C8EA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2CB09-4954-4C2D-88F5-C50314C3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46963-9150-4A10-B7ED-5D6426F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E84982-21C2-48DC-A6CA-204C080A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D0973-BA87-4732-9E2B-E10B538B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2850877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F5785-A999-429C-A51A-E1E5055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89E35-1971-4A92-96F4-4D6FEFD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FDC14-4EA2-4A6B-90AC-F517DC89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9FB70-5888-43D7-B10A-BFE826D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FBD6-ACEA-495E-936B-68F328E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0EA58-75C2-4C52-98CA-1E8C007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55E72-92D5-4934-A4F5-A29E10B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9DCC6-D18D-499F-87D7-9D9172DC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B6BD0-804F-479D-B9BD-FCB80DB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E651A-9FB5-45A9-9F24-90367236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05FCD-0699-48D1-BBF2-766AD603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2BABD-1433-4996-8877-F1439169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14436-8144-4113-B888-775B6E4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603DB-AE88-46B6-8308-6ECBEEEF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DA6E7-DFE7-4CC5-BEF7-E8630E18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7A101-8112-4297-812B-D497F1A8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C91FE-5154-4DD4-91EF-A8364EF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830CA-9015-4250-9BCA-8F89A507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F2F57-38D7-4AAF-BE67-50C0E53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06576-E2CE-4A61-9064-6D6255C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A4BF4-5D04-4C99-9F57-16A56A6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0CC9E-EB67-4885-A4B3-ABAECF6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E1360-B8D4-48B3-AA2F-8DAD6B3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6C66D-8B45-45DB-A1D6-DC1F09AD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F3556-B515-48D1-9D2B-9F62E1C5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21A7B-42B5-4576-81ED-141C9FE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84FBD-BACD-427B-BAD8-3F1572F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7C6D9-4D7C-44F2-8563-0F1B4C0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CFBCD-6186-4BCF-B071-BE22C4B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2DB2CF-309D-46B2-B593-210749C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87B9C-8A31-4E8B-AA72-3E291ED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765BB-168E-47EB-9248-CF1F0930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387350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2A501F-9E64-4340-B0DB-D72376A7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EC426-C8CF-4C3B-9CFE-31D183A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4A195-5425-4D2B-BCA6-A638C9D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0DAA6-F0AD-459A-810B-B5AF417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FB878-471E-496F-ABFB-218782C6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55BCC-B7A1-4F89-91D2-2560195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1A15E-0D46-41EF-B67D-868118F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8F088-A791-47FB-9287-4BEB0F23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EDC8-E26B-49A2-9E77-9BB72C83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8785E-43AE-482B-A580-40644CD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E8F24-5922-46B0-A1EB-A5FB7A1A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BBF76-2151-4A75-AC7E-B29B88B2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FC725-E48A-4CF7-9EE2-C426084B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579CE-C63B-4A89-9B6F-1E6EBC4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91EC6-F3D0-42B5-A03C-F06783C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A1C90-E748-4C09-BE4D-76FB94DC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7A797-513D-4EAE-A80D-11640FC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F8454-A5A0-4A26-ABED-1798BCC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16763-D2C1-4619-A755-2807B462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27962-0D63-4547-9169-391DB9E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2A77D-51BA-4CBE-97ED-E3357CFE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CB2B7-FE7F-4C07-B116-464439A1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1EF81-A2B5-44C9-B006-47842AB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69175-515F-43A1-9C0F-A7069EFC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048B9-6C39-4F0A-95F7-EF38638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C6C64-93A3-4799-912D-61B20C6A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5220B-46D5-4F22-8093-DBC58085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2E7BE-5082-4B64-A0C2-86703A3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0FBDF-1744-46E5-B5C6-EA191E45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47804-914A-490D-A480-42E29AA4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0AE86-56B6-4C65-B34A-1BE31CA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0A2AA-70CB-4DC0-9A3B-225EC3A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778736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0B249-3A45-48DF-B25F-2DDCC64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1F080-C9C9-4729-83BE-85E743D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౽ವ౲ ූಗ (03 hours of pedagogy) 1. ലเ೧ ರ...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2D435-C283-483D-B48C-5D7020D6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B14C3-F7A4-4447-916D-34F83A3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F9351-D4A4-494F-A2EE-F837090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81C3E-9DCC-42B4-80BC-29CA0A5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28906-4CC3-4EF8-AE78-E05EE9D3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496A0-F2F6-4466-A110-B1EF4CD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F7223-6A56-4253-BA67-4547AC42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1AFE5-0E20-4CA4-993E-263855BB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24100-8910-4C8F-B77F-DE0C954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CFDF-602E-4018-B68F-63181D07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EE7A2-30A8-4963-92F9-57C983F3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2824B-0BD1-4A5E-8088-AB3036C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7983D-BD89-476B-ACC7-3FB58340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C557-CB58-4602-932F-F81C51D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A839A-BE3D-4A06-9EDC-D1F0F65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B0673-4005-40D3-B889-A495A97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504BD-9EC8-4DE5-A6AB-2F58FEB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2EFE6-66B1-48F0-B48A-6513939A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41A09-2BAB-4ADA-B348-CBC054E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1D304-BC6C-419D-929D-4041B39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C0FDF-4905-45F5-B091-FCBA7B0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056D7-0528-452A-B053-F6D370F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8E801-3702-4C49-A025-BD6B092D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F2049-48AC-4965-ACBE-A13AA871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57AB7-B866-42F9-9722-A9E64A6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3EDF4-332A-483F-BAD9-C1F021A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ED2B6-93E2-414A-9B0F-83A2B4E1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365B6-ABA6-4A8A-BA9F-43BEAC8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AD8A7-04DA-4F90-BC7A-5F442CC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C5FC8-E64A-4FAE-B825-355D75E2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8955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2026-08-24T16:02:55.5630000Z</dcterms:created>
  <dcterms:modified xsi:type="dcterms:W3CDTF">2026-08-24T16:02:55.5630000Z</dcterms:modified>
</coreProperties>
</file>