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8be2c86f9b44b1" /><Relationship Type="http://schemas.openxmlformats.org/officeDocument/2006/relationships/extended-properties" Target="/docProps/app.xml" Id="Rc23f48e61bd24400" /><Relationship Type="http://schemas.openxmlformats.org/officeDocument/2006/relationships/officeDocument" Target="/ppt/presentation.xml" Id="Ree024bdfb00d43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33687f91f0466b"/>
  </p:sldMasterIdLst>
  <p:notesMasterIdLst>
    <p:notesMasterId xmlns:r="http://schemas.openxmlformats.org/officeDocument/2006/relationships" r:id="R96d6a5917f2b46be"/>
  </p:notesMasterIdLst>
  <p:sldIdLst>
    <p:sldId xmlns:r="http://schemas.openxmlformats.org/officeDocument/2006/relationships" id="256" r:id="R819f7cf9f9d442f0"/>
    <p:sldId xmlns:r="http://schemas.openxmlformats.org/officeDocument/2006/relationships" id="257" r:id="R02085a64ef5f47ad"/>
    <p:sldId xmlns:r="http://schemas.openxmlformats.org/officeDocument/2006/relationships" id="258" r:id="Re50b269d07804379"/>
    <p:sldId xmlns:r="http://schemas.openxmlformats.org/officeDocument/2006/relationships" id="259" r:id="Rab7a3eb18ea94036"/>
    <p:sldId xmlns:r="http://schemas.openxmlformats.org/officeDocument/2006/relationships" id="260" r:id="R0cc9bffc0d5b433b"/>
    <p:sldId xmlns:r="http://schemas.openxmlformats.org/officeDocument/2006/relationships" id="261" r:id="Rf4335f6366e54535"/>
    <p:sldId xmlns:r="http://schemas.openxmlformats.org/officeDocument/2006/relationships" id="262" r:id="R1b5d7a33fdfa4c70"/>
    <p:sldId xmlns:r="http://schemas.openxmlformats.org/officeDocument/2006/relationships" id="263" r:id="Rc2d5f3aaf46d4e1c"/>
    <p:sldId xmlns:r="http://schemas.openxmlformats.org/officeDocument/2006/relationships" id="264" r:id="Rb44538358e2b4539"/>
    <p:sldId xmlns:r="http://schemas.openxmlformats.org/officeDocument/2006/relationships" id="265" r:id="Rbc2042abbdc94344"/>
    <p:sldId xmlns:r="http://schemas.openxmlformats.org/officeDocument/2006/relationships" id="266" r:id="R9ada4ffd80674ea5"/>
    <p:sldId xmlns:r="http://schemas.openxmlformats.org/officeDocument/2006/relationships" id="267" r:id="Re9612e08e4694fa4"/>
    <p:sldId xmlns:r="http://schemas.openxmlformats.org/officeDocument/2006/relationships" id="268" r:id="R5027e17662e24a99"/>
    <p:sldId xmlns:r="http://schemas.openxmlformats.org/officeDocument/2006/relationships" id="269" r:id="R5b6ac1000bce4530"/>
    <p:sldId xmlns:r="http://schemas.openxmlformats.org/officeDocument/2006/relationships" id="270" r:id="R75c2e8b604774b8f"/>
    <p:sldId xmlns:r="http://schemas.openxmlformats.org/officeDocument/2006/relationships" id="271" r:id="R72253a45aa7c4996"/>
    <p:sldId xmlns:r="http://schemas.openxmlformats.org/officeDocument/2006/relationships" id="272" r:id="R23cd9315949d4a18"/>
    <p:sldId xmlns:r="http://schemas.openxmlformats.org/officeDocument/2006/relationships" id="273" r:id="Re9223c2d1ee44950"/>
    <p:sldId xmlns:r="http://schemas.openxmlformats.org/officeDocument/2006/relationships" id="274" r:id="Rc022345b87a54ecd"/>
    <p:sldId xmlns:r="http://schemas.openxmlformats.org/officeDocument/2006/relationships" id="275" r:id="R0b5537fa62374da4"/>
    <p:sldId xmlns:r="http://schemas.openxmlformats.org/officeDocument/2006/relationships" id="276" r:id="R4d425c8ad3fc49b2"/>
    <p:sldId xmlns:r="http://schemas.openxmlformats.org/officeDocument/2006/relationships" id="277" r:id="R9f403bd0666c4a35"/>
    <p:sldId xmlns:r="http://schemas.openxmlformats.org/officeDocument/2006/relationships" id="278" r:id="Rebba0499afca4d5d"/>
    <p:sldId xmlns:r="http://schemas.openxmlformats.org/officeDocument/2006/relationships" id="279" r:id="Re92ca85cfa13417b"/>
    <p:sldId xmlns:r="http://schemas.openxmlformats.org/officeDocument/2006/relationships" id="280" r:id="Rdcdb8cedae934846"/>
    <p:sldId xmlns:r="http://schemas.openxmlformats.org/officeDocument/2006/relationships" id="281" r:id="Rd9b8e64fd2cc44f6"/>
    <p:sldId xmlns:r="http://schemas.openxmlformats.org/officeDocument/2006/relationships" id="282" r:id="R80fbff8693da4a13"/>
    <p:sldId xmlns:r="http://schemas.openxmlformats.org/officeDocument/2006/relationships" id="283" r:id="R564027c2f8e846f5"/>
    <p:sldId xmlns:r="http://schemas.openxmlformats.org/officeDocument/2006/relationships" id="284" r:id="Rf7f32e6816734f33"/>
    <p:sldId xmlns:r="http://schemas.openxmlformats.org/officeDocument/2006/relationships" id="285" r:id="Rbdc0e19d73fb4f81"/>
    <p:sldId xmlns:r="http://schemas.openxmlformats.org/officeDocument/2006/relationships" id="286" r:id="R9e076ec148a84e0d"/>
    <p:sldId xmlns:r="http://schemas.openxmlformats.org/officeDocument/2006/relationships" id="287" r:id="Raeb6eefd853e485e"/>
    <p:sldId xmlns:r="http://schemas.openxmlformats.org/officeDocument/2006/relationships" id="288" r:id="Re4812694ad6e4b6a"/>
    <p:sldId xmlns:r="http://schemas.openxmlformats.org/officeDocument/2006/relationships" id="289" r:id="R3e75ea59ae714d15"/>
    <p:sldId xmlns:r="http://schemas.openxmlformats.org/officeDocument/2006/relationships" id="290" r:id="Rbee59af85080479e"/>
    <p:sldId xmlns:r="http://schemas.openxmlformats.org/officeDocument/2006/relationships" id="291" r:id="Ra61a6f2acea949a4"/>
    <p:sldId xmlns:r="http://schemas.openxmlformats.org/officeDocument/2006/relationships" id="292" r:id="R0a6e8e2cab674518"/>
    <p:sldId xmlns:r="http://schemas.openxmlformats.org/officeDocument/2006/relationships" id="293" r:id="R27ba4d6c39aa4aac"/>
    <p:sldId xmlns:r="http://schemas.openxmlformats.org/officeDocument/2006/relationships" id="294" r:id="R1f01af470f024429"/>
    <p:sldId xmlns:r="http://schemas.openxmlformats.org/officeDocument/2006/relationships" id="295" r:id="R3b68ff5cbfd042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8f3914c2384256" /><Relationship Type="http://schemas.openxmlformats.org/officeDocument/2006/relationships/slideMaster" Target="/ppt/slideMasters/slideMaster1.xml" Id="Ra533687f91f0466b" /><Relationship Type="http://schemas.openxmlformats.org/officeDocument/2006/relationships/notesMaster" Target="/ppt/notesMasters/notesMaster1.xml" Id="R96d6a5917f2b46be" /><Relationship Type="http://schemas.openxmlformats.org/officeDocument/2006/relationships/presProps" Target="/ppt/presProps.xml" Id="Ra1161aeb7725418c" /><Relationship Type="http://schemas.openxmlformats.org/officeDocument/2006/relationships/tableStyles" Target="/ppt/tableStyles.xml" Id="R38f6654973284c2b" /><Relationship Type="http://schemas.openxmlformats.org/officeDocument/2006/relationships/slide" Target="/ppt/slides/slide1.xml" Id="R819f7cf9f9d442f0" /><Relationship Type="http://schemas.openxmlformats.org/officeDocument/2006/relationships/slide" Target="/ppt/slides/slide2.xml" Id="R02085a64ef5f47ad" /><Relationship Type="http://schemas.openxmlformats.org/officeDocument/2006/relationships/slide" Target="/ppt/slides/slide3.xml" Id="Re50b269d07804379" /><Relationship Type="http://schemas.openxmlformats.org/officeDocument/2006/relationships/slide" Target="/ppt/slides/slide4.xml" Id="Rab7a3eb18ea94036" /><Relationship Type="http://schemas.openxmlformats.org/officeDocument/2006/relationships/slide" Target="/ppt/slides/slide5.xml" Id="R0cc9bffc0d5b433b" /><Relationship Type="http://schemas.openxmlformats.org/officeDocument/2006/relationships/slide" Target="/ppt/slides/slide6.xml" Id="Rf4335f6366e54535" /><Relationship Type="http://schemas.openxmlformats.org/officeDocument/2006/relationships/slide" Target="/ppt/slides/slide7.xml" Id="R1b5d7a33fdfa4c70" /><Relationship Type="http://schemas.openxmlformats.org/officeDocument/2006/relationships/slide" Target="/ppt/slides/slide8.xml" Id="Rc2d5f3aaf46d4e1c" /><Relationship Type="http://schemas.openxmlformats.org/officeDocument/2006/relationships/slide" Target="/ppt/slides/slide9.xml" Id="Rb44538358e2b4539" /><Relationship Type="http://schemas.openxmlformats.org/officeDocument/2006/relationships/slide" Target="/ppt/slides/slide10.xml" Id="Rbc2042abbdc94344" /><Relationship Type="http://schemas.openxmlformats.org/officeDocument/2006/relationships/slide" Target="/ppt/slides/slide11.xml" Id="R9ada4ffd80674ea5" /><Relationship Type="http://schemas.openxmlformats.org/officeDocument/2006/relationships/slide" Target="/ppt/slides/slide12.xml" Id="Re9612e08e4694fa4" /><Relationship Type="http://schemas.openxmlformats.org/officeDocument/2006/relationships/slide" Target="/ppt/slides/slide13.xml" Id="R5027e17662e24a99" /><Relationship Type="http://schemas.openxmlformats.org/officeDocument/2006/relationships/slide" Target="/ppt/slides/slide14.xml" Id="R5b6ac1000bce4530" /><Relationship Type="http://schemas.openxmlformats.org/officeDocument/2006/relationships/slide" Target="/ppt/slides/slide15.xml" Id="R75c2e8b604774b8f" /><Relationship Type="http://schemas.openxmlformats.org/officeDocument/2006/relationships/slide" Target="/ppt/slides/slide16.xml" Id="R72253a45aa7c4996" /><Relationship Type="http://schemas.openxmlformats.org/officeDocument/2006/relationships/slide" Target="/ppt/slides/slide17.xml" Id="R23cd9315949d4a18" /><Relationship Type="http://schemas.openxmlformats.org/officeDocument/2006/relationships/slide" Target="/ppt/slides/slide18.xml" Id="Re9223c2d1ee44950" /><Relationship Type="http://schemas.openxmlformats.org/officeDocument/2006/relationships/slide" Target="/ppt/slides/slide19.xml" Id="Rc022345b87a54ecd" /><Relationship Type="http://schemas.openxmlformats.org/officeDocument/2006/relationships/slide" Target="/ppt/slides/slide20.xml" Id="R0b5537fa62374da4" /><Relationship Type="http://schemas.openxmlformats.org/officeDocument/2006/relationships/slide" Target="/ppt/slides/slide21.xml" Id="R4d425c8ad3fc49b2" /><Relationship Type="http://schemas.openxmlformats.org/officeDocument/2006/relationships/slide" Target="/ppt/slides/slide22.xml" Id="R9f403bd0666c4a35" /><Relationship Type="http://schemas.openxmlformats.org/officeDocument/2006/relationships/slide" Target="/ppt/slides/slide23.xml" Id="Rebba0499afca4d5d" /><Relationship Type="http://schemas.openxmlformats.org/officeDocument/2006/relationships/slide" Target="/ppt/slides/slide24.xml" Id="Re92ca85cfa13417b" /><Relationship Type="http://schemas.openxmlformats.org/officeDocument/2006/relationships/slide" Target="/ppt/slides/slide25.xml" Id="Rdcdb8cedae934846" /><Relationship Type="http://schemas.openxmlformats.org/officeDocument/2006/relationships/slide" Target="/ppt/slides/slide26.xml" Id="Rd9b8e64fd2cc44f6" /><Relationship Type="http://schemas.openxmlformats.org/officeDocument/2006/relationships/slide" Target="/ppt/slides/slide27.xml" Id="R80fbff8693da4a13" /><Relationship Type="http://schemas.openxmlformats.org/officeDocument/2006/relationships/slide" Target="/ppt/slides/slide28.xml" Id="R564027c2f8e846f5" /><Relationship Type="http://schemas.openxmlformats.org/officeDocument/2006/relationships/slide" Target="/ppt/slides/slide29.xml" Id="Rf7f32e6816734f33" /><Relationship Type="http://schemas.openxmlformats.org/officeDocument/2006/relationships/slide" Target="/ppt/slides/slide30.xml" Id="Rbdc0e19d73fb4f81" /><Relationship Type="http://schemas.openxmlformats.org/officeDocument/2006/relationships/slide" Target="/ppt/slides/slide31.xml" Id="R9e076ec148a84e0d" /><Relationship Type="http://schemas.openxmlformats.org/officeDocument/2006/relationships/slide" Target="/ppt/slides/slide32.xml" Id="Raeb6eefd853e485e" /><Relationship Type="http://schemas.openxmlformats.org/officeDocument/2006/relationships/slide" Target="/ppt/slides/slide33.xml" Id="Re4812694ad6e4b6a" /><Relationship Type="http://schemas.openxmlformats.org/officeDocument/2006/relationships/slide" Target="/ppt/slides/slide34.xml" Id="R3e75ea59ae714d15" /><Relationship Type="http://schemas.openxmlformats.org/officeDocument/2006/relationships/slide" Target="/ppt/slides/slide35.xml" Id="Rbee59af85080479e" /><Relationship Type="http://schemas.openxmlformats.org/officeDocument/2006/relationships/slide" Target="/ppt/slides/slide36.xml" Id="Ra61a6f2acea949a4" /><Relationship Type="http://schemas.openxmlformats.org/officeDocument/2006/relationships/slide" Target="/ppt/slides/slide37.xml" Id="R0a6e8e2cab674518" /><Relationship Type="http://schemas.openxmlformats.org/officeDocument/2006/relationships/slide" Target="/ppt/slides/slide38.xml" Id="R27ba4d6c39aa4aac" /><Relationship Type="http://schemas.openxmlformats.org/officeDocument/2006/relationships/slide" Target="/ppt/slides/slide39.xml" Id="R1f01af470f024429" /><Relationship Type="http://schemas.openxmlformats.org/officeDocument/2006/relationships/slide" Target="/ppt/slides/slide40.xml" Id="R3b68ff5cbfd042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641963299e44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27c2be4f0c4e76" /><Relationship Type="http://schemas.openxmlformats.org/officeDocument/2006/relationships/notesMaster" Target="/ppt/notesMasters/notesMaster1.xml" Id="R5b369bedfc6a42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0a534e8614dfb" /><Relationship Type="http://schemas.openxmlformats.org/officeDocument/2006/relationships/notesMaster" Target="/ppt/notesMasters/notesMaster1.xml" Id="R50f172ab473340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c80628d94453b" /><Relationship Type="http://schemas.openxmlformats.org/officeDocument/2006/relationships/notesMaster" Target="/ppt/notesMasters/notesMaster1.xml" Id="R509c3dd21eb84d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1fee7fc4054539" /><Relationship Type="http://schemas.openxmlformats.org/officeDocument/2006/relationships/notesMaster" Target="/ppt/notesMasters/notesMaster1.xml" Id="R6700499432a242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ca43c3708047a0" /><Relationship Type="http://schemas.openxmlformats.org/officeDocument/2006/relationships/notesMaster" Target="/ppt/notesMasters/notesMaster1.xml" Id="R80c221a144b4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631fc6894542f1" /><Relationship Type="http://schemas.openxmlformats.org/officeDocument/2006/relationships/notesMaster" Target="/ppt/notesMasters/notesMaster1.xml" Id="Rbbebfcdc611540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b1fe8412bf474c" /><Relationship Type="http://schemas.openxmlformats.org/officeDocument/2006/relationships/notesMaster" Target="/ppt/notesMasters/notesMaster1.xml" Id="Rcef94c0c338342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22a658e0f747a4" /><Relationship Type="http://schemas.openxmlformats.org/officeDocument/2006/relationships/notesMaster" Target="/ppt/notesMasters/notesMaster1.xml" Id="R14a62c7ad5ee4a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71339567494c68" /><Relationship Type="http://schemas.openxmlformats.org/officeDocument/2006/relationships/notesMaster" Target="/ppt/notesMasters/notesMaster1.xml" Id="Rde4955f3ec2841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fff216f95e415e" /><Relationship Type="http://schemas.openxmlformats.org/officeDocument/2006/relationships/notesMaster" Target="/ppt/notesMasters/notesMaster1.xml" Id="R5b2a111893a045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711e08f3664ee7" /><Relationship Type="http://schemas.openxmlformats.org/officeDocument/2006/relationships/notesMaster" Target="/ppt/notesMasters/notesMaster1.xml" Id="R6e7dfee5289b4f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d363cef231461b" /><Relationship Type="http://schemas.openxmlformats.org/officeDocument/2006/relationships/notesMaster" Target="/ppt/notesMasters/notesMaster1.xml" Id="Rd70c6742f50f48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f842ab124c4e0e" /><Relationship Type="http://schemas.openxmlformats.org/officeDocument/2006/relationships/notesMaster" Target="/ppt/notesMasters/notesMaster1.xml" Id="R3fc0bec94e2f46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c2df7c2e214f4c" /><Relationship Type="http://schemas.openxmlformats.org/officeDocument/2006/relationships/notesMaster" Target="/ppt/notesMasters/notesMaster1.xml" Id="Re028202038ce4c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5bed47a3194ba8" /><Relationship Type="http://schemas.openxmlformats.org/officeDocument/2006/relationships/notesMaster" Target="/ppt/notesMasters/notesMaster1.xml" Id="Rb3a6f1ccac3a48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b8ae7f639b43c0" /><Relationship Type="http://schemas.openxmlformats.org/officeDocument/2006/relationships/notesMaster" Target="/ppt/notesMasters/notesMaster1.xml" Id="Rc72c351180604fb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a074958d504960" /><Relationship Type="http://schemas.openxmlformats.org/officeDocument/2006/relationships/notesMaster" Target="/ppt/notesMasters/notesMaster1.xml" Id="Rf47157006b674b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3da9e7daf854dc4" /><Relationship Type="http://schemas.openxmlformats.org/officeDocument/2006/relationships/notesMaster" Target="/ppt/notesMasters/notesMaster1.xml" Id="Rb15c93ab573b4f2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06c1b6a29fa424e" /><Relationship Type="http://schemas.openxmlformats.org/officeDocument/2006/relationships/notesMaster" Target="/ppt/notesMasters/notesMaster1.xml" Id="R03c1f8b191d24c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319316e0cc41f8" /><Relationship Type="http://schemas.openxmlformats.org/officeDocument/2006/relationships/notesMaster" Target="/ppt/notesMasters/notesMaster1.xml" Id="R75374b9d80b743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9af9f0dec2b4a2b" /><Relationship Type="http://schemas.openxmlformats.org/officeDocument/2006/relationships/notesMaster" Target="/ppt/notesMasters/notesMaster1.xml" Id="R83dc45d6896943d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bb7b6e90ff4a3d" /><Relationship Type="http://schemas.openxmlformats.org/officeDocument/2006/relationships/notesMaster" Target="/ppt/notesMasters/notesMaster1.xml" Id="R9f63632c79bf44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c11b59dd734fe3" /><Relationship Type="http://schemas.openxmlformats.org/officeDocument/2006/relationships/notesMaster" Target="/ppt/notesMasters/notesMaster1.xml" Id="Rb00639c69e5f46e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93a1066e6c0461e" /><Relationship Type="http://schemas.openxmlformats.org/officeDocument/2006/relationships/notesMaster" Target="/ppt/notesMasters/notesMaster1.xml" Id="Ref97a491a338459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2276d5e64b24b30" /><Relationship Type="http://schemas.openxmlformats.org/officeDocument/2006/relationships/notesMaster" Target="/ppt/notesMasters/notesMaster1.xml" Id="R4140ed34839c4b7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2cd56ffe5948d5" /><Relationship Type="http://schemas.openxmlformats.org/officeDocument/2006/relationships/notesMaster" Target="/ppt/notesMasters/notesMaster1.xml" Id="R3ce010ab1ba149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ff1cc2f67f435d" /><Relationship Type="http://schemas.openxmlformats.org/officeDocument/2006/relationships/notesMaster" Target="/ppt/notesMasters/notesMaster1.xml" Id="Rafb615df20c1437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bf186902c2b4a1a" /><Relationship Type="http://schemas.openxmlformats.org/officeDocument/2006/relationships/notesMaster" Target="/ppt/notesMasters/notesMaster1.xml" Id="R57ed20e6a31f40a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7175606fe0e4390" /><Relationship Type="http://schemas.openxmlformats.org/officeDocument/2006/relationships/notesMaster" Target="/ppt/notesMasters/notesMaster1.xml" Id="R93c21ef54e79462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e2b5ee6903480d" /><Relationship Type="http://schemas.openxmlformats.org/officeDocument/2006/relationships/notesMaster" Target="/ppt/notesMasters/notesMaster1.xml" Id="Reec8e32f162f42d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163f4d32601441a" /><Relationship Type="http://schemas.openxmlformats.org/officeDocument/2006/relationships/notesMaster" Target="/ppt/notesMasters/notesMaster1.xml" Id="R594b3a5cce124c8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58b7558afba64355" /><Relationship Type="http://schemas.openxmlformats.org/officeDocument/2006/relationships/notesMaster" Target="/ppt/notesMasters/notesMaster1.xml" Id="Rcb2585aced4d4c2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333c7b56f6b41a1" /><Relationship Type="http://schemas.openxmlformats.org/officeDocument/2006/relationships/notesMaster" Target="/ppt/notesMasters/notesMaster1.xml" Id="Re7d02e7b42fb4a1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96648a88bb24536" /><Relationship Type="http://schemas.openxmlformats.org/officeDocument/2006/relationships/notesMaster" Target="/ppt/notesMasters/notesMaster1.xml" Id="R1e042e9cc229438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0a44a51cc404df7" /><Relationship Type="http://schemas.openxmlformats.org/officeDocument/2006/relationships/notesMaster" Target="/ppt/notesMasters/notesMaster1.xml" Id="Ra5f2d408b3734f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4d816f5a6c34613" /><Relationship Type="http://schemas.openxmlformats.org/officeDocument/2006/relationships/notesMaster" Target="/ppt/notesMasters/notesMaster1.xml" Id="R873a422e6b264ca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3e71031261f40ba" /><Relationship Type="http://schemas.openxmlformats.org/officeDocument/2006/relationships/notesMaster" Target="/ppt/notesMasters/notesMaster1.xml" Id="R7c1e2f4183aa4b2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07eecb5f7e1438e" /><Relationship Type="http://schemas.openxmlformats.org/officeDocument/2006/relationships/notesMaster" Target="/ppt/notesMasters/notesMaster1.xml" Id="Ra2813032a4684df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4282aec2a1f4cba" /><Relationship Type="http://schemas.openxmlformats.org/officeDocument/2006/relationships/notesMaster" Target="/ppt/notesMasters/notesMaster1.xml" Id="Ra4de047f2af14d3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90beb7b4a6a4409" /><Relationship Type="http://schemas.openxmlformats.org/officeDocument/2006/relationships/notesMaster" Target="/ppt/notesMasters/notesMaster1.xml" Id="R64dd3ac51c1142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a0da7437042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bdaf44cd9d4574" /><Relationship Type="http://schemas.openxmlformats.org/officeDocument/2006/relationships/slideLayout" Target="/ppt/slideLayouts/slideLayout1.xml" Id="R26c575d475dd46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c575d475dd46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10d810a6146ef" /><Relationship Type="http://schemas.openxmlformats.org/officeDocument/2006/relationships/notesSlide" Target="/ppt/notesSlides/notesSlide1.xml" Id="Rca549cb922a549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efaa1479c4817" /><Relationship Type="http://schemas.openxmlformats.org/officeDocument/2006/relationships/notesSlide" Target="/ppt/notesSlides/notesSlide2.xml" Id="R15085e78f83c44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56e7ea91e4452" /><Relationship Type="http://schemas.openxmlformats.org/officeDocument/2006/relationships/notesSlide" Target="/ppt/notesSlides/notesSlide3.xml" Id="R37e2f14665df46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281b8d7b94c2a" /><Relationship Type="http://schemas.openxmlformats.org/officeDocument/2006/relationships/notesSlide" Target="/ppt/notesSlides/notesSlide4.xml" Id="Ree0ed90db6084a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1549cf5b964c1a" /><Relationship Type="http://schemas.openxmlformats.org/officeDocument/2006/relationships/notesSlide" Target="/ppt/notesSlides/notesSlide5.xml" Id="Rf95dea9f29f74e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66c8b7c674745" /><Relationship Type="http://schemas.openxmlformats.org/officeDocument/2006/relationships/notesSlide" Target="/ppt/notesSlides/notesSlide6.xml" Id="R4cd24bfc8a6248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df0e70283455b" /><Relationship Type="http://schemas.openxmlformats.org/officeDocument/2006/relationships/notesSlide" Target="/ppt/notesSlides/notesSlide7.xml" Id="R4fde981e46394d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16a74c8884c58" /><Relationship Type="http://schemas.openxmlformats.org/officeDocument/2006/relationships/notesSlide" Target="/ppt/notesSlides/notesSlide8.xml" Id="Re0c8e57a4fed48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ec6c830754e92" /><Relationship Type="http://schemas.openxmlformats.org/officeDocument/2006/relationships/notesSlide" Target="/ppt/notesSlides/notesSlide9.xml" Id="Rcfa40cdce97b45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e674705764e95" /><Relationship Type="http://schemas.openxmlformats.org/officeDocument/2006/relationships/notesSlide" Target="/ppt/notesSlides/notesSlide10.xml" Id="R9b5745215e914b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a112171e64404" /><Relationship Type="http://schemas.openxmlformats.org/officeDocument/2006/relationships/notesSlide" Target="/ppt/notesSlides/notesSlide11.xml" Id="R7cc18fa35ed04ec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c23751b0c44cf" /><Relationship Type="http://schemas.openxmlformats.org/officeDocument/2006/relationships/notesSlide" Target="/ppt/notesSlides/notesSlide12.xml" Id="Re94b03e68bc642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50c447d86d4466" /><Relationship Type="http://schemas.openxmlformats.org/officeDocument/2006/relationships/notesSlide" Target="/ppt/notesSlides/notesSlide13.xml" Id="R9f292a6fa8c54e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59d4e4fc84ca4" /><Relationship Type="http://schemas.openxmlformats.org/officeDocument/2006/relationships/notesSlide" Target="/ppt/notesSlides/notesSlide14.xml" Id="R9b704edc43e543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29dae0841a43cb" /><Relationship Type="http://schemas.openxmlformats.org/officeDocument/2006/relationships/notesSlide" Target="/ppt/notesSlides/notesSlide15.xml" Id="R7daa1c7458ba41f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253f1aa2e48e8" /><Relationship Type="http://schemas.openxmlformats.org/officeDocument/2006/relationships/notesSlide" Target="/ppt/notesSlides/notesSlide16.xml" Id="Ra899d7223c2a49a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bb1e173924153" /><Relationship Type="http://schemas.openxmlformats.org/officeDocument/2006/relationships/notesSlide" Target="/ppt/notesSlides/notesSlide17.xml" Id="R889344be892f41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4b2ed81014dfc" /><Relationship Type="http://schemas.openxmlformats.org/officeDocument/2006/relationships/notesSlide" Target="/ppt/notesSlides/notesSlide18.xml" Id="R67e80b0f829c423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7ca23f609462f" /><Relationship Type="http://schemas.openxmlformats.org/officeDocument/2006/relationships/notesSlide" Target="/ppt/notesSlides/notesSlide19.xml" Id="Rba77d9346f2b4f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4b402e4974387" /><Relationship Type="http://schemas.openxmlformats.org/officeDocument/2006/relationships/notesSlide" Target="/ppt/notesSlides/notesSlide20.xml" Id="R495bbfb69465418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b3e4881204676" /><Relationship Type="http://schemas.openxmlformats.org/officeDocument/2006/relationships/notesSlide" Target="/ppt/notesSlides/notesSlide21.xml" Id="R72ac336dec9e467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00dfb4cae40c6" /><Relationship Type="http://schemas.openxmlformats.org/officeDocument/2006/relationships/notesSlide" Target="/ppt/notesSlides/notesSlide22.xml" Id="R4f6dafe1b62c463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d88becb794015" /><Relationship Type="http://schemas.openxmlformats.org/officeDocument/2006/relationships/notesSlide" Target="/ppt/notesSlides/notesSlide23.xml" Id="Re1afeb37762a4d3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2c2a86c464dbb" /><Relationship Type="http://schemas.openxmlformats.org/officeDocument/2006/relationships/notesSlide" Target="/ppt/notesSlides/notesSlide24.xml" Id="R09ae605b061e43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7090b06cb4784" /><Relationship Type="http://schemas.openxmlformats.org/officeDocument/2006/relationships/notesSlide" Target="/ppt/notesSlides/notesSlide25.xml" Id="R8b558b5dcdff4d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10866d3ae47e4" /><Relationship Type="http://schemas.openxmlformats.org/officeDocument/2006/relationships/notesSlide" Target="/ppt/notesSlides/notesSlide26.xml" Id="Rf98baacb66b344b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6d552026a40d6" /><Relationship Type="http://schemas.openxmlformats.org/officeDocument/2006/relationships/notesSlide" Target="/ppt/notesSlides/notesSlide27.xml" Id="R21435d772b7a41f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d2135163b479e" /><Relationship Type="http://schemas.openxmlformats.org/officeDocument/2006/relationships/notesSlide" Target="/ppt/notesSlides/notesSlide28.xml" Id="R0b17282977b0495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6f8c3b68e4c38" /><Relationship Type="http://schemas.openxmlformats.org/officeDocument/2006/relationships/notesSlide" Target="/ppt/notesSlides/notesSlide29.xml" Id="R825554d0ef3a4eb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89ab8ab7d4af5" /><Relationship Type="http://schemas.openxmlformats.org/officeDocument/2006/relationships/notesSlide" Target="/ppt/notesSlides/notesSlide30.xml" Id="R97d06d7565104af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ece2b7f2946fe" /><Relationship Type="http://schemas.openxmlformats.org/officeDocument/2006/relationships/notesSlide" Target="/ppt/notesSlides/notesSlide31.xml" Id="R40492e0ac4774a4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86289c2074d63" /><Relationship Type="http://schemas.openxmlformats.org/officeDocument/2006/relationships/notesSlide" Target="/ppt/notesSlides/notesSlide32.xml" Id="R010fc17b674f41c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b9974600e45be" /><Relationship Type="http://schemas.openxmlformats.org/officeDocument/2006/relationships/notesSlide" Target="/ppt/notesSlides/notesSlide33.xml" Id="R935a473a34664d5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6f8b7acc454052" /><Relationship Type="http://schemas.openxmlformats.org/officeDocument/2006/relationships/notesSlide" Target="/ppt/notesSlides/notesSlide34.xml" Id="R1c21d721c74649c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56a9bbe474133" /><Relationship Type="http://schemas.openxmlformats.org/officeDocument/2006/relationships/notesSlide" Target="/ppt/notesSlides/notesSlide35.xml" Id="Recabf8ee195a4d2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28eb5fcc546a4" /><Relationship Type="http://schemas.openxmlformats.org/officeDocument/2006/relationships/notesSlide" Target="/ppt/notesSlides/notesSlide36.xml" Id="Redb0eb974e43494a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b8a57b524476c" /><Relationship Type="http://schemas.openxmlformats.org/officeDocument/2006/relationships/notesSlide" Target="/ppt/notesSlides/notesSlide37.xml" Id="R2bf7a8b51395477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19bf8389d4f1f" /><Relationship Type="http://schemas.openxmlformats.org/officeDocument/2006/relationships/notesSlide" Target="/ppt/notesSlides/notesSlide38.xml" Id="R5ac6430e22844a0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f095891584931" /><Relationship Type="http://schemas.openxmlformats.org/officeDocument/2006/relationships/notesSlide" Target="/ppt/notesSlides/notesSlide39.xml" Id="R8f5114ad3d8b4d0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44a21e661e4606" /><Relationship Type="http://schemas.openxmlformats.org/officeDocument/2006/relationships/notesSlide" Target="/ppt/notesSlides/notesSlide40.xml" Id="Rc1ff4ccd6a1d49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0DBEC-A134-44AB-B220-86A476A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263DA-D704-44AD-85D2-CFD649B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Concept of Part Design (For CIE Only): 3D Modeling: Simple machine parts / engineering components. (Applying material pr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5EFCD-8431-4AD6-82B7-C51C04FF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B7136-AA6A-4183-938B-1C4713FE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D689B-63A8-469B-9674-315F63F2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46A2F-AB98-4AFA-B743-F17DFB6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22284-E89B-4CA2-834E-D6D6840C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111DD-FCE1-480B-80D6-8A2BB717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A4C319-6764-4B21-BBB2-A5ED9EB7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01DCF0-4089-476B-8D26-54781E2C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25385-5799-4372-8A28-822C35D7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85079-AF8C-408A-92A6-6687EC20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7518B3-1410-48A3-BAD0-5F2D2888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332442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39875-DEB0-405D-8EFE-C30A59B5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4BAE7-B13C-4E15-8D62-4705151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205A6-33E1-4BF9-87AB-614CB60C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ABC73-0CEB-4462-B6A6-99381CFF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FE072-F25B-4F7B-AED0-4D65CCC2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FBFB4-0DF1-4D0C-82BC-A9974567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BBF06-3FB0-41D2-AE83-A5761D06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6D9CD0-8816-4C1A-BF8E-EAE514F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519F2-9908-4C42-BA61-925B07A5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286C8-C5E2-440B-AC22-7F5FD948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AA15D-5B8F-4485-8636-A1199C1A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E69EA-8BC8-4239-84B2-3799B656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4D0E36-F9BF-46C1-A019-822A800D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0B56E-8F7E-4C50-8550-77A2133E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F2885A-505D-45B4-865C-12B680A9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32648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B65E6-C031-4AD9-A4FE-CF6BBB81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51ACEA-9956-45EE-805C-7521F4EC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B5BAA-216E-4A6D-899D-7CA2DA20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14057-7730-489A-9B40-24EC1845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F43FC-7A02-453E-B70A-40FBE43B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6B336-B314-4A77-8ADF-595EFEFD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DF9F5-DF1C-49A9-B982-BA61EBCF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3CA22-7858-491D-B7E7-7D8F2B04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97582-926B-4E3F-849A-0905EA67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of Part Design (For CIE Only): 3D Modeling: Simpl...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C91AD7-8362-4581-9D60-13551709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BADDE-4C8E-41D6-ADEE-671C3E2E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83B20-AABA-4777-833F-9DD8907D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HVAC ducting Concept of Industrial drawing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D10BB-BD2B-43D3-B660-8477DE20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C99DD-7716-469B-A19C-4649EC12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346493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4BFD7-840B-44FA-8988-1A0C0E78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FFC02-1F44-4647-ADFD-6AD39852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6DA346-6EFF-4E75-AD5F-ABAC7554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7354B-A10F-4A58-9C6E-6B834971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D1E33-42B0-4A6B-A2FA-3BF26381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CDCBF-FA02-45DF-8255-6D7471D2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6D77F-88A3-4869-9372-467C26F5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5274AB-E282-4C4A-8725-A18A3776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Concept of Part Design (For CIE Only): 3D Modeling: Simpl...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A379B7-9EC1-43EB-93D6-9611B3C1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F4B27-CA20-4BBF-8AB5-1BC5D306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D47F8-514B-4AB6-AC5C-FAE0E360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HVAC ducting Concept of Industrial drawing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45976-BA54-4278-ACB5-7512E99E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7142D0-62C3-4CA4-96ED-1FFC961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3A78A-E14D-41F0-A6F3-D48901D4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65419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D42DFD-D06A-44FC-B181-474FEEC2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1CA93-D7A4-480F-AAB3-22D1C545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5785E-D939-443A-8469-0F11A8A5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884BD-A965-4EA2-AF73-CF62F591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FFC6AC-AE92-4F58-80B3-9CB0BFCF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BEAAF-2940-4BB0-9D90-02C7873E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660AD-039C-464A-9132-3C976FD9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4CBB0-7D6E-4786-B1FC-9FBD78CD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D8112-DB3B-4301-84B6-ACE7A4C6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Modeling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566E4-1885-4C69-AB32-5DDAB6E4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machine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931F17-8EE1-4E0F-892B-1C6999CF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parts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7538E-326E-4060-B2FC-C687878A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components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0DBE71-D4EC-42DC-AE0C-0BB83319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Applying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E37B9A-9323-4701-A264-4C39ECFC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material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F587F-BBCF-4350-96F2-DEC84813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A3F77-EA31-4CB5-B4C3-AE5ABDAF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516261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7977D-056B-4F07-A3CA-7904B26E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8A918-F1CC-4DC8-A881-F47CF222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78471-D489-4755-BAF1-8C20AEC5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A913D-B3F8-41C7-9B13-E5210BE3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D162F-1BA1-44FC-AA6D-62771BC3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Concept of Part Design (For CIE Only): 3D Modeling: Simple machine parts / engineering components. (Applying ma...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7A67F-77E1-4E5B-95FE-9AAA04A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 of Part Design (For CIE Only): 3D...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11D83-FF03-4F20-A5A0-393CF83C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61B8D-195A-48D1-B306-4A8ADA5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C3BA7-3EF8-43D8-9702-98A22AE2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32E3A-6BC5-4935-95B4-AC132C43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B6F74-B7BD-42E5-BEB6-64AE9DE4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AED58-EAF4-43BD-B5C4-2E2D8967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1DDE0-69DA-47F0-92E7-E0F32F53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38AC2-59D7-4AA7-9AD8-D39856A1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6DBB2-775E-43F2-A5AC-21A641E5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F9682-82EC-49DF-9C6F-38D568E0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888985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BEE907-0A23-4B53-A2B5-1D99B7BE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5BF64-4DD5-4D2C-889D-B605C202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71B83-42B2-4065-B107-A4F4B12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97EA8-0E6D-4DCD-A2E1-14748D4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4413C-7E6F-4352-A353-4F8FFC9B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DAC21-63E4-410F-BD18-49676157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AF955-407D-4DAD-9E39-C9907F58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5EEB2-0003-48B6-A0FE-05E875A6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E1FFB-5B4B-4060-852F-30AE63CA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Concept of Part De...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01203-0348-4DF2-8B90-637E469E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9BFB85-9A13-46F0-A81D-4524642D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4B596-F25D-41C6-9DE4-62D0986E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Concept of...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11C39-E0C0-4CDE-B8DE-DEA9405D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A50DE-0CA1-485E-BB26-D0C72B1B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5490B-2B4C-4119-A9C8-E5309F38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7CA6D-47A1-4C36-B632-6BEED2EE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99617-45DB-4DB5-A178-286F5A37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725C6-44AF-40DA-9A98-88D5EF6F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Concept of Part...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08C68-18D0-424F-881B-1EBF6077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DD7B6C-00BA-419B-9C84-57EB8C6D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0CF1F-65C1-4DAB-86E6-1A3E2E7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Concept of Par...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7BF89-B17E-4312-B2A3-12D930A9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5DC11-0F4D-4A6F-8AD8-D8E171BE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4546595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38D4C-F7FA-470D-B3F5-FB87C520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E49D2-02F1-418A-B145-2D5106BC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2E08F-83D5-4138-8CDE-FB5249E6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419D9-69DA-43C6-87B1-0471CE97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3F1565-95BF-41D9-BC0C-C87B4206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CA3705-9391-4B47-A92C-C2158BAD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039D56-3BA5-418D-A8B0-C158E444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FF8E7-D83B-4099-8E89-FB7E20BE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E2447-BD95-4D48-8D8E-BE14AD8A0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BA8AE-4F48-4DCC-A73D-674723FE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22B1C-D137-400C-989E-49E27711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94D621-66D6-41BD-96E4-0A0C4922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A192A-F2DE-4413-9DC3-A92B33D8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71CF8-D567-4245-9F3D-E167A05D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F596D-980E-490C-ACDF-E15A18E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36105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198D9-1619-47CF-A97F-1C5BE5A9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D00B1-BC1B-4290-A3C7-3D32AC86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7DED0-F580-46A4-835A-C02BCCC1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39165-52DE-4E4A-8EBD-788C968D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220A4-2949-432F-ABDE-3DDCE80D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7284E-0D96-4A29-B853-7E78BFF0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Concept of Part Design (For CIE Only): 3D Modeling: Simpl...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109C9-788B-4048-A49D-EF37E1FC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F06E6-2137-4FA6-A3E7-884325B3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47948-07C5-46E3-8B41-52814455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4A1D5-1785-49FF-975D-E7E6C6C3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B4DEB-598E-4759-A197-19FFB7C4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7145188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58A0F-BAFF-4958-B19D-35AE5B5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CA29A-F319-4045-BFB8-52D4F41D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CCD5A-9D83-442C-93BC-92E86A01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CD76F-9D55-4A0A-B000-5E99593F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83A18-44B9-4BDB-BF34-26329F2F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HVAC ducting Concept of Industrial drawing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18F14C-D2AF-4077-B138-A7399E77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HVAC ducting Concept of Industrial drawing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B06A4-0482-4A55-AE93-2AA42DE4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1DC53-2B3B-4AA8-A0C5-C35FF2EC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BD957-5305-42F8-B291-D80A2676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2B343-2919-42F5-8A11-F2A6A6ED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6C2FD-4463-40D1-9024-9EE8002E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8741E8-02F4-4030-821A-181D570C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F22D5-9E80-416A-8550-8376E911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FA361D-F3B7-4D52-B9CB-084BD764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9789-E2EB-4AB4-8C5E-DB479588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B5D2A-018D-4C1A-99FD-DE82ADF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87867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F40DF-DF4B-4BFB-A6E6-9A1B66FC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9105B1-C1A5-4432-85B9-38EED093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8C24C-09A7-4582-BD5B-E843ED02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8C51E-3043-4AC6-B586-EB38E13A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5B98B-02ED-4FD7-B82E-BFEEE7C7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27B3C-E526-4D34-9A67-533D49B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BE6DD-9E29-4457-A6B3-321B97EA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27C698-F60E-4E74-A643-0B779CC2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83C79-FA68-4431-A118-0DC6AFB8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HVAC ducting Conce...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45940-E019-4D9C-992E-6417F9A2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F53A08-E046-43A5-82B1-8DDA7D1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DFF65-E0FE-4324-AEC6-2DE8ACD2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HVAC ductin...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8AC50-0D5B-4A48-B7C8-29716338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E9D19A-F26A-4E17-A4D7-D0EB42CC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0423C8-37A3-40A9-8443-B932559D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HVAC 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6ADC4-BE0E-4946-9513-EDD3B81B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F0A07E-E982-42CE-ADC9-FFE41575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94965-4FFC-4436-982C-7EA1100D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HVAC ducting Con...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4F647-E7B4-4C8B-B652-D5F16202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E21991-FB43-41C4-9B58-2E33587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C74A16-3B23-45BA-BC04-5364D5C6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HVAC ducting 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CE9ABC-A19A-4267-B7EA-BF5B3D6B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34471-A237-4609-82AF-BF20E797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6842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3C749A-6EDF-45AA-8AF2-9184CFF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27C22-0DE6-4DE1-B96F-7F42193E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A24BC-AF38-4E06-9C3F-8BBD48E8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B78B9-9B7A-40DA-AB76-E0718C82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DEC17-2602-4446-A594-0CD783BB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A9A18-467C-4FD0-9732-F6910912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74E2C4-7D1B-4729-8A36-6B6E9AC3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D2D9F-6CF4-439A-8634-A96B828C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0192D-F98C-4E24-ACAF-4D1A0999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BD056-2279-410A-BFB9-4AC7464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8099E-12BE-480F-8DF2-4C91DA23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5C844-171C-49F3-AD46-5654EFD6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19D31-55BE-4881-B345-08675729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AB2BB2-9DE6-43E0-9958-E92A4753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D65EA-8224-406B-BD8D-01653263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31098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44F29D-C586-4028-8CBD-A0888FE2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ADE7B-3E0B-4BD2-B92C-8B4D0C69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D7F8D-784B-4BB3-8EB4-EDBE74BE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3E656-CB74-4D5B-B91C-F222244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8B36D-230A-4640-BB1E-DD2902F0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2667D-4302-4136-BD8A-5AA582C8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HVAC ducting Concept of Industrial drawing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16FBD-5FD3-46D5-9E1E-BAD9B81F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DD887-C39D-4E8D-9985-AB08A018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4AF34-0167-447D-BF86-CC7F3A0D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B094A-5D63-44F1-B67F-0AC041E4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5A5AF-F051-45E5-B574-EC1CB345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081845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6EE12-E53D-4B47-8BFC-D1FF1952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452AF-7FE4-42B1-A791-13973579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2F4EA-E498-4932-8344-5EFE36A0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5B662-DABC-48E0-BCCD-A76AE64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2ED0D-C824-4B81-9A01-5E6E6072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D3FC93-8EB9-4DA3-9062-F6CA1528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8627150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5EC4C-D8C8-4039-AAD1-71353011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8B0B2-2A0E-437D-8EAF-5EDEFAB7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0196F-8E60-4AD5-99FA-DF00C6D9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68ED7-0F38-4481-B943-1743EC2A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F8FAF-472A-4DD1-A58F-C8F6B2B5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Part: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Design: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Only: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F009C-46A5-415D-B04B-233ED3AC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352752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B1938C-4916-422F-9D33-A8809197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AB5F2-3D64-4170-A091-8A20C30D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979FB-E79A-40CD-B08E-7F028A0F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E9BD7-6355-48D9-ADF9-C8EF99D6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74391-9AFC-46C8-A293-ABDF8F09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DFB89-C292-4A0A-9B97-24A916C7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680802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809AF-3B17-4013-9AD3-C3F2C1C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A9D9-67D2-4593-A642-D77E701F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C9F7F-2CD8-471E-ACAA-FFED0C4C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62768-639E-4508-858E-C8E15E45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3A3C31-9676-4177-9742-7EF927CE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913EE-E542-47E4-AE20-4982A0A7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885540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A1AA5-CDCB-4322-950C-3F0C74DF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AAFC3-F339-4AE7-86EA-DE972E91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886A5-60BE-4976-871D-0A186586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D34FE7-81A1-4C37-80DD-9C1E2B49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D0204-A6E4-457D-B2AA-F4D84999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Concept of Part Design (For CIE Only): 3D Modeling: Simple machine part...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HVAC ducting Concept of Industrial drawing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C38FE-FD4B-4D03-A1D3-8BE81FAF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84277-7A8F-46A5-8C68-6DCD7760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E8B6A9-F0BE-48A6-8AFB-0F539B52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584943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EE6575-A53F-4DDA-9D96-3978B01C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FAEA5-50F7-40A5-AF23-630ACA97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D0DF5-4617-449B-AD97-4D88D192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47306-B7A0-4F75-9EF0-213BC30B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82D99-CE71-48F8-9E5C-66838D62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F905B-E29E-4659-9D46-8DC73E35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A1481A-6D99-4ACD-A676-E68A31CD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C8916-4EFB-40D5-BA6A-DC5537A8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568D2-26E4-4B8E-B8BE-F3E79B81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9AFC5-56CB-4C2A-BB76-489D1095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6135A-0EB6-45E7-ACCC-3A9758FF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601B4-76D8-4BDA-90A0-46418A47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65DCC-3284-418D-9C78-E76FD800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29A5E-10B4-464D-BEAA-6479B16C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26E827-819F-42BC-89B6-3F6A48E5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57BF3-640A-4E47-B172-93B2ABE0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7039B-3F99-40BE-B141-DDB3F793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FE9B32-0966-4E64-B112-2E8FD379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EA483-6856-43EF-8DDE-416F5A82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3E36D-CCB3-4806-B6BC-B3DEE9BE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221188-27F3-4711-9DAD-60EAB574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17DD9-42F2-4259-91E4-520E0C0E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A86CB-EAC6-4F49-B78D-182BD58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10A3FD-CD23-4A3F-B5C4-55C37A44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4A3D98-F1AA-4B1A-BD66-A16A8A1B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75F5FD-D644-4B64-9793-62DBA666B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44765-CD47-4AB8-B05E-766CE903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8D5DCA-829C-47F3-9751-496B837A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2957D2-44EC-494C-A51B-EA117446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2D51C-8CF3-41CF-B7CB-693FD51E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C98186-733A-4085-BDC0-D4CA5312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7CFFCF-61D0-4793-9702-134B3964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8240662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9A391A-93AA-422C-9876-E783FA6C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27A5A0-D477-496C-B3DE-48EC89E1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6A0E3-17F2-4D53-BBD3-A9F1FA81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95CAC-7533-4153-82CC-73C2EA4A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7E132-39B7-4BFC-ACE5-56D01E11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F442E-D9B8-4A96-8025-445E58FA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E03AB-FC3F-4A73-AFAC-BF4E231A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A77D4-85D4-4574-A6F1-3A8BD985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A46DF-956E-4712-848B-62FA8ED7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FE74A-0FF6-4BB9-9EE2-3CD5C6AD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7720B-2AC4-471A-9707-0DFE8994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91F8C-C3F0-4037-B268-EA9373F7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04387-FA1A-4515-8EBA-4DD0EBD0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62545-95C3-45CF-9319-6BA3C07D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EE735-C33F-4CA6-A538-0A83C3C9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7B25D-35DC-4628-8F42-2DFD6BFA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8C0E1-2898-4239-97B0-DD1FA508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1E0F6-324D-4182-982A-B8422273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595E4-6141-4AA8-9115-D9B03FE5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0BC11-B0FA-48FC-899C-B8FBD1C0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C3C69-CFBA-471E-8616-95BB182D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3744CA-6F32-430A-A7B2-16FFE196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93161-2675-400F-8B7D-039E6C13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E90D02-FEF5-454F-BAD9-A29BC59D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5FF49-56AE-4E1E-828D-D0EEF86F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5CB02-1CD9-475E-8994-3C265B1D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EF55A-6208-4D78-A343-54F7637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92027-3612-4A6B-AB41-A566160C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50DB6D-D8C1-4F64-B9C6-72D0B9DC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1C42ED-B0A9-4C20-BE16-41B5E4F0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009E02-040F-4179-8A3E-E3AF963F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1D571E-C286-484E-9637-2C101FE0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60321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49AEC0-E3D0-497A-83D4-B72DB819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BB0D2-3B91-447F-B898-14E74620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E433F-B791-4E64-9B55-2E9454A2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84199-74FA-408C-A7D4-26DBF005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B2005-7D73-4B90-84CA-CB3DCEE7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407EE4-D115-4D5A-9B0F-167DFD1A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E93D5-8198-432A-971B-116DB723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97AA3-6BFD-45DF-A916-684EED63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C8893-4DF8-480E-B18F-D2A85DE9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61F6CA-C573-456D-A5F9-B62C40C1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29909-1E2C-4B77-A303-FB529E4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E2297-4652-478D-9FD1-DB34B94E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A9E52-4D1D-44C1-A0D5-55F8FCE1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45563-8380-4041-AB51-045B07F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F93C8A-26FB-4988-A542-B3750E84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4A539-B862-43AF-B0BF-F8B8EC24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0F63EE-4D22-499D-B9EB-2F52754A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A520A8-9A06-4843-9EA9-6DEB574C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3F643-1E66-49FD-9D34-CCEE9BBD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811166-A659-4354-B4C5-801094F3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9C757B-1F5D-4B2B-A9AE-679559F8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FD5B9-EB2E-4ABD-BC7E-BE894634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CDD45-E0C1-45F4-969C-8CEE09F4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CA5F91-F16A-461A-9688-1B1CD085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9C8523-20C0-4DAC-B4F0-126CD0C7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259DB9-BFEF-4B37-9497-05A4B1A6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D985D2-7080-4463-AADC-A4D96B26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5D52BB-556F-4B86-9BF2-CCA806EC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08270-64F1-4C8C-9558-4A01C951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112A8-6E79-49BC-82A4-F90F9944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AF78C-C5A6-48C1-A125-7C62D252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FA1AC5-F442-4225-B783-02AE43EA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56761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B7F339-F4E1-47B7-9445-45B09A83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7EF5AB-E4C4-4D83-AAE1-6A10BC67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37FFA-BEAA-42DE-966D-9126F6A5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2429F-ED33-4883-A297-CA58D051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83E37-5A5B-4100-B699-4A7AFC30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4FEAE-62A4-48DF-ADD8-67F063AD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30767-438E-4C66-AD3D-5B7E3B2F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445B5-7744-4BC9-8D29-39EE6221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E418B-4544-4537-B31A-EADE8D3C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138E8-BA77-4C0A-83BD-31138A0A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38C37-895E-4F40-9D85-CB27DD90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4819F2-4FA8-4861-96D0-D8E8338D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D07E5-835E-451C-B892-D42834488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30287-C063-4119-B0C6-D0C8E2E6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48BB4-7FFA-45B2-BEF3-7262123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B56C5-134C-4249-8EB5-C7B17C3F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3DE4D-668A-465E-88B3-32BC79A45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0BC8F-D37B-4787-A9AF-21D85E7B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25F48-2361-4C74-8BE2-F81959E5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B75E3-5E9B-49CC-B155-2492F08D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5D7A1E-FFD1-454D-8C5C-C244D46B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24C5E7-733F-438A-8E13-31FDB0F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7F6F71-055F-4B64-BA93-21934399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D3659-FAED-4D9C-AC2A-70A31AAF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C3911-2884-4EED-B361-871BD822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4CF240-2FA0-4BA3-ABCD-624AC525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3F291-62FD-4F12-B117-849D480F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085F07-4A6B-4FE3-A6CF-FADE28ED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3BD63F-238F-49D9-BE4E-79AE8BE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A15D90-1444-4DB7-8CD2-91468754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4CFAB-FC07-457D-927A-62454483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648A7E-7BAC-41A5-A281-BA268A5F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32882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04ECC7-490C-451A-976C-68BFF0B9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25A9A-875E-4556-857A-1BF70153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88F34-A435-4529-817F-A456107B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76F68-C383-4068-80BA-CEF28181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2C538-37DC-44EC-A892-DB7383C0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E3ED8-EC3D-416E-BF8B-ACC9CA54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E71F7-2D68-4426-9E56-634E94E1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002EC-DD08-4A11-93A2-7C960740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45D23-4DB2-4B56-A16E-636AA404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911E3E-39E0-4B60-869F-9EF2AD4C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1D2D0-E509-48CF-A722-716D6484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2AFC6-F9BC-4539-B322-AB8758E1B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9DB9AB-47EA-4F22-A28C-1684D4AA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3AF71-5739-4DC7-B759-6235F83F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3C4404-1A5F-44B5-9158-C7A6AC543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F531C3-0F83-4C6F-98C6-CCB43814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1AA98-10D0-4911-910A-9F55124C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1E5B3A-E947-4983-8FF2-58A9F854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289B6-F0FA-4318-A9DF-BD533EB9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03B99B-8638-43D0-9829-F899617D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49D93F-5FD0-4A9C-8A41-A2287E36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FBFF4B-D90F-496B-9BD5-E972EB8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34FEC9-4972-4D21-A1E4-D8474995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1BE393-778F-4DB6-A7F7-4CF74A72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2A953-F530-4C38-9C69-D2A44EEB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BD0D32-C02A-4122-8120-C07393C5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6D207A-332B-4410-A33E-BC7FC98A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F50F88-6501-456C-9C8B-84C55716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61E4CC-CE38-4983-8C50-333D9E79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E5317-E206-44FB-B162-E793D1B7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8E04B0-41FA-4D3A-B270-A4975707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A1E42-C225-4AD1-9060-0264F3F1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81636874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3A43B-AD46-4E3C-A0C6-167D8850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A206D-8EE5-4BBA-B994-3F4417ED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CECBE-FD6B-4BAD-B163-F8F19F3A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CDC64-B946-45F5-8E18-62BB3865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4C203E-264F-468E-9E65-370EC669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6CDCD-3479-4802-BF73-865D320E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E4F58-71E1-409B-8448-30903239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07E60-3A59-4B38-BC1F-EBB9D540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E422D-6DE7-4C5B-8FDB-EFC421AA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F4F19-8E70-48DF-8701-60E8EDA9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EF69A-F738-4A55-BDE1-0AC251A0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A3940-93D4-4879-8B75-A52BCE47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991AB-5CBD-4C84-B911-529AE2F7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0CEDD-67D6-4A4E-9C3C-AE9D00E9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28FD2D-A676-462B-A004-92DA7B6E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A70947-B55E-4EC2-82CA-E7DC0D24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7F7BEE-9785-4F7A-BA3B-8F01376A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131F50-687A-4C2C-9BCA-94C940DF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464F79-B9F8-41D4-9D08-23AA2028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D957F1-913B-417F-B1BF-4F0D55BC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A9EDA-541E-4390-913E-794D2EAA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1D1E8-103D-427E-84D0-5D46C40B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0F473-A2BC-46BB-8E8A-E0AD1A14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F03B6-D863-43C8-8496-CC0524F7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4A293C-B5F3-4D56-8DDC-F042633C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1AFC67-B128-44C3-97F5-96E51657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218E4B-D56B-459B-8783-7FD3469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532652-74AC-4179-8E0B-12C9FFF4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BE41E0-A31E-478A-8514-B700A7AC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A3F463-86EE-4219-90BD-55FA19AF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D82EA3-0BBC-4313-A56C-2A642241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538E69-7CFF-4EF5-B21D-1932C6ED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9967504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11BBE0-0695-4F68-AEAC-55E1E543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A902A-A571-4105-934C-50E6C37B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7C71B-3CFB-4BB1-9354-401E29AD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97B82E-7B4B-42ED-975D-462FD6A8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C723B5-2E0B-4490-B976-44619B00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DC2A0-04BE-4AE3-9357-6C3F7311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0D578-A642-4E48-9206-893E0261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84E0A-C539-46D0-AFFE-DC9DCC9B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16F05F-DC5B-480E-AF5D-AC69A3B3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5F986-280F-4C8F-A73C-872EAC65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F2ED0-6572-45FA-B712-B6C5291E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8B31DA-733A-46AE-B8A2-D7267BCE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1444D-BA78-436A-961F-5C74E401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FC17B-771D-4198-929E-793F12FF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ACF03-213E-4CFF-8707-8AB4821D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D699D5-A01B-45C7-B41C-6EC576A6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F2D13-8202-402A-8D2B-EF93C356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02EB3-A3A9-4DE1-9E32-E4BF2BCB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746D88-259E-4A67-A6E6-994184B7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49907E-5B8A-4029-AFAE-3E21EDC3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088E60-41F0-48F4-91A1-138DA1D0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2E6A9-8BFD-40BD-9879-498F1EB8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47193-782F-42C2-AB28-5194D089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5AA0A-D306-4585-9744-A0F9FBDC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F579F-0E24-40C0-BD5B-27E21D0D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314529-4671-4899-94B7-AF1DA55A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931DD9-EE31-4973-8897-F9C2B8B7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B28DC-86AD-4716-9B8F-2E356586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D57F6D-EF60-4736-A215-8F96347F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2162E4-58E8-4FB3-BAD2-13FEA19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A0CE1C-7F49-437D-9EAC-520C4B2C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E9530F-6D2E-45E9-B0DB-09EE2234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4096704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05F281-2F71-4762-9FA0-66001184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76C34-4BA6-425B-9CA8-97AAB4AF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02E6D-D5EE-4609-BACC-76282A9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FC51F-1F7B-467C-9B10-FE0EAA09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0A949-8316-4010-BD11-084D6F15D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06215-D91A-42B3-B2D2-980E70B9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8F94A-BBDF-4294-BB8A-D3612DFF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13465-853C-47C6-B541-0049EED4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F4D91-609E-4B70-BC63-9426D474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43A0DC-DBE5-4AD9-A16B-AAD5F575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AF2D1-BFF5-45E1-A743-1A61E5CC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24B10-5612-42EF-A7D6-2C75B117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B2BA0-8F07-4B0B-9D20-8E288AC0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57C40-5522-4327-A0CC-CB50B40B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EB23D-DA2C-4926-8536-80F11240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4A3E6-7D58-4FA7-A806-A4894DAF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BE22F-CD05-4BAF-9C87-149E0F30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8FD5D-45A1-423E-BEB4-83FBC10B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7A58DE-9077-4016-AEDF-69FC5BAF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E1E79-7DF1-4B51-B5B9-7081C24B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0BB6D-D969-4FFF-AD0B-707D6B22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B2DE5-41F0-4393-A183-5819AA31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36BF99-C3FB-4ACC-9AB1-B9EAEB77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D42658-9060-4734-9A21-25A384E2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F17C83-96C3-4D2C-B127-5BB12377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917CFB-CA17-4D5B-8A01-CEA0BE2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2D485-BCC5-47D4-8A34-6D096185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0749E9-E880-4B5F-A894-8C7E066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4DA78-8F66-4115-8319-9E68B733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0C9C8B-4EBE-44DD-9C20-FBFB6ED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BD59A-51DB-463D-9C1C-3CA1C49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60C54E-93D3-4D4F-A8F9-84F83E4D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0755181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1D9BA6-7E77-4E48-9B00-1FB21DAB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62DBEC-4914-4F08-B8FA-29B708E3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E7CCD-903C-4FDA-B38C-5F98D365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84CC1-7394-4222-8A2F-9B3ADE05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847F2-FF41-4BE9-B6D7-F8D768AD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E361E-B887-4A94-ACC7-BD4288BB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93D52-3C56-4342-8F98-F700E02D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AC3D0-D930-459A-9F8A-A09798B3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2A3C0D-1AAE-449F-B092-210D8757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35537-A372-4CD6-A5F7-5E00E649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650B7-2674-4F43-BDC5-D5A6D3F4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FFBD3-5771-4F7E-85A2-D7D76436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32820-DCCA-440D-9490-87DF2EA2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682916-0145-4146-A84F-2028A482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C7ABB-5D78-46CC-A7D8-C96AE5DE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BFD8F-737A-4873-8BF4-4A700212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B3DB7-D179-45B7-81BE-758C4E52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5831A-81BA-4199-8734-45274C5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90560E-EAB0-4CBF-A5A4-06DB6943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9E9A2-9A36-4A35-967C-9ACBBF40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4AAB9-F8F8-4675-9BD2-8E1DE9A0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5121E-69DC-42DD-810E-82D16BFE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9D69C-9B09-4B9A-B4F8-61BE2320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4338A6-8A20-4949-8D6A-005B5472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2EE81-144D-4314-BF26-91B99CCE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17434-BAFE-4B38-BD88-4FC3C4C3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DB7F6A-FBAA-4042-81B7-14FFDE91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91B62-795A-42F7-AD93-03934497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5E1E91-1520-43F2-B501-08A5EFEB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CB200B-9A85-4B13-AB2F-654C5A8F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E89656-766E-48A1-9EE6-14D6FB27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AE887F-12BF-4DF0-BB31-B77DAAC8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5965246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2641BA-C2A9-47C4-8219-4D9E79E3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C2917-445C-4708-8171-D3A91A91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A813B-86F9-40EE-8CDE-ADD2FB81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7C58C-49B5-44E9-BE18-42830A77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B1E43-3AE4-4D49-AE9E-2B7BCA8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A7426-498E-4B88-8CCF-F8BDF1A0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81585-58D3-48A4-A325-CF1C4A0B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6AC42-D6EC-442B-82C8-CED0ED79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D13A5-C821-4F76-A2F1-8027172A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51225-F642-407C-B707-8B5831DC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59FE8-8AFE-4B13-894A-E90C9889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900C2-B454-4FE9-9167-28C905F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77802-020C-495C-8012-1BCBF62C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E44A1-5A2B-44D3-97F0-411F9B25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D74B7-04C2-435E-805C-9E667B327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4024F2-35C2-415D-8A09-3271B721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02A00D-1463-4056-B8F8-BB5AB959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0BA76-DFCE-4DB0-8367-52CA20D0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ABC1D6-E3BB-422D-8EAE-F5F83A8A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4B512-0DD3-497D-867A-051A54D2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013FFC-FABD-4EAC-B84D-D726106D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C4FB1-4BAC-4A91-BC4F-401A4B27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D8DC7-21E9-4CD5-96B0-722743E5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1B309-D333-42AD-98EC-6C695893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890FC-59F2-49DA-BC98-D89D4997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E221C5-8271-43BF-81B4-C2B921E6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DB44FE-99FE-4BBD-9751-59016659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A0025B-2395-46AD-BEF6-E53AB969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7DE6DE-3817-47B1-A59A-10F000C3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056020-E26C-4C73-866B-B4F91441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C7FCE6-D6FD-4954-AE34-8B59B979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FB133F-6586-46CC-9FDD-40C2A4F5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1579050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1CEBF6-4A20-457C-88DD-0F5FD7A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F1ACB-DED3-4501-89EA-029A85EF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D5C47-D5CC-4733-9B4F-FFE4A60B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E8135-3347-4F0D-8E5B-94AB0687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B1725-2B63-4CE9-99A8-322031AA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B37F14-2EE5-4D71-914B-C4986F2A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C5BEC-C88E-454B-88E5-AA8FB636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371DA-4D27-4CFE-9CE7-B6DD163E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FDDDE-9F0B-4A7C-A03E-46B1A23CA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38263-BA9F-46F3-9BC4-9057ABE5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19AAF9-6309-400E-AABA-AE3DAF78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67B8DE-9E6D-4AF4-A3D8-9F4647A6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CB7EA-5647-42A1-BE09-4AAC7D1F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E43E6-8455-45C4-BC5A-A5ACA214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6013A5-9D0A-4310-A069-AE154241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D2328-57C4-43A2-9E17-166620D7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A2CB2-F9C0-464D-8AD6-B0FC6FF6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CCDCFC-D0DF-4AFB-A016-EAC0BCAC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51D283-C8B8-4AC2-99B8-FB0F0168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007590-A72C-43B8-9CE9-279F3597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C8FB3A-FE9F-4C46-A1B1-BBA267A2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D0B4D8-C169-42BA-84EF-E5268A0A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6301FD-0073-4772-B072-44359402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BF60F6-BC6F-42E4-B99E-A201A4A5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1C0CD-1218-488C-A730-88AE6EF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98CAE6-BE01-46F4-B8A9-9EDDA2FA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FA4ED4-8AF8-49B5-859B-DCDD929C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6AC284-A3A5-4B3C-B876-6F79682F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D72EA2-282C-4B03-B1BE-F19027C8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25E98A-326A-44AD-AC02-E683F1CF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54AB6C-CDAF-4952-B9FA-D893822E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CE9494-B05F-4D02-8F86-184F5A59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3355057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B42BDD-8AC7-433F-88E3-EA1A1F2A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88EA4-3FFC-4876-ABCE-8D5E822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A2BF2-9B66-43B1-9617-74BF0E9B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F9B7D-E014-450A-8219-03038C51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DF77-DD45-4CC8-BE0E-23F6AAAA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545C3-F526-4C93-AD66-8D6973BD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4D108-C3D5-4A84-BCBF-4737D3D6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4CAC8-1C7B-4E83-B377-76FFE047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46E79E-BADE-4F28-B93E-CC256695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B44F6-F8D8-4696-A86E-CA88A180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721CBE-B708-4421-9031-81082546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8EF77-B2DE-4910-8B33-14708C49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9DCF1-D12E-49DA-9A09-CACC35C3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0BC19-8A30-48D2-BE83-07F504F5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BD5CC-4393-43B4-B123-798F2294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4C6D45-3C3E-4C0A-8F3C-F91C7CD8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B696F3-89B9-40ED-901B-F4F84E5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CC021-053A-437A-AD37-F4C40145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07A41-018A-4364-A945-F86C0E1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158E9A-B8F7-421B-8BF0-6239627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46D9C-5746-40C6-8903-BAC62DE4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E3DFC6-C3D3-4BE1-800C-5A02F244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3D1205-D0B4-44FB-981A-F288920F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794C33-781F-427D-9477-603D0521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308C3-85DB-4E8E-8DC4-1765CAE9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1F1A9D-0599-4011-B363-B4322A76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BFE429-1193-4020-854F-C38B0F0F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49A784-BF3E-47D9-BC41-96C2EAB9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A5B87D-48B0-47FF-B6AB-3046DF55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BE78E6-CD25-458E-A768-8FB9B296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45D042-6503-443A-91B5-29CF6B04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5F77CA-F634-4673-AAE0-4F58850A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71540417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ECF39D-C26D-4295-8E12-915278A6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DB7BC5-6840-4C8E-8F79-A86481D1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3EEF3-38BC-4B0C-A8B8-3A7E2A83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538268-99B4-42D2-A94A-0ED26DF2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6DE08-6161-4B7D-B4B7-8BDB7A53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0AE76-AE4C-4399-BCB9-D978BFC8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77EAA-E6E5-4A81-8F2A-379BD143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31370-4E45-4ACB-8227-D002D915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51561-BBDD-4400-9A4B-7AB8F9B0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1AC63A-D7FF-4AA3-BFE4-28EA418A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0F524-BE80-4905-B707-52DFE373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B4C55-613A-4974-8053-4D1950D5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04AD9-BAB4-4989-AB9A-C5F9DA45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5B30F9-3921-4445-B529-D6F092E3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270C6-C403-447D-94E0-0B382504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CFA2B-875A-40B7-8817-7354E4CA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D472EC-9C5D-4665-8F6D-8114311D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D1E0B5-00B3-4E75-8F39-53C2C831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1C1F1-FD62-498C-857D-8EC975A3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8A37FD-DC79-4FE9-9C40-EE68CB26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2103F-7061-4FC7-A684-6AA4BBF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1A6C39-E84E-4D45-9C09-908F4645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12BAE-DD9B-4234-838C-2C7CC7A5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4B53D4-6D94-4A95-A8DE-C4FC0821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FDA1BB-D28B-4AF7-87AB-4ACF5665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BF223-D809-47B8-B566-BB103DA09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A5914E-106F-448A-B0CD-187213AD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F2CC92-D3C3-484D-816B-B2A75AE6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C839F-6D11-4F73-80D3-27B8A4F9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0BDFFA-61DB-4D6D-B177-7AB08E9A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2D17BB-0988-4E7D-8EE8-6C948436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BBF538-3DDB-48D0-80DD-FE5ED747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3684427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946C78-3C13-4F33-A2FD-DDD1027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D4D6D-EFC4-40D7-85EC-77CAE23A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FC72F-2937-440D-AD81-9F422433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0F2726-D47E-47DD-9DC1-6F07767F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82B5D-15D3-428C-8391-3EA2C96A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8FC9B-6055-477D-9C76-57F75B1C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F4B806-0655-4D07-8D17-81A8C99C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88E011-5219-450F-847B-4B2A57ED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539A4-1E01-4DEC-9580-8C4E5CC9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69207-B5FD-4618-862F-8C9D2E75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D8EF2-C32B-44E6-89AA-A0DA0C7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6B34D3-480A-470D-A40A-D877BC08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62339-E2E8-4611-B70D-9D7CA387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BE646-AA53-4D5E-A80E-E7E24B50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806A9-3008-4D91-85F3-ECEF1464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17E24-7DDE-409F-8C88-9B3144FA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7C67C-BBA2-4994-9EF2-2576F51E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D51106-602F-4C38-AE87-10BE828E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6AE958-6139-4C08-9FA1-456508CD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62638B-EA82-4C9E-A390-01971717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041CA4-82F0-4490-B85B-B8942AE7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3E3BA-A38C-44AC-8DD7-9A7EF6E5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38C37-2BB9-43AE-BF8D-CCCFDFBE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2F90E8-F98D-4292-BB33-88072DF0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36F67-3523-4F2E-93F9-A87A3A5E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39D99-022C-417D-99B6-6584390E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92D435-0B93-4921-AC98-5813235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109B4D-31FF-4DE1-97D2-9EAE6510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0963F-8B38-4EC7-9DD4-D56A6956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F9D719-115F-4691-9BBB-69595E9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BBD67B-4252-4865-BB48-8806169E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7BB7E1-451E-4BA1-AB83-BF23333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146576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CEEA96-6BF2-463D-A3AE-A0E45749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8E53C-9ABE-4362-A1B3-1D030532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E1B88-76E4-4079-AF2D-1EBAF174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44AFE-72C2-4BCA-B21D-8D477A84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95356-4E69-4CE2-8317-F49D7236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975D9-E273-4713-882E-7875C09B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C46E0-8335-4598-9340-8770BC29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06B29B-5D6C-4805-8A5A-A0C1F726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0F967-67DB-4377-9845-E036CB8D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F538A-F323-429D-B08B-C76EF42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BC97D-0310-46D5-A302-0F42C02C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085B7-0FF8-4015-A8DA-9E0CF6F7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40083-6011-43BE-9A42-E234E26F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0B5D6-D921-4813-BCA4-FDCCCC63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94A3E-A6E5-419D-B179-9C086CD3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9FD42C-08AD-4DD5-A5B1-A800480F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3A07BF-4259-42FE-BB3E-88B97617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1A008-F19B-493C-9D43-87862B7A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CFB0F-2750-4778-8BE3-E9E82BE3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A3CDE-4D33-40BA-9551-4494E557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A4236-97F3-4A94-8C9B-B5FB9DE2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EEBF7-4DE2-4F87-BA73-934C046E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FD7F4-3FF9-489D-8A66-266839EF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71382-52BD-4EF3-B710-FD05E6F5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1868E2-C64D-4E1A-9C13-4DBE4ECD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DA0F21-5220-45A5-8D04-18ED717C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E5B4D0-FF09-4CDE-ABA3-5732F9FA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552765-A254-4381-A3AF-046C59F3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388F2-E17F-4818-AC21-D9400A24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F4CD94-6DCB-4F39-8BB3-111445CDE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9CEBA7-83FE-4C6D-AC87-7C020FD2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7DD1D5-75EC-4356-BB4E-3A27DCA6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222014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676E49-82A8-4F5E-A8B3-6F5B574F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A8819-B731-4D46-A1D6-E02C1EC3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BA0B5-A196-4319-97F8-EC7607C6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3F992-B432-4405-B0AE-5797FF7C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0236C-1297-475A-B603-50526422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F4FB3-6B1A-4814-B03A-2D3D53B9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145E8-E053-4E9D-BEC8-099D3DA4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EB7D3-E341-4368-92B3-B559C539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C89DB-E3E6-4B18-81AC-C6F8CF34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30698-F10F-48D4-8B8B-090F32E3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9B423-A470-4726-948E-68A6362B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D7223-699C-4947-8C26-D182671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E36CC-CE34-4CB3-9DE1-812B3865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1D356-8455-4CD9-9A70-1AED3987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BB07A-04D9-4D6E-BFE5-3FD21D1F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8B377-EDF4-4E58-B777-83F7B421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56FD5-A9D3-4319-BBB4-C2D53C24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D05C9B-3D69-4A49-A568-D77A61A5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5A038-35FF-442F-922C-44270F92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0B6619-258B-4DD8-9CCE-B93B5B42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A44268-7648-40FE-9B86-51B49885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24F3E-EB3C-4E59-A761-5AFF18A46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03C3B3-7ED1-4870-8028-315DC4FE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630432-B3CF-4564-8B20-3BE34708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8D4DBF-E504-4D35-9A76-E6C996D4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12BC8-C21D-4679-AF3B-C3DE6966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8C45E-0446-4D5D-A67C-4B0DE714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AD2ED3-95D9-45BA-80DF-BD0A106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01FC7-6B8A-46DB-B9D4-B11E00FA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20F542-B718-4398-9822-6B7B75B8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E368B4-728C-4CFB-97A6-2D545072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C3EAD6-931F-490F-90CD-9295F039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15429684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E28056-2631-4239-B0A8-011AEB4E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80128-D304-4B42-ACDD-A87F44D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24ED1-DC2D-4B23-B902-D1ED8621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4A6821-6660-479E-BC09-70529CA92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1E114-5AF3-45B3-B69E-A1052005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42EDC-70AF-4F07-B2C2-777166AA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F753E-FBA9-4F14-8423-15DF1D6D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BB284-2EA5-4A6A-8966-BA9ECA8F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189C0-EB6C-4792-8A42-B80F01F6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55FDC-A3F0-4A5C-AE53-33C575C7D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7E5001-2DDA-434B-B65F-3605A6D1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2EAD6-A8EB-4AC5-ACAD-A3A5E96D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F993E-FCED-407E-B720-CA55E0DB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31F3B-ED37-4F62-BE8D-A1926681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3E496-87E6-4CD8-A254-A04BF6E2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EB0829-883E-44FB-8C8C-EA07660D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B05BD-1DB5-47A5-A48C-A3B24932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915AA-681E-4BE7-8090-08D28926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D94F9-B23C-47AA-A540-A5D9456C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0D8227-93CE-4DC4-A55B-BEB6483D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8C31C7-C859-454C-88C9-F04B9B8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D7D6DD-7715-431E-A67E-892F400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B5E7EF-9F3A-4DC8-8473-36AD8C7C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EB4881-83E7-4E81-B41D-AFA53F8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E2DBE-E887-4339-8682-2E2133E3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F7B00-6550-4D1A-A3B7-6FC72CF3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B19CEE-4E23-4E70-9F19-A89FD187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0FEAD2-6E12-457F-9773-4437DEA4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69DE6C-C51D-49A7-AAC7-3A1CFFEC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A3F14-0D02-4D2B-A424-59A190DD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2609E8-778D-42F9-BF6E-3D1F4C31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D92A4D-BF12-473A-878E-1581B25B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51060307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1B6982-CFC7-42ED-B255-133489B9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DFC7E-0192-4B77-B38A-E608588A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6EEE0-44C4-4DE6-A323-B1C64E40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23EA5-636E-400F-A324-47204211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4C7CF-80E1-41D0-8317-E5B2B9D3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444AF0-1157-4DC3-AA32-B37D9094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15957-83A1-4F61-B686-B280974C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B7837-B426-4A6C-907F-4DC87B91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41D66-C468-4460-9677-6D86D0F0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830D8-D39E-4D0D-903A-52C17157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A10B4-9C75-4564-AA3B-0BC3F372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21AD6-970D-4BA3-8846-2D408389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9ECE4-C4DE-4926-B309-AC2541F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CEE2C5-7366-4F20-AE1B-34C7B11E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EAE719-EA2C-4C07-B952-12D4CAA7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EFD3A-1AF5-4E77-9ABE-E7AC780D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A87C1-7539-4DC6-B5F0-A6BDF1C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F4DCD-01C7-4E66-8E4C-D63AB2CE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43132-E7A0-4D84-9E44-88FF4819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E1B633-A0FA-45EA-B27D-F926A1E3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C6983-A98A-4844-97FD-6ADE9A60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9334F3-6740-478B-9A3B-06A89B16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E1CC12-4303-414C-A7FE-738C7072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B4BA3-606F-438B-ACD6-CB44CD19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984E34-C20A-4B07-93BE-40003CF3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A0B112-905A-412A-B837-4D5C8D10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F5CD26-A4AC-4736-B64F-2E91889F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C3792F-957B-4F51-BC1A-93C73DE9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89AB83-831E-47F2-A1B9-4CCEA4CA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AE6EA5-9B69-42AA-8642-1EABC375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72044D-8D5D-48CA-A809-90AC798E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75739F-8125-423B-84A5-8A0B3E06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36181289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F0EAE7-84FD-40F0-B207-F0F8F5AA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AE8D4-5B17-4826-9017-B1248EC7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1EF6F-563F-41F9-9888-07668364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6DDC7-3E77-4516-98C2-594F9A88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509D8-D811-458B-A974-C79BC4A9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56FAD-9DAB-4879-BB87-52847A80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318C5-71DE-427D-B55D-5574D0A7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31A12-B71A-417B-8F28-EC06783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552F1-BF8F-4BA8-8276-DBC3043A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6313A-E157-41E1-BB3F-70ADB4EA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0FD48-C2FB-42D0-9F34-6D768B24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0E71D7-6CF2-4B0F-9BCF-9C3E6B9D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6F359-E101-4F99-8BF4-F518E71C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00327-5B31-47EA-9722-90DA35E6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28780-D74C-41BD-9F35-9BCFB13E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EC5429-B1C5-42B2-B40D-6F624691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F7E11-A5B9-4F00-B0D7-DE320747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3AE6D-DC09-4D8C-ADAF-ED63F2A4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E616B-A65B-47F2-8395-DCC8CC82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DB343-F75F-42B9-AC25-D1583FD6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B3EFD-16AA-46B0-80F2-2113B955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A9F16-31A3-45B9-B8B9-C796C94F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14C41A-3132-4068-BD0E-F0CE1E9D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8C201D-1B9A-4041-BF1C-45806579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C4BC95-3DED-4EC6-8CE9-0078A35B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36CC0F-9D19-4023-A33B-8ED9D754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7F6EA-96DB-4C37-B253-442274F8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7D63F-F348-4344-BC6B-88311E0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AF64E-6478-4838-A036-315C4302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A33A9C-9463-4923-BD16-A4D11B08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95A08A-06B9-42F2-B12A-E8681B1F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330A3D-EFBF-4913-94BC-279F2142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20756213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8C2579-A36C-4646-A67F-9B443F02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1DEB4-22E4-40DA-8344-BB34458F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96C91-A0AA-43F9-87E6-5A2EA7FE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C0359-0854-4A39-B176-E1BAEE4D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42586-86CF-40B0-B834-DBDC591F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48AE1-78C5-4FD3-B705-C437C191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A3CC7-A26D-4979-A399-6FC46C5A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4EBE7-C93A-493B-95E3-16A48CF7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2F4E6-9A2B-48AD-921E-E654327C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241F4-29A1-424C-8E00-F8A36A64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A9075-3FD0-4607-841A-2D65FA0C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6520C-A049-42EE-B59F-05C2E17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6773EB-CBC3-4E10-B038-E9C921D8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020A9-1643-4426-9512-6ADDAD3F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10BB3-298E-438D-831D-84762271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CD10D-EBB7-4502-A461-71ADE519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94EF5-A28B-4389-85B6-1B39BC55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5D53AD-B910-484C-9B6F-146A6E42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B6F54D-8116-4974-BE48-99998345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F9605-A648-4BE5-BD94-53692818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3760B-5B41-4597-B6CA-38B1A1BF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A7C1C9-FA7F-4BF4-89D7-CD441BBC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367C2-B2C4-476A-8F66-3A0ACD79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218B82-CCCC-48E9-A319-05E29999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F4D67-5FAB-4D7D-8328-964F7DE0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28C5BD-2027-4073-A2B1-3DE973EF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53BCC-1326-4BE9-BBE7-A182BB20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1F8464-E6FA-4388-8155-18C2BB25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1A7C0F-77AC-4CD1-9272-F3650CB1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A00AC0-F617-417C-A1D5-588C3C7C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EC9A6D-C13D-451F-AB6F-9677E0B7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92CDA7-2FBC-4AF5-A969-92F9C40E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9149445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BC5AC2-B53B-4191-BEFA-181FCE91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EEDEE-E7BE-453A-A490-D7D6E1D5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HVAC ducting Concept of Industrial drawing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B0C13-B725-41E8-A3DF-F7B75CF8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8C70F-2BFE-489D-9A44-18278580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0AB28-860A-4B06-B8CF-622D9CC5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EC9C9-7EB7-4B78-B02C-762D37E2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CB289-5621-44CE-BC21-2024E837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909A7-27EA-4EAC-B279-578B2150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07FC8-CC47-4BB7-8BD5-8FAE08DA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D2C101-1D24-45BD-8851-8BD39472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37986-E4C7-493E-8C5B-793619E1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27B60-B8C3-4859-8F3D-9694B1BA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47586-E557-4DF9-81CE-568168A5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31D779-5643-4666-8DF4-012435DB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979885-BF77-43C2-B2B4-E2D3E35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839A1C-365D-4D04-BB11-9AA13CB5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575DB4-D2E1-4B1C-9FF8-D8E231E4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7FFED9-58E1-4ACE-8152-1A8DD54E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D9B78-39BF-411C-88D8-996B64E2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62A43-B6B2-4F74-9E6B-A374C6BF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4122C4-8126-400A-B1A3-6AB31329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49C497-8B15-4E62-B50A-61A4125B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9C6831-8A2E-422A-B9F1-2239276B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7D7829-2B09-4207-AE05-D96AF4BC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AF83B7-0B9E-4F85-A013-7FFEB475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74353E-0B68-4BE9-919C-68384BD4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F35008-9683-4822-B6B1-CA6DE950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1501FC-9204-4407-A944-093D7EC1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62C2CA-8323-4E9B-B953-BA7A9873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C6988-175F-45E3-B191-A83234EC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F6629-074F-47B0-B241-4EDED6AB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05BF87-5C44-4CF7-8537-27E36501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6063323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CC566A-DDC2-4675-83A9-AD8CADF0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2FC7F-6C0E-4C7B-BC9F-8E382162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Concept of Part Design (For CIE Only): 3D 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9B62A-D115-4DA4-9495-E60CD9FD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F5A68-8CD7-42EE-B8E6-4966E8C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69A23-7FD0-467F-8932-FE84CD9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AEC86-2752-4EE7-AE8C-1528C3727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32A5BD-10F2-44A9-8FC3-B483D89A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287EB-959D-48E0-ACAD-978230D7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DA3E7-E217-43CC-B9FC-0C66859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22A7-E4F5-4AA5-8C80-23910BDA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C0D1F-4071-4C9A-A132-223B32D6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2C5804-F527-44AF-A791-DF79C26B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4A40E-4D1B-488C-B5A7-F685F0AC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237D7A-2C43-426F-92E0-C51851A4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70B88-EC0D-4070-80F1-C565E1EC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E215C-2CDA-425C-BCA1-4C4C3111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681C7-119C-40C2-AC22-F9BD214A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BEFBC-D15B-482F-AFD9-A0828109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C7047-984B-4B23-990C-857612FE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266A2E-04DF-436E-B2B8-1D620A52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45D36D-D11C-401F-86F2-A2CAE1A8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F7B9D-E96D-41A6-9A7F-A94190F4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82190F-ED16-4EB9-B92B-7F8FE520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CFE02-D794-41F0-9A0A-BA0DC5F9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4AC3F6-7D56-47C4-96A3-DBFE6E9D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32979-BECE-4102-9D58-B7825DA1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F42ABE-E357-4EE8-9C28-74AC8E3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164CAD-B204-4DCE-B342-F41F1EF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5CB6BE-2794-40F5-A0CA-12535AF8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38AE7-3677-49A7-ADE0-9F40B145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8A8193-9498-4F16-B6DB-7D336C21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99FBB0-BE77-407B-BB56-0BFF2579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ME Stream</a:t>
            </a:r>
          </a:p>
        </p:txBody>
      </p:sp>
    </p:spTree>
    <p:extLst>
      <p:ext uri="{BB962C8B-B14F-4D97-AF65-F5344CB8AC3E}">
        <p14:creationId xmlns:p14="http://schemas.microsoft.com/office/powerpoint/2010/main" val="1038664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2026-08-24T16:02:29.2050000Z</dcterms:created>
  <dcterms:modified xsi:type="dcterms:W3CDTF">2026-08-24T16:02:29.2050000Z</dcterms:modified>
</coreProperties>
</file>