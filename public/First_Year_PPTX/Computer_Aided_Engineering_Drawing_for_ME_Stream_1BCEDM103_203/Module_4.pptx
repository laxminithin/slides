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d80359b9cc4ce1" /><Relationship Type="http://schemas.openxmlformats.org/officeDocument/2006/relationships/extended-properties" Target="/docProps/app.xml" Id="R46dee6a0414c44f6" /><Relationship Type="http://schemas.openxmlformats.org/officeDocument/2006/relationships/officeDocument" Target="/ppt/presentation.xml" Id="R1caa889237384a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4aff4d698148d1"/>
  </p:sldMasterIdLst>
  <p:notesMasterIdLst>
    <p:notesMasterId xmlns:r="http://schemas.openxmlformats.org/officeDocument/2006/relationships" r:id="Rc119e2802dac418f"/>
  </p:notesMasterIdLst>
  <p:sldIdLst>
    <p:sldId xmlns:r="http://schemas.openxmlformats.org/officeDocument/2006/relationships" id="256" r:id="Rcf54b69cbaeb4505"/>
    <p:sldId xmlns:r="http://schemas.openxmlformats.org/officeDocument/2006/relationships" id="257" r:id="R52b7049931624178"/>
    <p:sldId xmlns:r="http://schemas.openxmlformats.org/officeDocument/2006/relationships" id="258" r:id="R838a4e2f0e604bb1"/>
    <p:sldId xmlns:r="http://schemas.openxmlformats.org/officeDocument/2006/relationships" id="259" r:id="R416d4be201314300"/>
    <p:sldId xmlns:r="http://schemas.openxmlformats.org/officeDocument/2006/relationships" id="260" r:id="R563f3eebe15d49a4"/>
    <p:sldId xmlns:r="http://schemas.openxmlformats.org/officeDocument/2006/relationships" id="261" r:id="Ree4e6153cf734ea0"/>
    <p:sldId xmlns:r="http://schemas.openxmlformats.org/officeDocument/2006/relationships" id="262" r:id="R4e2813f4f8f64482"/>
    <p:sldId xmlns:r="http://schemas.openxmlformats.org/officeDocument/2006/relationships" id="263" r:id="R51a07a9e38be4b22"/>
    <p:sldId xmlns:r="http://schemas.openxmlformats.org/officeDocument/2006/relationships" id="264" r:id="R7f326459f7634f41"/>
    <p:sldId xmlns:r="http://schemas.openxmlformats.org/officeDocument/2006/relationships" id="265" r:id="Rc14b8da3ff834e60"/>
    <p:sldId xmlns:r="http://schemas.openxmlformats.org/officeDocument/2006/relationships" id="266" r:id="Rcf70eeb1cbd44b0f"/>
    <p:sldId xmlns:r="http://schemas.openxmlformats.org/officeDocument/2006/relationships" id="267" r:id="R9650f63a30a24193"/>
    <p:sldId xmlns:r="http://schemas.openxmlformats.org/officeDocument/2006/relationships" id="268" r:id="R0b1cc88081704cb2"/>
    <p:sldId xmlns:r="http://schemas.openxmlformats.org/officeDocument/2006/relationships" id="269" r:id="Rf20eb7eac37742e1"/>
    <p:sldId xmlns:r="http://schemas.openxmlformats.org/officeDocument/2006/relationships" id="270" r:id="Rde17cf625d4c4086"/>
    <p:sldId xmlns:r="http://schemas.openxmlformats.org/officeDocument/2006/relationships" id="271" r:id="R702375a5f3a24047"/>
    <p:sldId xmlns:r="http://schemas.openxmlformats.org/officeDocument/2006/relationships" id="272" r:id="Rba697dc8445f41e1"/>
    <p:sldId xmlns:r="http://schemas.openxmlformats.org/officeDocument/2006/relationships" id="273" r:id="R1308cf42ebac4be8"/>
    <p:sldId xmlns:r="http://schemas.openxmlformats.org/officeDocument/2006/relationships" id="274" r:id="R55cba6dbf82b4886"/>
    <p:sldId xmlns:r="http://schemas.openxmlformats.org/officeDocument/2006/relationships" id="275" r:id="R40fe3c17138f497c"/>
    <p:sldId xmlns:r="http://schemas.openxmlformats.org/officeDocument/2006/relationships" id="276" r:id="Rc8a05b54feb14cb2"/>
    <p:sldId xmlns:r="http://schemas.openxmlformats.org/officeDocument/2006/relationships" id="277" r:id="Ra8d4875e31184776"/>
    <p:sldId xmlns:r="http://schemas.openxmlformats.org/officeDocument/2006/relationships" id="278" r:id="R99a30530fb59426b"/>
    <p:sldId xmlns:r="http://schemas.openxmlformats.org/officeDocument/2006/relationships" id="279" r:id="R27249ac98daf49bd"/>
    <p:sldId xmlns:r="http://schemas.openxmlformats.org/officeDocument/2006/relationships" id="280" r:id="R318d0c296595447f"/>
    <p:sldId xmlns:r="http://schemas.openxmlformats.org/officeDocument/2006/relationships" id="281" r:id="Re966d018a6d84b0b"/>
    <p:sldId xmlns:r="http://schemas.openxmlformats.org/officeDocument/2006/relationships" id="282" r:id="R6bd586d0ddf04015"/>
    <p:sldId xmlns:r="http://schemas.openxmlformats.org/officeDocument/2006/relationships" id="283" r:id="R4e4d898a362d476c"/>
    <p:sldId xmlns:r="http://schemas.openxmlformats.org/officeDocument/2006/relationships" id="284" r:id="Rfc2e908bd14249e5"/>
    <p:sldId xmlns:r="http://schemas.openxmlformats.org/officeDocument/2006/relationships" id="285" r:id="Re1d8247795684453"/>
    <p:sldId xmlns:r="http://schemas.openxmlformats.org/officeDocument/2006/relationships" id="286" r:id="R762d2cea65cf499a"/>
    <p:sldId xmlns:r="http://schemas.openxmlformats.org/officeDocument/2006/relationships" id="287" r:id="R1945da72f74f4b06"/>
    <p:sldId xmlns:r="http://schemas.openxmlformats.org/officeDocument/2006/relationships" id="288" r:id="R7aa49e6fedd04b67"/>
    <p:sldId xmlns:r="http://schemas.openxmlformats.org/officeDocument/2006/relationships" id="289" r:id="R13483c0441f24e23"/>
    <p:sldId xmlns:r="http://schemas.openxmlformats.org/officeDocument/2006/relationships" id="290" r:id="Rab444cec9e8f4699"/>
    <p:sldId xmlns:r="http://schemas.openxmlformats.org/officeDocument/2006/relationships" id="291" r:id="Rf69eda8700b14463"/>
    <p:sldId xmlns:r="http://schemas.openxmlformats.org/officeDocument/2006/relationships" id="292" r:id="R76ab0637ea8f4928"/>
    <p:sldId xmlns:r="http://schemas.openxmlformats.org/officeDocument/2006/relationships" id="293" r:id="R3a4093574cb44631"/>
    <p:sldId xmlns:r="http://schemas.openxmlformats.org/officeDocument/2006/relationships" id="294" r:id="R5277829e491f4998"/>
    <p:sldId xmlns:r="http://schemas.openxmlformats.org/officeDocument/2006/relationships" id="295" r:id="R90bb214d4d754d99"/>
    <p:sldId xmlns:r="http://schemas.openxmlformats.org/officeDocument/2006/relationships" id="296" r:id="R122d1708f7ae4b18"/>
    <p:sldId xmlns:r="http://schemas.openxmlformats.org/officeDocument/2006/relationships" id="297" r:id="Rcdd7e842f71049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5619f2f3c44a57" /><Relationship Type="http://schemas.openxmlformats.org/officeDocument/2006/relationships/slideMaster" Target="/ppt/slideMasters/slideMaster1.xml" Id="R134aff4d698148d1" /><Relationship Type="http://schemas.openxmlformats.org/officeDocument/2006/relationships/notesMaster" Target="/ppt/notesMasters/notesMaster1.xml" Id="Rc119e2802dac418f" /><Relationship Type="http://schemas.openxmlformats.org/officeDocument/2006/relationships/presProps" Target="/ppt/presProps.xml" Id="R22545f5b97fb429e" /><Relationship Type="http://schemas.openxmlformats.org/officeDocument/2006/relationships/tableStyles" Target="/ppt/tableStyles.xml" Id="R5568fdd63ecf49d0" /><Relationship Type="http://schemas.openxmlformats.org/officeDocument/2006/relationships/slide" Target="/ppt/slides/slide1.xml" Id="Rcf54b69cbaeb4505" /><Relationship Type="http://schemas.openxmlformats.org/officeDocument/2006/relationships/slide" Target="/ppt/slides/slide2.xml" Id="R52b7049931624178" /><Relationship Type="http://schemas.openxmlformats.org/officeDocument/2006/relationships/slide" Target="/ppt/slides/slide3.xml" Id="R838a4e2f0e604bb1" /><Relationship Type="http://schemas.openxmlformats.org/officeDocument/2006/relationships/slide" Target="/ppt/slides/slide4.xml" Id="R416d4be201314300" /><Relationship Type="http://schemas.openxmlformats.org/officeDocument/2006/relationships/slide" Target="/ppt/slides/slide5.xml" Id="R563f3eebe15d49a4" /><Relationship Type="http://schemas.openxmlformats.org/officeDocument/2006/relationships/slide" Target="/ppt/slides/slide6.xml" Id="Ree4e6153cf734ea0" /><Relationship Type="http://schemas.openxmlformats.org/officeDocument/2006/relationships/slide" Target="/ppt/slides/slide7.xml" Id="R4e2813f4f8f64482" /><Relationship Type="http://schemas.openxmlformats.org/officeDocument/2006/relationships/slide" Target="/ppt/slides/slide8.xml" Id="R51a07a9e38be4b22" /><Relationship Type="http://schemas.openxmlformats.org/officeDocument/2006/relationships/slide" Target="/ppt/slides/slide9.xml" Id="R7f326459f7634f41" /><Relationship Type="http://schemas.openxmlformats.org/officeDocument/2006/relationships/slide" Target="/ppt/slides/slide10.xml" Id="Rc14b8da3ff834e60" /><Relationship Type="http://schemas.openxmlformats.org/officeDocument/2006/relationships/slide" Target="/ppt/slides/slide11.xml" Id="Rcf70eeb1cbd44b0f" /><Relationship Type="http://schemas.openxmlformats.org/officeDocument/2006/relationships/slide" Target="/ppt/slides/slide12.xml" Id="R9650f63a30a24193" /><Relationship Type="http://schemas.openxmlformats.org/officeDocument/2006/relationships/slide" Target="/ppt/slides/slide13.xml" Id="R0b1cc88081704cb2" /><Relationship Type="http://schemas.openxmlformats.org/officeDocument/2006/relationships/slide" Target="/ppt/slides/slide14.xml" Id="Rf20eb7eac37742e1" /><Relationship Type="http://schemas.openxmlformats.org/officeDocument/2006/relationships/slide" Target="/ppt/slides/slide15.xml" Id="Rde17cf625d4c4086" /><Relationship Type="http://schemas.openxmlformats.org/officeDocument/2006/relationships/slide" Target="/ppt/slides/slide16.xml" Id="R702375a5f3a24047" /><Relationship Type="http://schemas.openxmlformats.org/officeDocument/2006/relationships/slide" Target="/ppt/slides/slide17.xml" Id="Rba697dc8445f41e1" /><Relationship Type="http://schemas.openxmlformats.org/officeDocument/2006/relationships/slide" Target="/ppt/slides/slide18.xml" Id="R1308cf42ebac4be8" /><Relationship Type="http://schemas.openxmlformats.org/officeDocument/2006/relationships/slide" Target="/ppt/slides/slide19.xml" Id="R55cba6dbf82b4886" /><Relationship Type="http://schemas.openxmlformats.org/officeDocument/2006/relationships/slide" Target="/ppt/slides/slide20.xml" Id="R40fe3c17138f497c" /><Relationship Type="http://schemas.openxmlformats.org/officeDocument/2006/relationships/slide" Target="/ppt/slides/slide21.xml" Id="Rc8a05b54feb14cb2" /><Relationship Type="http://schemas.openxmlformats.org/officeDocument/2006/relationships/slide" Target="/ppt/slides/slide22.xml" Id="Ra8d4875e31184776" /><Relationship Type="http://schemas.openxmlformats.org/officeDocument/2006/relationships/slide" Target="/ppt/slides/slide23.xml" Id="R99a30530fb59426b" /><Relationship Type="http://schemas.openxmlformats.org/officeDocument/2006/relationships/slide" Target="/ppt/slides/slide24.xml" Id="R27249ac98daf49bd" /><Relationship Type="http://schemas.openxmlformats.org/officeDocument/2006/relationships/slide" Target="/ppt/slides/slide25.xml" Id="R318d0c296595447f" /><Relationship Type="http://schemas.openxmlformats.org/officeDocument/2006/relationships/slide" Target="/ppt/slides/slide26.xml" Id="Re966d018a6d84b0b" /><Relationship Type="http://schemas.openxmlformats.org/officeDocument/2006/relationships/slide" Target="/ppt/slides/slide27.xml" Id="R6bd586d0ddf04015" /><Relationship Type="http://schemas.openxmlformats.org/officeDocument/2006/relationships/slide" Target="/ppt/slides/slide28.xml" Id="R4e4d898a362d476c" /><Relationship Type="http://schemas.openxmlformats.org/officeDocument/2006/relationships/slide" Target="/ppt/slides/slide29.xml" Id="Rfc2e908bd14249e5" /><Relationship Type="http://schemas.openxmlformats.org/officeDocument/2006/relationships/slide" Target="/ppt/slides/slide30.xml" Id="Re1d8247795684453" /><Relationship Type="http://schemas.openxmlformats.org/officeDocument/2006/relationships/slide" Target="/ppt/slides/slide31.xml" Id="R762d2cea65cf499a" /><Relationship Type="http://schemas.openxmlformats.org/officeDocument/2006/relationships/slide" Target="/ppt/slides/slide32.xml" Id="R1945da72f74f4b06" /><Relationship Type="http://schemas.openxmlformats.org/officeDocument/2006/relationships/slide" Target="/ppt/slides/slide33.xml" Id="R7aa49e6fedd04b67" /><Relationship Type="http://schemas.openxmlformats.org/officeDocument/2006/relationships/slide" Target="/ppt/slides/slide34.xml" Id="R13483c0441f24e23" /><Relationship Type="http://schemas.openxmlformats.org/officeDocument/2006/relationships/slide" Target="/ppt/slides/slide35.xml" Id="Rab444cec9e8f4699" /><Relationship Type="http://schemas.openxmlformats.org/officeDocument/2006/relationships/slide" Target="/ppt/slides/slide36.xml" Id="Rf69eda8700b14463" /><Relationship Type="http://schemas.openxmlformats.org/officeDocument/2006/relationships/slide" Target="/ppt/slides/slide37.xml" Id="R76ab0637ea8f4928" /><Relationship Type="http://schemas.openxmlformats.org/officeDocument/2006/relationships/slide" Target="/ppt/slides/slide38.xml" Id="R3a4093574cb44631" /><Relationship Type="http://schemas.openxmlformats.org/officeDocument/2006/relationships/slide" Target="/ppt/slides/slide39.xml" Id="R5277829e491f4998" /><Relationship Type="http://schemas.openxmlformats.org/officeDocument/2006/relationships/slide" Target="/ppt/slides/slide40.xml" Id="R90bb214d4d754d99" /><Relationship Type="http://schemas.openxmlformats.org/officeDocument/2006/relationships/slide" Target="/ppt/slides/slide41.xml" Id="R122d1708f7ae4b18" /><Relationship Type="http://schemas.openxmlformats.org/officeDocument/2006/relationships/slide" Target="/ppt/slides/slide42.xml" Id="Rcdd7e842f71049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8dc6b5248d48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5f480dcc124c51" /><Relationship Type="http://schemas.openxmlformats.org/officeDocument/2006/relationships/notesMaster" Target="/ppt/notesMasters/notesMaster1.xml" Id="Rfefeab290ede4c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a8b53b933e4bc4" /><Relationship Type="http://schemas.openxmlformats.org/officeDocument/2006/relationships/notesMaster" Target="/ppt/notesMasters/notesMaster1.xml" Id="Rd2c5c5b791a144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ee1dccca4442ee" /><Relationship Type="http://schemas.openxmlformats.org/officeDocument/2006/relationships/notesMaster" Target="/ppt/notesMasters/notesMaster1.xml" Id="Rfdbbc7e4f86546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8e3565b2b54ad2" /><Relationship Type="http://schemas.openxmlformats.org/officeDocument/2006/relationships/notesMaster" Target="/ppt/notesMasters/notesMaster1.xml" Id="R3b633c1d8e574b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f77b1484494418" /><Relationship Type="http://schemas.openxmlformats.org/officeDocument/2006/relationships/notesMaster" Target="/ppt/notesMasters/notesMaster1.xml" Id="R4aebe9a9f16344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5aa5995fbb419e" /><Relationship Type="http://schemas.openxmlformats.org/officeDocument/2006/relationships/notesMaster" Target="/ppt/notesMasters/notesMaster1.xml" Id="R737af1f1be1e4a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08669c9a5f42db" /><Relationship Type="http://schemas.openxmlformats.org/officeDocument/2006/relationships/notesMaster" Target="/ppt/notesMasters/notesMaster1.xml" Id="R3f700190c7d449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3912cc381640e2" /><Relationship Type="http://schemas.openxmlformats.org/officeDocument/2006/relationships/notesMaster" Target="/ppt/notesMasters/notesMaster1.xml" Id="R0534879d0fde46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f282b3d89c4aa6" /><Relationship Type="http://schemas.openxmlformats.org/officeDocument/2006/relationships/notesMaster" Target="/ppt/notesMasters/notesMaster1.xml" Id="R77fb3826624141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f5f0a9fdc74390" /><Relationship Type="http://schemas.openxmlformats.org/officeDocument/2006/relationships/notesMaster" Target="/ppt/notesMasters/notesMaster1.xml" Id="R136625edc9bf4c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fc3b861b9e4d5b" /><Relationship Type="http://schemas.openxmlformats.org/officeDocument/2006/relationships/notesMaster" Target="/ppt/notesMasters/notesMaster1.xml" Id="R8c16297977c84a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0a216d23ba48cc" /><Relationship Type="http://schemas.openxmlformats.org/officeDocument/2006/relationships/notesMaster" Target="/ppt/notesMasters/notesMaster1.xml" Id="R1647635f738348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8e7777a50c4731" /><Relationship Type="http://schemas.openxmlformats.org/officeDocument/2006/relationships/notesMaster" Target="/ppt/notesMasters/notesMaster1.xml" Id="R8a8c9bce008f42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58086eab064023" /><Relationship Type="http://schemas.openxmlformats.org/officeDocument/2006/relationships/notesMaster" Target="/ppt/notesMasters/notesMaster1.xml" Id="R3b1dae6049cd47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2898fbad34a4dca" /><Relationship Type="http://schemas.openxmlformats.org/officeDocument/2006/relationships/notesMaster" Target="/ppt/notesMasters/notesMaster1.xml" Id="Ra1fe3e6a766d45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b344b687ac43a3" /><Relationship Type="http://schemas.openxmlformats.org/officeDocument/2006/relationships/notesMaster" Target="/ppt/notesMasters/notesMaster1.xml" Id="R1ae6ee1e9d47414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6825bc3cec440a" /><Relationship Type="http://schemas.openxmlformats.org/officeDocument/2006/relationships/notesMaster" Target="/ppt/notesMasters/notesMaster1.xml" Id="R24b7a622994345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2bd6eab1edf4975" /><Relationship Type="http://schemas.openxmlformats.org/officeDocument/2006/relationships/notesMaster" Target="/ppt/notesMasters/notesMaster1.xml" Id="R3ae2152f368c42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7e12bbadfa74f70" /><Relationship Type="http://schemas.openxmlformats.org/officeDocument/2006/relationships/notesMaster" Target="/ppt/notesMasters/notesMaster1.xml" Id="Rca57ba0adef1452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8807691431d43fa" /><Relationship Type="http://schemas.openxmlformats.org/officeDocument/2006/relationships/notesMaster" Target="/ppt/notesMasters/notesMaster1.xml" Id="R559d00f3a0724fe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d45256ae32641c7" /><Relationship Type="http://schemas.openxmlformats.org/officeDocument/2006/relationships/notesMaster" Target="/ppt/notesMasters/notesMaster1.xml" Id="Rc28e539a9d3a494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3076b193f6b42eb" /><Relationship Type="http://schemas.openxmlformats.org/officeDocument/2006/relationships/notesMaster" Target="/ppt/notesMasters/notesMaster1.xml" Id="R413c993de3c44b6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6fb8b5caa7b4bf4" /><Relationship Type="http://schemas.openxmlformats.org/officeDocument/2006/relationships/notesMaster" Target="/ppt/notesMasters/notesMaster1.xml" Id="R67c01e369a0e4a2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e2fdff7d7df4b4b" /><Relationship Type="http://schemas.openxmlformats.org/officeDocument/2006/relationships/notesMaster" Target="/ppt/notesMasters/notesMaster1.xml" Id="R546e52100f54404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b13b35a14bf4d61" /><Relationship Type="http://schemas.openxmlformats.org/officeDocument/2006/relationships/notesMaster" Target="/ppt/notesMasters/notesMaster1.xml" Id="Rea6f8fb7f1ed418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fe368660a444ba7" /><Relationship Type="http://schemas.openxmlformats.org/officeDocument/2006/relationships/notesMaster" Target="/ppt/notesMasters/notesMaster1.xml" Id="R7f6d172edd03424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0d3f5013ba048e1" /><Relationship Type="http://schemas.openxmlformats.org/officeDocument/2006/relationships/notesMaster" Target="/ppt/notesMasters/notesMaster1.xml" Id="R2e6cd275a042427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0d34520b51f460e" /><Relationship Type="http://schemas.openxmlformats.org/officeDocument/2006/relationships/notesMaster" Target="/ppt/notesMasters/notesMaster1.xml" Id="R150701c80d394e5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6089c258bad4d9e" /><Relationship Type="http://schemas.openxmlformats.org/officeDocument/2006/relationships/notesMaster" Target="/ppt/notesMasters/notesMaster1.xml" Id="Rf4e32f366c164d2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703226057764ac6" /><Relationship Type="http://schemas.openxmlformats.org/officeDocument/2006/relationships/notesMaster" Target="/ppt/notesMasters/notesMaster1.xml" Id="R5ec3472b5fd744c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11a83e00fc54d02" /><Relationship Type="http://schemas.openxmlformats.org/officeDocument/2006/relationships/notesMaster" Target="/ppt/notesMasters/notesMaster1.xml" Id="R1be8c2aced8b48b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c314c351aad427b" /><Relationship Type="http://schemas.openxmlformats.org/officeDocument/2006/relationships/notesMaster" Target="/ppt/notesMasters/notesMaster1.xml" Id="Rb29085661ef5459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c181542e2b74acd" /><Relationship Type="http://schemas.openxmlformats.org/officeDocument/2006/relationships/notesMaster" Target="/ppt/notesMasters/notesMaster1.xml" Id="Rd877812cbea24f2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a42df49985e47cd" /><Relationship Type="http://schemas.openxmlformats.org/officeDocument/2006/relationships/notesMaster" Target="/ppt/notesMasters/notesMaster1.xml" Id="R38b7fb055498421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ef5e50bbfd74b82" /><Relationship Type="http://schemas.openxmlformats.org/officeDocument/2006/relationships/notesMaster" Target="/ppt/notesMasters/notesMaster1.xml" Id="R0244ecc150504a4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5ec43e96e2146e1" /><Relationship Type="http://schemas.openxmlformats.org/officeDocument/2006/relationships/notesMaster" Target="/ppt/notesMasters/notesMaster1.xml" Id="R92aea0f3e0374ba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4f59e4faf844199" /><Relationship Type="http://schemas.openxmlformats.org/officeDocument/2006/relationships/notesMaster" Target="/ppt/notesMasters/notesMaster1.xml" Id="Ref8361c9dfff4de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bf657f2a35b413c" /><Relationship Type="http://schemas.openxmlformats.org/officeDocument/2006/relationships/notesMaster" Target="/ppt/notesMasters/notesMaster1.xml" Id="R5396dbd13da8441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fedf5e630744b09" /><Relationship Type="http://schemas.openxmlformats.org/officeDocument/2006/relationships/notesMaster" Target="/ppt/notesMasters/notesMaster1.xml" Id="Redcefb24f32847f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626b58df71342d2" /><Relationship Type="http://schemas.openxmlformats.org/officeDocument/2006/relationships/notesMaster" Target="/ppt/notesMasters/notesMaster1.xml" Id="R6f59f6617e9e47e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432d416ec9044d3" /><Relationship Type="http://schemas.openxmlformats.org/officeDocument/2006/relationships/notesMaster" Target="/ppt/notesMasters/notesMaster1.xml" Id="Rb6089c30f733400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82553007fb94035" /><Relationship Type="http://schemas.openxmlformats.org/officeDocument/2006/relationships/notesMaster" Target="/ppt/notesMasters/notesMaster1.xml" Id="R0b3576c9fac34e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92e4c91bd145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e6e49d80b74d8d" /><Relationship Type="http://schemas.openxmlformats.org/officeDocument/2006/relationships/slideLayout" Target="/ppt/slideLayouts/slideLayout1.xml" Id="R4eff62ef1f0e4e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ff62ef1f0e4e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bf42672f04187" /><Relationship Type="http://schemas.openxmlformats.org/officeDocument/2006/relationships/notesSlide" Target="/ppt/notesSlides/notesSlide1.xml" Id="Rbcb81d658e1f4c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e11883d394e49" /><Relationship Type="http://schemas.openxmlformats.org/officeDocument/2006/relationships/notesSlide" Target="/ppt/notesSlides/notesSlide2.xml" Id="Rdf02d080e52342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485c330bc420e" /><Relationship Type="http://schemas.openxmlformats.org/officeDocument/2006/relationships/notesSlide" Target="/ppt/notesSlides/notesSlide3.xml" Id="R7d69d4e28ca840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7b796e28245f5" /><Relationship Type="http://schemas.openxmlformats.org/officeDocument/2006/relationships/notesSlide" Target="/ppt/notesSlides/notesSlide4.xml" Id="R32dc87de065846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b3218675d4d5b" /><Relationship Type="http://schemas.openxmlformats.org/officeDocument/2006/relationships/notesSlide" Target="/ppt/notesSlides/notesSlide5.xml" Id="Rdad06732544244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975da092549f5" /><Relationship Type="http://schemas.openxmlformats.org/officeDocument/2006/relationships/notesSlide" Target="/ppt/notesSlides/notesSlide6.xml" Id="Reb319e32b12241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377133c444f28" /><Relationship Type="http://schemas.openxmlformats.org/officeDocument/2006/relationships/notesSlide" Target="/ppt/notesSlides/notesSlide7.xml" Id="R4287208945824e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8834ad2224801" /><Relationship Type="http://schemas.openxmlformats.org/officeDocument/2006/relationships/notesSlide" Target="/ppt/notesSlides/notesSlide8.xml" Id="Rdc8e55166a364d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2154d042c40fb" /><Relationship Type="http://schemas.openxmlformats.org/officeDocument/2006/relationships/notesSlide" Target="/ppt/notesSlides/notesSlide9.xml" Id="R5f298970281944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3bb6fc6d341ed" /><Relationship Type="http://schemas.openxmlformats.org/officeDocument/2006/relationships/notesSlide" Target="/ppt/notesSlides/notesSlide10.xml" Id="Ra542f5e96baa4e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6c2ab2ca245ef" /><Relationship Type="http://schemas.openxmlformats.org/officeDocument/2006/relationships/notesSlide" Target="/ppt/notesSlides/notesSlide11.xml" Id="R770174d30ab045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39da757ab4f34" /><Relationship Type="http://schemas.openxmlformats.org/officeDocument/2006/relationships/notesSlide" Target="/ppt/notesSlides/notesSlide12.xml" Id="R7d47c14e5b414b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454b9b5b24abd" /><Relationship Type="http://schemas.openxmlformats.org/officeDocument/2006/relationships/notesSlide" Target="/ppt/notesSlides/notesSlide13.xml" Id="Rebe33a23ab2d4b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dd847b7694248" /><Relationship Type="http://schemas.openxmlformats.org/officeDocument/2006/relationships/notesSlide" Target="/ppt/notesSlides/notesSlide14.xml" Id="R30d0c94d1fb342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88d89565f4a89" /><Relationship Type="http://schemas.openxmlformats.org/officeDocument/2006/relationships/notesSlide" Target="/ppt/notesSlides/notesSlide15.xml" Id="Rf21f3cbeafda4b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4e96da61544e0" /><Relationship Type="http://schemas.openxmlformats.org/officeDocument/2006/relationships/notesSlide" Target="/ppt/notesSlides/notesSlide16.xml" Id="Rb96492679947447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4c794314144f3" /><Relationship Type="http://schemas.openxmlformats.org/officeDocument/2006/relationships/notesSlide" Target="/ppt/notesSlides/notesSlide17.xml" Id="R5393e515537543a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0883686ee4283" /><Relationship Type="http://schemas.openxmlformats.org/officeDocument/2006/relationships/notesSlide" Target="/ppt/notesSlides/notesSlide18.xml" Id="R2c68f30f0b0e470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e128e602343dd" /><Relationship Type="http://schemas.openxmlformats.org/officeDocument/2006/relationships/notesSlide" Target="/ppt/notesSlides/notesSlide19.xml" Id="Rd9a1385c1f644c0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342e93f4a4472" /><Relationship Type="http://schemas.openxmlformats.org/officeDocument/2006/relationships/notesSlide" Target="/ppt/notesSlides/notesSlide20.xml" Id="Rb8818e4f50da40f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3c0b354c4449b" /><Relationship Type="http://schemas.openxmlformats.org/officeDocument/2006/relationships/notesSlide" Target="/ppt/notesSlides/notesSlide21.xml" Id="R6fbedaba388a440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ed5b61cc84412" /><Relationship Type="http://schemas.openxmlformats.org/officeDocument/2006/relationships/notesSlide" Target="/ppt/notesSlides/notesSlide22.xml" Id="R7155e9904bd6483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c4e3b57614921" /><Relationship Type="http://schemas.openxmlformats.org/officeDocument/2006/relationships/notesSlide" Target="/ppt/notesSlides/notesSlide23.xml" Id="R55dfda26e5ce40d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050ffcfeb4b4d" /><Relationship Type="http://schemas.openxmlformats.org/officeDocument/2006/relationships/notesSlide" Target="/ppt/notesSlides/notesSlide24.xml" Id="R83cda59fe8c4492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4b45198bc410f" /><Relationship Type="http://schemas.openxmlformats.org/officeDocument/2006/relationships/notesSlide" Target="/ppt/notesSlides/notesSlide25.xml" Id="R61a097c0fdab449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3640119b54927" /><Relationship Type="http://schemas.openxmlformats.org/officeDocument/2006/relationships/notesSlide" Target="/ppt/notesSlides/notesSlide26.xml" Id="Rbc93dd16ed064c1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3903ada2949cc" /><Relationship Type="http://schemas.openxmlformats.org/officeDocument/2006/relationships/notesSlide" Target="/ppt/notesSlides/notesSlide27.xml" Id="R584c6b27426345e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48765c0a648a2" /><Relationship Type="http://schemas.openxmlformats.org/officeDocument/2006/relationships/notesSlide" Target="/ppt/notesSlides/notesSlide28.xml" Id="Rfae09d60f1cb4c3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0023b4dc740b2" /><Relationship Type="http://schemas.openxmlformats.org/officeDocument/2006/relationships/notesSlide" Target="/ppt/notesSlides/notesSlide29.xml" Id="R3ba032d259d2402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1f50c657e423e" /><Relationship Type="http://schemas.openxmlformats.org/officeDocument/2006/relationships/notesSlide" Target="/ppt/notesSlides/notesSlide30.xml" Id="R9e71a8ed8a044b3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757c4253d4b05" /><Relationship Type="http://schemas.openxmlformats.org/officeDocument/2006/relationships/notesSlide" Target="/ppt/notesSlides/notesSlide31.xml" Id="R14bedc3f08334a4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c9ad9b7a242f7" /><Relationship Type="http://schemas.openxmlformats.org/officeDocument/2006/relationships/notesSlide" Target="/ppt/notesSlides/notesSlide32.xml" Id="Rf1983f95b6e24b2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bfabfab96487c" /><Relationship Type="http://schemas.openxmlformats.org/officeDocument/2006/relationships/notesSlide" Target="/ppt/notesSlides/notesSlide33.xml" Id="Ra64ab5118b4c4c6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c76797e0f4c07" /><Relationship Type="http://schemas.openxmlformats.org/officeDocument/2006/relationships/notesSlide" Target="/ppt/notesSlides/notesSlide34.xml" Id="R5298a41801844f8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cdb009e124cc9" /><Relationship Type="http://schemas.openxmlformats.org/officeDocument/2006/relationships/notesSlide" Target="/ppt/notesSlides/notesSlide35.xml" Id="R94e075fa523c478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5bee0f6344cb8" /><Relationship Type="http://schemas.openxmlformats.org/officeDocument/2006/relationships/notesSlide" Target="/ppt/notesSlides/notesSlide36.xml" Id="R2ef5e5ba1cfd43d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640f38e444269" /><Relationship Type="http://schemas.openxmlformats.org/officeDocument/2006/relationships/notesSlide" Target="/ppt/notesSlides/notesSlide37.xml" Id="Rb8941801c5094e3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e9df88507458a" /><Relationship Type="http://schemas.openxmlformats.org/officeDocument/2006/relationships/notesSlide" Target="/ppt/notesSlides/notesSlide38.xml" Id="R2fee24ba323844c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770462d204444" /><Relationship Type="http://schemas.openxmlformats.org/officeDocument/2006/relationships/notesSlide" Target="/ppt/notesSlides/notesSlide39.xml" Id="Rfac8c40d151d43b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3b5b14807469c" /><Relationship Type="http://schemas.openxmlformats.org/officeDocument/2006/relationships/notesSlide" Target="/ppt/notesSlides/notesSlide40.xml" Id="Ra0b0512196da488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3f1daed964b1d" /><Relationship Type="http://schemas.openxmlformats.org/officeDocument/2006/relationships/notesSlide" Target="/ppt/notesSlides/notesSlide41.xml" Id="Rabe2e6b0993a41a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2a5d2eda742a5" /><Relationship Type="http://schemas.openxmlformats.org/officeDocument/2006/relationships/notesSlide" Target="/ppt/notesSlides/notesSlide42.xml" Id="Rde90c86828f442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BC697-86FE-4E3A-91B9-8E822A06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D5CD3-4FE6-40A8-807B-DD336DF9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Isometric Views: Introduction to Isometric views, Isometric projections, Isometric scale. Isometric view of hexahedron (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B7295-6AF7-448E-B2C5-8D598365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ME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1BCEDM103/203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A2B7B-7744-42C9-88C3-06165AD3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E33EB-7008-4351-91DA-9805A18D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45E28-D9F1-4ACA-B0B1-9EC47D5A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4D572-214C-42E0-AA3C-BFF8F024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D01F5-1E59-4B48-9C3D-4D542BDB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3D556-D882-4791-B5AA-6558D5B8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8280D-E7C4-4262-A950-4D0DA718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5AC4D-C5B3-4C4F-8943-090C0439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BA496-E0D4-48A5-A380-CEEC05F8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E569E-988E-4D7D-81F3-0AA06EB6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7988538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BEC4AE-5ECA-4779-B6BE-BEACEC99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B95AF-512D-44C7-A60F-74ABBDFB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1537D-E528-470E-8A7F-B178D5FB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BC9A3-C691-47E9-ADBA-1D85234F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6BD61-0ED7-40C7-9DFF-771936A7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BAB6B-CD97-47C2-B2EF-4D8EF46A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9A689-4F85-44E3-8360-27C4F241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4B51C-EF4C-448C-9182-A4E92752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822A8-85BF-46FB-A73D-231523EF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1EEB3-DFCB-4119-9D03-D60130AA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7DB9D-77CC-4DCE-8BC6-910EEDDD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7794A-C8F0-4790-A240-5C3686C8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0AC25-5222-47B8-9190-38E2CC0F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E06A8-749B-48DC-A8A5-EA55631A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E205F-6AE7-44A8-BAC6-5CB63E44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6659531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9B80AD-BA2E-4C26-AA9B-AD1FC9AE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AA1CF-BEAD-4D1F-9572-52914CFA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05240-C23C-4BB2-9A55-BDDF8275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A4BA8-A656-41E4-AEB0-B551DA6E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2FC04-1B55-4C8E-AB31-5CC4A808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C11FB-3823-4930-BCB8-74925528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33FE5-65F9-46F3-93ED-17D3DD16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9B362-344A-418F-8077-902EDDF9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44EFA-8468-4335-811A-0CB19CDB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Isometric Views: Introduction to Isometric 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768E0-5967-4EE8-9837-47167FF0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22CE8-6D2B-43E3-A251-2C3A104F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6C27A-55EB-41BB-8467-C70598DD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Isometric projections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850EF-52F1-4E81-BA5D-0BC9CF68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486D6-4C07-4715-BC1A-722C03E2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8DF0A-5138-4F77-A966-0D84038E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Isometric scale. Isometric view of hexahedron (cube)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9834C6-2A70-4078-B2ED-F957EEF3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3E778-276D-4011-AB2B-C793EA2C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91DBB-6753-4CAC-814C-F7C6A19A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right regular prisms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9C7640-2153-4DAB-938D-FF93CE03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D0F6C2-9099-4159-B469-10D13A61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4A7062-3429-4472-926E-FF81B53A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cylinders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7D16B-F676-4E1E-B3C1-BF1F85EF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9D4CAD-15E3-4F56-84E2-F91A1A9F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CB1098-9A49-4BA0-8CB2-ADCF874E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cones and spheres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6E013D-BE43-4BDE-A63D-17038D1C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E413E8-6589-4A65-95EB-9DE984C0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61DD6E-A4C4-4056-8157-EF647352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Isometric view of combination of two simple solids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72C626-4C0F-4EB2-8434-CFCA9769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E11BBA-6185-4735-89BC-66F0947D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13D73F-A15C-403E-979D-89CFDA2F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step block. Conversion of simple isometric drawings into...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E95A42-3F8E-4A70-B3AB-407416FD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AC9664-D0B1-48F2-B6EC-BE7591A4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587452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350779-6F42-4B70-AEC1-17F66485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8EE91-CEBA-4262-B634-62043C6B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4DF57-CF10-4C4D-AA40-114A151A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F37B9-1D91-4CB4-95EA-64B70060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B9C16-6BFB-4766-A4CD-3E079AA9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1F74E-4F00-4313-9C1B-5B8D00C4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2F34E-9C33-47CF-B2D2-99888A8D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914EE-A6BE-4ADC-B1A4-09370D7F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Isometric Views: Introduction to Isometric 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1542D-1523-40D0-831E-5E247DB0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66BFF-A227-4407-803B-CD8C6E17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17230-0B2E-4586-A61F-B7CC35FA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Isometric projections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8FEF2-37B3-48E9-9DB5-88251416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5B9F2-3D19-49F5-A5E1-89BE7AF4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1FE47-8564-45C9-824B-E8422B66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Isometric scale. Isometric view of hexahedron (cube)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B610B-414F-4964-8728-F8867245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7C3DC-055D-42CA-982C-4D9EA669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87533F-F3BC-4F92-931F-D5523869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right regular prisms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3E36B-4F20-4BCE-BC32-C7AC058C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67D525-8E69-406B-8CAC-2437716A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E635A5-4E1F-4BC1-A2FC-FCCEB496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cylinders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F5B00D-2D7A-43F5-BE93-F43A0A63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5B7AA0-95A8-4F55-A4BA-F11A93A6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FC5E13-80F9-4412-89E1-8A166159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cones and spheres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036B2D-34DF-4426-B6C1-8A5AD9A8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4F8148-5611-420A-87BF-D4EF12E9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783C3F-0963-493C-8CBE-FAE7E7BE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Isometric view of combination of two simple solids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524933-7D40-4224-A069-EACD6E5C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889FD3-6E85-41C4-8FFB-59762A1C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8E4B9B-7949-40F0-AA9A-3378734B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666533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84769-1CAA-4AD1-B114-7CFBE7CB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BD8A4-FA8B-4599-8DEE-40101843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11BEC-84CE-49CE-96D9-268D80FA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570FF-3A11-4D89-B0DC-5A8FAA5B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FAD62-05DB-4957-A586-7D1F3687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Isometric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FDF63-9215-4778-A4E7-9AB23E8A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60D72-8A61-47F8-909F-BF9A89BE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projections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A07FC-B2EE-43E1-9A2A-F5F4DFCF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B4639-2F73-4F15-A67A-7AF7A1FA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3C6BF-A31B-4501-8973-0F0E5243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hexahedron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C8A1B-5FC5-4665-A144-F6A90F9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cube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7EC18-B6A4-451D-A5EF-D8A9319A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D2762-B10D-41F4-A27A-485C7E83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regular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70C08-B898-4787-976B-B53039B2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prisms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B03B2-B980-4F8E-9D98-2769BB48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39E57-6B64-4017-BF99-0B41AF6C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916830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6F8CD-F456-48FF-8864-89770EFD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B3884-A21D-4992-A236-203713BC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FA0B5-1A3F-45DE-AE8C-A2EAAF28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CB4F2-58C6-4931-8473-74C13673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5D65C-4560-4551-8ED4-F3EA984A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Isometric Views: Introduction to Isometric 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C15F7-B327-4C22-AD75-92E2A1CD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 Views: Introduction to Isometri...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D1F1F-7AC3-4189-A882-77223D25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DD342-C578-4611-BBB5-495225BE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9B5CF-6996-458E-835F-45672CD9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8CCE9-170E-4090-8C22-77A3C6F8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8A7A1-39C3-48B1-9A49-848DD665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46842-2399-4773-996D-C604B9CB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93A2B-9C85-4233-8355-E59919C8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1787B-9ECD-4F41-ADDD-519E74B5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1F2E7-377F-43A3-A830-D1F85AED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6DB0F-59BD-425D-8458-5DFC84B5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715475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8F62E3-7069-4E05-AF2D-C16375CF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50A5A-F85A-4F00-B02F-34EBEDFC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13C69-58A8-4635-87E5-F4417912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00FF8-EAF6-47FB-91F2-E68370D4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4BFFE-986D-4D49-A8BF-D5FDA2D7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29E3D-F045-48DD-9EE2-AE6C37D7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4076E-2D39-41AB-B04C-56E489C5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0E2D7-ECFC-48E2-9D7F-29D7A883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C7F4-5F56-4B45-B4A2-41B1996D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Isometric Views: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5416B-0ABF-41A2-BF49-05483737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53E5E-7A7E-4F0E-86B2-C8003EB0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B2248-C9FC-4967-BE90-2BD3B761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Isometric 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7843C-E6BD-4107-840A-61FB35CC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3A087-A380-4FAB-8B4F-8D9D1510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29747-29EE-42E9-9236-8A7B5719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Isometri...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171AD-28C9-4464-9E7C-BD7C4DB9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82448A-C105-4273-8029-B31DEAE5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7152F-F5AC-405C-8E16-3A821069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Isometric Views:...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08D891-C131-4A77-AE5C-42FBB223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5D7F2-B35C-48DD-BED6-8EA82B07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CFABD-06A5-4F96-96E1-28EF299E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Isometric View...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30770-5FE5-415A-93BA-246FED8B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6C7EF1-1194-4529-9A20-9B6181D7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5642028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003DD-F0C0-4D0C-BDA1-697F9D3C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C5066-A67F-4154-B572-D7E51318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A3DB6-2B2B-4BF4-93CE-7992E06B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92755-B28C-4299-8A88-4F1DD30A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988AE-DED4-4D9F-B3D3-A00C3E85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E7EA7-7B57-437C-8BA3-2711F42E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00D77-81F6-4871-8248-6EC249AE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612DE-CB3C-4749-A146-7F3D46B2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77C82-B2E5-40A8-953C-999C19E1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51FFA-946F-4F70-8131-CF5EB545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8E1B6-9796-4C46-9D2D-CEF195FD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C3438-6D86-4DC6-8DB8-B9821044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FCABB-3300-4441-A8CE-F5DC6A15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5BBC2-F053-4565-95CF-584DF53D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0C5DF-A074-4363-B57C-94A740F0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3835358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3EC96-E2B0-469D-8828-8F662ED7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8AFB5-0331-4B58-9636-3BB6CD1D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7BB75-836D-43A4-9C3F-3C4F7449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3B036-27AC-468B-87CB-1B88A428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7FE8D-4BB0-4056-89B3-B9EE5E2F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D75CC-DFE9-4EFA-AA20-B1698502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Isometric Views: Introduction to Isometric views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3083C-3FBE-4DAE-BA28-B94059B9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2160B-AB8C-4EDD-8A5E-5A5A7C30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F5DC1-12AB-4A3F-9C99-8503EE8B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4BE9C-D55D-46FA-88DC-ECE020DF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CA2BE-F667-4077-92C8-A3586A04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1124200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D007A-D64A-48F5-9F1C-1A04AEF3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49607-57EF-44C1-B11C-7B16F76C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7C173-CE1D-44F6-9DD8-87FE4607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18DE3-35E6-4F45-9356-AF732F9B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94AA5-9B3F-4C1F-8EE6-A75F9BEF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Isometric projections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DC455-83A7-450F-8C8C-651EF03D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 projections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5F6A6-19DA-41ED-8C88-CAE98EA0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DAE02-2017-44FF-B1CC-C24DC9E2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55C30-550C-4759-8465-9FD5E94B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CF4B7-23A5-4AAB-A838-4824BE77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CF402-DEF9-4666-86B0-C95EFA23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11B5B-2107-46A2-8AB7-2B897DBF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10DA8-193A-4AA7-97AC-57F8FFAA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A4FA3-694A-4715-967B-A0C7F493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51DE0-4D14-4AF1-8FA9-54CEC26D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9E523-984B-43A1-933A-02505ADA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3168910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961C09-D2B9-407A-840A-1210DA28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819C4-6688-4EE9-9022-03EA2933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2DD6D-9C94-4DFA-B871-161D16DA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17680-3E31-4D16-B6AC-77A16304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DE5F6-E4D4-42B6-B759-362578C3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CE2B0-9408-49C4-B878-C514574C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20936-8BF5-4A9E-BEBC-5EC63C0D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14B57-F589-42F3-80F1-3E1D1187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22AEB-0E58-4B0B-9ED2-AEF176A4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Isometric projecti...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45B0E-E118-4C71-8585-1C63ED13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F2987-2D3D-438D-B960-048E7ECF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35BF4-E943-4DF6-89A2-64E6CB18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Isometric 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F26AF-4B1B-4B97-ACE5-8520B080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FC116-7644-4156-B489-E99BF790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95A51-C678-43FA-8F11-3E05F8DA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Isometri...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F27EB-6569-4BC4-B765-C590677C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541371-52CA-4842-AC96-9F5FD528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40B023-49D6-4373-95C2-CA7D9C9E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Isometric projec...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251AB8-423A-4BD7-944F-548965A0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D9BEDF-FF28-4C95-A03E-52243706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D68C2-210B-4CB7-B7B0-E138F90E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Isometric proj...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B2F7E8-0AC0-4C38-AE59-8EBE1061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9C7537-D1F9-4219-988A-F00E26D1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6305574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FA7655-9CEA-4CFF-9C22-3F5C8A3B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E8DB7-95CC-4F91-A6CE-F12FA5D9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0F1F7-241E-4BBA-A63E-5F93B2A6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37B89-7D8C-4DF8-B46F-97E6603A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5BE01-6854-4608-A7DF-52013804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25AF1-7D28-40A5-8F4D-8183D8F5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5E6A2-1EB6-4D50-8867-6BC6635A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52D8D-E260-4262-B663-1452C683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70004-764C-4E8F-9C0A-E69222FD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46AC2-40A6-42C1-9656-D09E1640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9E795-4C12-4938-B125-1A741D07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530B9-20EF-4C55-80C1-891D7C5D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214BF-1423-4D42-8C28-C52F9E57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D190C-1E91-4C3C-8E67-1724257A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B6E66-A21B-4DDE-A5CC-3D6890A2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0461900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8FDD8-FB4E-4DF7-9BCF-3EA17A0C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A2BCD-2999-4817-AFB5-2B83E9AA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5502A-5FF1-4199-B293-B6B27E0C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D2735-4ED8-454C-B094-4D982D21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0A838-B753-4A58-9591-A8D346D7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0847F-F70D-425C-8AF7-983B1A19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Isometric projections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32A02-8FD2-4027-BAF9-AA40F2CB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0F64D-84AD-4F8A-955B-4236AFA8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DFF0A-1E2F-4774-9B14-2A00E59A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E29AF-712D-48E9-AEB6-988ABBBD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5A87F-C4B5-4587-B5F8-AF781EB9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2989464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00FB2-7D07-4F4D-95AA-CE871C39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1B475-05F0-4A55-90D3-1F26BD95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2FC56-4E75-40EE-9F35-87FAD8A6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3EC4D-DC94-48EB-B900-EED8B799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37267-7C0C-494D-9DB9-9223AA3A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Isometric scale. Isometric view of hexahedron (cube)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3F2ED-C28A-48DE-8956-2F63BDD5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 scale. Isometric view of hexahe...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DF9B3-E53C-4598-B2AE-6D11E41A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EBB49-0ECC-4538-9352-2F12E360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A67BC-0741-443B-A23E-F093F81F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B78DE-F922-4E11-990D-FD4E4D63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20D92-9CAF-4F8A-86BF-3C46454D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1C0AA-1B62-4359-B00D-381200F7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35B2A-D1E7-4E4D-8C1C-7E58CAE8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9334E-594A-4D6C-921B-A8EFF94E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35B66-7ADE-46C6-863F-9622AB4D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14498-5DD8-4A0D-B4D3-BEB3F301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5598006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93733-A132-4736-98D7-CFB82A78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EB7C2-47F1-4E62-AC92-41A714BE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BE0C1-2C05-401D-B944-CDA42BFF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FA0F3-38D3-4E3D-A956-37574AC8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3BD44-27E7-45DC-BFDB-83CDCA02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2D703-18A8-4F0C-A859-B519C726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29E0C-37F4-4B4D-AC48-7CABCD6F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1B0AC-8018-4AD5-8B3F-BD110DBB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AEE94-BC94-4552-9D8A-F6AF6C71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Isometric scale.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1654D-700F-4279-ACD7-CB9A1E76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AAB1A-916D-4610-9F78-4B6599CD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FC216-FA63-494C-A8AC-DEC3F56E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Isometric 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2B860-5C5D-43C6-8F1D-DB9CA7F9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ECF6F-4C21-4552-B25A-30D932F2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1DBD7-BA34-41F6-A24F-234E300F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Isometri...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36318-3BCB-418C-BC61-BC17D225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F541C-EACC-4409-BE09-19920FBC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18A418-CB96-4F84-A3CE-50196BD5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Isometric scale....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F7AB7A-8D0B-4C72-8DF0-51BFE13D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37AAA-F591-429B-AB93-7FF91BD7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BA5F9-8715-4E61-B17D-B346C65E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Isometric scal...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BD7E6F-3750-4C23-8A20-475046B7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2387C6-1950-4B4E-AF6C-DA855D8E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0126839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4C10A-BE27-4585-98E4-026268DC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F6F3C-0418-486F-A963-5E3C4842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A632D-8662-4448-B0DA-7C37DAD1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1FFB3-EF1E-4B8D-AF0D-80E91CCF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5109B-3AB7-46DF-8814-E58618FD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297D2-825B-4E41-A8B8-D4A9F891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45D66-A7D7-4CD3-A944-88BBC824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01146-FCF7-40FD-9462-962E2EE9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7FF16-0F43-48B7-809F-8479DE73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7D978-95EC-49F2-A127-7CEE8687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8860A-D010-4B2B-9550-BC50FBF0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E0D05-A7BD-4500-A351-D3AF38F4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33F0A-9791-43DA-9A68-D98E89CF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B4C71-AEB8-4C10-8B3E-A559DF2C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39609-9600-4F05-A8E8-7D972C1F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0015483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6B73A-A923-4FBA-B739-E2940702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E3C60-D2E7-43A4-8409-6FF4F5D6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B08B8-BF35-491E-ADDF-FA06BEB2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64AF5-4324-44A8-84FA-D8983827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E379B-F4AA-4364-9662-61308CAB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A722A-3655-46B3-850B-7C2CA59E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Isometric scale. Isometric view of hexahedron (cube)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76079-6B76-4D00-AB5F-79F3BA3E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4BBBA-28C8-436E-8241-7DF97398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E9C525-86C1-4053-BF0C-D7A4DDD5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D9C00-1D15-4235-A188-19FA6A69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08AFB-C3D3-4494-9176-3D25886B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4768067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3F2EB3-7E6F-43BE-90B3-6B2EA1DC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BD40A-6B4C-4A44-823D-F55CA2FC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4FEAA-2846-4C7E-9267-C6964A4E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D151F-0DDD-47B9-AD3D-D202E718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AC01F-8452-4710-A3B0-9D7CD2D0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right regular prisms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9B0F8-545D-4B23-8049-51724E2B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right regular prisms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87986-E47C-40E0-AA3C-C6FC4DB5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FF10F-2819-48F4-9E53-16AF6304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7B5EC-DADE-42FC-8459-8FE00080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FADEA-597D-419B-8E31-158C1F1B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567E7-A4B8-43A1-A59A-9D6AC870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F1AE8-F447-4025-A527-C572914A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FF5ED-5FDD-440E-9CC4-21953595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DECA8-3F52-4F99-A162-2454D76F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F4CC9-2E47-41DD-9A09-00FACBC3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F0A56-4CEA-40D0-BD43-8FEBA5C7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265577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6CA4EA-7799-4C16-B134-F1EB9B4F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A7582-585D-47F2-9546-FFDE2BC2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EA4AB-D6BD-4822-96E7-B8E3D015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1DB43-55BA-496B-9C02-8C5110C6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02E0F-1C58-4302-9638-EE8913B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F0BD7-BAC4-4BFF-B876-4AFC5DA8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7A3EC-D17F-4A21-894D-9FE883C3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FFF8C-08E8-49AD-ADFB-31A6D17B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71E0E-B08C-43C7-9F8F-6C627946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right regular pris...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C8449-171E-4BA2-AFB8-3145EDCD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F098A-1BEE-4B41-8532-EA4C7100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DF3401-B2F4-49AD-B433-10C9E2C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right regul...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549D9-AC72-4196-8BDE-0EF3373B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E2AAA-8F2D-439E-93A9-8DE322C3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C9FE0-52F4-49A8-817E-4AFBD502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right re...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3D39A-4969-487A-B543-C5B48E92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FE18A-D3D7-4EB0-AD46-AA816AAC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FB3ADB-4B86-4939-8AFF-3C99C12B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right regular pr...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64E15-41CA-461C-9344-096CDCDD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B76833-91F9-4935-8FA1-FA6A6832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BFE13-3047-4C64-AD2D-C09C930F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right regular...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0E633D-74BA-4AFD-BC1E-3C8F7C1B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851BED-5864-4E6C-BBC3-E08E4A13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768870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588466-2E0E-4F2B-A50C-9421DA42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F193E-1910-4D40-B594-28AC1DEE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AE41B-893F-4F15-9893-2879DC68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3C6FD-8C30-4F75-B69C-72F99390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D3599-EEE1-47F7-8E25-22BF7CC2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F4186-AD79-4D11-A369-ACF6BC41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6E247-7E90-4111-B2D9-128D9C15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E4046-F54C-4A79-B0EB-1C1C29D1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E0AA6-5F7A-4606-96F6-DB94BAB1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A64D0-A6EF-4203-98DB-C317F712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B2866-0E7F-41FE-9400-A7E24D30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5D2D1-BB1B-492B-999A-1ADBDB94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A6411-A377-429B-B8AE-EC46FD9D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53587-7166-4FFE-AAB3-1480A519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60ACC-FD1F-425B-83F1-8535EBC3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583977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B0B62-A6ED-4232-ACCE-F76072A9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D7AD6-5AA0-4757-A14C-A7F52F7F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BD522-1AD9-430D-9024-006062AF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F5314-1A55-4F5A-B244-BF62149D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AE113-7250-400A-86D9-A610D3DB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15E80-4EA0-4C69-B306-D68AE17A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right regular prisms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29CD3-1A33-4015-87AC-DA20D850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EB438-2569-4D79-869A-A0148ACB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B9D2B-7DF7-471E-AC81-827192D2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424FB-DC9E-4C25-910E-9BCFAE32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B8981-6C88-4014-98E2-D6273B05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2106333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596E0-5D89-40FC-AA6A-5842EDA3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5CEA7-0569-47C5-B7D9-8766D887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FEFCD-3782-4DE3-A652-B4EA1CB1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53FD9-D020-4B00-BF96-3C3AC8BC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97782-F099-43E8-BDCB-0F2D45AF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cylinders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ED70C-3655-49F0-A42F-5A8DBEBD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cylinders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F0AED-0811-43E8-8099-355C728C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AA886-5634-45DB-8908-6740ECC2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4A734-113D-462A-817A-D99215F5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8B7B8-323F-488F-B8E7-20D9A2B1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216A9-961B-4DB9-8FA0-A4BC302A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B9621-5DCA-4799-9AF2-4F9DC108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1EA4B-26FB-4D7C-8FEF-D1A9BDEE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6062D-697F-43CE-A9A1-90C906E4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A77B5-8252-4997-A5DD-BC2368C4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55F261-0AB6-47F8-AC0F-189B9996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283759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7F313E-82B2-42A4-8534-04051F20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C362D-42EB-4741-B121-D4E98DC3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6F8A9-CD39-4DAB-AC49-95B0AB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FBA44-B053-473D-8D44-AA1DEB80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1F3A3-53BE-4AE3-9E3F-37F3AF5F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00D25-E976-45EA-B466-4CDFD1CE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10207-D84C-4BAA-A111-F54B1D60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5894A-ED1E-4F37-81C7-13C2E452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A74EC-CBB1-4D4F-8575-37A70D6D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cylinders.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DE070-EF96-4F69-885C-C926C078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E29BD-A0D0-4C6E-A57F-8C913B28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6C3B6-74B8-405B-B111-3592EE10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cylinders.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F1939-491B-441F-B8C4-8E52ABF3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C335D4-C9D3-4B2F-A788-3DC6CB5F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BE89D-1D08-4D65-839B-9B6992CA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cylinder...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23E5B-BD5D-4BF7-9749-E3AF03D1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F5849-84A0-48EE-A1B3-CB1A33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346BDE-7A66-45EF-918E-F2E6939A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cylinders.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C46C8A-30B7-4AD1-A6E0-0B820B09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F1B3B-1A8A-4CC3-933A-DC8B40F5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E1EE65-CBA4-42C7-9AEF-971F9269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cylinders.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C1295B-08CD-4336-8CB4-D01475D7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495688-6B23-4481-95CC-08D688F8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245641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1F3DD-D9C9-4E35-B014-B828840F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607E9-A1A3-47B7-AAD4-5C3F7786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D0819-F7B5-4825-B83F-005C5FC6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E7ECC-02B3-477E-8198-93B965A7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F43C8-2FEF-46F4-9FDE-2412877A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AABE5-DD76-4F95-A476-7E9ABFE8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2F119-4649-4F15-B974-4DBCD158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522EA-FDAD-4775-9759-DA95ECA6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5E183-8DB0-4FEF-B03A-657DA83A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F7AED-0BF3-4407-A51A-4D300EFB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9841E-239E-4D07-AF32-D877F594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75585-A6AD-410D-AB32-FDD23970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8C0D8-BF00-43E3-9E9E-9AAF0DB9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1C67C-7F88-4ADB-93FD-FDEE64ED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EADD4-9A6E-4525-B9BB-F203D641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47599378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F4328-60EB-45F9-B38E-C87F39C0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436E2-1DD9-49E8-919F-5EB9510E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9AF4F-8F8D-4442-9DA8-E4B21CC8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75749-4BB6-47FE-A30F-233711F3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6197B-4D8C-4353-A729-E219EB71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8579A-DF0C-446E-A5F4-83E45259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cylinders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9A844-D1B0-46CC-A3F0-4CB02D37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3C525-EDA1-430A-9038-60F882B2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2574A-996D-400A-8B36-CFC32958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087001-728A-4120-8077-41C330C4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D06E2-44D4-4BA2-87BA-AD2E9A36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60332724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B50F5B-9F20-4D85-87AB-46B8D880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EF906-1A77-405C-B51A-43AB408B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73F6F-4308-42DD-9716-BEED4290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E0E0B-336B-48CF-9EE7-D2C04770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76E07-7422-4242-90BF-9E5239ED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cones and spheres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71787-61A8-48EE-AD82-0DBCA191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cones and spheres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706B7-4343-428A-99A6-3BAF6845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2AA05-C9C0-436B-8C18-ECE9B03B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A279B-3E63-4024-A773-E2EE63D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D132D-2B80-49D8-AA53-E80AA123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65B78-1012-4F7E-9138-DDDCB1C5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1D0C9-C7A7-441B-9661-59AF7DAB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E1C3B-CAB8-4FA4-BE50-8B69A462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7CE35-ABA1-4E21-B958-5B4AE66B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02A4B-A126-4B26-9983-540349A4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825F6-89D5-4E01-A76B-3A9B8630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7069322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28B0B4-D290-4944-ACBF-FE4E0399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799D7-3B02-4E5D-8F5B-878B9424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0DBA5-DEA3-46FF-BD69-E29C7115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A5553-C104-4556-89B7-E4042B7D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A94BB-A459-47AC-B665-C849DDD9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0C172-D5B9-467E-B664-D60D6DD4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F0794-0077-44F9-AD0F-A5116464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5E4D2-DDE0-44E8-9965-815A5F3C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E8C53-E83C-4798-B34D-8CB91186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cones and spheres.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70FF2-CA6B-4A08-9D7D-C967AC12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40169-A4FC-4766-9794-7A3E982E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F96A8-5425-466B-AEEF-329056F7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cones and 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1D081-CFE5-49B5-8570-649199AF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7DACB-0254-4EAE-AE2B-CBB2B518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A7453-59A5-434E-B6CA-8202804E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cones 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7C5B3-37F3-416C-8422-D5E6606C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A5423-CA7E-45F7-A1F0-6B4D92C3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6D504-2695-42F0-94C7-F842C6B5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cones and sphere...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5A12F2-683C-4179-A412-3525D484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CA2A4-6507-45B4-917F-EDB6352F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C345C2-F9D5-4025-A20A-2EF95214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cones and sphe...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EF7FFC-6547-4556-9D43-C4109101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68B201-EACD-449E-898A-1CA0D904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59278532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F42BBF-39E4-4329-9D79-B81ED72E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7202E-4FD3-469B-9AA3-8B4F9C19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98436-C59F-4689-9CB0-E8A26CE9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0F801-65E1-4DEC-A38E-B3AFE3B4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63B60-463C-4275-8170-527CAD3F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C2C1A-0E9A-43B0-B92F-FE612E50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73431-BD67-4B30-93AB-8329D814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75C66-A6AA-4E16-8474-4DDE2FF8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025AC-E815-475C-9427-81DE27B0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BB25B-4EE5-44DE-9FE9-A9068C50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C72C6-5554-4EB3-BEC3-1C64F049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FB3C1-EC1D-455E-AAE6-6ABCA3F7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9246F-8BB1-4A89-A7D2-12557214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17706-3818-460D-B894-D6E8FC44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4E635-EF5F-42CC-8BBC-8AB9E2A5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62714619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BEC04-56E5-4655-9F6F-03A71247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F56E1-AEC3-444E-AFA3-76095499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721B1-084D-4BA7-8AF9-AF67D8DF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A2C6E-A40E-4FC7-9B04-47A55CBD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250DD-6717-46EF-9210-825F3FBC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C1650-5AAE-4861-A9F5-146B0155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cones and spheres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EDE2B-9DD0-4A7B-ABDF-69E5B8CE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4F620-4DB1-419E-AA25-324C4AD9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745AE-A7E0-46EE-99BE-5091C7FB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E3E75-587E-4FF3-A9A7-0C49183B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CA5D1-D0B6-4C45-B70C-C1EF4B1C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9328208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C35BBE-67C2-44AF-B26D-12724B91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1781E-BD20-48D2-A820-DF55F73A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A7B21-4615-4202-B9C0-F156B17F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78CFE-C5E4-4BCC-B8C0-0DFDB2ED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7F06B-E7AA-4935-9A71-FD67360B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Isometric view of combination of two simple solids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775C4-F90C-4A26-9C39-4163A8B4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 view of combination of two simp...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D41F4-2743-4661-8DC3-723F7C9F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ED609-4AE8-4997-874E-65A7B22A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BA9FF-3F7F-4D4A-A1DA-272C7C4B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98AFD-D8A2-4EDD-A5C2-C67B0DD0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5F673-55C1-45D8-A5A9-0C1672FB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83513-028B-485E-A46C-D9A8BD2D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62ADD-DC58-43EB-B947-016E5963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A3DE8-D0AF-4BF2-B4C4-DEB8B67C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55797-7F25-4831-AD3D-C1D3F28C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DD934-88BC-4BA4-A78A-3D3696EF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5661976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F4D30B-1F54-4CFF-9E2E-550F74BF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06997-BB43-4B02-9055-DD6583E9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3C66D-F6FD-48A6-834D-67995121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F5744-D4AD-450A-A570-0E15A2A3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9148D-0DAF-4605-8E23-47593FF7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B0568-BB21-4AD2-8B8E-5A2204C6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25938-AD4A-4221-84AA-93E741D0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B3C19-1AB3-4FDC-9B9C-DA7DAC4D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CAC56-52ED-438D-8025-BF1A7591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Isometric view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E59B4-04B4-4BE1-94DB-1A89D728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8C3C78-ABEA-4909-8EB8-2DDE4A38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23743-A004-4BA2-A7AA-67E0D74D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Isometric 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C9B79-4D3B-442E-87BB-277A32EF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29101-C98D-4F33-B858-43798A5A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2F7AE-6ACF-478A-82B9-4927828F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Isometri...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DF951-5E63-46FC-AA3E-A95DF392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980A2-7B79-4AE1-BD1E-FFDD62B1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4AAC1-0F50-46AD-AF09-721EC5A9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Isometric view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A01B9-24ED-440A-A741-F5DCE160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AF16ED-EC52-44B2-98E4-C90EC002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C04B3-6368-4FCF-97CF-CD69D0E9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Isometric view...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388348-D6C5-4822-9F96-FA59B1DC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64E0B7-9285-4BF9-B50C-02575840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07151721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189DD-6FDC-461E-8D1E-49E0CEC1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09DF2-A3B5-4129-B59B-B2F7E585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D5B3D-7E62-4262-ADBA-5F8CDF02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0454C-677C-472A-B8FF-B774669E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68613-67CD-44F3-961E-E3DBD1C5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9348D-96E6-4519-A6E4-69968203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10BCD-BD2A-4D77-A6CB-250396C9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47F08-9CE8-4A47-B279-8A275522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9FE4E-8553-46E6-B03C-11930F37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0219B-1A22-4347-A4DB-ED242C6E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D5AE7-C014-4111-965F-DFC739CE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1C666-71C0-4CF7-8C4F-6655C13F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66FB7-A488-445F-8FDE-650B8538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B1118-FE51-4BB8-99FF-FF16498A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8AAB4-F5A1-48F7-B6F1-213FA71E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48538905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D753F-89D3-48DC-9C08-43062284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528D8-E2B0-4854-B131-DD598C0E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17726-B949-4FC2-A10E-C01E68A5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6550B-8F2B-4CD0-BB8F-D5CC98A1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139B0-767F-49DE-9E20-7A14359B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C6184-B100-4C87-AA36-7C414F9B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Isometric view of combination of two simple solids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505C9-762A-4C66-B66D-E75D5292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599CF-B7DA-4B2F-82D1-9C85128C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3B2F4-4351-4775-B99F-12077432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34ACB-AF1D-4797-90A2-0B3FEC11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FA8D8-9C09-46E8-AFF4-9AF6158D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13655980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A2624-930A-46AF-B739-995E3D26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FF956-F856-457E-B72D-D8840351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F6020-C2D4-4013-A031-2D6F2F51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26BF0-89B6-4890-80E1-B0CB0284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9E560-9A5E-4A5F-A379-179916D5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step block. Conversion of simple isometric drawings into orthographic views: Problems on conversion of Isometri...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3AF9B-532F-406D-BC19-AF1F0F72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step block. Conversion of simple isometri...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094F0-5544-49A7-ACE7-294FFD1F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5354F-41ED-491C-A40F-8939130C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83B79-B9BE-436D-AF62-F4ADD402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A1F86-F0BD-45AE-A928-48835E60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7709A-40AA-4900-BF12-EDF8B7D8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591A4-5A21-4FB4-BD2F-DB669A5A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C4E8C-AA2E-43CA-9699-3AA0C0A5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24D61-9198-4E18-8B8A-D0E7F68B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B97E8-6A6A-4104-8142-84A64B90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DCA63-2264-44DF-A23D-B5E9DF14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53580889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19CEE5-086C-45EB-8CAE-4FC9EFE0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CEC6F-299D-49DD-954D-94F2995D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D1ED9-C804-49EA-9A85-ADFE1E0E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17791-AA32-4C81-B100-00EFDD6C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4524D-616F-43BF-B185-72263C17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427AE-36BE-448E-A01E-70AE5F18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9ABCC-9EE5-48F1-856B-D30476C5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484B1-95C5-4259-B9A9-C1858633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29CCF-0598-49CB-A84F-570507D3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step block. Conver...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5FC94-EB7D-460B-B805-A8978462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3C3B0-92AF-44F4-BBC1-B0ADFF4A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925F3-CFB5-43AF-A163-A3C5807E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step block....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E601D-34A5-4DF1-8748-4808A4F2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78B86-5109-4611-8D29-3F1B6743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2D244-F558-4955-A16B-FD0A23BC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step blo...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EF88C-3D9A-4DED-B8D3-8488861F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7D99E-021D-4A83-AECB-E579FCDB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7D6B45-B133-478A-BB5A-10D1FA13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step block. Conv...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C351AD-40BD-4CEE-8308-024838B0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F77248-D6BD-43C7-BE68-3F3D134F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7B4AAD-1FF9-4D1A-BD38-5D26AC6D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step block. 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3EFAEC-58D1-4A62-8CA5-3A7C60EE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C26A4E-F03F-45B0-A427-DFFB10F4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94907195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2B6FB3-B843-4BBF-98CB-94582E72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FFC55-CA72-423D-A35B-357CC502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3E1A3-57E1-4060-A415-3F8246BD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33DBA-6EF8-405D-BB11-F52930AF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3FA2E-BB17-45EC-A41A-E0C99D5C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08F30-72F6-4E2F-B124-391ED160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73763-CA0D-44FF-AD17-5D167ADE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CB348-6C6D-48C3-922E-E396BB9A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869E9-7953-4472-A1E4-2F0CE63E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45FD1-5060-464C-AB36-ABB00F0C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831125-5088-48E9-902E-FBB576BE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4178F-A83B-4884-98D2-8376B793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57CC7-EEEF-417E-96C5-4EB59A8C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2C0A4-E2F4-49EA-8D92-BED04EB8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ECAAA-DC27-4362-84F3-21CCFB67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81580007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3F0FA-40AF-4C3F-BF59-F9B42455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23899-B77B-4F0F-95AA-D121373D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43513-9C03-40F8-9AAA-968E1BA9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89626-1409-46D0-AC43-9F52CFD0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5036E-117E-4886-8DD4-D8F06D9E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F6794-5188-4240-84D0-2DEDC7AD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step block. Conversion of simple isometric drawings into...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01FB5-F903-45DA-B731-A487FD1C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96132-08DC-4240-A11D-2708B71F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DB351-2DCE-4262-B4E4-A7782B3F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3BEA5-1791-4432-A59C-003A3F11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7FCDA-5D52-4C7B-9A3D-CFCB7CD2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22092073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D3DD4-4786-420B-B4E0-8150A8E6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7639E-B700-4312-B201-C8F026CB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CCD43-46A2-4129-95D6-F853F568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10151-9664-4DF6-A328-864E190D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F905A-3AAE-4B51-8E79-E13F5E07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612D4-005A-45CC-9176-9B96CE98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0903584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17DCB-7209-4BCB-B901-12C02578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7E774-1684-482E-9926-95E02141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A12AC-F150-4BA7-9657-B89937FC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33297-0395-439C-9CF7-03A4FF35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36C95-CEC9-44C2-8895-9B06B2B5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Views: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projections: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scale: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view: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BADCC-BE47-4AB7-A646-3401C873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93691518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6E846-8673-4767-8F79-82C8D01C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BBFD5-F176-4B97-8EA7-FC839729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CAC6C-944A-4FA8-B52D-3EBE7534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EA7C9-AB47-4C00-A630-E4E57CA4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CE602-CCAB-43E7-923F-1A409DE4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0374F-D6C7-4CBB-95FD-D5281086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41868077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7B477-39AD-48BE-B64F-6FE68634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49F4B-A397-49DC-BCFB-ABC03EF6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01A35-547F-4178-8F98-32CE1178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57570-C421-4613-B04D-A72F5B58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91039-2E10-45AC-BBEB-E042FF8B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239E1-A785-4200-B849-66139526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8617595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59B59-A336-4EFC-BCCD-E294071B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E5A42-8EDD-4607-A934-0E343EE4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53454-0607-48CA-80BC-2C24BBCF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9415B-F7D5-4D0C-8DB9-D9C860BC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1E710-B432-441E-91E8-68F60059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Isometric Views: Introduction to Isometric views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Isometric projections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Isometric scale. Isometric view of hexahedron (cube)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right regular prisms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cylinders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BB755-6EBC-4877-99CF-031FFEA2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6066E-C19F-4288-AF10-6F961194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D7C7D-3538-438B-9827-3539331E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714060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2026-08-24T16:02:28.9580000Z</dcterms:created>
  <dcterms:modified xsi:type="dcterms:W3CDTF">2026-08-24T16:02:28.9580000Z</dcterms:modified>
</coreProperties>
</file>