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6a6a4d0dec43d1" /><Relationship Type="http://schemas.openxmlformats.org/officeDocument/2006/relationships/extended-properties" Target="/docProps/app.xml" Id="R32b2d497c48e45f3" /><Relationship Type="http://schemas.openxmlformats.org/officeDocument/2006/relationships/officeDocument" Target="/ppt/presentation.xml" Id="R4b81bb186a214c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ff1263d1324394"/>
  </p:sldMasterIdLst>
  <p:notesMasterIdLst>
    <p:notesMasterId xmlns:r="http://schemas.openxmlformats.org/officeDocument/2006/relationships" r:id="R1ad20ac347a84e3b"/>
  </p:notesMasterIdLst>
  <p:sldIdLst>
    <p:sldId xmlns:r="http://schemas.openxmlformats.org/officeDocument/2006/relationships" id="256" r:id="Rb8357d2fbed24e8f"/>
    <p:sldId xmlns:r="http://schemas.openxmlformats.org/officeDocument/2006/relationships" id="257" r:id="Rd2a08d0ba83b49d6"/>
    <p:sldId xmlns:r="http://schemas.openxmlformats.org/officeDocument/2006/relationships" id="258" r:id="R70b40351eaeb4175"/>
    <p:sldId xmlns:r="http://schemas.openxmlformats.org/officeDocument/2006/relationships" id="259" r:id="R6dd0986fa41b4af0"/>
    <p:sldId xmlns:r="http://schemas.openxmlformats.org/officeDocument/2006/relationships" id="260" r:id="Ra65db6917e404e8d"/>
    <p:sldId xmlns:r="http://schemas.openxmlformats.org/officeDocument/2006/relationships" id="261" r:id="R342cb096df504d01"/>
    <p:sldId xmlns:r="http://schemas.openxmlformats.org/officeDocument/2006/relationships" id="262" r:id="Rc0bdb48b492d467b"/>
    <p:sldId xmlns:r="http://schemas.openxmlformats.org/officeDocument/2006/relationships" id="263" r:id="Rbb02b0c92d1246e3"/>
    <p:sldId xmlns:r="http://schemas.openxmlformats.org/officeDocument/2006/relationships" id="264" r:id="R4c2037a954904fd4"/>
    <p:sldId xmlns:r="http://schemas.openxmlformats.org/officeDocument/2006/relationships" id="265" r:id="Re3890192eb654687"/>
    <p:sldId xmlns:r="http://schemas.openxmlformats.org/officeDocument/2006/relationships" id="266" r:id="R54caaddeeaff4d24"/>
    <p:sldId xmlns:r="http://schemas.openxmlformats.org/officeDocument/2006/relationships" id="267" r:id="R20a7f030c2bb4dea"/>
    <p:sldId xmlns:r="http://schemas.openxmlformats.org/officeDocument/2006/relationships" id="268" r:id="R9f7aa9ac282e46f2"/>
    <p:sldId xmlns:r="http://schemas.openxmlformats.org/officeDocument/2006/relationships" id="269" r:id="Rfadb381156524dc8"/>
    <p:sldId xmlns:r="http://schemas.openxmlformats.org/officeDocument/2006/relationships" id="270" r:id="Rc7ef56b576904a09"/>
    <p:sldId xmlns:r="http://schemas.openxmlformats.org/officeDocument/2006/relationships" id="271" r:id="R41fa7cf969a34d92"/>
    <p:sldId xmlns:r="http://schemas.openxmlformats.org/officeDocument/2006/relationships" id="272" r:id="R0d0b166e438a4524"/>
    <p:sldId xmlns:r="http://schemas.openxmlformats.org/officeDocument/2006/relationships" id="273" r:id="R42fac8868ac04f08"/>
    <p:sldId xmlns:r="http://schemas.openxmlformats.org/officeDocument/2006/relationships" id="274" r:id="R3866039dde9445c0"/>
    <p:sldId xmlns:r="http://schemas.openxmlformats.org/officeDocument/2006/relationships" id="275" r:id="Rf770445498ab4e3a"/>
    <p:sldId xmlns:r="http://schemas.openxmlformats.org/officeDocument/2006/relationships" id="276" r:id="R69c469424ce0411b"/>
    <p:sldId xmlns:r="http://schemas.openxmlformats.org/officeDocument/2006/relationships" id="277" r:id="R9f65d61398e947da"/>
    <p:sldId xmlns:r="http://schemas.openxmlformats.org/officeDocument/2006/relationships" id="278" r:id="Re3f26b0105504898"/>
    <p:sldId xmlns:r="http://schemas.openxmlformats.org/officeDocument/2006/relationships" id="279" r:id="R601ea0a89fef45d2"/>
    <p:sldId xmlns:r="http://schemas.openxmlformats.org/officeDocument/2006/relationships" id="280" r:id="R9a61d4cf5ec34f32"/>
    <p:sldId xmlns:r="http://schemas.openxmlformats.org/officeDocument/2006/relationships" id="281" r:id="R3e02ed80bbc34512"/>
    <p:sldId xmlns:r="http://schemas.openxmlformats.org/officeDocument/2006/relationships" id="282" r:id="Rdcffc515968147e8"/>
    <p:sldId xmlns:r="http://schemas.openxmlformats.org/officeDocument/2006/relationships" id="283" r:id="Rea6abc4781844be9"/>
    <p:sldId xmlns:r="http://schemas.openxmlformats.org/officeDocument/2006/relationships" id="284" r:id="R4d637d9da9664b18"/>
    <p:sldId xmlns:r="http://schemas.openxmlformats.org/officeDocument/2006/relationships" id="285" r:id="R0923776d65ad4a5b"/>
    <p:sldId xmlns:r="http://schemas.openxmlformats.org/officeDocument/2006/relationships" id="286" r:id="R0050b74865ec4ff2"/>
    <p:sldId xmlns:r="http://schemas.openxmlformats.org/officeDocument/2006/relationships" id="287" r:id="R2ce133cf28a548f2"/>
    <p:sldId xmlns:r="http://schemas.openxmlformats.org/officeDocument/2006/relationships" id="288" r:id="R62d43d38c39e4dcb"/>
    <p:sldId xmlns:r="http://schemas.openxmlformats.org/officeDocument/2006/relationships" id="289" r:id="R94efdd0d9beb4e15"/>
    <p:sldId xmlns:r="http://schemas.openxmlformats.org/officeDocument/2006/relationships" id="290" r:id="R030a7d1aefad4a08"/>
    <p:sldId xmlns:r="http://schemas.openxmlformats.org/officeDocument/2006/relationships" id="291" r:id="Ra6eb2fbff28c4a3e"/>
    <p:sldId xmlns:r="http://schemas.openxmlformats.org/officeDocument/2006/relationships" id="292" r:id="R1bcc13db59934c03"/>
    <p:sldId xmlns:r="http://schemas.openxmlformats.org/officeDocument/2006/relationships" id="293" r:id="R40e6485fc71c4a94"/>
    <p:sldId xmlns:r="http://schemas.openxmlformats.org/officeDocument/2006/relationships" id="294" r:id="Rbbb4bd74dd6848a4"/>
    <p:sldId xmlns:r="http://schemas.openxmlformats.org/officeDocument/2006/relationships" id="295" r:id="Rd4460fbe9cdb4a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7289db807d424c" /><Relationship Type="http://schemas.openxmlformats.org/officeDocument/2006/relationships/slideMaster" Target="/ppt/slideMasters/slideMaster1.xml" Id="R5bff1263d1324394" /><Relationship Type="http://schemas.openxmlformats.org/officeDocument/2006/relationships/notesMaster" Target="/ppt/notesMasters/notesMaster1.xml" Id="R1ad20ac347a84e3b" /><Relationship Type="http://schemas.openxmlformats.org/officeDocument/2006/relationships/presProps" Target="/ppt/presProps.xml" Id="R8446e552e4cf4ae9" /><Relationship Type="http://schemas.openxmlformats.org/officeDocument/2006/relationships/tableStyles" Target="/ppt/tableStyles.xml" Id="R0bcd2b2cd9244d21" /><Relationship Type="http://schemas.openxmlformats.org/officeDocument/2006/relationships/slide" Target="/ppt/slides/slide1.xml" Id="Rb8357d2fbed24e8f" /><Relationship Type="http://schemas.openxmlformats.org/officeDocument/2006/relationships/slide" Target="/ppt/slides/slide2.xml" Id="Rd2a08d0ba83b49d6" /><Relationship Type="http://schemas.openxmlformats.org/officeDocument/2006/relationships/slide" Target="/ppt/slides/slide3.xml" Id="R70b40351eaeb4175" /><Relationship Type="http://schemas.openxmlformats.org/officeDocument/2006/relationships/slide" Target="/ppt/slides/slide4.xml" Id="R6dd0986fa41b4af0" /><Relationship Type="http://schemas.openxmlformats.org/officeDocument/2006/relationships/slide" Target="/ppt/slides/slide5.xml" Id="Ra65db6917e404e8d" /><Relationship Type="http://schemas.openxmlformats.org/officeDocument/2006/relationships/slide" Target="/ppt/slides/slide6.xml" Id="R342cb096df504d01" /><Relationship Type="http://schemas.openxmlformats.org/officeDocument/2006/relationships/slide" Target="/ppt/slides/slide7.xml" Id="Rc0bdb48b492d467b" /><Relationship Type="http://schemas.openxmlformats.org/officeDocument/2006/relationships/slide" Target="/ppt/slides/slide8.xml" Id="Rbb02b0c92d1246e3" /><Relationship Type="http://schemas.openxmlformats.org/officeDocument/2006/relationships/slide" Target="/ppt/slides/slide9.xml" Id="R4c2037a954904fd4" /><Relationship Type="http://schemas.openxmlformats.org/officeDocument/2006/relationships/slide" Target="/ppt/slides/slide10.xml" Id="Re3890192eb654687" /><Relationship Type="http://schemas.openxmlformats.org/officeDocument/2006/relationships/slide" Target="/ppt/slides/slide11.xml" Id="R54caaddeeaff4d24" /><Relationship Type="http://schemas.openxmlformats.org/officeDocument/2006/relationships/slide" Target="/ppt/slides/slide12.xml" Id="R20a7f030c2bb4dea" /><Relationship Type="http://schemas.openxmlformats.org/officeDocument/2006/relationships/slide" Target="/ppt/slides/slide13.xml" Id="R9f7aa9ac282e46f2" /><Relationship Type="http://schemas.openxmlformats.org/officeDocument/2006/relationships/slide" Target="/ppt/slides/slide14.xml" Id="Rfadb381156524dc8" /><Relationship Type="http://schemas.openxmlformats.org/officeDocument/2006/relationships/slide" Target="/ppt/slides/slide15.xml" Id="Rc7ef56b576904a09" /><Relationship Type="http://schemas.openxmlformats.org/officeDocument/2006/relationships/slide" Target="/ppt/slides/slide16.xml" Id="R41fa7cf969a34d92" /><Relationship Type="http://schemas.openxmlformats.org/officeDocument/2006/relationships/slide" Target="/ppt/slides/slide17.xml" Id="R0d0b166e438a4524" /><Relationship Type="http://schemas.openxmlformats.org/officeDocument/2006/relationships/slide" Target="/ppt/slides/slide18.xml" Id="R42fac8868ac04f08" /><Relationship Type="http://schemas.openxmlformats.org/officeDocument/2006/relationships/slide" Target="/ppt/slides/slide19.xml" Id="R3866039dde9445c0" /><Relationship Type="http://schemas.openxmlformats.org/officeDocument/2006/relationships/slide" Target="/ppt/slides/slide20.xml" Id="Rf770445498ab4e3a" /><Relationship Type="http://schemas.openxmlformats.org/officeDocument/2006/relationships/slide" Target="/ppt/slides/slide21.xml" Id="R69c469424ce0411b" /><Relationship Type="http://schemas.openxmlformats.org/officeDocument/2006/relationships/slide" Target="/ppt/slides/slide22.xml" Id="R9f65d61398e947da" /><Relationship Type="http://schemas.openxmlformats.org/officeDocument/2006/relationships/slide" Target="/ppt/slides/slide23.xml" Id="Re3f26b0105504898" /><Relationship Type="http://schemas.openxmlformats.org/officeDocument/2006/relationships/slide" Target="/ppt/slides/slide24.xml" Id="R601ea0a89fef45d2" /><Relationship Type="http://schemas.openxmlformats.org/officeDocument/2006/relationships/slide" Target="/ppt/slides/slide25.xml" Id="R9a61d4cf5ec34f32" /><Relationship Type="http://schemas.openxmlformats.org/officeDocument/2006/relationships/slide" Target="/ppt/slides/slide26.xml" Id="R3e02ed80bbc34512" /><Relationship Type="http://schemas.openxmlformats.org/officeDocument/2006/relationships/slide" Target="/ppt/slides/slide27.xml" Id="Rdcffc515968147e8" /><Relationship Type="http://schemas.openxmlformats.org/officeDocument/2006/relationships/slide" Target="/ppt/slides/slide28.xml" Id="Rea6abc4781844be9" /><Relationship Type="http://schemas.openxmlformats.org/officeDocument/2006/relationships/slide" Target="/ppt/slides/slide29.xml" Id="R4d637d9da9664b18" /><Relationship Type="http://schemas.openxmlformats.org/officeDocument/2006/relationships/slide" Target="/ppt/slides/slide30.xml" Id="R0923776d65ad4a5b" /><Relationship Type="http://schemas.openxmlformats.org/officeDocument/2006/relationships/slide" Target="/ppt/slides/slide31.xml" Id="R0050b74865ec4ff2" /><Relationship Type="http://schemas.openxmlformats.org/officeDocument/2006/relationships/slide" Target="/ppt/slides/slide32.xml" Id="R2ce133cf28a548f2" /><Relationship Type="http://schemas.openxmlformats.org/officeDocument/2006/relationships/slide" Target="/ppt/slides/slide33.xml" Id="R62d43d38c39e4dcb" /><Relationship Type="http://schemas.openxmlformats.org/officeDocument/2006/relationships/slide" Target="/ppt/slides/slide34.xml" Id="R94efdd0d9beb4e15" /><Relationship Type="http://schemas.openxmlformats.org/officeDocument/2006/relationships/slide" Target="/ppt/slides/slide35.xml" Id="R030a7d1aefad4a08" /><Relationship Type="http://schemas.openxmlformats.org/officeDocument/2006/relationships/slide" Target="/ppt/slides/slide36.xml" Id="Ra6eb2fbff28c4a3e" /><Relationship Type="http://schemas.openxmlformats.org/officeDocument/2006/relationships/slide" Target="/ppt/slides/slide37.xml" Id="R1bcc13db59934c03" /><Relationship Type="http://schemas.openxmlformats.org/officeDocument/2006/relationships/slide" Target="/ppt/slides/slide38.xml" Id="R40e6485fc71c4a94" /><Relationship Type="http://schemas.openxmlformats.org/officeDocument/2006/relationships/slide" Target="/ppt/slides/slide39.xml" Id="Rbbb4bd74dd6848a4" /><Relationship Type="http://schemas.openxmlformats.org/officeDocument/2006/relationships/slide" Target="/ppt/slides/slide40.xml" Id="Rd4460fbe9cdb4a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c5f4549c644c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a8b29e72eb4a22" /><Relationship Type="http://schemas.openxmlformats.org/officeDocument/2006/relationships/notesMaster" Target="/ppt/notesMasters/notesMaster1.xml" Id="Rc04366676d0e41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9eafb7d0d84a95" /><Relationship Type="http://schemas.openxmlformats.org/officeDocument/2006/relationships/notesMaster" Target="/ppt/notesMasters/notesMaster1.xml" Id="Rf12477afe1a34b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1465b11b8f4bcd" /><Relationship Type="http://schemas.openxmlformats.org/officeDocument/2006/relationships/notesMaster" Target="/ppt/notesMasters/notesMaster1.xml" Id="R8a62092223f74d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45e484cd0c467d" /><Relationship Type="http://schemas.openxmlformats.org/officeDocument/2006/relationships/notesMaster" Target="/ppt/notesMasters/notesMaster1.xml" Id="R0838fca5376f47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077406ef53048ee" /><Relationship Type="http://schemas.openxmlformats.org/officeDocument/2006/relationships/notesMaster" Target="/ppt/notesMasters/notesMaster1.xml" Id="R24974c1a3e1e4e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0bfe176b7043ca" /><Relationship Type="http://schemas.openxmlformats.org/officeDocument/2006/relationships/notesMaster" Target="/ppt/notesMasters/notesMaster1.xml" Id="R80aa4707c72248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95f83d7faa4052" /><Relationship Type="http://schemas.openxmlformats.org/officeDocument/2006/relationships/notesMaster" Target="/ppt/notesMasters/notesMaster1.xml" Id="Rbcba6bde273445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69626b9cc7e4de2" /><Relationship Type="http://schemas.openxmlformats.org/officeDocument/2006/relationships/notesMaster" Target="/ppt/notesMasters/notesMaster1.xml" Id="Rbb1eb0643288455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c8b0863ea8a4bb6" /><Relationship Type="http://schemas.openxmlformats.org/officeDocument/2006/relationships/notesMaster" Target="/ppt/notesMasters/notesMaster1.xml" Id="R6882b4aaf0094fd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f3f6f28a72a4105" /><Relationship Type="http://schemas.openxmlformats.org/officeDocument/2006/relationships/notesMaster" Target="/ppt/notesMasters/notesMaster1.xml" Id="R47b5dc277709495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55f18461f794be6" /><Relationship Type="http://schemas.openxmlformats.org/officeDocument/2006/relationships/notesMaster" Target="/ppt/notesMasters/notesMaster1.xml" Id="R1759083d2248438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cc46fefabf341bf" /><Relationship Type="http://schemas.openxmlformats.org/officeDocument/2006/relationships/notesMaster" Target="/ppt/notesMasters/notesMaster1.xml" Id="R56d838de9db845c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6f1a46f186b485d" /><Relationship Type="http://schemas.openxmlformats.org/officeDocument/2006/relationships/notesMaster" Target="/ppt/notesMasters/notesMaster1.xml" Id="R55e0bcb1d16e4b8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950154c2887485a" /><Relationship Type="http://schemas.openxmlformats.org/officeDocument/2006/relationships/notesMaster" Target="/ppt/notesMasters/notesMaster1.xml" Id="Rbb47017254414b7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616e294d86141d3" /><Relationship Type="http://schemas.openxmlformats.org/officeDocument/2006/relationships/notesMaster" Target="/ppt/notesMasters/notesMaster1.xml" Id="R3cfc324ab2a74b9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57ed0ddc3fc4724" /><Relationship Type="http://schemas.openxmlformats.org/officeDocument/2006/relationships/notesMaster" Target="/ppt/notesMasters/notesMaster1.xml" Id="Rbde7e9e236f740c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c4a32f3d3a140b2" /><Relationship Type="http://schemas.openxmlformats.org/officeDocument/2006/relationships/notesMaster" Target="/ppt/notesMasters/notesMaster1.xml" Id="R5844a5c6404b423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ce70f9c6f8a4af3" /><Relationship Type="http://schemas.openxmlformats.org/officeDocument/2006/relationships/notesMaster" Target="/ppt/notesMasters/notesMaster1.xml" Id="Rfdba7e20445549d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40a3bb98c254361" /><Relationship Type="http://schemas.openxmlformats.org/officeDocument/2006/relationships/notesMaster" Target="/ppt/notesMasters/notesMaster1.xml" Id="R0ee1b9c4647b4a5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5280af21b814575" /><Relationship Type="http://schemas.openxmlformats.org/officeDocument/2006/relationships/notesMaster" Target="/ppt/notesMasters/notesMaster1.xml" Id="Ra9d31589277441a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dd93899c40d45d4" /><Relationship Type="http://schemas.openxmlformats.org/officeDocument/2006/relationships/notesMaster" Target="/ppt/notesMasters/notesMaster1.xml" Id="R360eab6c4dfc478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05782b387f04da5" /><Relationship Type="http://schemas.openxmlformats.org/officeDocument/2006/relationships/notesMaster" Target="/ppt/notesMasters/notesMaster1.xml" Id="Rd6bee8b21da54ab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9a502cc1dbc4102" /><Relationship Type="http://schemas.openxmlformats.org/officeDocument/2006/relationships/notesMaster" Target="/ppt/notesMasters/notesMaster1.xml" Id="R34850c464cce485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0034086d5204b95" /><Relationship Type="http://schemas.openxmlformats.org/officeDocument/2006/relationships/notesMaster" Target="/ppt/notesMasters/notesMaster1.xml" Id="Recd3d8b9ff93460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be55d4dc0de433f" /><Relationship Type="http://schemas.openxmlformats.org/officeDocument/2006/relationships/notesMaster" Target="/ppt/notesMasters/notesMaster1.xml" Id="R3ff311658be143d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9a5612b55b64266" /><Relationship Type="http://schemas.openxmlformats.org/officeDocument/2006/relationships/notesMaster" Target="/ppt/notesMasters/notesMaster1.xml" Id="R90e3e994bccc408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b90ea81c86841a2" /><Relationship Type="http://schemas.openxmlformats.org/officeDocument/2006/relationships/notesMaster" Target="/ppt/notesMasters/notesMaster1.xml" Id="Rd92907e83f1d4a1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2fce5c7765e4de5" /><Relationship Type="http://schemas.openxmlformats.org/officeDocument/2006/relationships/notesMaster" Target="/ppt/notesMasters/notesMaster1.xml" Id="R9191c827cd4e40e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44ed55b218b4d66" /><Relationship Type="http://schemas.openxmlformats.org/officeDocument/2006/relationships/notesMaster" Target="/ppt/notesMasters/notesMaster1.xml" Id="R2af0f31e82ba40b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2d535a064a34666" /><Relationship Type="http://schemas.openxmlformats.org/officeDocument/2006/relationships/notesMaster" Target="/ppt/notesMasters/notesMaster1.xml" Id="Rb90594d69b5549f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6cd1aeec64846d0" /><Relationship Type="http://schemas.openxmlformats.org/officeDocument/2006/relationships/notesMaster" Target="/ppt/notesMasters/notesMaster1.xml" Id="R90378f8837bc4be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8c37f866b8e43ee" /><Relationship Type="http://schemas.openxmlformats.org/officeDocument/2006/relationships/notesMaster" Target="/ppt/notesMasters/notesMaster1.xml" Id="R9c98c9c64168472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c8fd72a25ea4289" /><Relationship Type="http://schemas.openxmlformats.org/officeDocument/2006/relationships/notesMaster" Target="/ppt/notesMasters/notesMaster1.xml" Id="Rb7b9b7665292424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096842762bc4d33" /><Relationship Type="http://schemas.openxmlformats.org/officeDocument/2006/relationships/notesMaster" Target="/ppt/notesMasters/notesMaster1.xml" Id="Rae6a37094d594dd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24f8ead9103407c" /><Relationship Type="http://schemas.openxmlformats.org/officeDocument/2006/relationships/notesMaster" Target="/ppt/notesMasters/notesMaster1.xml" Id="Rea77a35a85104b7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91bf572847540f0" /><Relationship Type="http://schemas.openxmlformats.org/officeDocument/2006/relationships/notesMaster" Target="/ppt/notesMasters/notesMaster1.xml" Id="Rda40a7671b7143f3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11553813d3f4e9d" /><Relationship Type="http://schemas.openxmlformats.org/officeDocument/2006/relationships/notesMaster" Target="/ppt/notesMasters/notesMaster1.xml" Id="R3b2041369efe4a1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97efa21dd1bc4586" /><Relationship Type="http://schemas.openxmlformats.org/officeDocument/2006/relationships/notesMaster" Target="/ppt/notesMasters/notesMaster1.xml" Id="R022993088412471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7c9e205ef29149fc" /><Relationship Type="http://schemas.openxmlformats.org/officeDocument/2006/relationships/notesMaster" Target="/ppt/notesMasters/notesMaster1.xml" Id="Receb29b949584b9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5d06ed356f514c89" /><Relationship Type="http://schemas.openxmlformats.org/officeDocument/2006/relationships/notesMaster" Target="/ppt/notesMasters/notesMaster1.xml" Id="R8a80d6c50f6d4c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9f8e56cd824b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8645271e8d4baa" /><Relationship Type="http://schemas.openxmlformats.org/officeDocument/2006/relationships/slideLayout" Target="/ppt/slideLayouts/slideLayout1.xml" Id="Rd224679a6de045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24679a6de045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1e5d74d89f489e" /><Relationship Type="http://schemas.openxmlformats.org/officeDocument/2006/relationships/notesSlide" Target="/ppt/notesSlides/notesSlide1.xml" Id="R413f8357a64f41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ebe4ce192e46a4" /><Relationship Type="http://schemas.openxmlformats.org/officeDocument/2006/relationships/notesSlide" Target="/ppt/notesSlides/notesSlide2.xml" Id="R7b0ee2ca6b7e48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2d014798fe408a" /><Relationship Type="http://schemas.openxmlformats.org/officeDocument/2006/relationships/notesSlide" Target="/ppt/notesSlides/notesSlide3.xml" Id="R393eed4ff8a840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183c1e20ae48f9" /><Relationship Type="http://schemas.openxmlformats.org/officeDocument/2006/relationships/notesSlide" Target="/ppt/notesSlides/notesSlide4.xml" Id="R2bf73b5afa7b4f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9408f4c2ec4b65" /><Relationship Type="http://schemas.openxmlformats.org/officeDocument/2006/relationships/notesSlide" Target="/ppt/notesSlides/notesSlide5.xml" Id="R288b5403f70d41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3a57be1ce42bf" /><Relationship Type="http://schemas.openxmlformats.org/officeDocument/2006/relationships/notesSlide" Target="/ppt/notesSlides/notesSlide6.xml" Id="R395c5b1013fa4a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435ba104642c9" /><Relationship Type="http://schemas.openxmlformats.org/officeDocument/2006/relationships/notesSlide" Target="/ppt/notesSlides/notesSlide7.xml" Id="R863640fc753f47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fc8049a2b84a57" /><Relationship Type="http://schemas.openxmlformats.org/officeDocument/2006/relationships/notesSlide" Target="/ppt/notesSlides/notesSlide8.xml" Id="R0fdc6631d954432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cf097b7bba43c5" /><Relationship Type="http://schemas.openxmlformats.org/officeDocument/2006/relationships/notesSlide" Target="/ppt/notesSlides/notesSlide9.xml" Id="R1df51e398150458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db749398e14262" /><Relationship Type="http://schemas.openxmlformats.org/officeDocument/2006/relationships/notesSlide" Target="/ppt/notesSlides/notesSlide10.xml" Id="Rcce3e2eb0970403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a2a51cd05f4774" /><Relationship Type="http://schemas.openxmlformats.org/officeDocument/2006/relationships/notesSlide" Target="/ppt/notesSlides/notesSlide11.xml" Id="Rc0a2df377f8a41c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327bf0ecaf4cf4" /><Relationship Type="http://schemas.openxmlformats.org/officeDocument/2006/relationships/notesSlide" Target="/ppt/notesSlides/notesSlide12.xml" Id="R212400aac09b462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d08d7172f84ed1" /><Relationship Type="http://schemas.openxmlformats.org/officeDocument/2006/relationships/notesSlide" Target="/ppt/notesSlides/notesSlide13.xml" Id="Rbc4d1a2b5a3c4ee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e609a208be4415" /><Relationship Type="http://schemas.openxmlformats.org/officeDocument/2006/relationships/notesSlide" Target="/ppt/notesSlides/notesSlide14.xml" Id="R49941095b12d4c0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9c96b9d13b4ef8" /><Relationship Type="http://schemas.openxmlformats.org/officeDocument/2006/relationships/notesSlide" Target="/ppt/notesSlides/notesSlide15.xml" Id="R7de191ceceb84be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36d897b5343a6" /><Relationship Type="http://schemas.openxmlformats.org/officeDocument/2006/relationships/notesSlide" Target="/ppt/notesSlides/notesSlide16.xml" Id="Rc9171826e0bb4fb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20a16f03254032" /><Relationship Type="http://schemas.openxmlformats.org/officeDocument/2006/relationships/notesSlide" Target="/ppt/notesSlides/notesSlide17.xml" Id="R3a000231becf44e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532c0d9144e11" /><Relationship Type="http://schemas.openxmlformats.org/officeDocument/2006/relationships/notesSlide" Target="/ppt/notesSlides/notesSlide18.xml" Id="Reb9e46d0a3f3478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4097deb83045a0" /><Relationship Type="http://schemas.openxmlformats.org/officeDocument/2006/relationships/notesSlide" Target="/ppt/notesSlides/notesSlide19.xml" Id="Rabce5a677b484cd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97d6dd61b44fd0" /><Relationship Type="http://schemas.openxmlformats.org/officeDocument/2006/relationships/notesSlide" Target="/ppt/notesSlides/notesSlide20.xml" Id="R1316496ccdf745d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1d77c2a51e4547" /><Relationship Type="http://schemas.openxmlformats.org/officeDocument/2006/relationships/notesSlide" Target="/ppt/notesSlides/notesSlide21.xml" Id="Red211121855e4ae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a08e9ee9ab4515" /><Relationship Type="http://schemas.openxmlformats.org/officeDocument/2006/relationships/notesSlide" Target="/ppt/notesSlides/notesSlide22.xml" Id="Rd550a36b0283471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c09221efcc4fa7" /><Relationship Type="http://schemas.openxmlformats.org/officeDocument/2006/relationships/notesSlide" Target="/ppt/notesSlides/notesSlide23.xml" Id="R121ff3f38e7b4b4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94f4434a4f4643" /><Relationship Type="http://schemas.openxmlformats.org/officeDocument/2006/relationships/notesSlide" Target="/ppt/notesSlides/notesSlide24.xml" Id="R8d0006c89e2d423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95f12e67514537" /><Relationship Type="http://schemas.openxmlformats.org/officeDocument/2006/relationships/notesSlide" Target="/ppt/notesSlides/notesSlide25.xml" Id="Re6f9612e3dd9477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37931f3c264193" /><Relationship Type="http://schemas.openxmlformats.org/officeDocument/2006/relationships/notesSlide" Target="/ppt/notesSlides/notesSlide26.xml" Id="R5e3c82aa1e22414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f6118150ef4601" /><Relationship Type="http://schemas.openxmlformats.org/officeDocument/2006/relationships/notesSlide" Target="/ppt/notesSlides/notesSlide27.xml" Id="Rf6931198139e462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8084cc614844b8" /><Relationship Type="http://schemas.openxmlformats.org/officeDocument/2006/relationships/notesSlide" Target="/ppt/notesSlides/notesSlide28.xml" Id="Re1b8cb7d4ab24dd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eb9cfb17fa45a0" /><Relationship Type="http://schemas.openxmlformats.org/officeDocument/2006/relationships/notesSlide" Target="/ppt/notesSlides/notesSlide29.xml" Id="Rf28de8ad2e09411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7576d6b86b4f0e" /><Relationship Type="http://schemas.openxmlformats.org/officeDocument/2006/relationships/notesSlide" Target="/ppt/notesSlides/notesSlide30.xml" Id="Rec9bb5ea62e54eb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5ffdcf0f534f97" /><Relationship Type="http://schemas.openxmlformats.org/officeDocument/2006/relationships/notesSlide" Target="/ppt/notesSlides/notesSlide31.xml" Id="Rb4677de99c7f459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d856613d8c4e7e" /><Relationship Type="http://schemas.openxmlformats.org/officeDocument/2006/relationships/notesSlide" Target="/ppt/notesSlides/notesSlide32.xml" Id="Rc51d4e57c3d14d8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8ecd0531694873" /><Relationship Type="http://schemas.openxmlformats.org/officeDocument/2006/relationships/notesSlide" Target="/ppt/notesSlides/notesSlide33.xml" Id="R93f2cc01eb1e432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627cf44c3342ad" /><Relationship Type="http://schemas.openxmlformats.org/officeDocument/2006/relationships/notesSlide" Target="/ppt/notesSlides/notesSlide34.xml" Id="Rfc361a104dce44f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dc54e12c74afc" /><Relationship Type="http://schemas.openxmlformats.org/officeDocument/2006/relationships/notesSlide" Target="/ppt/notesSlides/notesSlide35.xml" Id="Rd9de9287214d4fe5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0f6a61e30b421e" /><Relationship Type="http://schemas.openxmlformats.org/officeDocument/2006/relationships/notesSlide" Target="/ppt/notesSlides/notesSlide36.xml" Id="R1cac17b33c92462a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6ba760cba1470b" /><Relationship Type="http://schemas.openxmlformats.org/officeDocument/2006/relationships/notesSlide" Target="/ppt/notesSlides/notesSlide37.xml" Id="R23c91c7f0eca4cf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fcaf583f4479a" /><Relationship Type="http://schemas.openxmlformats.org/officeDocument/2006/relationships/notesSlide" Target="/ppt/notesSlides/notesSlide38.xml" Id="R5e612d96b6a54b11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9e10aa1b914ce2" /><Relationship Type="http://schemas.openxmlformats.org/officeDocument/2006/relationships/notesSlide" Target="/ppt/notesSlides/notesSlide39.xml" Id="R98a1a18c49784ab1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7c3e5d556d4231" /><Relationship Type="http://schemas.openxmlformats.org/officeDocument/2006/relationships/notesSlide" Target="/ppt/notesSlides/notesSlide40.xml" Id="R3dc81f0b63734f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FE02DD-F687-457F-97B8-906E1D4C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82FC32-41FB-4822-802A-902BB0CE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Section of Solids: Introduction, Section planes, Sectional views: apparent shapes and true shapes, Sections of right reg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1E1180-2975-4B25-A1B2-096D6B17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Computer Aided Engineering Drawing for ME Stream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1BCEDM103/203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01E799-E5C5-4560-B23F-3AD780B4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047EDC-415F-4B23-A8B2-41FF04FF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06F470-A0D0-4521-92C8-BD83D386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D11060-CF54-4742-9028-3B516F53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AA246B-196D-432E-8072-C1095D1D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F3556A-FB19-4ECA-86C2-20D2E1C49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4BBB30-A44B-4FD0-A956-559913C7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44E963-6034-40E1-B2E5-3868F4D7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23DEFB-2576-4EDF-86A6-EFBAE5A7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64D377-B6DB-4B77-B2BF-89F26BA8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20470559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2581EC-0EC4-4FB1-8CB5-12D35A5B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EEA9D6-1A2F-444B-AB33-29249866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C2DD9F-0A0F-4685-A463-E54F5AF6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F9E26D-C76E-460E-A60F-8DFC1891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61ECF5-EA6B-4C93-B95C-B37F22F8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B18D82-3809-4BE5-89CD-DB21BA58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5DEF8E-B600-4266-B67A-2AFE2D50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D98C62-A53F-4898-8C49-BB079EA9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B93F00-4A3E-4C4E-AEC6-FD8D1DD1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30850E-CF20-4E4E-8B50-210F66AF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12CF3B-8025-42CA-A737-B98ACE44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6BE7BA-598D-4125-858D-5A6B62AA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779579-9AFC-4163-AB2F-CE9F7815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F067B1-0D91-44C6-9BAE-6E861E57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DFFD27-FFCD-432E-A0C9-F67CDE08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9701319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7FFE00-AB3B-409F-B61B-191CEA16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1C12CF-3C1E-47D2-88D4-761EA7F4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881F3B-9D97-4389-8A2A-782E1C07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39D1BB-F3D4-454E-99D8-3E0E7789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559C0E-D4D7-4E98-AA9B-712795AE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FB3858-CE24-44E8-BF61-1BEC2B69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513F20-9A6B-4EDC-90D6-2B0C11CB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C555D4-0C3E-46B8-AC34-F717EF60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5AA0F6-B18E-4079-BEC9-3AA656B9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Solids: Introduction, Section planes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779EB0-95A9-4798-A6D3-E82553ED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A12995-AD2F-4AEB-B516-20DBA3623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499961-1039-49C5-8058-ECC28379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Sectional views: apparent shapes and true shapes, Section...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84EE02-E72E-4D53-BEBC-B3718431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BB3C17-A93C-42AA-B2DF-121B7211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ED0758-2ACE-45F1-98D0-740C330C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(Concepts only and No Problems for practice)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610F95-9A2B-49BC-8263-5C416428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32FE8C-7E56-4CC4-A98B-740718EC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42A287-A7B8-4CAF-A8E0-757A2AD2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Solids: Development of lateral surfaces of right regular...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133606-6782-4BEB-AA0D-D5D077CC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BB8BB1-54E6-41A7-A10B-70CD5AAE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D38743-8D5E-4BD5-BF68-5F1AEB7A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Problems on applications of development of lateral surfac...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0F282E-7813-4605-90B5-CDC56067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42978C-A6B2-49C8-A637-40ED50FC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20599294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758FE4-517B-4544-9005-61699483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8D79E2-C464-4959-A54B-3E61F26C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21E97D-2F76-47C9-8AE7-8287FA5F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639CB1-3C8B-45E5-A823-8EBD3A09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15DC6A-E4CC-4601-B35B-E5F7CFFD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CACBFF-D09A-4A2B-9705-E48B71C5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6B6EB2-7088-4078-B8D2-8F359917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9A96DB-E506-4F98-9940-2A84A0F1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Solids: Introduction, Section planes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A06E9B-46C2-45B2-A9D0-5D195AA5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E92850-5E0F-4A9D-BA7D-CE2B4600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62F47E-7EC1-4686-B395-18C59328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Sectional views: apparent shapes and true shapes, Section...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0EE3DC-EC31-4D56-9896-B9B84BDA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F3E785-27AA-4A9B-A030-1D1D546A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5B07DD-3C90-49B3-822E-64DC44FE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(Concepts only and No Problems for practice)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B3611E-05E7-4170-88C4-85A90DDE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19633D-DF77-4122-95E3-A8CD6E7C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BB90EB-E9BF-40B0-9AC7-639F47B9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Solids: Development of lateral surfaces of right regular....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23199C-D6D9-4A5E-9F7B-4FEF220D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51AFC9-EA59-4950-B1BB-14C5AFD8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58FF92-CEC4-45CD-9520-652055F6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Problems on applications of development of lateral surfac...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A7F675-4759-416A-8269-21602DBF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ED132B-B79F-415C-A54E-6FEE8F5A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4FEE78-70BF-4E4B-BF86-DD031C3D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88710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7BC00D-BEEC-4665-9CF8-FAB37A29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E5D273-8283-4DAD-81FC-1B0A6CCA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6EBAB1-F8DB-4943-8DAD-47DB8314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6FFB2E-81F4-4BE5-9A51-B73A50DD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43EF86-11C4-4DD2-96DA-2EAFF9D5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938047-8B36-4DDF-A584-78CF0EEB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Solids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000ECD-7E4C-45EA-A37F-F0764F4E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planes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7604D6-303D-48B5-910F-AA31BFEC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Sectional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F6DA68-3350-459C-9D0D-AE469DC5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views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F1D8EC-A647-4201-8B5C-B2A30031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apparent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7D34CB-099B-4FFF-822F-2BE1837C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shapes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8DA935-8405-4F93-99E0-2CF223A8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true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A88354-85B8-4614-A28E-CC595001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Sections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CD6A5C-B605-4A80-BD65-DA2D5908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right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57665C-6BC7-4FA7-941C-8DF3ED20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F15152-2575-471F-9EFD-006A0C34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4462477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73D11B-6DCC-4EEB-9A8B-AEEC5656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D56C0B-602F-4721-8F6C-C03596E5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6D6267-2B26-46CC-84DE-940C72BA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96305C-AF84-4594-B424-2046B7A2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0CF436-BC3E-4CC2-8809-59C39727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Solids: Introduction, Section planes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ABA0F4-510B-4B99-96CF-C08B2F9A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Solids: Introduction, Section planes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D09A7C-6220-4ADB-A37C-C13109C6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EDB1E0-6C51-4E88-9806-CE465A4E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0DB588-BC92-4B58-929F-981D49B7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A24704-6C0C-4799-8C9A-90E9D3E4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6B57AA-4525-419F-A35A-AA6906F0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77C526-FD78-4633-B89B-EB375B14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E1310F-7C16-4E73-96F8-3E8E3A9C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423334-A68E-47F6-93F0-1B8E9F88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2756AB-ECC1-4F18-93D6-A3B9EDC3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099E71-4870-41BC-974F-8960E634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6057285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9C1FA3-4059-4733-BA05-DBC57306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315968-60EB-4D03-A50A-63451992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E53938-AF1B-4FB0-A788-05F79209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B76C9B-F26D-4861-A419-20F77A0D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D5FD39-1A77-4533-B066-8AE92747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CD9E8A-326D-4A8F-A3AF-6FF130ED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8341B7-5F11-4774-A435-71ADFE09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63B5E5-3280-44FB-9CE4-B06E4E78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0BCB14-1303-44FC-8E08-C98349F3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Solids: Introducti...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B813EE-6747-4206-BB10-EC16A443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94D011-7B54-4B98-A2E8-C28877FD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F52D48-B338-4D82-8F96-FF9E91A9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Solids: Int...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390BDC-536A-4F4F-BB39-5C4FFBD0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B4D4A1-D3B9-4A27-9A75-9A33C346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2E7774-792D-4A25-8050-D5EC3B94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Solids:...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B37D2C-ADB8-4D84-92D8-8D499204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A67101-AB6D-4BA3-BA59-FC9593F5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837FA0-6423-44FA-A57A-92692C15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Solids: Introduc...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EA563A-9180-4007-BFE6-598A6B6B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F0C8AD-B302-4244-8D56-B74A8800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F7FC32-8C85-41CB-A0C2-6E80DC69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Solids: Introd...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053E99-8A8A-4EDB-86D5-56685EDB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B07D0F-E322-41E3-BBB0-5C8E1FD1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4237312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1A54AD-4B4E-4D13-B6EC-1C69239D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7B7455-2450-4995-990F-7705C44B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D1BD97-D1E5-4EE0-8059-AC0C34B9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EFA982-C698-4FC9-8F9F-6BB52ADE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EE2DC4-B1FE-46E8-AF76-E6416748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E03F92-CAAD-457F-BE4A-586F2154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82CAA2-9AAB-428C-90CF-B5C7B60E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4A4F7B-199D-4B1E-9E3E-2A254E2B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A842CF-AD39-433A-B8E4-6DA784E7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23CD37-5D9E-4019-AA5C-135DB09E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E70434-4DE5-4F66-A931-9BBCE33D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1CA934-E0DE-4570-B946-495C8C9C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1F58CE-4DCE-446D-8523-9684BF22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5A15AC-5C93-42AC-9FB1-0C5FCB36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C10158-1C36-4B45-87B8-FB89FC54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641222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E396-0D9F-462C-9740-3E19534D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FCB0E9-66A7-4AD5-A81F-08208285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685B1A-080B-49E3-BB42-492369C4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2AACE5-1EC0-4C88-BDB7-ADE9E137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F7A057-7918-4A5D-AF7E-429C0E2F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4979AC-6C96-4F30-A5F0-1CF96728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Solids: Introduction, Section planes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C1FFFF-9488-4B94-B872-FB4327E3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C83DC8-8248-43F2-80BC-6C1CC10D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C56707-242B-4BE1-977D-CBAA0203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CB8AF7-8F98-4893-B5E9-503FC6D1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647CAB-066D-4186-9336-5D82ED1B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4717048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BE7642-6A61-4758-88E2-E33D9D9A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17F03D-CF4F-4E3B-ADB0-960CB2A5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03BA33-404E-4FB1-A3BB-1DA1F9B3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FC7344-39ED-4CD5-8071-47B1E17A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CEF0F6-8DF3-4195-9B37-FCB5FA9F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Sectional views: apparent shapes and true shapes, Sections of right regular prisms, pyramids, cylinders and con...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82F854-33C5-4A29-BF64-0B852B11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Sectional views: apparent shapes and true...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E3F689-DA67-4EC2-951B-B51B8159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963E6E-7EFC-4B62-BE30-FA274917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F90ED2-1A8E-47A4-B92A-671A6448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D3A07F-8863-41D7-9803-696F1CD5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D696DE-F572-4AAE-B410-37BA7B4B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9315CE-B00F-4CCF-94CB-5B3165A6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EB9734-BC35-4879-ADD0-C9C71ACF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AD9940-6F3F-4AA4-B8E3-6901771D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BB90A9-8CE4-4E71-8424-4155A3A3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1E3068-6723-44FB-8F20-AC5381CF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0245632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BED62E-902E-4C1C-8150-7CCB2FE8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365DA3-712A-4D7D-9533-2A24E019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1FD8EB-3B1E-437A-A31D-C27E2192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D2F053-72AB-48FE-918F-305581B0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1E7EB5-E7BB-4B3D-9B37-3EFEF8A0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F4E322-5246-4CB7-80D0-44F353BA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A7C6E3-1BAD-4ACA-8201-94EC7A5C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742314-50DF-4894-B7DD-52395180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1A99F1-6D58-4573-9823-963C898A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Sectional views: 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11B31E-CB17-4503-B5F5-0FAC99F0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71B19D-8439-440D-9A9B-5165555B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C958F9-9A62-465D-AB33-C277CDF9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Sectional v...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FF4A94-BFEB-48DE-91A2-38345AE3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39FC2A-D453-4682-95AD-39D214EC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0F79A0-13CA-4FF7-AF5C-37285C05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Sectiona...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73A7C7-9535-46CA-8D54-DDDBA466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50252A-B689-4FE1-B772-41C81626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0E0B61-828D-4131-BC9D-A5B8CB5F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Sectional views:...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BDD42E-28E6-4AB3-8DFF-B1A4C7B3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F64BA6-F1B8-43A1-B604-6B614BEB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32526C-F7F5-4783-957F-F330EB59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Sectional view...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EBEA21-8F10-4D60-81F0-9D6D0B1F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8C71D9-8055-46A1-9D0C-61D52180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3866430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885A76-353C-4481-B875-80EFADB8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721FE5-2BCF-4018-AD31-2B794162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CDC244-2356-406B-9448-97E50884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0AB5DF-E2FA-4DCF-92A8-7214A338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BD7947-C025-4D01-97A2-C1E07139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33E8E0-C0AE-45F9-99EF-92A2F0EA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7AF346-70BE-47B5-B122-07B4BAE3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F37301-6D65-495F-B2FD-F3DA5844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035F27-FDD4-4017-9BFC-59DE78B3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357A66-B04E-4372-B749-1C143275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6A14D5-6AA4-4CF1-96EA-FFA65C8F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3B0FB0-DD8D-4D8D-8B3E-A286023A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A92A0F-A584-4F94-A677-0EF9640F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FD5E0E-ED85-485C-9C71-24924D82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B4D283-58D8-4221-8E27-B1BE09E2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3718027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7D6927-4214-4430-9CDC-45A056B7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3B977E-5E53-4CE3-BEC5-48272FAB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693625-C851-4935-9732-AB8C0E1B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95AB51-1B58-4DAE-81D9-12459C4D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955D1A-02AD-4243-B913-5E8CA553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7BE159-6CC1-4DA9-9590-E1509023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Sectional views: apparent shapes and true shapes, Section...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52FDB0-3618-48C9-9C66-50B9F2C4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4747F7-F4CB-464A-8BDA-975C07F7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615C5D-0D64-40F9-98CF-01985FA3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8AD697-8346-48A4-821C-9B8C4C76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7D5256-A571-4638-BB5E-13831504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9352704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3FD333-67FF-4673-8351-1ED27209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0F9D84-2A2A-4A7E-9205-899769CC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51047B-D486-4973-994B-2E66AD05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F469AC-38A4-401D-A9D4-B4B507F8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CCB68A-EA54-43DD-9F6A-A88505EC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(Concepts only and No Problems for practice)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8F0283-314B-4E65-BC50-79F7458D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(Concepts only and No Problems for practi...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E2A012-0069-4917-B109-102B3FD3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BD1C0D-115C-479A-89C1-04C1FB5F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949329-FD77-4F4E-B8D6-4C658C0B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CB3A3E-7F9C-4A8D-8ED4-2610301C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95FC37-ECE3-43EB-A879-8853EBBE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DE9A17-59D5-451C-9B25-76892F58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485329-B520-45EC-8F30-4142E9DD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73F29A-DE27-4440-91A5-1327FD0B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19B53F-6F45-42FA-91E2-DAB74EE2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5E717B-1DC0-4E37-AABD-89B94324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31996434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3808AE-DF06-4DD8-80BB-0474CEAF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0DC370-158B-4D51-9DEC-8C08CD1D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47282C-EFAD-46B0-9F98-18602094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E605CF-61DB-45E0-920D-E2C3BCE4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2EC0A0-8E4B-4F4A-9FAE-275C26CF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389F2F-9E66-49ED-A1A7-7CA3B860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84B13F-9D25-45FC-9ADD-26079A0B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70D3B9-20F2-4579-9542-5A27AAD1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8B1D89-C204-4C16-AE88-1F961923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(Concepts only and...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D48C6A-6DBB-459C-B3BC-385DB1AB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0FAD8B-163E-41F4-B1CF-5F38BD44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CC9AFF-C980-4DA1-B80E-FDFBCFF4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(Concepts 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EF2522-F8E8-4C3B-A015-B3E75CC5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E75999-F1BC-4B8B-A294-866796B5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10B39C-6B7D-4393-9217-26931920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(Concept...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459D1A-AFD4-41EB-B5D2-A938BB55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FCD1C9-79FD-4994-A89D-FA719D34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B3CF03-9790-4B0A-ABBC-8AB05939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(Concepts only 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746E50-33A4-4CB3-BCD4-F7CCA878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47B098-2BB0-4F95-8EFC-611E0D05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B0AF06-8663-4BE3-8CFC-0EB0F681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(Concepts only...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94D4B0-2B75-4959-929B-E49ADA37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E815B0-63E9-4DA5-BEF1-DBC9F0E5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26179444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27CCBC-8DCC-4D01-8474-52F223CE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B0327D-45B2-4D56-A672-E50D646C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876DA2-E359-4494-A23B-51A3F266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05B3C2-2524-48DB-896B-DA3DFAFE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8274AB-6B0F-4F5C-85B4-967A337B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7599C5-2CF3-475B-96A1-CB0ED34A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8C9FE3-9F6D-4631-804E-7AD0CB0A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D2398B-7362-481C-ADE9-0EB834F0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66D46D-0561-4B6F-973A-C4408B90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C921D3-062F-41CE-B403-ADCE0CCA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A88DAF-0C92-4A27-9467-E9024B0A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E0B1F8-8CFA-46A7-A1A4-95B6B213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D5DD09-1DCB-489D-A1CF-B9E2E04A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90DDA7-1816-4DA6-AB9E-ABBDA2B1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BFDDC8-A104-4F5D-A305-C3C631A8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7579226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E4EECF-33C4-4164-9E73-73E7278A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BDE318-3AAF-4D92-827C-F84F867C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7229CB-57E6-45FD-87DD-155369E1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A67DE7-CF26-4D22-AB39-039358A9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2DA43B-B1BF-4BC1-85A1-82CADF0C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CE5A94-1F17-4D92-8BCD-1B6C65F3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(Concepts only and No Problems for practice)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B9B183-7654-4D04-99DB-1F8F34CC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0C44DD-67FB-4231-B2CD-224BD589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E9884D-5192-4335-8407-02917A84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697018-F2DF-402E-8C4D-315567C0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C4F76A-6838-48C2-B7F3-72E6C85C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91482955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931D91-0A40-4783-854B-98ADC44C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8B5FCA-B32D-4C25-8290-FA9C2996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9F3F38-67FA-4271-B175-74D65605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D5FEFF-7840-4C5A-9ADE-82946CD1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4268B3-77A6-4C7C-83EC-A50D7E14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Solids: Development of lateral surfaces of right regular Prisms, Pyramids, Cylinders &amp; Cones and their frustums...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27D064-712E-471F-A3E6-8AB20537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Solids: Development of lateral surfaces o...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BF330F-BF3A-47E9-AF57-59378B36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971674-F8B1-42C9-971D-33AE32D5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C28A24-BFEA-40D7-AF3B-8A404DA7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362043-2289-4C88-8D8D-7D70654E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4A9C2C-BE47-4560-BAA6-376DE61F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55ABDA-8EEE-4420-97A5-29FFDE48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4F9FD5-9966-404E-9FE2-D3720D52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5F8F61-36FD-4E67-9E41-79452773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28E023-11E6-4D1D-B4B9-FA27BC8B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06609B-7DE2-4C97-A377-DC81F8A6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8201776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8C3B6A-D2E1-49B2-9FBF-B0EF858E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762712-C483-42B4-9914-FF439D37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8315DF-97AD-4E8D-B84E-3B594163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AFCE5C-B02A-4296-9CB4-648175B6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C6154A-A920-4F52-A11E-1DDF96BC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71CFE2-F965-43E8-BAE7-981F2F0A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44D854-AFEC-4E9E-8CE7-28FA48B4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1E0A6A-5950-4512-B474-24AB1452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606EE2-F1EB-4E8A-99A0-CE2DFE7A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Solids: Developmen...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AB511B-9F24-46B8-9619-03B7CC65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62DFAA-67ED-48A0-970E-145B8352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2981DD-F133-472C-B093-E5966A01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Solids: Dev...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BEAA5B-72FD-4BEE-85AF-87C2D485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E603C8-1B65-4F5C-98BF-0BFAD704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D77674-FBC9-4E27-A0C2-95C7DC25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Solids:...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A1922E-9CF9-4071-AFED-5856E6D7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E90B43-CB26-480D-9905-84161B99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7286D2-A483-4D16-BDAB-1359B8EC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Solids: Developm...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05CD20-9E35-4B52-9B31-014CA864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979CFE-990F-4E46-8229-34E4FFD8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3C2A46-4A0E-4EFD-8803-8D2FDF11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Solids: Develo...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C0AAF9-9C65-490E-8E4A-3B71A104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1E351B-01F5-472D-BE7D-8E855A3F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39500384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85049D-6EFF-4D72-B9AE-21010EA0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0B965C-541F-4202-A4F1-0F9B7028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2430C3-A5B9-4B03-81BF-0B92E019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901FBF-4906-4DC6-816C-8F4A6043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FCB208-10AC-4E11-AF99-352B615A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E779EF-24D9-438B-8E2C-FFD3F613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5F9818-6C06-4B4E-B367-E50BA860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3E4EC6-7F67-4F0B-B71D-A894CA55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2393E9-937F-4FF2-9DAE-864340D8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B1561F-BB30-43CD-9FE1-84B7193D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C9EC98-6F9E-4531-920B-80136B05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289773-7F02-43C0-8ACC-3C9EB8AD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FE0E13-3A7B-4138-AE72-C77F321F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9397D4-D2C0-4119-A24D-E3069B6E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FA1926-797C-4E4F-A0C8-0ED0DF18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81168715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ADBF58-BC8D-42BE-AA97-37AF3B38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BB205D-7157-4217-ACF8-0E7730C3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D27BD2-9611-41A4-BF21-5F3FA17D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EBD211-6016-409A-80B0-06DE2CEA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170F7C-A84E-4B31-9E14-DF47E3E8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6AA06C-244D-45E9-8FF0-5F28339A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Solids: Development of lateral surfaces of right regular...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5A3780-841E-4136-B8D3-B7B47693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6BE21-9FCD-4C25-A8A1-10403BE0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1175B8-76C8-4B5B-B908-FFF3A5B2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73DFFA-25C4-421A-8C57-D75C8C7A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B411C5-D59B-435D-9E3D-9D678E74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77372253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6E4B0B-257B-47A5-9E77-6E1B0F7B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DF9F51-2396-4C57-B826-EBB50E0E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CA54A2-07D1-46DD-9365-856C04B2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BD7555-FDB6-4795-9845-B51639FE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C94F4D-21A4-4557-B5CC-FCD2B780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Problems on applications of development of lateral surfaces like funnels and trays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AE4EDA-256E-407A-9321-47E07759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Problems on applications of development o...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265F49-A4D3-482B-BD41-BACA4BF6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5C75EB-BFCE-440B-8389-D9D27B72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1622EE-3682-434D-8B4E-74716689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5A2B33-17E7-4C75-B26E-490C2B23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11E6B4-3ADF-4E92-9F5A-5AA01437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39E162-C9E1-4234-BE7B-6DD15A77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D2BCF6-3EA6-4790-ADFB-A2C257C6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95E8C2-2C84-4DED-B832-482B0420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02B7AE-26F2-4EFF-82C0-31B6EAAB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B6A29D-8590-41E4-A873-45A0FECD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24445122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FC9FA8-7C44-4F1F-B718-65889057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D3D59B-9436-45B7-95D1-9D0062C0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719E29-47E6-4C97-BEC7-D8D52A41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07547A-E273-4B07-A8EA-50467946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15B22D-FDFF-4671-9180-A2735F11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598BD7-70C3-4C7E-A421-808CBCAF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F9CC95-959C-49DA-B9C8-878DA27A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074DF3-0B74-4132-8AE3-876B6ABA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97F6F5-13A9-410E-A51E-081D6C04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Problems on applic...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1DFB4D-D35B-45D8-98EE-BBB7C769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0126D8-706D-451E-88C4-8F105526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892A44-EAF6-4836-BFD1-B290CF7B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Problems on...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0C9A2E-008D-44F4-ADFB-CF1FA831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6C53F2-5197-4991-A92E-4C40CCF4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5E5C8A-2904-456A-8494-73189BE9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Problems...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38C75C-5A89-4DF5-8F10-F644D132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FC1C82-D31A-4724-AA87-06A8D212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DF0A76-BCB1-499D-8050-03B2378E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Problems on appl...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327B0F-C1D6-4EB9-AE64-F3C6642C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D204F0-8B62-4FC8-8BD7-E3FB0AD5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7FB101-A015-4E96-9CEF-3707D098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Problems on ap...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ABF3A4-1E8B-4435-ABAE-73005716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9F5127-324E-4925-BB13-F42B4EF5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46590308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401359-DF73-4CF7-9498-87BE7127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9A2770-30EC-49F6-97B7-519C8985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F33718-C97B-4312-968C-430EA2BC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CDA2E0-99EB-4452-AF0C-538EB276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859D60-FFB6-4A99-8544-EDCA0388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06D4DD-92D0-46B6-A4F0-23656E53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BEC767-4EE0-4716-8850-EF5E8B4D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922689-1641-41D6-967E-AB0C2A8D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865CFD-3B13-418E-AA6D-EE5F417F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C2F9F3-A4EA-4621-A7CD-A97E4E92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D004F4-055D-47DC-9A3D-37F7CF51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DBA475-5C37-49D6-83CB-2B2AA517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806CF2-F55C-4280-924D-34073FAE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94CF0A-2781-4B0A-ADF9-A388067C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E7203C-B0B2-4307-9DBB-4D41CD5A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208177594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6FFDFB-AB4A-4777-B65A-CAFC5952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6B9B2D-4038-4CBF-B86B-A87F3BF6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503E3A-90AE-4EE6-AD93-4AB99E2B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5398E6-31B8-43F2-8132-6C16D3A6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D70ADD-CE82-4D6C-9DD4-77D9EF44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19DD45-7E6E-466C-A2D8-EC894A89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Problems on applications of development of lateral surfac...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721C6F-E8E0-44C5-BC2D-FD411349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0C3E98-8D56-417C-8950-D0175AE9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D075B9-5A20-44EE-BBFA-2B7C25F2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2D71DF-EE0A-4731-A4D9-6761A81D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078FB2-73E4-47D9-AE1C-F7874B3E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46693861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1D253A-CA3F-4DC7-9465-180C98C7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157742-6A85-4081-A248-7E035323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70E2F4-CA11-464B-962B-16D89A51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86F72E-0393-4B28-8BC9-5F7E66D1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6900ED-6F31-400E-A4C1-4BEF2024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1E19F2-EF00-4447-A900-00DAA289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31320331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8377D6-A6B4-43A5-A6D4-DC2F242C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AAB25B-0137-4147-A766-69828535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A529F7-968D-408E-8E85-A7C924D5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D4143E-1D9E-4CDE-93A7-8193E51A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B63E69-5D20-499C-8286-6EF1DEDB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Section: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Solids: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planes: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Sectional: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views: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1CCE49-0D64-4CE5-AD71-1DB84EEE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86644580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A6244A-4BA9-4C86-AD83-EF9F1DC7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BABBCC-AFEB-40D9-9959-715BDA64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674391-14ED-4550-A496-09BCBDEA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306732-D750-4351-9C95-9F8FF5C2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FC9A57-C94F-42B1-8581-7216109E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Model/geometry: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 principle: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Procedure: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CA6B69-437B-477C-B4AE-5DC00E4B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30997577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6205C6-085C-4AAD-8932-CF9E16E6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862EB5-B4F1-4E00-B20C-94FE0CB9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AF4A7F-B100-47D9-AC51-132190FA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16C27D-B42E-45CA-990A-E3DC0D17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1FA0A4-2C02-42D6-B3AB-9D916537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Leaving the diagram, assumptions, units, or construction sequence unlabeled.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5DEF19-8041-49FB-9211-624C69C8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08004850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81C2A4-80BC-4CD4-BB33-BB91FB77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E3082F-D96E-4372-B24F-020FD052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3A14C8-DDC9-4808-A3AA-4DF47BF9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CEF554-835E-4D0F-8387-97487E6B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112EDC-8B41-4B77-83FA-6BFC8D4B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Solids: Introduction, Section planes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Sectional views: apparent shapes and true shapes, Sections of right reg...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(Concepts only and No Problems for practice)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Solids: Development of lateral surfaces of right regular Prisms, Pyrami...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Problems on applications of development of lateral surfaces like funnel...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15CACA-1E0C-4C93-9D88-C92BBDB1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64CCF5-D58E-4BF8-8ACB-300A64F4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412576-5AA3-4AC7-82EA-A8E210BD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57402658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F4DCD1-0F16-490B-A3C0-394475F4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35B72E-0ECB-4F65-B7B7-1E886503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Solids: Introduction, Section planes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7677CD-5FD2-483B-86EE-5EF15A30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95C73-CC04-44F2-A117-F924CBB3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1B7767-7049-4E4A-A1C3-730E50FB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F47A69-ECFF-405F-925C-44D69A58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41D449-5EDB-4055-9EC7-D2B911FB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CDCA66-B45F-4BA1-A61B-8946C75D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7795DA-D368-4DED-8AFE-93AAE7B5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374A76-5189-4DFF-8748-A787C14D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FA7706-4B2D-49FB-9D8A-DFE53EB6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E06BDD-726E-45DC-B6CE-8F023DD2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B19254-6CD9-443F-8024-05911A74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D298A9-66FC-4E71-97DE-35C39CF1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5BA1F6-EF0B-4889-A422-4B24C159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794833-DEE0-4660-AB23-27309F00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4D9592-9D88-46F8-AF8F-0759975F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877C63-7666-4F26-80EB-463266D9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246BC1-FAD5-4114-A073-33649CA4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E7182D-E22D-402E-A8BE-CA89E5F7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DEF3B4-2019-4E85-9E57-6EBA55F4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C7C31E-D235-45B9-BA7D-59AC660F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D4D6F1-1692-4F45-86E0-06572914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35B0E0-E7B6-4B96-96CD-E5254CC0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24343D-DF9A-416D-ADC0-852CF113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67D263-1FE0-4D2A-90CB-CFDAFE22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00A6D9-4E4D-403B-AD1F-A21E44DF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F22191-FD3F-4080-B69B-E2AC4569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CA9759-1DB6-4EFD-A664-19F32839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81987E-0E47-4D93-85A8-2A731A73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16794E-B924-4AFE-92FE-56D4D27E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738886-7798-4227-875D-115AEE3B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74148916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83F221-9F6D-48A4-8897-8C742C42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C8485D-97A5-4BB0-9CE3-425F38A0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Sectional views: apparent shapes and true 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06214A-6283-4139-BD53-E984DF40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14D483-4BB7-46FC-A75D-CCEEFCD9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5EF7F-D56E-4450-8997-EB14F8F6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692F80-3FA0-4EA1-8E47-07F15C4D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D62209-C96F-433E-BF68-5D2ACBD66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5DBAE1-ED00-409C-A4BA-5051A0A3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CE8929-7E5A-4083-9FB9-E137A1CA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94DF53-969A-4E87-BCA6-70B27DC0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2A109A-5F6D-440D-B6EF-AA3FF214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9E9F51-52CD-4440-B70D-169B5F92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FEDEF-06D1-456B-BBCD-F0AE2FCD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72E589-081D-4AF3-BFD0-B3D3DF2B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4B7FFC-E0B1-41D7-A9A2-BC9CC0D1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987C12-BEEE-4CB0-95F6-C7072F4B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023550-C022-43B5-9E3C-883F24BD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22AD60-72F5-40BC-9A26-D449F25B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BBE862-BB98-4ED2-92BC-1A6824D6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17167B-64F4-4C55-AB7E-01BD8A29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3FC56F-8B49-4171-8376-7F0BE6EE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455CAB-939F-4C32-9C28-87E0F353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A63D78-9375-44FA-907B-5F821FC9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C3E125-86B3-4D1B-8E5C-291B08EE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B30778-CAE4-47E3-90C5-EEA6FD5B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8207E0-D87E-4595-8C73-210F12C6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86E4E1-C73F-45D0-B286-2ADDB015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CD015D-55C3-462F-A6BC-B846C666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B09BC5-0A2D-432C-B2DF-1417926C0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19DE76-48C3-46B1-A3F3-1AA73225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6F3234-0406-42C2-AD31-EC78F17B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245843-EAD9-437F-AED5-81D72134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16765849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70B835-2E02-42D8-9683-1C4ADD86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6AE035-DE4F-4BB6-937C-23A0CB14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(Concepts only and No Problems for practice)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199597-A684-4DCF-979F-A9F8E7A1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D367FC-8F0E-48A1-B7B2-DF4B8181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BA4F5D-0F0C-486B-BF18-19F34D06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583AF5-51E8-4A08-969D-CB44D84A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BCE91-E76D-4923-B600-1E96EE34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452DD4-5432-455D-9F2A-E7054E7D9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BA59D2-8EC5-4CCD-8051-27377966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E2BB03-D0B1-4DAD-8F20-DDCCEA42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ABE9FC-6659-4D91-9010-ABE2EEB0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20D3AC-F697-4CD7-B85B-F3565E22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76B551-DFA7-4C89-A714-C0922C66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CFF67A-1183-4092-BCF3-F3121611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DEA8AC-6AE2-4663-B5CE-4BFDB9FA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219BA3-9260-4926-82A6-34A06BFB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416DD5-EB8B-41D1-99B8-A839E82B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D0B258-6D8A-4CC2-8024-595AFAE2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9FDDA3-4B57-4438-AF83-DE9C7BF7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2B8C20-A2ED-4ECF-A3C0-32AA1640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2C55FB-328D-4214-8790-6A6FFB87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A6C336-BB86-461F-97CA-3DEBE8B4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09C298-B2A2-46A8-AB08-27447738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62A7AC-0D42-45A9-AF85-8C95D8AF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384417-EE0B-47DC-A042-845CDB41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BA4090-4319-402B-9616-112AF6CA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A4DF68-017B-45D3-9717-D06BB5D4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A3AE4F-78AC-4F86-A384-AD8376F8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91C845-8BA8-4154-B39F-5B1D45C3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77E3E0-05A3-43F7-9CAE-8D66F1D3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998828-8BEF-4D27-813F-F5F70234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1B1145-77B0-485A-9EA5-BAB21B38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39220439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5941B4-C98C-4F71-8497-3152F054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18B6E8-CC4C-4C4B-AF65-3E275F39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Solids: Development of lateral surfaces of...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D3494A-6C97-420E-9F80-4823B8A9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B697B1-203A-4E66-8D97-B912F543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21404C-DEE5-496B-A44B-5F3EC465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945E2F-CEE8-41D2-AFA9-70B4ACC3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8EFC5C-B7CB-4108-8FA3-ACB9E5FD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323C64-B6D1-4DB3-A00A-7DA5C63E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533F51-B424-44B4-AB04-FAD61CE3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E94FE2-71B4-4A29-AC56-2922AA5C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2B6657-8218-42F2-A0F8-D4839EE2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B3AABC-1199-4423-A428-B2CBAB4A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ABAFCA-749A-4101-82B4-C8D3C1B4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C34FB5-C902-49E1-8BFB-9A5A6284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17D6A0-8079-4A5F-B960-1C48D508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81C27C-811B-4442-8787-5A54C716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64635A-78CD-4EE3-8BF9-E055A104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B5EC98-22E2-4EFE-ACBC-04CEE543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3BFA41-BA69-4274-95E2-94647C57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E84AC1-3C93-4F38-8EAA-C6769C5F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AA15AA-A2B6-4399-B929-FC54608F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E04F97-6B37-4EBB-BC1F-2C151231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2962DB-6376-4840-809A-1499E34B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79507C-7799-475D-AA7B-D16ACB07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580A57-A939-4DEF-BF63-6314BD6F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CD35AE-7F7B-442F-927B-8A03358E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B5DD18-5D76-425D-A338-02C5EA17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8027D0-8F26-45F3-AE38-3659B1D7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48FF88-F6BB-4ECA-B766-E1FF21F6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8023DB-9D77-4F41-8120-FEF3B5B6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13D488-4D51-41F4-9997-3576D94E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FAA713-D5EC-43B6-8356-3BE2E5F2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58799900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565AF4-EFA3-45C2-B7EA-C97FF73A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6F230B-4142-464B-BAB2-76B8EC13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Problems on applications of development of...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E48A9F-C2C8-4B93-AA7C-BFC8758E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613337-8418-49A8-ADE1-F60C3DD4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F5A188-6970-4D89-B46D-5EEC9DC5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043886-807F-4C71-B520-D498A39F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A4DDD6-B32F-4442-9879-2A447D74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22942F-AF5C-4DB1-920B-381EAD52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D3D4D2-A532-49DE-998F-FB7A5F98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E19D45-A45A-4DDD-AC67-CBE3C7A1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BD2739-344C-4207-B220-254C09AC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984022-37A7-4E07-A9ED-6811BDB2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4041A7-0335-48EF-808B-46AA0A1C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CD6DFE-EC92-4BEA-A3DF-56259BD4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3D51D2-E55D-4523-BB74-E91FEC5F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D7F392-C9A1-4E65-AA65-AC46E909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2CE6A9-1DF6-49BA-9192-2AA61B06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08C688-36B6-478F-8DFA-4145A105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A44426-374B-41CD-8A4C-371F3A88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23D18D-E5CF-49C8-A96D-FA00D9DC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CF8BB9-68F3-46BB-BF61-F89EDFAE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DBA253-D7DD-4E3C-AC19-3CB38432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897AE7-A571-4730-A022-1218A632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77FC10-09CB-4444-8EF8-D07D618D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55DF4E-A3CC-4223-B295-E2DC1094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2B9DD1-A974-43DE-9C8E-F2CDE338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0C0E3C-7BF4-4B92-86A3-323514D0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58517A-1E96-4761-82A6-AE2E9E26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50F574-FA03-4305-8CDD-70F8DCF1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471313-B2E0-411C-9415-C02351CF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E2DABD-017B-4681-9F31-64FC8602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198D0E-27B2-41EF-AF0E-E28A79AB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201431229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EFFFBD-09FF-4761-83BF-83705B75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5891A0-B4D8-4B70-9BEF-E180AE6F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Solids: Introduction, Section planes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52BDE7-18FD-464F-AED4-77A4FAB2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D3D86C-FEE4-41B2-9FAF-451D8700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17674B-F7E8-41CF-95E9-EE60DFEE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37A3B4-B77C-48F8-9D20-6AB6F83B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99C5EA-4934-43C6-9EDA-925FE189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A4BC61-87EC-4756-932F-3D60AAEB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EB1055-0B70-4FF9-9FA1-368F427C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40B538-91AF-4141-9955-C5FB9C54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0FA57C-7699-4F92-9985-668C0790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543A5A-2D6D-4053-B5E2-90D2E376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39F356-D7A2-4899-AF49-C875C021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D48D98-DC0A-4A2A-BE1F-8449E02D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20370A-3C7F-4C75-85F3-6D0E2D38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3DDD29-732B-4F65-89D2-142D2EF7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3E2DD3-5D8D-4F32-AC96-3989A87B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83BF77-2AB3-432C-B801-6AACF516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A879C1-AE81-4136-8512-71AC520F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CDCAF2-B59A-4F5A-9ABE-CC999362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309172-0A48-411D-BE3B-E7924581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8DF347-4114-49EF-8B1B-CFEDD0A5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6785B9-7441-4661-884C-20B78448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FEC197-3EDF-4417-A7AD-83E864B2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ED20D2-8A1E-4F51-9F1F-74B984B5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D99628-00D6-4268-B270-5D86A0BA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B7F6B1-0625-4E46-B919-6F7E370F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A3E08E-4625-4144-B0BC-C0007915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408445-7DE9-44ED-89D0-1C6D823A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B135B0-76D1-4A21-8633-37635C0F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66F7FA-7957-4DF8-816A-85043A82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B49283-5F75-4510-9544-D4765DE6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9693244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56F444-6390-44AD-83A4-1BA9C9BA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2BFD9D-75E2-4A76-BD21-B004AE3B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Sectional views: apparent shapes and true 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D14DEF-0827-4181-8966-E31A52F6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651C7A-D937-474C-BA45-AD055B91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228781-E4A1-47A8-861C-8487E37E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A6850F-6F77-460B-8B80-A38A068B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5DFBF9-D3C6-4C4A-A0B9-2E09B1CD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620B61-B6C4-4668-96D8-C486D051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9F8B1D-ABB1-47CE-A232-AEDC2DEB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79D30F-F6B8-4109-959D-EA40EE05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E9B0E5-4543-4352-94E4-1A042652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2A4987-FB0E-4B78-8946-FCADD442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3C8A36-24B6-4976-8F87-CAB56046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1A51CD-5BF0-4BE5-B560-03AD321A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D694FD-5BFD-490E-B923-0637B40D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86B550-8E3C-4F6C-8DAD-BA0C1AFA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607165-1068-47C6-B8E5-398DBCAE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A835D8-A10C-442D-B9FD-969A9810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2B6D7A-166C-4A43-B9F8-0A1D3801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B7318D-CC17-4D87-9364-73728D60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790E54-0B74-4330-AE7A-9465CB29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D70323-C5C9-44D9-8580-135C0CB3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F66982-5207-4C76-A2F4-D210A1D9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C25B1B-08C3-4D68-A291-ED0926DB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661FCF-86F8-45B8-A39B-874DAF11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9F6BA2-784D-48A3-8426-0D02881B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30CD90-3955-4F32-AE06-18C1D55C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D4447A-2163-48E4-96C0-E56773EF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BC5A7B-50A8-450C-87AA-CFF21234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42A6D7-1927-463F-AFE1-D181EC72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F5D534-B1A5-4817-AC10-2C8EE7E9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E751B9-3013-4547-A124-FDD7D02B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69584888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6B6BD3-20DA-49D7-8E59-ED027FF0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5C1385-709F-43FF-A4C1-456B2003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(Concepts only and No Problems for practice)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40077C-7CD7-4BEC-9166-0D80FBCF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A590EC-A09D-49AC-8A8C-0ADBB116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05CA21-D0E3-47EE-9D5D-ECC0FC74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C77189-A083-40B3-90F4-EB9B390D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CD3AAF-FBC2-4A2A-9943-A650121F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6E9FB9-AA14-448C-87E3-3D2ADF8E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369EBD-0B27-4968-8CF5-F651AA02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BE10E1-5CB7-4FD5-B39E-78672518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DA06DD-0CAF-4903-B489-7795FB5E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BCFC1C-4FD9-4F5A-B676-122EE0E5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A283F4-97A8-497F-987E-B1C30FA8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94B4E6-D32D-4C4B-A608-D92256E6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E585F0-8162-4672-89B7-2E074BBA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8D0E9B-D72B-4D68-A05C-4B6A85C9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192EDC-A84D-455B-B1AA-F1FAA20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27D74B-855C-4C82-89A9-5E951EBB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B312FD-ACFA-43E3-BB58-851770E3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709DB6-AB3D-4EF7-BBB9-5C287F9D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47EBAE-12C2-4E1C-AE71-BE059771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4D7BAC-5FA1-4D52-83C9-C9F35455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ABA04E-9E6D-4504-8717-61378D97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58EB2B-9699-4520-BCC0-9F516E1B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BCD0DD-5CD2-4DCE-9C48-07AAD539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2F7E51-DAA7-40A0-B9BA-B61D8BAB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1B2DD0-60BF-4050-BDEB-4A845F44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191E9C-F1AA-4A1C-BBB9-F16A130F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84570C-BD43-4DA2-9DE1-338EC9F4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4E1CF3-8FA9-45F5-BD8F-E8587210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9B3725-245D-44F4-BD1C-63546AA8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82F577-9CCA-487E-81CB-5D44E35E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78872359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AE5A7F-79C0-43DE-A295-997EC7FA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7BFCB1-F1FB-49C1-88FC-05E16078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Solids: Development of lateral surfaces of...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060417-616E-4EBF-A4C0-2638881E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D531C5-5C59-454C-8A05-2E3529A6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0ADA07-7C44-491D-BF2F-62FC1124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EC86A9-1E40-4AAF-880C-D208B460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0877CC-D8CF-4788-9480-77DD443B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43FA0C-9443-4BDF-95A7-03963538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04EB90-7721-49E7-937E-2E8F58AA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2E3DB6-3AA0-41E9-B767-E7EA6386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32BEFD-677E-463B-9A48-465B6EFC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9353DB-96FE-4F75-B86E-D2A1FBFD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14374B-2552-4EEF-9474-D7CA956E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607414-90B8-4EAD-AD39-6CAAD1C9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1822CF-E69A-49EA-B083-0D398B3D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8A8221-F6A4-4C7A-B745-990DB06F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64E616-F1A8-4243-AEC4-8740BC7D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60B7C1-BA24-45E3-9929-B692C840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43844F-3C5E-4E0A-8274-3196E5ED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DF94D6-45FE-4D0E-AD37-51175B8E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E88602-5203-48D1-8D19-11B98129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B4FC42-1EE6-41C1-AF90-6D032C2E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C6A4AD-A8FB-4009-9348-4ED7C5D6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31CF20-83EB-46E4-B26B-B975CFDA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EA20B4-68D1-4426-96DF-62EEFEE3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1E6FE1-D623-4B8E-BDDE-1B0D8FC0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0610B1-7E68-4FDC-B7AA-5E72A891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7A5D9D-D22F-4AC2-8C11-743E15B2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077E06-A974-4000-93BE-0264AFB1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787A7A-12EB-4695-B8BB-7BEBEA4E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DCE267-5C22-4486-87C1-F6B2015C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A71291-59C5-4E89-8A93-F0FE6905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78838856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327E04-ABF7-44FE-8371-3AE9CF01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818201-C336-40FC-92B4-2B8DF2E9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Problems on applications of development of...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DBA1D0-0DD2-47E9-90E5-36842FDF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82D0E5-E915-4A66-BC3D-9F0C425C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5FD261-74DA-41B2-A2D8-35ED7818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F1C539-991B-491D-B400-78C5175A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807404-FE2A-4A89-A25B-D3A2E8F9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66BE1A-A16C-4B1B-8249-6FDAB7F3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5813A1-431B-4AA7-AA5E-28BEA68A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5DCDD3-5B83-4E72-BE22-719A8813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AD996E-E153-4602-8772-C9849361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796D29-3A4E-421C-91C2-46BD1BC4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263A57-D073-46F4-9C0F-D4985F50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B120BB-9D1B-4C96-AA79-51D932A4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7C82A3-A03A-42F1-B7B1-095C750E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13AB89-E7E2-4B89-8D56-B1644201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406AD6-DD4B-449A-A9A1-73AC9B60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896EC6-F5A0-4CB6-87E9-F38F575B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993D63-C6E5-4A9A-B884-3F9F9AEF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DF348D-0ECF-42BD-9D5D-21178270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7935C7-B47A-4F9B-B57E-1549FEFF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FA3870-63B5-4957-A940-D3628C25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7B3024-FB7C-4809-9E7C-0F8815E7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56DF0F-E32B-4CB8-932A-31E313F2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FFDEBD-03B5-4161-85DC-C0ABD930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C91FBE-5544-43D5-A463-9A3C5BAB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BB86F7-32C4-43E7-A7BD-AF6C05D6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4BA06A-89EF-4E78-BAEF-E1853A06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8A99FE-8BB3-4906-9858-EF16B101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430A9B-9346-4F3E-A0CF-C0E98EBA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FD94CA-B38A-4E01-AB94-A21F415A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1C64A7-73B7-44D8-83FF-70AA651D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9689900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2026-08-24T16:02:28.7030000Z</dcterms:created>
  <dcterms:modified xsi:type="dcterms:W3CDTF">2026-08-24T16:02:28.7030000Z</dcterms:modified>
</coreProperties>
</file>