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bf906754524146" /><Relationship Type="http://schemas.openxmlformats.org/officeDocument/2006/relationships/extended-properties" Target="/docProps/app.xml" Id="Rfcde10ddd8114766" /><Relationship Type="http://schemas.openxmlformats.org/officeDocument/2006/relationships/officeDocument" Target="/ppt/presentation.xml" Id="Ra797135e1b4345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cc63a2e03f47d9"/>
  </p:sldMasterIdLst>
  <p:notesMasterIdLst>
    <p:notesMasterId xmlns:r="http://schemas.openxmlformats.org/officeDocument/2006/relationships" r:id="R009251e935b3473e"/>
  </p:notesMasterIdLst>
  <p:sldIdLst>
    <p:sldId xmlns:r="http://schemas.openxmlformats.org/officeDocument/2006/relationships" id="256" r:id="R88f092205bbe4150"/>
    <p:sldId xmlns:r="http://schemas.openxmlformats.org/officeDocument/2006/relationships" id="257" r:id="R182107f5966b4d28"/>
    <p:sldId xmlns:r="http://schemas.openxmlformats.org/officeDocument/2006/relationships" id="258" r:id="R0c8c7d952d0d4598"/>
    <p:sldId xmlns:r="http://schemas.openxmlformats.org/officeDocument/2006/relationships" id="259" r:id="Rbda98308a0454d99"/>
    <p:sldId xmlns:r="http://schemas.openxmlformats.org/officeDocument/2006/relationships" id="260" r:id="R6b04b94c9bbb4730"/>
    <p:sldId xmlns:r="http://schemas.openxmlformats.org/officeDocument/2006/relationships" id="261" r:id="Rdb1fefc49ae34d1a"/>
    <p:sldId xmlns:r="http://schemas.openxmlformats.org/officeDocument/2006/relationships" id="262" r:id="R678768264b9e4bb0"/>
    <p:sldId xmlns:r="http://schemas.openxmlformats.org/officeDocument/2006/relationships" id="263" r:id="R858b6a7843174b93"/>
    <p:sldId xmlns:r="http://schemas.openxmlformats.org/officeDocument/2006/relationships" id="264" r:id="R1fcec4ec38ec44a1"/>
    <p:sldId xmlns:r="http://schemas.openxmlformats.org/officeDocument/2006/relationships" id="265" r:id="R1184e8a4ad6f4fc4"/>
    <p:sldId xmlns:r="http://schemas.openxmlformats.org/officeDocument/2006/relationships" id="266" r:id="R5c2b3c9768b5457a"/>
    <p:sldId xmlns:r="http://schemas.openxmlformats.org/officeDocument/2006/relationships" id="267" r:id="R62d3695fc82045a3"/>
    <p:sldId xmlns:r="http://schemas.openxmlformats.org/officeDocument/2006/relationships" id="268" r:id="R07cf50f0c7d04147"/>
    <p:sldId xmlns:r="http://schemas.openxmlformats.org/officeDocument/2006/relationships" id="269" r:id="R3a37caef153e4747"/>
    <p:sldId xmlns:r="http://schemas.openxmlformats.org/officeDocument/2006/relationships" id="270" r:id="R3b0590f95c064a12"/>
    <p:sldId xmlns:r="http://schemas.openxmlformats.org/officeDocument/2006/relationships" id="271" r:id="R0e320b828d084a6f"/>
    <p:sldId xmlns:r="http://schemas.openxmlformats.org/officeDocument/2006/relationships" id="272" r:id="Rbb1bb93533444605"/>
    <p:sldId xmlns:r="http://schemas.openxmlformats.org/officeDocument/2006/relationships" id="273" r:id="R7689ce31d208490c"/>
    <p:sldId xmlns:r="http://schemas.openxmlformats.org/officeDocument/2006/relationships" id="274" r:id="Ra05f0f26b301483e"/>
    <p:sldId xmlns:r="http://schemas.openxmlformats.org/officeDocument/2006/relationships" id="275" r:id="R6d09fea283a44c57"/>
    <p:sldId xmlns:r="http://schemas.openxmlformats.org/officeDocument/2006/relationships" id="276" r:id="R331983c04fe54a87"/>
    <p:sldId xmlns:r="http://schemas.openxmlformats.org/officeDocument/2006/relationships" id="277" r:id="Rf0066594f4124d9d"/>
    <p:sldId xmlns:r="http://schemas.openxmlformats.org/officeDocument/2006/relationships" id="278" r:id="Rd63e414678ff4fe3"/>
    <p:sldId xmlns:r="http://schemas.openxmlformats.org/officeDocument/2006/relationships" id="279" r:id="Ra8ad6e07dd374c17"/>
    <p:sldId xmlns:r="http://schemas.openxmlformats.org/officeDocument/2006/relationships" id="280" r:id="Rc1232beac1df4a1d"/>
    <p:sldId xmlns:r="http://schemas.openxmlformats.org/officeDocument/2006/relationships" id="281" r:id="R6a50dc2123964847"/>
    <p:sldId xmlns:r="http://schemas.openxmlformats.org/officeDocument/2006/relationships" id="282" r:id="R70d254f1ed794d11"/>
    <p:sldId xmlns:r="http://schemas.openxmlformats.org/officeDocument/2006/relationships" id="283" r:id="Rd97989c6eb6a4f0c"/>
    <p:sldId xmlns:r="http://schemas.openxmlformats.org/officeDocument/2006/relationships" id="284" r:id="Rbc6852578b3a4420"/>
    <p:sldId xmlns:r="http://schemas.openxmlformats.org/officeDocument/2006/relationships" id="285" r:id="R7cff4d1fe6e54ab9"/>
    <p:sldId xmlns:r="http://schemas.openxmlformats.org/officeDocument/2006/relationships" id="286" r:id="R0e0f2059d1dd4468"/>
    <p:sldId xmlns:r="http://schemas.openxmlformats.org/officeDocument/2006/relationships" id="287" r:id="R817ba5cc6a96432c"/>
    <p:sldId xmlns:r="http://schemas.openxmlformats.org/officeDocument/2006/relationships" id="288" r:id="R9bfd994d97d643d9"/>
    <p:sldId xmlns:r="http://schemas.openxmlformats.org/officeDocument/2006/relationships" id="289" r:id="Reb6bea82afaf43e9"/>
    <p:sldId xmlns:r="http://schemas.openxmlformats.org/officeDocument/2006/relationships" id="290" r:id="Rade86f82162d4ec3"/>
    <p:sldId xmlns:r="http://schemas.openxmlformats.org/officeDocument/2006/relationships" id="291" r:id="R9ad55b92646342f8"/>
    <p:sldId xmlns:r="http://schemas.openxmlformats.org/officeDocument/2006/relationships" id="292" r:id="R89f940e1bd6742cb"/>
    <p:sldId xmlns:r="http://schemas.openxmlformats.org/officeDocument/2006/relationships" id="293" r:id="R4f42117f1f4a460c"/>
    <p:sldId xmlns:r="http://schemas.openxmlformats.org/officeDocument/2006/relationships" id="294" r:id="R29443953c06e48f5"/>
    <p:sldId xmlns:r="http://schemas.openxmlformats.org/officeDocument/2006/relationships" id="295" r:id="Rb7382cd829404f96"/>
    <p:sldId xmlns:r="http://schemas.openxmlformats.org/officeDocument/2006/relationships" id="296" r:id="R41db4406f3374747"/>
    <p:sldId xmlns:r="http://schemas.openxmlformats.org/officeDocument/2006/relationships" id="297" r:id="Rfd704c7aa3b643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4c0dc477fc4893" /><Relationship Type="http://schemas.openxmlformats.org/officeDocument/2006/relationships/slideMaster" Target="/ppt/slideMasters/slideMaster1.xml" Id="R35cc63a2e03f47d9" /><Relationship Type="http://schemas.openxmlformats.org/officeDocument/2006/relationships/notesMaster" Target="/ppt/notesMasters/notesMaster1.xml" Id="R009251e935b3473e" /><Relationship Type="http://schemas.openxmlformats.org/officeDocument/2006/relationships/presProps" Target="/ppt/presProps.xml" Id="R17fa392e9e1d42ce" /><Relationship Type="http://schemas.openxmlformats.org/officeDocument/2006/relationships/tableStyles" Target="/ppt/tableStyles.xml" Id="R082a3fc2a6e54078" /><Relationship Type="http://schemas.openxmlformats.org/officeDocument/2006/relationships/slide" Target="/ppt/slides/slide1.xml" Id="R88f092205bbe4150" /><Relationship Type="http://schemas.openxmlformats.org/officeDocument/2006/relationships/slide" Target="/ppt/slides/slide2.xml" Id="R182107f5966b4d28" /><Relationship Type="http://schemas.openxmlformats.org/officeDocument/2006/relationships/slide" Target="/ppt/slides/slide3.xml" Id="R0c8c7d952d0d4598" /><Relationship Type="http://schemas.openxmlformats.org/officeDocument/2006/relationships/slide" Target="/ppt/slides/slide4.xml" Id="Rbda98308a0454d99" /><Relationship Type="http://schemas.openxmlformats.org/officeDocument/2006/relationships/slide" Target="/ppt/slides/slide5.xml" Id="R6b04b94c9bbb4730" /><Relationship Type="http://schemas.openxmlformats.org/officeDocument/2006/relationships/slide" Target="/ppt/slides/slide6.xml" Id="Rdb1fefc49ae34d1a" /><Relationship Type="http://schemas.openxmlformats.org/officeDocument/2006/relationships/slide" Target="/ppt/slides/slide7.xml" Id="R678768264b9e4bb0" /><Relationship Type="http://schemas.openxmlformats.org/officeDocument/2006/relationships/slide" Target="/ppt/slides/slide8.xml" Id="R858b6a7843174b93" /><Relationship Type="http://schemas.openxmlformats.org/officeDocument/2006/relationships/slide" Target="/ppt/slides/slide9.xml" Id="R1fcec4ec38ec44a1" /><Relationship Type="http://schemas.openxmlformats.org/officeDocument/2006/relationships/slide" Target="/ppt/slides/slide10.xml" Id="R1184e8a4ad6f4fc4" /><Relationship Type="http://schemas.openxmlformats.org/officeDocument/2006/relationships/slide" Target="/ppt/slides/slide11.xml" Id="R5c2b3c9768b5457a" /><Relationship Type="http://schemas.openxmlformats.org/officeDocument/2006/relationships/slide" Target="/ppt/slides/slide12.xml" Id="R62d3695fc82045a3" /><Relationship Type="http://schemas.openxmlformats.org/officeDocument/2006/relationships/slide" Target="/ppt/slides/slide13.xml" Id="R07cf50f0c7d04147" /><Relationship Type="http://schemas.openxmlformats.org/officeDocument/2006/relationships/slide" Target="/ppt/slides/slide14.xml" Id="R3a37caef153e4747" /><Relationship Type="http://schemas.openxmlformats.org/officeDocument/2006/relationships/slide" Target="/ppt/slides/slide15.xml" Id="R3b0590f95c064a12" /><Relationship Type="http://schemas.openxmlformats.org/officeDocument/2006/relationships/slide" Target="/ppt/slides/slide16.xml" Id="R0e320b828d084a6f" /><Relationship Type="http://schemas.openxmlformats.org/officeDocument/2006/relationships/slide" Target="/ppt/slides/slide17.xml" Id="Rbb1bb93533444605" /><Relationship Type="http://schemas.openxmlformats.org/officeDocument/2006/relationships/slide" Target="/ppt/slides/slide18.xml" Id="R7689ce31d208490c" /><Relationship Type="http://schemas.openxmlformats.org/officeDocument/2006/relationships/slide" Target="/ppt/slides/slide19.xml" Id="Ra05f0f26b301483e" /><Relationship Type="http://schemas.openxmlformats.org/officeDocument/2006/relationships/slide" Target="/ppt/slides/slide20.xml" Id="R6d09fea283a44c57" /><Relationship Type="http://schemas.openxmlformats.org/officeDocument/2006/relationships/slide" Target="/ppt/slides/slide21.xml" Id="R331983c04fe54a87" /><Relationship Type="http://schemas.openxmlformats.org/officeDocument/2006/relationships/slide" Target="/ppt/slides/slide22.xml" Id="Rf0066594f4124d9d" /><Relationship Type="http://schemas.openxmlformats.org/officeDocument/2006/relationships/slide" Target="/ppt/slides/slide23.xml" Id="Rd63e414678ff4fe3" /><Relationship Type="http://schemas.openxmlformats.org/officeDocument/2006/relationships/slide" Target="/ppt/slides/slide24.xml" Id="Ra8ad6e07dd374c17" /><Relationship Type="http://schemas.openxmlformats.org/officeDocument/2006/relationships/slide" Target="/ppt/slides/slide25.xml" Id="Rc1232beac1df4a1d" /><Relationship Type="http://schemas.openxmlformats.org/officeDocument/2006/relationships/slide" Target="/ppt/slides/slide26.xml" Id="R6a50dc2123964847" /><Relationship Type="http://schemas.openxmlformats.org/officeDocument/2006/relationships/slide" Target="/ppt/slides/slide27.xml" Id="R70d254f1ed794d11" /><Relationship Type="http://schemas.openxmlformats.org/officeDocument/2006/relationships/slide" Target="/ppt/slides/slide28.xml" Id="Rd97989c6eb6a4f0c" /><Relationship Type="http://schemas.openxmlformats.org/officeDocument/2006/relationships/slide" Target="/ppt/slides/slide29.xml" Id="Rbc6852578b3a4420" /><Relationship Type="http://schemas.openxmlformats.org/officeDocument/2006/relationships/slide" Target="/ppt/slides/slide30.xml" Id="R7cff4d1fe6e54ab9" /><Relationship Type="http://schemas.openxmlformats.org/officeDocument/2006/relationships/slide" Target="/ppt/slides/slide31.xml" Id="R0e0f2059d1dd4468" /><Relationship Type="http://schemas.openxmlformats.org/officeDocument/2006/relationships/slide" Target="/ppt/slides/slide32.xml" Id="R817ba5cc6a96432c" /><Relationship Type="http://schemas.openxmlformats.org/officeDocument/2006/relationships/slide" Target="/ppt/slides/slide33.xml" Id="R9bfd994d97d643d9" /><Relationship Type="http://schemas.openxmlformats.org/officeDocument/2006/relationships/slide" Target="/ppt/slides/slide34.xml" Id="Reb6bea82afaf43e9" /><Relationship Type="http://schemas.openxmlformats.org/officeDocument/2006/relationships/slide" Target="/ppt/slides/slide35.xml" Id="Rade86f82162d4ec3" /><Relationship Type="http://schemas.openxmlformats.org/officeDocument/2006/relationships/slide" Target="/ppt/slides/slide36.xml" Id="R9ad55b92646342f8" /><Relationship Type="http://schemas.openxmlformats.org/officeDocument/2006/relationships/slide" Target="/ppt/slides/slide37.xml" Id="R89f940e1bd6742cb" /><Relationship Type="http://schemas.openxmlformats.org/officeDocument/2006/relationships/slide" Target="/ppt/slides/slide38.xml" Id="R4f42117f1f4a460c" /><Relationship Type="http://schemas.openxmlformats.org/officeDocument/2006/relationships/slide" Target="/ppt/slides/slide39.xml" Id="R29443953c06e48f5" /><Relationship Type="http://schemas.openxmlformats.org/officeDocument/2006/relationships/slide" Target="/ppt/slides/slide40.xml" Id="Rb7382cd829404f96" /><Relationship Type="http://schemas.openxmlformats.org/officeDocument/2006/relationships/slide" Target="/ppt/slides/slide41.xml" Id="R41db4406f3374747" /><Relationship Type="http://schemas.openxmlformats.org/officeDocument/2006/relationships/slide" Target="/ppt/slides/slide42.xml" Id="Rfd704c7aa3b643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751cc5622445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9ac4da52dd4a02" /><Relationship Type="http://schemas.openxmlformats.org/officeDocument/2006/relationships/notesMaster" Target="/ppt/notesMasters/notesMaster1.xml" Id="R6e98f9bd068541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c7e65fd7f14e93" /><Relationship Type="http://schemas.openxmlformats.org/officeDocument/2006/relationships/notesMaster" Target="/ppt/notesMasters/notesMaster1.xml" Id="Rb1d2ccb0c9e845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9b43212bb443cf" /><Relationship Type="http://schemas.openxmlformats.org/officeDocument/2006/relationships/notesMaster" Target="/ppt/notesMasters/notesMaster1.xml" Id="Rc860819db66d42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704e6e8104453a" /><Relationship Type="http://schemas.openxmlformats.org/officeDocument/2006/relationships/notesMaster" Target="/ppt/notesMasters/notesMaster1.xml" Id="R550ad97c2b5942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218354c6924b94" /><Relationship Type="http://schemas.openxmlformats.org/officeDocument/2006/relationships/notesMaster" Target="/ppt/notesMasters/notesMaster1.xml" Id="R3144d3b1e42a45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0a6886908f4d1b" /><Relationship Type="http://schemas.openxmlformats.org/officeDocument/2006/relationships/notesMaster" Target="/ppt/notesMasters/notesMaster1.xml" Id="R0c1c9105ab9d44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8ce8a03ef840a8" /><Relationship Type="http://schemas.openxmlformats.org/officeDocument/2006/relationships/notesMaster" Target="/ppt/notesMasters/notesMaster1.xml" Id="R92f1c8ea1ef24b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c611a215094b1c" /><Relationship Type="http://schemas.openxmlformats.org/officeDocument/2006/relationships/notesMaster" Target="/ppt/notesMasters/notesMaster1.xml" Id="R081506db01eb4f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aed951fab941ef" /><Relationship Type="http://schemas.openxmlformats.org/officeDocument/2006/relationships/notesMaster" Target="/ppt/notesMasters/notesMaster1.xml" Id="R929b51f696d44c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0ef62c36964292" /><Relationship Type="http://schemas.openxmlformats.org/officeDocument/2006/relationships/notesMaster" Target="/ppt/notesMasters/notesMaster1.xml" Id="R7a2ccd4ec7a746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f9e46e1c16412d" /><Relationship Type="http://schemas.openxmlformats.org/officeDocument/2006/relationships/notesMaster" Target="/ppt/notesMasters/notesMaster1.xml" Id="R239cd943caa041c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332134cb994150" /><Relationship Type="http://schemas.openxmlformats.org/officeDocument/2006/relationships/notesMaster" Target="/ppt/notesMasters/notesMaster1.xml" Id="R26d39415166f4ae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d969eb836f4443" /><Relationship Type="http://schemas.openxmlformats.org/officeDocument/2006/relationships/notesMaster" Target="/ppt/notesMasters/notesMaster1.xml" Id="Racc07f68e1bb448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ccf2db4b99a4360" /><Relationship Type="http://schemas.openxmlformats.org/officeDocument/2006/relationships/notesMaster" Target="/ppt/notesMasters/notesMaster1.xml" Id="Ra4e68c0fddff43a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94f0caa7a3747d0" /><Relationship Type="http://schemas.openxmlformats.org/officeDocument/2006/relationships/notesMaster" Target="/ppt/notesMasters/notesMaster1.xml" Id="R1679e8dea4af4c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075e14b02884b61" /><Relationship Type="http://schemas.openxmlformats.org/officeDocument/2006/relationships/notesMaster" Target="/ppt/notesMasters/notesMaster1.xml" Id="R408c0fb6b8e647f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80681a9c8ff4a3c" /><Relationship Type="http://schemas.openxmlformats.org/officeDocument/2006/relationships/notesMaster" Target="/ppt/notesMasters/notesMaster1.xml" Id="R6aed8f071a0f46e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bc1b89bae4a4bb4" /><Relationship Type="http://schemas.openxmlformats.org/officeDocument/2006/relationships/notesMaster" Target="/ppt/notesMasters/notesMaster1.xml" Id="R79b2fbeba0ce427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d33b0b3ab4649a4" /><Relationship Type="http://schemas.openxmlformats.org/officeDocument/2006/relationships/notesMaster" Target="/ppt/notesMasters/notesMaster1.xml" Id="Rc25b55c63c3c45c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e7a09d640f243a0" /><Relationship Type="http://schemas.openxmlformats.org/officeDocument/2006/relationships/notesMaster" Target="/ppt/notesMasters/notesMaster1.xml" Id="R1ce92999a8594e4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aabcafa90314cf2" /><Relationship Type="http://schemas.openxmlformats.org/officeDocument/2006/relationships/notesMaster" Target="/ppt/notesMasters/notesMaster1.xml" Id="R2c715c51dec3482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a77f80f05524f76" /><Relationship Type="http://schemas.openxmlformats.org/officeDocument/2006/relationships/notesMaster" Target="/ppt/notesMasters/notesMaster1.xml" Id="Rafcb2a5b8f094d6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e85c9eead2b4138" /><Relationship Type="http://schemas.openxmlformats.org/officeDocument/2006/relationships/notesMaster" Target="/ppt/notesMasters/notesMaster1.xml" Id="R10532797d0ca4a2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ee22050f5e14f05" /><Relationship Type="http://schemas.openxmlformats.org/officeDocument/2006/relationships/notesMaster" Target="/ppt/notesMasters/notesMaster1.xml" Id="R6cb96d49f2a045e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0ebd2f6ff594b47" /><Relationship Type="http://schemas.openxmlformats.org/officeDocument/2006/relationships/notesMaster" Target="/ppt/notesMasters/notesMaster1.xml" Id="R571423389bae457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c867500c10c4988" /><Relationship Type="http://schemas.openxmlformats.org/officeDocument/2006/relationships/notesMaster" Target="/ppt/notesMasters/notesMaster1.xml" Id="Rf088dc72115a4b0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5041c8d560042ed" /><Relationship Type="http://schemas.openxmlformats.org/officeDocument/2006/relationships/notesMaster" Target="/ppt/notesMasters/notesMaster1.xml" Id="R6f987f6802e84a6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7a8aef7ce854997" /><Relationship Type="http://schemas.openxmlformats.org/officeDocument/2006/relationships/notesMaster" Target="/ppt/notesMasters/notesMaster1.xml" Id="R27cee7b9115848b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56d906945004bce" /><Relationship Type="http://schemas.openxmlformats.org/officeDocument/2006/relationships/notesMaster" Target="/ppt/notesMasters/notesMaster1.xml" Id="Reb118beee78849c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7a85f04a1284e62" /><Relationship Type="http://schemas.openxmlformats.org/officeDocument/2006/relationships/notesMaster" Target="/ppt/notesMasters/notesMaster1.xml" Id="R5d6d2bc5097e462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e597e1ec85b46c1" /><Relationship Type="http://schemas.openxmlformats.org/officeDocument/2006/relationships/notesMaster" Target="/ppt/notesMasters/notesMaster1.xml" Id="R8a35438948f0480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bedef945736463b" /><Relationship Type="http://schemas.openxmlformats.org/officeDocument/2006/relationships/notesMaster" Target="/ppt/notesMasters/notesMaster1.xml" Id="Re9b1f153983748a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2c30e538a3f4fbb" /><Relationship Type="http://schemas.openxmlformats.org/officeDocument/2006/relationships/notesMaster" Target="/ppt/notesMasters/notesMaster1.xml" Id="R6bcc34db2ad745a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c3d0eec60c54428" /><Relationship Type="http://schemas.openxmlformats.org/officeDocument/2006/relationships/notesMaster" Target="/ppt/notesMasters/notesMaster1.xml" Id="R2f1e7425c12d418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aab4e208ce2497b" /><Relationship Type="http://schemas.openxmlformats.org/officeDocument/2006/relationships/notesMaster" Target="/ppt/notesMasters/notesMaster1.xml" Id="R1696ccd5fde8441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2cefc0f4c7c45df" /><Relationship Type="http://schemas.openxmlformats.org/officeDocument/2006/relationships/notesMaster" Target="/ppt/notesMasters/notesMaster1.xml" Id="R7c88f094ee714e8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7b3edd267384191" /><Relationship Type="http://schemas.openxmlformats.org/officeDocument/2006/relationships/notesMaster" Target="/ppt/notesMasters/notesMaster1.xml" Id="R92ff40b26e374f4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6faa96bde11436d" /><Relationship Type="http://schemas.openxmlformats.org/officeDocument/2006/relationships/notesMaster" Target="/ppt/notesMasters/notesMaster1.xml" Id="R8b146c609540482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9cf058666f84c01" /><Relationship Type="http://schemas.openxmlformats.org/officeDocument/2006/relationships/notesMaster" Target="/ppt/notesMasters/notesMaster1.xml" Id="Rb371ccab0ee14c0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fa5fa3a5f4a45da" /><Relationship Type="http://schemas.openxmlformats.org/officeDocument/2006/relationships/notesMaster" Target="/ppt/notesMasters/notesMaster1.xml" Id="R33e88616c3384ec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3f5e0ad81c394d1c" /><Relationship Type="http://schemas.openxmlformats.org/officeDocument/2006/relationships/notesMaster" Target="/ppt/notesMasters/notesMaster1.xml" Id="R63bda2dd2ddb486e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56e742a939e4c9e" /><Relationship Type="http://schemas.openxmlformats.org/officeDocument/2006/relationships/notesMaster" Target="/ppt/notesMasters/notesMaster1.xml" Id="R568c25638faf44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b74e081f724a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3ed09c93ca4733" /><Relationship Type="http://schemas.openxmlformats.org/officeDocument/2006/relationships/slideLayout" Target="/ppt/slideLayouts/slideLayout1.xml" Id="Rfeb73b4d003446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b73b4d003446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8898bb718407a" /><Relationship Type="http://schemas.openxmlformats.org/officeDocument/2006/relationships/notesSlide" Target="/ppt/notesSlides/notesSlide1.xml" Id="R5c9f3cb6dd824d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2aa2174994f04" /><Relationship Type="http://schemas.openxmlformats.org/officeDocument/2006/relationships/notesSlide" Target="/ppt/notesSlides/notesSlide2.xml" Id="Rff74a1ba0ae044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2ed3c27f24e71" /><Relationship Type="http://schemas.openxmlformats.org/officeDocument/2006/relationships/notesSlide" Target="/ppt/notesSlides/notesSlide3.xml" Id="Rb533069a7a5246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a6f87913c443d" /><Relationship Type="http://schemas.openxmlformats.org/officeDocument/2006/relationships/notesSlide" Target="/ppt/notesSlides/notesSlide4.xml" Id="R7bb4b28ead494b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b6cb6e2e64efd" /><Relationship Type="http://schemas.openxmlformats.org/officeDocument/2006/relationships/notesSlide" Target="/ppt/notesSlides/notesSlide5.xml" Id="Re24ae81026094c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f83fcb5e04886" /><Relationship Type="http://schemas.openxmlformats.org/officeDocument/2006/relationships/notesSlide" Target="/ppt/notesSlides/notesSlide6.xml" Id="R70f04d96a59a43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880eb2686426a" /><Relationship Type="http://schemas.openxmlformats.org/officeDocument/2006/relationships/notesSlide" Target="/ppt/notesSlides/notesSlide7.xml" Id="Rec04258b72364c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0504b495f4be4" /><Relationship Type="http://schemas.openxmlformats.org/officeDocument/2006/relationships/notesSlide" Target="/ppt/notesSlides/notesSlide8.xml" Id="Rbdcd28250ede4b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46dee10d94805" /><Relationship Type="http://schemas.openxmlformats.org/officeDocument/2006/relationships/notesSlide" Target="/ppt/notesSlides/notesSlide9.xml" Id="Rb34eab0c30784b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b56583a0d4c40" /><Relationship Type="http://schemas.openxmlformats.org/officeDocument/2006/relationships/notesSlide" Target="/ppt/notesSlides/notesSlide10.xml" Id="R1c35a500dffd42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b196480e74e12" /><Relationship Type="http://schemas.openxmlformats.org/officeDocument/2006/relationships/notesSlide" Target="/ppt/notesSlides/notesSlide11.xml" Id="R86b97d767d5d41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bf4c9e63440c3" /><Relationship Type="http://schemas.openxmlformats.org/officeDocument/2006/relationships/notesSlide" Target="/ppt/notesSlides/notesSlide12.xml" Id="R869a22c74de34d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daea0b5a044fa" /><Relationship Type="http://schemas.openxmlformats.org/officeDocument/2006/relationships/notesSlide" Target="/ppt/notesSlides/notesSlide13.xml" Id="R49f8c3d520b84e3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feff5f9514e0d" /><Relationship Type="http://schemas.openxmlformats.org/officeDocument/2006/relationships/notesSlide" Target="/ppt/notesSlides/notesSlide14.xml" Id="Rb554c6429b07482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17e7d86204e05" /><Relationship Type="http://schemas.openxmlformats.org/officeDocument/2006/relationships/notesSlide" Target="/ppt/notesSlides/notesSlide15.xml" Id="R2e293798ddda410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83a6515864d5c" /><Relationship Type="http://schemas.openxmlformats.org/officeDocument/2006/relationships/notesSlide" Target="/ppt/notesSlides/notesSlide16.xml" Id="Rb0a21872422e456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e0d5915af4010" /><Relationship Type="http://schemas.openxmlformats.org/officeDocument/2006/relationships/notesSlide" Target="/ppt/notesSlides/notesSlide17.xml" Id="R6b4a019093b442d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66e5a66ac40d7" /><Relationship Type="http://schemas.openxmlformats.org/officeDocument/2006/relationships/notesSlide" Target="/ppt/notesSlides/notesSlide18.xml" Id="R7eb75577df3f465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e5b2929a3432a" /><Relationship Type="http://schemas.openxmlformats.org/officeDocument/2006/relationships/notesSlide" Target="/ppt/notesSlides/notesSlide19.xml" Id="Rf974aa678c9945b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cc672aee74b9d" /><Relationship Type="http://schemas.openxmlformats.org/officeDocument/2006/relationships/notesSlide" Target="/ppt/notesSlides/notesSlide20.xml" Id="Rc08a02a780a34bc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f35c86f474425" /><Relationship Type="http://schemas.openxmlformats.org/officeDocument/2006/relationships/notesSlide" Target="/ppt/notesSlides/notesSlide21.xml" Id="R48d4ba16450f4b3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6a670e10c4ac9" /><Relationship Type="http://schemas.openxmlformats.org/officeDocument/2006/relationships/notesSlide" Target="/ppt/notesSlides/notesSlide22.xml" Id="Re844966caa97442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64c4138114606" /><Relationship Type="http://schemas.openxmlformats.org/officeDocument/2006/relationships/notesSlide" Target="/ppt/notesSlides/notesSlide23.xml" Id="R0e6dcd7ae256479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911d9611c4d1b" /><Relationship Type="http://schemas.openxmlformats.org/officeDocument/2006/relationships/notesSlide" Target="/ppt/notesSlides/notesSlide24.xml" Id="Re8d3c2fa8b4349f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e38dd28274bb8" /><Relationship Type="http://schemas.openxmlformats.org/officeDocument/2006/relationships/notesSlide" Target="/ppt/notesSlides/notesSlide25.xml" Id="R8f90087822c346e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3c2b2c0cc42f9" /><Relationship Type="http://schemas.openxmlformats.org/officeDocument/2006/relationships/notesSlide" Target="/ppt/notesSlides/notesSlide26.xml" Id="R5974135ab9ad441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b07467fd34080" /><Relationship Type="http://schemas.openxmlformats.org/officeDocument/2006/relationships/notesSlide" Target="/ppt/notesSlides/notesSlide27.xml" Id="R05800739e18c48a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92ecb6c7f4c5e" /><Relationship Type="http://schemas.openxmlformats.org/officeDocument/2006/relationships/notesSlide" Target="/ppt/notesSlides/notesSlide28.xml" Id="R715158874174443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198a8f8464df5" /><Relationship Type="http://schemas.openxmlformats.org/officeDocument/2006/relationships/notesSlide" Target="/ppt/notesSlides/notesSlide29.xml" Id="R2ede3682ee91461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3a85b45fe44fe" /><Relationship Type="http://schemas.openxmlformats.org/officeDocument/2006/relationships/notesSlide" Target="/ppt/notesSlides/notesSlide30.xml" Id="R7492e85a6c4f4a3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4267333ef412b" /><Relationship Type="http://schemas.openxmlformats.org/officeDocument/2006/relationships/notesSlide" Target="/ppt/notesSlides/notesSlide31.xml" Id="Rec2d1458420d4e1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d547264394681" /><Relationship Type="http://schemas.openxmlformats.org/officeDocument/2006/relationships/notesSlide" Target="/ppt/notesSlides/notesSlide32.xml" Id="Rfc8b7cfe4898428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a1e3244bd4177" /><Relationship Type="http://schemas.openxmlformats.org/officeDocument/2006/relationships/notesSlide" Target="/ppt/notesSlides/notesSlide33.xml" Id="R7d75b9f4fb0344b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c2286f29b42e6" /><Relationship Type="http://schemas.openxmlformats.org/officeDocument/2006/relationships/notesSlide" Target="/ppt/notesSlides/notesSlide34.xml" Id="Rfa98b1d9897644c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d7561ace240f7" /><Relationship Type="http://schemas.openxmlformats.org/officeDocument/2006/relationships/notesSlide" Target="/ppt/notesSlides/notesSlide35.xml" Id="R87d511dce94c4eb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75a00ea544cd3" /><Relationship Type="http://schemas.openxmlformats.org/officeDocument/2006/relationships/notesSlide" Target="/ppt/notesSlides/notesSlide36.xml" Id="Rff233f12930e44a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7f1a4ab144ddb" /><Relationship Type="http://schemas.openxmlformats.org/officeDocument/2006/relationships/notesSlide" Target="/ppt/notesSlides/notesSlide37.xml" Id="R6320dc635b1f48a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6c386fce44ded" /><Relationship Type="http://schemas.openxmlformats.org/officeDocument/2006/relationships/notesSlide" Target="/ppt/notesSlides/notesSlide38.xml" Id="R128e353d9345431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1dde5c7e64ae3" /><Relationship Type="http://schemas.openxmlformats.org/officeDocument/2006/relationships/notesSlide" Target="/ppt/notesSlides/notesSlide39.xml" Id="R8ba99c976f394e9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face5a9c34244" /><Relationship Type="http://schemas.openxmlformats.org/officeDocument/2006/relationships/notesSlide" Target="/ppt/notesSlides/notesSlide40.xml" Id="R536e9ba0216e40a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55970ba994e64" /><Relationship Type="http://schemas.openxmlformats.org/officeDocument/2006/relationships/notesSlide" Target="/ppt/notesSlides/notesSlide41.xml" Id="R2b31c04fe77e4a8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94f670a0a4164" /><Relationship Type="http://schemas.openxmlformats.org/officeDocument/2006/relationships/notesSlide" Target="/ppt/notesSlides/notesSlide42.xml" Id="Ra6686b0651a84c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CFD304-E5AC-4C3C-9623-837708D3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8D49B-D3E8-460F-A294-E618569C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Introduction: Significance of Engineering drawing, BIS Conventions of Engineering Drawing, Free hand sketching of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3FF7C-2AE9-482F-979C-0CC70F06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Computer Aided Engineering Drawing for ME Stream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1BCEDM103/203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08164-F1B3-4FCF-BA05-26EF3FDA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34FC6-078B-476E-9A9E-931F6109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443FD-8AD2-4180-90F9-C211E9D3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2C563-B729-4EF7-A694-3729A4A6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092F88-329D-4ACB-A6DC-44A81DBE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D3AAD-12A3-46CE-B97D-4ECA8AC4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CE4E86-3794-46E4-844D-047AB159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5F8BD-50AC-48CD-BBFD-921B3BBE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29A5B-49CD-41E3-A9C4-E773E596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52BA69-3760-4D02-8CAC-373EEA8E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8812597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AAC09B-55B4-48E4-8868-CF65DF4D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F5A9D-AA33-4A7F-AFD7-1DCB131D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B5384-25AE-4C34-9052-7FB64983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F3EE0-A4BB-4CAA-990C-411CD0E8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43A39-D5C3-44A6-AED5-484E3629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9B345-D79E-4D1D-B39E-C1E7D266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5A722-1965-49A6-8664-13ADF147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CBBCD7-14CC-4CF3-BD31-6BD11BA0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BA48D-6DBC-424B-846F-A5837DA6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76DACB-2C62-4570-9D7F-B75A9344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1A831-3342-4107-B8C9-CD3A1A20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CB3FE7-E50C-413B-B57F-B8E2284F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02B778-CE7A-4DFE-B409-FB26E15B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9CE16-3EEC-48F1-94D2-43EB4EA3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FDB8A5-AAA2-468F-B143-DC98F423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3815382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444FBF-5DBE-42F9-BE36-001070AB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6276BF-43B8-490F-8B33-534F61DC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E4F3AB-E979-4AEA-B46E-A5951E79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3563E-40C0-4AB1-A58E-061683AC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A0DAD-CB7F-4DBF-9CCD-C0BC517D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AFE62-FBAF-480A-87CF-84F9B2F1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0E021-A1A0-4A56-9F76-4124A76B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6915A-6240-4644-8062-3D6E3B0C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8F5AC-1E8B-4E89-AA48-41202150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Introduction: Significance of Engineering drawing, BIS Co...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496747-63A8-4A63-9FEC-FF01E1D7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8823F-868E-4F41-ACD1-26C1D1DC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AEA8C8-B60F-43E8-9117-51CDF77E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Introduction to Computer Aided Drafting software, Co -ord...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217B0B-94A8-4E1C-83BD-8E9AE6DB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645A33-5869-44D5-BEBA-11CE9FDA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F45D52-1E99-4AC6-A36E-614AA4E6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Selection of drawing sheet size and scale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1C2A6D-DD1F-4657-9A81-306B8626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4E7A96-CAFC-4A7C-9347-7CC0B2DE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8CCCA8-3C2D-4E0C-949E-D75E3027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Commands and creation of Lines, coordinate points, axes,...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8D35C6-7554-4F09-98D7-F96088B7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E26EAB-E071-46D6-86A2-B3B30747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CA4C1D-CC52-41BB-92A0-52121545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Orthographic Projections of Points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C13D47-7EA8-4292-A42C-535E42FF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6BF4E1-BDB4-4C98-AC8F-FF364839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7D716B-434A-4EF2-B98A-761BE388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Planes: Introduction to Orthographic projections, Orthogr...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D427E2-BCF4-4701-9B4C-A70F4D63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D39DEA-A920-4518-AA19-48DB0053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4C016A-BAA6-4AA9-935B-F61E5C26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Orthographic projections of lines (Placed in First quadra...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F4B828-F31C-45E9-8F6B-49F64386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CB5E01-F6DF-4955-A0D2-AF73552D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AD1E0D-5261-4632-881A-700825E5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Orthographic projections of planes: triangular, square, r...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A8A415-E22D-4D27-8B21-9CFE29F4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97152F-5475-45BB-87F9-D411EAFE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20291329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24C42F-59F0-4EAC-B8B1-D525D888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472FB-7E83-4812-BA47-842C4CA5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A07AE-DC97-485E-9F4C-8FFD3A6B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CFA9F-BEBE-4732-9E9B-8164388B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C5B90-3AED-40FD-8B97-FD867CFC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A18FA-6D20-4155-BAD7-F12B4769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79F2B-4736-4950-95AD-3AFFDD0F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76F64-07C2-4151-B5F0-F40188CD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Introduction: Significance of Engineering drawing, BIS Co...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7A22F-3149-4FF4-9ABE-109C7A01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4B70A-D13C-4BA6-8892-E8DBD8D3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4E54A-37E5-467A-A948-C89F0E58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Introduction to Computer Aided Drafting software, Co -ord...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6984FE-3635-4445-B4C4-AA673A96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615A0A-C222-44B2-989A-D3D3BD39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C84E71-D85D-4739-BEEF-E780262E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Selection of drawing sheet size and scale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D9BBAC-C855-4FE8-8A6C-D1F71CA7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B9E826-9C9F-4937-A1C9-A8B5D3BC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5ACB0B-B901-43E4-8510-D739247E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Commands and creation of Lines, coordinate points, axes,....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015E0D-30C2-4C7F-8819-B04A2F43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744269-27BC-45AA-9705-89EC0652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A48751-2B95-404B-815E-BA2D0857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Orthographic Projections of Points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CC87EC-DDED-4E13-95AA-FED6726F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3E774E-C815-4D13-9C74-AAD5F7C4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4BEE16-0341-433D-A500-3C95721E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Planes: Introduction to Orthographic projections, Orthogr...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8D4C2D-190C-43F9-814F-8B944D77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4B089B-6D07-4DFE-A01C-3502A997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73DCB7-258F-42FC-B067-1823B93A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Orthographic projections of lines (Placed in First quadra...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B057A9-7FBA-4673-9B12-1DF201B7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127715-A82D-4CA6-8DDA-6ECFB482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0248DD-1F9F-48C1-BAC9-5FA59ACD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7077218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B171DC-A656-41D9-A712-AD396CAA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AD0E1-6AA7-42F9-BB76-D177A0DC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AA3A2-884A-4FE4-9A47-21CECD70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7F813-40AA-44C4-80D1-A79C2634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07D10-9889-44F5-8AD2-A054CB4D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Significance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6B10C-DA3F-4E2A-AD10-9754AACE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drawing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C5526-FEA7-412D-A824-9E121E6D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Conventions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CCD75-F221-464C-8C9D-C548017B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C3D442-53B8-4E85-86C2-F384F383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70A69-41AB-4C76-A684-C36937C4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sketching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3237B-8666-46F8-8CDB-55B90D3B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engine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AE6330-ACD8-41F1-8949-CBD81DEB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Scales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AE7DAD-CA8D-4171-AA31-96F6B0A1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Computer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7BC181-FA83-4B5B-8771-B2DE9E68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Aided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098F53-BC9F-4BE9-BF7D-CC6DE2A5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4A7DC-13EE-47CC-A44C-587E8B20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0228503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3673CB-EA16-4AB9-893F-78CF518E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7C3E9-9C35-485F-96C1-DCCF888E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CBFB1-646E-4814-B7AD-49F4845A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4CFCCD-86A4-4721-B6B5-44B085D3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E227A-4406-41A3-BA43-E88031E1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Introduction: Significance of Engineering drawing, BIS Conventions of Engineering Drawing, Free hand sketching...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34CB6-532C-49E4-8B6E-F9A1FC80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Introduction: Significance of Engineering...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8F39B-18BD-4948-BFFD-612C96D9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6725F-9010-4AC6-BB77-2F49D8EC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7B72B-39F8-440D-B3F1-F173D10B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B3256-4403-4090-B055-489FB85D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6620E1-B1D5-4CEF-8BBA-07AD3F67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47FBB4-B14A-40C4-AEDD-32773296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7FF29D-68CC-4628-9CDA-4C7366C6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ED389A-E2AD-4B67-9B13-33C65CA9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F80B70-F35A-4334-819B-444A5B5B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E2A9B0-2F1E-4933-8571-6D0B4A9E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1746496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256027-4D2E-4962-815B-F9D82504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554C6-A0C0-472D-8B7E-DE8F8801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3FF8E-82E0-4C77-826E-F9A3FF34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9934B-1AB0-425D-A5B7-A8AE52D6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49FEB-81ED-4A51-953D-9C77A120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A1CB4-36FC-4EF6-AA7C-0E7CF31E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3D543-37A3-4EFE-8FDC-ADCD9471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61D51-8993-4847-85CA-5BCE1991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F30AD-8987-42C5-BB9D-8D314AC3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Introduction: Sign...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5ED465-5B00-45F8-A6D9-F2ACBFBC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92681-D606-443E-A977-9F3459A1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757B3A-D0B4-47D3-A9B9-81A9696A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Introductio...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2D4987-9B7E-418C-8818-F602381B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8B561B-0A35-4212-A14A-ED4BBD30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B41596-1B11-4385-8349-D9BA2C62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Introduc...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F660A2-D317-4B2A-913A-1342CECF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D3B9F4-3106-44CF-98FC-E6DAE77F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A9453A-38C0-4D46-81F0-B588A52A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Introduction: Si...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E5B363-F768-4BC1-A0B2-19686491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6D50CC-FFAA-495D-BA12-9EF843D7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DE266B-CEC0-45A7-BAE7-54732C9F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Introduction:...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5EDACD-A11A-481E-8FC2-172D6C27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2691BA-65CD-46FD-A6A3-42AAA23C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6718070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33789A-10FF-48C4-B8B4-2AB4AEB5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9B0DE-0DC5-4C25-BC50-86B2F615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FDED4-F6CB-4999-A2BA-8B5E8960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E17F4-7256-4ECF-B78B-6D11B3E8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D3C85C-B2AC-4DDB-911C-E4491CDE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39B28-6E13-43A8-98D5-322EC462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0FF3B-4E62-46E1-840B-2128B94A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7DE23F-3B6D-4942-BC4B-FA2D9A81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7D677-8CDB-45E8-A9A7-C669FDA4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75725-F6AE-4A23-8EA1-6ED7E5F2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7C68C-E8C5-4DD5-BCC8-BFCA6E00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5643A7-E0AC-4301-8559-26AE8054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6C1CE-60F7-4F93-A955-AA99B21B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065379-3A93-4114-A4A2-6AECC082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A2656-62E3-4053-873F-E6C41EEB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926567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6B7C28-5813-4856-945A-A7ADDDC1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1C482-A6CC-4E58-BB35-D7C7CB8A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AFB61-E239-4DE7-8504-7D4AAB4D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FD842F-319E-4076-A235-2D3B3C43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7D552-8272-47EB-9AEE-6613E35B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801B8-138A-4AAB-B220-4B6B29B2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Introduction: Significance of Engineering drawing, BIS Co...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39607-B050-4966-9C19-513A3C9E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671D7-0B45-45F0-8CD4-C8A3E412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B517A-5084-48D2-A090-519CA2A4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A6B0D6-6421-4FDA-88CD-BACE73E0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6FE3E9-B1BA-47E3-9BEB-E00CAA93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9831528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1CB32B-F8EF-418A-9E3A-F7C2E743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3D7E7-5B98-4B6A-B996-525F8353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6D41B-52B2-4045-9F5C-E1008F03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4F7FF-6DAA-4D10-86FC-E86AEB85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D31EC-E93B-4255-B21F-B7121AD1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Introduction to Computer Aided Drafting software, Co -ordinate system and reference planes HP, VP, RPP &amp; LPP of...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13932-D852-4EA9-B3F5-C0FED53D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Introduction to Computer Aided Drafting s...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DAA5D-10BF-4A22-A9C7-4340C2EA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41AA8-339F-4A3C-9B30-9B0254ED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C2FE04-F4B0-4A35-9C57-019920DD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9DBB35-C81D-4FDF-8A7B-A376A541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7D7F94-5FAC-4459-9635-F30D69CF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224DB-E989-466A-9983-10BA7CD7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B213F-A0FE-435B-BB7D-83134B1A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756449-4946-4454-B970-70E215C3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D32D17-A808-44B1-AF2C-BDEFA4FD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AACF70-957D-4BAA-B386-DB497CA5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9729875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767DA8-FE2E-4D87-9082-5C281C39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869E6-6B15-4F59-A712-ECC8AF72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C62CB-C669-40D5-B366-C679D511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6E44A-7D4A-4D59-B8DF-E879030B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E7B9F-DF57-4F2B-BBF3-BB0672E5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50323-890B-4C77-99BC-4BA0F7C8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325B4-F9A6-461D-96B8-3009E5B0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0B3D6-54B3-47C5-BEDE-2946301E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182A87-657F-4E0B-9E6F-9328631E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Introduction to Co...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520FC3-C332-4FEC-B507-0C565214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ED6D9-BE45-4F5F-BAF8-25A13E4A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2A671-18CB-4AAA-B038-4D990CED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Introductio...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7D1C0A-B855-456F-B4BF-5CC22D7F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444851-09CE-4F1B-B7C7-5D1BCFAF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637B2-C3D9-45F1-832D-9064B47B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Introduc...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B5B217-C1A6-4122-BF80-637061D7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965A47-AE47-49C8-BEE6-E97A0E13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07CFC9-E350-4FCC-B67A-12807D7A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Introduction to...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A41796-2B39-4602-9050-25CE05A1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2BC5AE-0B5E-46A8-B841-7FD1E4E7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F17C25-2961-43CF-B275-2D757F47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Introduction 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7D5206-9845-4F01-9125-AAE9188E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994D35-23A8-4D76-98C6-65B7697B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1964219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4132E2-B270-4A6D-8A0F-23C32466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968E9-3A22-4A2F-A4CE-8B295A55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AEBE2-8FC3-4BC3-A823-35AF812D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25ABC-8D33-4623-8E45-97CFF6CA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8693D-D9F5-4114-8CA0-2DAE9153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0B8BD-5AED-4E34-9A20-0589E4A2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E0461B-6AE1-438E-AC5C-C0710E98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C451F1-0DC9-420B-8C2C-A53EE60D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7F049-3866-4CD1-8156-E2EA1E81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6FC2F1-4928-4ED0-8500-2B06F5FE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D084DE-C998-4607-9D37-6E4146B3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11E4E3-AE88-4444-A35B-305A6700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48C87-6DBE-47BE-94CD-2E064CE8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C6904A-021F-4CE6-BAED-37B7B42E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B33241-9508-4940-93DE-20086C5E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9861742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9AA771-C123-4207-9A7C-C0765C4E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010B0-91C5-4E4A-8A41-6BEC23DF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59036-39E0-419C-81C5-BB567697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79EB5-2C87-4146-B6F4-FB7E5F2D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3E0D2-C2BB-4C45-9BD6-97EBA69C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5352D-338C-461E-9C60-7775B2C1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Introduction to Computer Aided Drafting software, Co -ord...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4DB23D-A3CE-43D5-9A96-C9536ECF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0EB57-00B3-4754-ABFA-7A9B0D22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202994-5D54-46C6-8EDC-7A72C2B0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ECD71-2CAC-4FD3-9A34-BACF647F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94889-ABF8-4D71-9985-6AF57785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0798621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F3C880-D30D-4BF7-A883-8E9E50E9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BB38E-51B2-49EB-BEA6-80B6E38C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5A8C6-DB78-45D3-9637-5BA669BD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C5189-382C-4B21-8D6F-55E786E1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2B002-0CF1-4FD0-BD1B-556C2852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Selection of drawing sheet size and scale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47FA8B-0A62-4CA8-8413-58E1A03E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Selection of drawing sheet size and scale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99A84-94E6-48CF-AB69-E7D7F15A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87BB86-9984-44D4-A3DE-079878AB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CA6BDB-2881-44AA-BBDC-04A4FEF0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FA7B95-670F-4790-8542-4784A089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543BA-E632-42EA-9FBA-AA91FA2E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97C969-402E-41F2-A807-0210343D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3B2EA9-D368-4B8D-BF90-62F63D68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BB9FE6-029E-4D83-8186-445D4DFA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2A9E44-ECCB-4466-B3F2-2C355ED7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CE1DF-21AE-419E-AC0B-4160A478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7512756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B58548-5CE8-42E6-8FCF-BBBF4B5A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6C9DD-BFE6-4A0B-B431-7B30A96C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8BA72-59A6-492A-9C8B-4ECCE051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FC472F-30EF-4673-8E52-2481E71C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A8BF6-63A1-4752-BC05-24A182E1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6A30F-DA9D-4902-AD63-32414887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D9EB2-7527-427B-BE09-7F60EA4A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6A59E-23AC-4714-94D1-EA2198B1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493B89-7220-456E-B4DB-EC213A34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Selection of drawi...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5B27A-E1D3-4612-938F-724CDDC4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C19BA8-C8F0-4808-B161-63B67CDC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AC96CE-AB8E-4038-AF67-F3D05E84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Selection 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0A08EC-3A5D-48F3-9C85-96A5FAAB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8E5E8-706F-40FE-A54C-FD7CEFB9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9A67F6-8BE7-4CF3-B006-3CF476B5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Selectio...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CC1EB6-F4CD-459D-9014-B1D91D0B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971641-0AB3-4819-8D9B-09710A65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E3F9C9-BB29-4551-9D99-7409C49E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Selection of dra...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021741-CB51-43D1-AAAC-413D77C2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5BB57D-502F-4E10-A738-0D317B9A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402374-65DC-46BB-8B4B-2715BD3B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Selection of 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0B8460-717D-45A6-A7A6-42689A96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ADAA06-DE89-41B0-80BC-BD187150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9215360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461A33-CAE6-4DE4-A56E-370D0E60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437D7-72F4-4E0B-A524-71C65A81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20849-6BE1-4529-AF95-64797239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4D248-4B2F-4F40-8365-801A7CB5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0CABA-6267-446C-AC45-F6B17F55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C6A5F-6B25-4BA9-BB32-249C335B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95F3A7-FD37-456E-AA24-8AD09304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E2F5D-8A52-4420-BF92-92C4195C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795CC-F989-4CCA-B027-49CBABA5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5A8261-4AC9-4AC4-8BCE-97681BA7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7C2A1-BDB1-4A19-9C17-EFEDCC5D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2866F8-9FEA-496B-86F5-716A7C70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EB8249-2113-4C66-B9E8-DDF13244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D113C4-D48B-43C5-A1AB-57D8E82D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A82F1F-E730-490C-BE89-C3510E23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8004278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07C275-DA5D-44EF-9308-AF6B0C20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886A8-8347-4CFD-89FB-040F2F15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6CD8E-2F18-4E23-B178-805C42D8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BF9DF-B10A-454A-BE1A-CE5F0902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85324-C704-4FFE-8C83-07798D97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55F4C-94AE-404D-A9E5-87DBA2D9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Selection of drawing sheet size and scale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5B97D-F3D5-48E0-87B2-9B2A1574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55A8F2-3BC9-4E97-9404-DF5A5BF5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8CF9FA-10A4-4A81-B1A7-7EC384A5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B0AEA-6133-49CB-9122-89295C11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56496-83F2-442E-A9E1-2D096800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8918947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02B126-056E-4129-B0CA-A14577A4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C8B9E-9079-4F9C-82BA-BCE644A4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5EABB-C1C0-4B8C-8EEC-BB61A562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F4EAD-6601-4D01-866E-0C8FD5FA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4D2EC-1E82-4DBA-97AB-CF245D44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Commands and creation of Lines, coordinate points, axes, polylines, square, rectang le, polygons, splines, circ...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1BDF1-D3D8-4BD8-96A5-BADF1D49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Commands and creation of Lines, coordinat...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76B20-EE8F-4109-AF95-A388998D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BB022-B0A4-4B81-B188-289F1BD6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C0C77-C7AD-4B3D-B39F-3C5431FC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CF6499-4043-4CB9-B3C6-A6FA644D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931CA1-F659-4594-A45C-1A65FD50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D4ABC7-86AD-4AB8-A118-3A1AA776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AE6335-2631-45B6-8322-B0895D30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AE4D57-FFD8-4949-BC78-7A1298DF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08C77-956B-4EF2-A7AF-4B104A62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843AF0-D818-493B-AA78-B8145585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81005590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3483A0-BDBA-468B-AF78-91056FBE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60624-D9AC-46F2-8654-2AABA6B4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DF850-A453-4E42-98F3-8C1FD7D3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29079-4976-48EA-8E02-F7B2BC5A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52832-7A4B-42FC-8478-DD484ED1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9591C-6AA6-4774-960C-87105EFF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1AB22-A911-4066-89DA-E321C65F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B00E5-851E-4284-9398-C0821DC4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6E1F7-5DFD-48EC-AA6B-FA7A2C46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Commands and creat...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28527-8A8A-4BF4-AD17-F6A38DF0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6C548-1C57-4595-A4B6-F0565000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0DA542-1CD9-4929-BF72-76448B65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Commands an...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C49B96-E6F4-4341-A359-C9CDB050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E1ED4B-76D8-4902-B4B7-53DF349E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007E9A-FF1B-4B3F-BB44-2C522E72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Commands...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4BCE2A-B79C-41CB-A0FE-391C0B7B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7A539F-24EF-4EFA-B7CB-CB05118C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A8CF4C-D77D-433F-8891-822CD146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Commands and cre...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2A3FD9-625D-4E01-8ECC-E0306F87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A9F1F0-F8F7-4E06-97D9-34D8D158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61C5F9-BFFD-4A23-8908-2D46FD00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Commands and 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806DA2-5EE3-4381-9D9B-8A96958C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2884EA-5A84-4607-BA54-6113F673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73821951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1F421B-C1E9-4F61-958D-9BB22506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279F7-8829-4F23-86EF-8C9E3BAC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3E282-C716-4A69-9AA7-31895DE6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524FF-C028-489A-ADCE-3D8A5587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DA1428-0226-4E43-9F04-FD29EDE6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71A30-5B3E-4BD5-ADFF-EA250439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E48C1-92E3-451D-A1BF-30F565F5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BDF9F8-1371-40D8-9BBC-280EF54B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775A5A-B93A-4C8F-AF1A-15D2F548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FD6AF6-FEC2-441E-B041-6D622E1D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D47F0-D4C7-47E3-803F-E18527D4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C4C376-E8BC-42F4-AFF5-38B20431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7AE4F-0E28-4F7E-95BB-A970151C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6DE832-3F5F-495E-A5D7-8348B160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4F6FCB-24B9-44C9-8B05-F11BFB12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801615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841651-34CC-4D23-9163-BF8486B8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141D1-DBD1-479A-9D36-76DB45A1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D5BFC-1C71-4E27-92CE-B5FD9E93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3EB5F-935E-4FE5-87BB-69347262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DCFD2-04C3-4973-97B8-3C8BE756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39195-C3C9-4215-8553-B21A6241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Commands and creation of Lines, coordinate points, axes,...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AEE1D-59B5-4FA6-AF6B-7FCBCD49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0CD9C-52A8-4ED9-9078-32C0FD08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199DF2-907E-4C36-8642-91B26481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6D80E-4D06-45AF-8DD9-B2CEC48E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035EC8-FCB8-4C94-BEB0-A632B0D5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98484278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74766-6685-49EC-9A66-2FE9ACF1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7E29F-22B1-4DAD-B2D7-7A908CB5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FB95B-888C-4B6A-AF32-433B4BDD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98D53F-BF74-426C-A60A-3E54BA5A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4281E-5184-4AFB-B5ED-7C1ED6FB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Orthographic Projections of 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9AF57-E645-48B6-AD6C-46CCD50B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Orthographic Projections of Points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F5829-E140-476B-AB32-D233A50B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EA7E4-2958-4FA6-8718-3C877A47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C7EDF-72E9-4069-AF38-53933C97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DC125-BF49-4D96-87FA-09BCE3BC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B5D57D-3F3A-4531-A429-63A497EF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C703A2-71D1-4915-ADE3-8DE3FE01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8D4AC6-D2CA-44AE-9ED3-1803CF45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97F006-E62E-41CA-BF40-79CD059C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AADDD8-C206-4E5E-BFB6-5353B2F2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25D4A3-27F0-465A-BD51-46309939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97926236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27BB29-5309-4865-8471-C4234AE6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E9DD2-D072-4816-AC71-43E455AC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50D66-BFC0-40F6-B9A1-9E4D8024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84CBA-76BD-48CD-B683-1FA070CB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B9F94-1A31-4D54-A16D-6B7F7B36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2AD2C-D422-40FF-9BF6-785DD935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A76E3-958F-4FB0-AC02-E9AD0B82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E3CDC-B838-47C2-A3B1-FB20C63F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84BDA-8621-4263-BFCA-EDAF9B92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Orthographic Proje...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983ACB-2F2D-401C-A171-150682CF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721A3E-192D-4BF8-A1B8-E934C513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532B5-8344-4DD6-BA8A-AF9711AD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Orthographi...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A2DC0A-8497-4D74-B737-4A93220A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AFCBA-BEE4-4F98-9AAE-D79921D4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2A595F-8070-48A7-A117-96F4AF1F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Orthogra...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5E40D-0980-46D0-81C6-63D6E9F6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E68990-012D-4F37-8D3C-8F02F263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34F7B9-464B-491A-8591-40E00611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Orthographic Pro...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0B5AE6-5CD5-4A58-B054-3C53FFCE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D27E06-2D9D-438C-951D-339999D4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202BD4-CFE9-4462-9F56-5086A7E0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Orthographic 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DD194C-AE4C-4A88-A7D1-F56B0210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8977D6-7153-4250-BC8F-8A20396F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08867407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CEFBA8-CD48-4B25-99FC-1EE05DD7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A3177-B85A-4C55-B876-DF839C22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3D1BF-687C-43E9-AA00-92ABC37F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ED2454-F7D0-41A6-9F08-B8144375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80284-5CE2-470C-B095-59F71619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EB6B4-59DC-4D67-B4B4-ECCBF021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A8E72-F98A-4A2C-A447-95D3EFB3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80FDF-6AFF-4B96-8109-9AC689ED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3405AC-3758-41ED-9E18-E9BBFDC3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B533A-3688-4ED3-A86E-D49EFC0D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167E54-78FB-4E7D-A7BE-ADB7B17A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7C89A5-6297-42C7-9905-A1C3F432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29650-84DB-411B-A5C8-F071FFF9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02E5CC-B5D8-48D0-988E-1E3C2D65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7FDEE8-C0FA-4C2E-8B37-49B189EF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98342300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2DABF1-86CD-43D2-8747-4DB78129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42B60-68B3-40CB-9C29-A3BD7571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B8A40-1A34-41C6-BABF-6584A209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EC8CA-5609-426F-A025-973CA0A7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9E8DF-BE57-4110-8E68-46DC3025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1B2F2-4FCC-4A29-89BB-3BDE9577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Orthographic Projections of Points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78B4A-1561-4862-BB7E-CD841DE5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168E9-4EDC-4E18-B259-D5D5DCD1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48303B-78D7-414F-995D-0EB442E6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371EE0-2F31-4B8D-97AB-5A8D45EB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E756B-394B-4AE1-A0FD-A6A2618A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20574962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42A17E-5689-41D4-A762-5457F65D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A7694-A0AE-4C7D-908F-60BBBA2B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352E0-F9C7-4A5B-92F0-488F3A8D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0063C-A6E6-41C8-AEF0-86C2ACCA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C7E52-86D0-449B-96DA-E11FC72F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Planes: Introduction to Orthographic projections, Orthographic projections of points in 1st and 3rd quadrants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3FED1-F51E-4005-85D3-224BDFF1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Planes: Introduction to Orthographic proj...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13BC4-0889-4102-B3B0-3DA793B6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8994B-9503-46AB-964E-B9F6B935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81E352-3506-44DF-8142-9023707F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96803C-9F7F-4349-8664-667E48A1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244F96-E9FE-4C6C-ABF2-A4BCF801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E75A1-10CF-43CB-9B20-CDF7A943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68D36-D6A4-4D1D-9F19-178871A8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D73D08-272B-402F-9B96-096811A7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D2F5E4-12AB-4DBA-8837-415F689F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BFC333-4D71-40B8-BF0B-A656374D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91678965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44173A-A036-4838-9075-947240E9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938E2-EE9B-41F4-9DD4-DDD18FD0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17F584-0C27-4649-B2D5-62127FA3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0102E-7706-41F1-AD7B-29951C88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43B5D5-3183-40B0-A9CD-8129DAF0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FC075-EA60-42DD-A0B7-091AFCEF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15CD2-D611-4E38-89EA-B7FEED38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5F8DB-C647-4085-8EBF-CF372BA0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AB1DB-B71F-42F3-A86F-F5F39EFF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Planes: Introducti...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FADF76-D089-49B8-8405-2EF479AC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3F1059-31D3-4821-B5F7-EA67F0C7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94DBD4-9779-42E9-BE96-55DDC681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Planes: Int...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FF1B6-4E78-4147-92EE-A91C1250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21A837-B8A0-46A9-9175-78E588C5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468746-62C9-4412-B18D-25AD082D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Planes:...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E0B176-E210-4509-9DCA-4D801206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2DD25A-84D5-4802-BF58-D1E0EAD1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B4F298-5313-46EC-AB21-30753FCB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Planes: Introduc...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83E963-3C45-40C0-879D-FC657F2A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CF52C3-42F6-421B-AFB1-7CF34484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866183-2B91-462D-A1FE-B9CA27C6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Planes: Introd...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790F3A-ECFC-4BC5-A9BF-85C54503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A8B460-0136-4AC6-AACB-4E4C2A5C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31250404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F025CD-5D72-4937-A226-83C526F9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042EC-78A1-411A-85DF-F53F8B78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F39EA-E052-4747-A9D7-8CE4A23E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8BAA1-8624-4FB1-B14E-78EB649F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70E68-C838-4BF7-8538-28A83B18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6A2BB-1794-4C26-84C4-ED1BA259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CE01E-1692-49FE-88F2-68ADED4C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EF8A0-9EDD-45A8-B88A-F420F156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008440-C5BF-488C-93F1-AA6CFDD5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7C0D71-E235-4B91-96DF-9C038778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9C74EC-3F5E-42A7-AB82-62B89E1B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FBED6B-7EFB-47A1-A3C1-EDB995E9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C8645E-DE83-49D7-8739-B6F83BD0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A60797-0666-4002-AE2D-4DD3D2F6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DC433-2F8D-438D-A1AE-2CD4DFF7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68379740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D64E63-A65E-4086-AAB7-2556EE91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88273-631F-426A-AF8E-F29AC508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239BE-E4DD-40BB-9B57-F00DD52E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AF8DD-C26A-4A02-A98C-09E9487B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84A25-A8EE-4B94-B2BF-315E90D0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8ACDB4-AA1B-4A52-9B59-3062104B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Planes: Introduction to Orthographic projections, Orthogr...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2096B-1734-43C3-A146-98491ADE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8B2BA-791B-4C4A-9331-2121ADC1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50DB9-BD9E-4990-8C2B-100B2881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FAE38-4EA8-4F66-A35A-CF9F417A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E3DC3-AE13-447D-89BD-9F34D48D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89161604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D91146-9907-4962-9E59-303FB43B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41CCE-18A3-471B-B8E4-7001C715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46C24-E6B7-4731-A964-E7B9344E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F789F-6E9B-4C3C-8940-A0407D00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3016D-BB30-42E9-AF78-49256C6D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Orthographic projections of lines (Placed in First quadrant only as per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848E0-DB65-4565-BAFD-39F61864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Orthographic projections of lines (Placed...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52A19-757C-4EF3-9705-EAEC1402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8BC35-7F15-4021-B3ED-556D00CC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9B234F-0A1F-4261-88A0-790EA692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B1355-3E73-470A-B2CF-7681FB67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F9B74-B435-498B-858D-4634F008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3184A-0530-4C5D-A319-954DA519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87B54D-517A-4E15-81A2-E62594E6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B7774-C25F-4523-8558-1F14C909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A23929-54FE-4440-B0B6-2BFC1985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B36C14-984F-4DD5-BAE8-1D750D29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89797230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68F28D-F03C-49F7-9D28-167116FA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12E4E-EB04-4FDD-BCAB-FA8DAB2D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D335E-B307-4143-A876-2336ECE9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29E62-1D53-4E26-9308-EC0AA454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DEE60-C698-452D-A66E-929BA962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EB70C-1099-4A10-B25C-08C50D21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A96FB-72E5-4153-9D36-55B51BCC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345CC-9FDE-4A78-BC8F-EBADBF19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D7EA5-B3CA-4150-87A0-959628C4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Orthographic proje...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67424-01DC-4F29-A085-0433A78D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049BF-3D1B-454C-997B-91E2ECF4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2B4EA-46FA-4F9C-83E7-3D996326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Orthographi...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5A6B5A-4E59-4D65-833E-6E708397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F886FD-4ACA-46D0-9267-C96F6710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44F120-D147-4C7F-AA83-C8A6B6DC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Orthogra...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528244-C0E8-485C-82DC-04F1FAA9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CD68D4-741E-484D-9A7C-A171E77B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CB4CC3-2A0E-4439-9703-2C4BB627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Orthographic pro...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83C229-4C1C-4C20-B66B-4E966FBE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8C69D2-C643-4639-9105-00D8C87E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9D636D-5C63-4ED2-8EC7-32B80597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Orthographic 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F50D8A-B5EA-40C9-99C7-800713FA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A48D23-0257-454E-A535-002BAC94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98117669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A48A96-57A6-41EF-9447-39279C85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0FA37-8AF5-4A5D-9E10-B9EF39F2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FFD83-624C-4646-916C-9B925FF9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D80C6-4E53-413F-B220-2332C3F3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697A8-F17D-43BA-B4BB-7BEB5942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5F86A-73CC-4AFF-9311-AD75F4E5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AAB03-D6E3-4740-829B-35C5A26E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C62C8F-91AE-481B-947F-84663B8D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4F597-7D5C-4078-9DC1-0268A0B7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E0D9C-58C8-42B6-A2AE-DBC86F5F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4AD44-1D63-4B40-B4A4-E18E125D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DFA90-7188-4121-906B-A7E29738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28481-A5E4-42A9-A500-63A6D217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FA4DB-EA65-4084-8A9F-048DD2D4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3D8947-91F8-40F7-8A22-5001F0A5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18959797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D3DA74-6706-4F19-847C-90ACB134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425C9-354A-4440-845A-63F927CB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BDBCED-B24E-4533-91C4-461D51A1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9CC55-F0CD-4693-BAED-F718FC23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7F30A-BF09-4815-818D-C6A57284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0EE6A-5E27-4EDC-9C92-A166B339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Orthographic projections of lines (Placed in First quadra...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7839F-56AD-43A9-A527-0E8894B2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CF8F9-D7A4-43D2-9F57-8C87F94F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1C5566-19B4-479E-925B-C2F68D01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B26E4-972F-46CE-8C33-04D97C9D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0370E-51CD-48C5-B53F-44E0B025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29884258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804EE2-03D1-44D3-B682-7B48E8E4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D8EBE-03F8-46CF-8880-D2B87969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C5AB9-89F5-4649-8733-56301E51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84A43-2297-4A0D-A64C-72B2BC77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EBA9D-1E27-4FF0-83FA-CDE86FEF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Orthographic projections of planes: triangular, square, rectangular, pentagonal, hexagonal and circular lamina...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B0983-A5D3-4306-8A45-E4C1926A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Orthographic projections of planes: trian...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0D129-A04E-4931-9FC8-6F6E101F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E5C2C4-B29E-46D6-8A35-2878E526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5DBA81-0285-499C-B47D-0FD9D84A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866F1D-E182-4DD0-8F03-B6FFE36F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C086BB-8FFF-437B-9BB5-D34655B2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D42B3C-E211-4D2C-8E15-CF89A289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714610-A18B-4653-A472-23FB35CC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0596ED-A050-43FC-92B3-91F988FD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24CE8C-2797-47C7-9DC3-81749FD9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EB9BA1-A77A-4ABE-A4E2-91A16171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83987672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AF9B15-293A-4403-83D1-E6EBDBCE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330E7-B857-4BC5-A5E6-E603538E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53149-D258-42F5-9BE6-A857A990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E41D8-65BE-4FE8-BE3A-B7A5309B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DE902-B362-41D7-895D-567F3AEE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94A5D-D66B-4D46-A312-D677CF85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F6D70-EEB3-4F28-869F-B68D38AE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33C348-E7CD-4FA1-A4D7-E0306FB0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672F4-B287-4E1B-A788-714F1D90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Orthographic proje...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C46E1-5E24-4FE1-A7EF-EBD16615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0E0D27-B440-4F8D-B094-938854EB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E3A495-E6E8-4AB1-83AD-E44B83DE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Orthographi...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26D7A-29CF-41DD-90A4-A2F4F91C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8C4FEF-0070-4ADE-BF0C-A45AED70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BB672A-E06B-4BE3-8D67-6AA30124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Orthogra...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7A49B6-D0EC-4D6E-B4CD-EBC5182A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46EDE3-E762-4B61-B2AB-2E6C0651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EBC4E2-0BEE-4F9D-9BCB-9F39EA30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Orthographic pro...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D031AE-685C-49C2-85F3-75562B4F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45520F-3185-423E-B7CC-63D48429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9FA8E4-03C2-44D2-886F-C19728FE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Orthographic 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57E459-7F96-4C79-B9F2-E49B09C8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EF503B-5680-4AC0-963E-EAF3AD29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06267738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DFF65D-6BF6-4913-A38A-CF32F871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F810A-D494-4D70-A1C1-767E52F1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4EF83-9353-449A-AF76-AFAB300A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FF5A5-6AD4-4C3C-9F1E-80355973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09612-EA56-43A6-A0BC-7AA385B4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5815A1-6870-46AB-AA13-E78B7831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8BC371-3841-424B-A15E-F7953205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B6AFD-CC08-4A55-BDBA-5F917E74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E2ED4F-FE6B-4322-8506-4889178D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954D8-B9DA-4EB9-B69E-01E4E510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E168E-4336-43FE-A62D-63C41227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95B9E8-BAB0-4F4E-B01B-2E43203A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5140A3-D5A1-4893-A277-05BAA477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798A8-C2E8-47C6-9048-FE2214C7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556A8B-ED22-45D3-9639-116B7E86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207988334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C55913-4AF4-4E93-844E-D08F5DC0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9756D-DFA1-4495-853B-0D19DB3D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6EADF-94E3-44A7-94FF-576D8D50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B3FEA4-19C8-4AF4-ADC0-EE925128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81B56-A6E4-4CFA-AD04-DA7A7EF0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228A6-AEA5-4494-B28D-030AA84B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Orthographic projections of planes: triangular, square, 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79D59-DB70-44B3-82A8-B9528269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B6750-754B-40E9-A7CD-075645D8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0B749-9AE9-49A7-8285-B776A80F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80B67C-2066-44FB-980C-BA2AE6AB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DBD5E-33C7-41B0-AF05-96052846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30206516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B3591-87A8-4422-A4D8-B42B4B14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F09D0-E0FE-4586-B75D-9D74020F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A0CC3-911F-49A5-8076-1BA583DE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57BF8-4213-4581-95C2-0612330D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815BF-EADE-4F0E-B320-5FAE479E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F021E-37C0-4124-B233-3C6A0CDD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213985601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862EF-5424-4580-9922-D8FB2F7E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D8461-9D7E-4EB9-B554-D0028E20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50A11C-FF61-4C36-8A0C-1FFD73F0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1D357-BEA3-4373-BC79-CAFAFF05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C0E736-7B9A-4561-A804-D44B4A9F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Significance: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Conventions: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Free: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hand: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D777A-9D68-4B7F-8632-AAE4D250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12547785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98CCF-A9EE-47B7-8859-0DD943AD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D5D96-0CBC-4FCB-AA14-276B9AA1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D3F84-0A57-4967-80E6-C52C7C4F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45F94-2F4C-465D-A775-DF08DCB7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AB761-9C5D-4C98-964A-EE60E951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B3BBB-05D2-4761-BD7C-B10ED8BA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204982030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A6F65-D5CB-48EB-AF8F-0EE1AA5E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AF56E-8AB8-468F-9537-772B1089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87146-6410-406A-997E-9E6329E7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50222-BC2F-4CAA-B10D-CB98D079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2B5F6-9448-42CF-913D-F1B58AF4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85E90-FDA3-4CC2-A368-833002DF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206556505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889C8C-C5E6-4D39-85E6-03B41429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687F0-B296-4401-A9B9-CCB159B4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A2F40-BE2B-4413-9179-BBC2DCAA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29D5E-A225-405F-9E3F-003F0099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D9CB2-97CA-48E3-8B4C-B6FCEEE0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Introduction: Significance of Engineering drawing, BIS Conventions of E...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Introduction to Computer Aided Drafting software, Co -ordinate system a...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Selection of drawing sheet size and scale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Commands and creation of Lines, coordinate points, axes, polylines, squ...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Orthographic Projections of Points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23EE48-63E5-41A4-9412-7A857E54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52404-A963-47B8-9A7E-1486204A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81B233-5F12-47D8-83E5-4FDFB642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9836286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2026-08-24T16:02:28.1560000Z</dcterms:created>
  <dcterms:modified xsi:type="dcterms:W3CDTF">2026-08-24T16:02:28.1560000Z</dcterms:modified>
</coreProperties>
</file>