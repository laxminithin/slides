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adcd99f16e84622" /><Relationship Type="http://schemas.openxmlformats.org/officeDocument/2006/relationships/extended-properties" Target="/docProps/app.xml" Id="R3b23a7137a494068" /><Relationship Type="http://schemas.openxmlformats.org/officeDocument/2006/relationships/officeDocument" Target="/ppt/presentation.xml" Id="Rb2e0754a25ee40f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9b7cf82f1dc4462"/>
  </p:sldMasterIdLst>
  <p:notesMasterIdLst>
    <p:notesMasterId xmlns:r="http://schemas.openxmlformats.org/officeDocument/2006/relationships" r:id="R4e2bc5ffc8854dae"/>
  </p:notesMasterIdLst>
  <p:sldIdLst>
    <p:sldId xmlns:r="http://schemas.openxmlformats.org/officeDocument/2006/relationships" id="256" r:id="R3ce6b2a964a14d29"/>
    <p:sldId xmlns:r="http://schemas.openxmlformats.org/officeDocument/2006/relationships" id="257" r:id="R35b26f43ba884e59"/>
    <p:sldId xmlns:r="http://schemas.openxmlformats.org/officeDocument/2006/relationships" id="258" r:id="Rf852f051565b4e77"/>
    <p:sldId xmlns:r="http://schemas.openxmlformats.org/officeDocument/2006/relationships" id="259" r:id="Rda7c4746e9334e8b"/>
    <p:sldId xmlns:r="http://schemas.openxmlformats.org/officeDocument/2006/relationships" id="260" r:id="R3d5cd64968874656"/>
    <p:sldId xmlns:r="http://schemas.openxmlformats.org/officeDocument/2006/relationships" id="261" r:id="R9d824d4d6e4b421e"/>
    <p:sldId xmlns:r="http://schemas.openxmlformats.org/officeDocument/2006/relationships" id="262" r:id="R2584a062c31b4e5c"/>
    <p:sldId xmlns:r="http://schemas.openxmlformats.org/officeDocument/2006/relationships" id="263" r:id="Rb476f179b2c04ed3"/>
    <p:sldId xmlns:r="http://schemas.openxmlformats.org/officeDocument/2006/relationships" id="264" r:id="R809f021b86e44df2"/>
    <p:sldId xmlns:r="http://schemas.openxmlformats.org/officeDocument/2006/relationships" id="265" r:id="Rca2b3fc3129d4e8f"/>
    <p:sldId xmlns:r="http://schemas.openxmlformats.org/officeDocument/2006/relationships" id="266" r:id="R14bf6b775ee744a1"/>
    <p:sldId xmlns:r="http://schemas.openxmlformats.org/officeDocument/2006/relationships" id="267" r:id="R1e8defbc4a1d446b"/>
    <p:sldId xmlns:r="http://schemas.openxmlformats.org/officeDocument/2006/relationships" id="268" r:id="Re68e0bbba22b4956"/>
    <p:sldId xmlns:r="http://schemas.openxmlformats.org/officeDocument/2006/relationships" id="269" r:id="R862000bbcab44f79"/>
    <p:sldId xmlns:r="http://schemas.openxmlformats.org/officeDocument/2006/relationships" id="270" r:id="R0917a7cb81a64dc9"/>
    <p:sldId xmlns:r="http://schemas.openxmlformats.org/officeDocument/2006/relationships" id="271" r:id="Rfa1884cce0a04c12"/>
    <p:sldId xmlns:r="http://schemas.openxmlformats.org/officeDocument/2006/relationships" id="272" r:id="R2f70dbe3d8224f22"/>
    <p:sldId xmlns:r="http://schemas.openxmlformats.org/officeDocument/2006/relationships" id="273" r:id="R3633caf5399c411b"/>
    <p:sldId xmlns:r="http://schemas.openxmlformats.org/officeDocument/2006/relationships" id="274" r:id="R066bdc7bda83494a"/>
    <p:sldId xmlns:r="http://schemas.openxmlformats.org/officeDocument/2006/relationships" id="275" r:id="R91ca7b574d6a4b31"/>
    <p:sldId xmlns:r="http://schemas.openxmlformats.org/officeDocument/2006/relationships" id="276" r:id="R71c89245cf4f41b5"/>
    <p:sldId xmlns:r="http://schemas.openxmlformats.org/officeDocument/2006/relationships" id="277" r:id="R130c9dd2e037422b"/>
    <p:sldId xmlns:r="http://schemas.openxmlformats.org/officeDocument/2006/relationships" id="278" r:id="R6461364e4db841b5"/>
    <p:sldId xmlns:r="http://schemas.openxmlformats.org/officeDocument/2006/relationships" id="279" r:id="R1bac4454d8714ce2"/>
    <p:sldId xmlns:r="http://schemas.openxmlformats.org/officeDocument/2006/relationships" id="280" r:id="R800b0752fa2a4d66"/>
    <p:sldId xmlns:r="http://schemas.openxmlformats.org/officeDocument/2006/relationships" id="281" r:id="R18e529a7deba4082"/>
    <p:sldId xmlns:r="http://schemas.openxmlformats.org/officeDocument/2006/relationships" id="282" r:id="R72b4e534403b4b37"/>
    <p:sldId xmlns:r="http://schemas.openxmlformats.org/officeDocument/2006/relationships" id="283" r:id="R846356b12956464b"/>
    <p:sldId xmlns:r="http://schemas.openxmlformats.org/officeDocument/2006/relationships" id="284" r:id="Rc8d41259ada34964"/>
    <p:sldId xmlns:r="http://schemas.openxmlformats.org/officeDocument/2006/relationships" id="285" r:id="Rc542a9dfe4254fc6"/>
    <p:sldId xmlns:r="http://schemas.openxmlformats.org/officeDocument/2006/relationships" id="286" r:id="Rcd289a96714f467b"/>
    <p:sldId xmlns:r="http://schemas.openxmlformats.org/officeDocument/2006/relationships" id="287" r:id="R0fbd8f69b5334881"/>
    <p:sldId xmlns:r="http://schemas.openxmlformats.org/officeDocument/2006/relationships" id="288" r:id="R37c918c0008245ee"/>
    <p:sldId xmlns:r="http://schemas.openxmlformats.org/officeDocument/2006/relationships" id="289" r:id="R0726ad95f2c5450e"/>
    <p:sldId xmlns:r="http://schemas.openxmlformats.org/officeDocument/2006/relationships" id="290" r:id="R38c134514f004fed"/>
    <p:sldId xmlns:r="http://schemas.openxmlformats.org/officeDocument/2006/relationships" id="291" r:id="R452c21c40fad4ea1"/>
    <p:sldId xmlns:r="http://schemas.openxmlformats.org/officeDocument/2006/relationships" id="292" r:id="R8e81dd2cdcb94c39"/>
    <p:sldId xmlns:r="http://schemas.openxmlformats.org/officeDocument/2006/relationships" id="293" r:id="Rd1995a6c63014d15"/>
    <p:sldId xmlns:r="http://schemas.openxmlformats.org/officeDocument/2006/relationships" id="294" r:id="R7c3dda6ff6ca4b1f"/>
    <p:sldId xmlns:r="http://schemas.openxmlformats.org/officeDocument/2006/relationships" id="295" r:id="R5fa1e06c5db54ad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87f038ce6924cde" /><Relationship Type="http://schemas.openxmlformats.org/officeDocument/2006/relationships/slideMaster" Target="/ppt/slideMasters/slideMaster1.xml" Id="Re9b7cf82f1dc4462" /><Relationship Type="http://schemas.openxmlformats.org/officeDocument/2006/relationships/notesMaster" Target="/ppt/notesMasters/notesMaster1.xml" Id="R4e2bc5ffc8854dae" /><Relationship Type="http://schemas.openxmlformats.org/officeDocument/2006/relationships/presProps" Target="/ppt/presProps.xml" Id="Rb9ab31e165db4f50" /><Relationship Type="http://schemas.openxmlformats.org/officeDocument/2006/relationships/tableStyles" Target="/ppt/tableStyles.xml" Id="Rdf82b47eb32346c3" /><Relationship Type="http://schemas.openxmlformats.org/officeDocument/2006/relationships/slide" Target="/ppt/slides/slide1.xml" Id="R3ce6b2a964a14d29" /><Relationship Type="http://schemas.openxmlformats.org/officeDocument/2006/relationships/slide" Target="/ppt/slides/slide2.xml" Id="R35b26f43ba884e59" /><Relationship Type="http://schemas.openxmlformats.org/officeDocument/2006/relationships/slide" Target="/ppt/slides/slide3.xml" Id="Rf852f051565b4e77" /><Relationship Type="http://schemas.openxmlformats.org/officeDocument/2006/relationships/slide" Target="/ppt/slides/slide4.xml" Id="Rda7c4746e9334e8b" /><Relationship Type="http://schemas.openxmlformats.org/officeDocument/2006/relationships/slide" Target="/ppt/slides/slide5.xml" Id="R3d5cd64968874656" /><Relationship Type="http://schemas.openxmlformats.org/officeDocument/2006/relationships/slide" Target="/ppt/slides/slide6.xml" Id="R9d824d4d6e4b421e" /><Relationship Type="http://schemas.openxmlformats.org/officeDocument/2006/relationships/slide" Target="/ppt/slides/slide7.xml" Id="R2584a062c31b4e5c" /><Relationship Type="http://schemas.openxmlformats.org/officeDocument/2006/relationships/slide" Target="/ppt/slides/slide8.xml" Id="Rb476f179b2c04ed3" /><Relationship Type="http://schemas.openxmlformats.org/officeDocument/2006/relationships/slide" Target="/ppt/slides/slide9.xml" Id="R809f021b86e44df2" /><Relationship Type="http://schemas.openxmlformats.org/officeDocument/2006/relationships/slide" Target="/ppt/slides/slide10.xml" Id="Rca2b3fc3129d4e8f" /><Relationship Type="http://schemas.openxmlformats.org/officeDocument/2006/relationships/slide" Target="/ppt/slides/slide11.xml" Id="R14bf6b775ee744a1" /><Relationship Type="http://schemas.openxmlformats.org/officeDocument/2006/relationships/slide" Target="/ppt/slides/slide12.xml" Id="R1e8defbc4a1d446b" /><Relationship Type="http://schemas.openxmlformats.org/officeDocument/2006/relationships/slide" Target="/ppt/slides/slide13.xml" Id="Re68e0bbba22b4956" /><Relationship Type="http://schemas.openxmlformats.org/officeDocument/2006/relationships/slide" Target="/ppt/slides/slide14.xml" Id="R862000bbcab44f79" /><Relationship Type="http://schemas.openxmlformats.org/officeDocument/2006/relationships/slide" Target="/ppt/slides/slide15.xml" Id="R0917a7cb81a64dc9" /><Relationship Type="http://schemas.openxmlformats.org/officeDocument/2006/relationships/slide" Target="/ppt/slides/slide16.xml" Id="Rfa1884cce0a04c12" /><Relationship Type="http://schemas.openxmlformats.org/officeDocument/2006/relationships/slide" Target="/ppt/slides/slide17.xml" Id="R2f70dbe3d8224f22" /><Relationship Type="http://schemas.openxmlformats.org/officeDocument/2006/relationships/slide" Target="/ppt/slides/slide18.xml" Id="R3633caf5399c411b" /><Relationship Type="http://schemas.openxmlformats.org/officeDocument/2006/relationships/slide" Target="/ppt/slides/slide19.xml" Id="R066bdc7bda83494a" /><Relationship Type="http://schemas.openxmlformats.org/officeDocument/2006/relationships/slide" Target="/ppt/slides/slide20.xml" Id="R91ca7b574d6a4b31" /><Relationship Type="http://schemas.openxmlformats.org/officeDocument/2006/relationships/slide" Target="/ppt/slides/slide21.xml" Id="R71c89245cf4f41b5" /><Relationship Type="http://schemas.openxmlformats.org/officeDocument/2006/relationships/slide" Target="/ppt/slides/slide22.xml" Id="R130c9dd2e037422b" /><Relationship Type="http://schemas.openxmlformats.org/officeDocument/2006/relationships/slide" Target="/ppt/slides/slide23.xml" Id="R6461364e4db841b5" /><Relationship Type="http://schemas.openxmlformats.org/officeDocument/2006/relationships/slide" Target="/ppt/slides/slide24.xml" Id="R1bac4454d8714ce2" /><Relationship Type="http://schemas.openxmlformats.org/officeDocument/2006/relationships/slide" Target="/ppt/slides/slide25.xml" Id="R800b0752fa2a4d66" /><Relationship Type="http://schemas.openxmlformats.org/officeDocument/2006/relationships/slide" Target="/ppt/slides/slide26.xml" Id="R18e529a7deba4082" /><Relationship Type="http://schemas.openxmlformats.org/officeDocument/2006/relationships/slide" Target="/ppt/slides/slide27.xml" Id="R72b4e534403b4b37" /><Relationship Type="http://schemas.openxmlformats.org/officeDocument/2006/relationships/slide" Target="/ppt/slides/slide28.xml" Id="R846356b12956464b" /><Relationship Type="http://schemas.openxmlformats.org/officeDocument/2006/relationships/slide" Target="/ppt/slides/slide29.xml" Id="Rc8d41259ada34964" /><Relationship Type="http://schemas.openxmlformats.org/officeDocument/2006/relationships/slide" Target="/ppt/slides/slide30.xml" Id="Rc542a9dfe4254fc6" /><Relationship Type="http://schemas.openxmlformats.org/officeDocument/2006/relationships/slide" Target="/ppt/slides/slide31.xml" Id="Rcd289a96714f467b" /><Relationship Type="http://schemas.openxmlformats.org/officeDocument/2006/relationships/slide" Target="/ppt/slides/slide32.xml" Id="R0fbd8f69b5334881" /><Relationship Type="http://schemas.openxmlformats.org/officeDocument/2006/relationships/slide" Target="/ppt/slides/slide33.xml" Id="R37c918c0008245ee" /><Relationship Type="http://schemas.openxmlformats.org/officeDocument/2006/relationships/slide" Target="/ppt/slides/slide34.xml" Id="R0726ad95f2c5450e" /><Relationship Type="http://schemas.openxmlformats.org/officeDocument/2006/relationships/slide" Target="/ppt/slides/slide35.xml" Id="R38c134514f004fed" /><Relationship Type="http://schemas.openxmlformats.org/officeDocument/2006/relationships/slide" Target="/ppt/slides/slide36.xml" Id="R452c21c40fad4ea1" /><Relationship Type="http://schemas.openxmlformats.org/officeDocument/2006/relationships/slide" Target="/ppt/slides/slide37.xml" Id="R8e81dd2cdcb94c39" /><Relationship Type="http://schemas.openxmlformats.org/officeDocument/2006/relationships/slide" Target="/ppt/slides/slide38.xml" Id="Rd1995a6c63014d15" /><Relationship Type="http://schemas.openxmlformats.org/officeDocument/2006/relationships/slide" Target="/ppt/slides/slide39.xml" Id="R7c3dda6ff6ca4b1f" /><Relationship Type="http://schemas.openxmlformats.org/officeDocument/2006/relationships/slide" Target="/ppt/slides/slide40.xml" Id="R5fa1e06c5db54ad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ca4a290bd6a453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16f4ddd464b4823" /><Relationship Type="http://schemas.openxmlformats.org/officeDocument/2006/relationships/notesMaster" Target="/ppt/notesMasters/notesMaster1.xml" Id="R31eff7c2f11b443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9346e61e230408d" /><Relationship Type="http://schemas.openxmlformats.org/officeDocument/2006/relationships/notesMaster" Target="/ppt/notesMasters/notesMaster1.xml" Id="Rb78e5a78bd1345a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f89f513eb58422d" /><Relationship Type="http://schemas.openxmlformats.org/officeDocument/2006/relationships/notesMaster" Target="/ppt/notesMasters/notesMaster1.xml" Id="R57bbae6f020e40a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c46c7f0637247cd" /><Relationship Type="http://schemas.openxmlformats.org/officeDocument/2006/relationships/notesMaster" Target="/ppt/notesMasters/notesMaster1.xml" Id="R9a6df525d21546f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1061b2fc3914cc3" /><Relationship Type="http://schemas.openxmlformats.org/officeDocument/2006/relationships/notesMaster" Target="/ppt/notesMasters/notesMaster1.xml" Id="R3a0b884878c7447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8c580a6c7cc47b8" /><Relationship Type="http://schemas.openxmlformats.org/officeDocument/2006/relationships/notesMaster" Target="/ppt/notesMasters/notesMaster1.xml" Id="R57cf84c087cc43a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537773032bf4085" /><Relationship Type="http://schemas.openxmlformats.org/officeDocument/2006/relationships/notesMaster" Target="/ppt/notesMasters/notesMaster1.xml" Id="Re1e305beb3334bd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2c966d24b6d4c80" /><Relationship Type="http://schemas.openxmlformats.org/officeDocument/2006/relationships/notesMaster" Target="/ppt/notesMasters/notesMaster1.xml" Id="R79b29b62be694ab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1a71967c0cc4860" /><Relationship Type="http://schemas.openxmlformats.org/officeDocument/2006/relationships/notesMaster" Target="/ppt/notesMasters/notesMaster1.xml" Id="Rd3812d423c7648d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4c4044b79274006" /><Relationship Type="http://schemas.openxmlformats.org/officeDocument/2006/relationships/notesMaster" Target="/ppt/notesMasters/notesMaster1.xml" Id="R2d08e8583286484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ada3023d6844d6e" /><Relationship Type="http://schemas.openxmlformats.org/officeDocument/2006/relationships/notesMaster" Target="/ppt/notesMasters/notesMaster1.xml" Id="R27f3bf537df7417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67a204ad9a1476e" /><Relationship Type="http://schemas.openxmlformats.org/officeDocument/2006/relationships/notesMaster" Target="/ppt/notesMasters/notesMaster1.xml" Id="Ra9666f7377a04f4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0eac361a986430c" /><Relationship Type="http://schemas.openxmlformats.org/officeDocument/2006/relationships/notesMaster" Target="/ppt/notesMasters/notesMaster1.xml" Id="R06e6e6d6b14a42c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1f41b22b35449b1" /><Relationship Type="http://schemas.openxmlformats.org/officeDocument/2006/relationships/notesMaster" Target="/ppt/notesMasters/notesMaster1.xml" Id="R1abc76cfd2ac486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3a06507f71044cf" /><Relationship Type="http://schemas.openxmlformats.org/officeDocument/2006/relationships/notesMaster" Target="/ppt/notesMasters/notesMaster1.xml" Id="R313847531fb6441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f075730f67d4958" /><Relationship Type="http://schemas.openxmlformats.org/officeDocument/2006/relationships/notesMaster" Target="/ppt/notesMasters/notesMaster1.xml" Id="R71b6841a977c4cc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0aa9fd2da1641c6" /><Relationship Type="http://schemas.openxmlformats.org/officeDocument/2006/relationships/notesMaster" Target="/ppt/notesMasters/notesMaster1.xml" Id="R5ec5b45433af433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e29184d9892401c" /><Relationship Type="http://schemas.openxmlformats.org/officeDocument/2006/relationships/notesMaster" Target="/ppt/notesMasters/notesMaster1.xml" Id="R9c27ddf652754da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117bd24001ef4bae" /><Relationship Type="http://schemas.openxmlformats.org/officeDocument/2006/relationships/notesMaster" Target="/ppt/notesMasters/notesMaster1.xml" Id="Raaf27cf1c0c9408e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1321794e4f3f45a5" /><Relationship Type="http://schemas.openxmlformats.org/officeDocument/2006/relationships/notesMaster" Target="/ppt/notesMasters/notesMaster1.xml" Id="R94ed0d3ce7ae495f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dbda740210954810" /><Relationship Type="http://schemas.openxmlformats.org/officeDocument/2006/relationships/notesMaster" Target="/ppt/notesMasters/notesMaster1.xml" Id="Re1233c8d8ba24d3f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13af988d5c0048e1" /><Relationship Type="http://schemas.openxmlformats.org/officeDocument/2006/relationships/notesMaster" Target="/ppt/notesMasters/notesMaster1.xml" Id="Ree099a0469f24b42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94365ef6303d46c5" /><Relationship Type="http://schemas.openxmlformats.org/officeDocument/2006/relationships/notesMaster" Target="/ppt/notesMasters/notesMaster1.xml" Id="Rd606abdcbd8748eb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6374ce38b9df4e17" /><Relationship Type="http://schemas.openxmlformats.org/officeDocument/2006/relationships/notesMaster" Target="/ppt/notesMasters/notesMaster1.xml" Id="Rd7643fbb47f643db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356024f4c9c9400e" /><Relationship Type="http://schemas.openxmlformats.org/officeDocument/2006/relationships/notesMaster" Target="/ppt/notesMasters/notesMaster1.xml" Id="R396226f2f21a4b2d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c3ef1b2025044e7e" /><Relationship Type="http://schemas.openxmlformats.org/officeDocument/2006/relationships/notesMaster" Target="/ppt/notesMasters/notesMaster1.xml" Id="R0a017e2782c5476a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56d1aaf185fb456e" /><Relationship Type="http://schemas.openxmlformats.org/officeDocument/2006/relationships/notesMaster" Target="/ppt/notesMasters/notesMaster1.xml" Id="Re5e6b9a547da43bf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69f2086c61284ea8" /><Relationship Type="http://schemas.openxmlformats.org/officeDocument/2006/relationships/notesMaster" Target="/ppt/notesMasters/notesMaster1.xml" Id="R148bd9698d7f4986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d0865115fedb40f3" /><Relationship Type="http://schemas.openxmlformats.org/officeDocument/2006/relationships/notesMaster" Target="/ppt/notesMasters/notesMaster1.xml" Id="R8d521de0c9944a51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998f088eae1f4723" /><Relationship Type="http://schemas.openxmlformats.org/officeDocument/2006/relationships/notesMaster" Target="/ppt/notesMasters/notesMaster1.xml" Id="Rcfb425c0d5d2421c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b9e37e2c5579410f" /><Relationship Type="http://schemas.openxmlformats.org/officeDocument/2006/relationships/notesMaster" Target="/ppt/notesMasters/notesMaster1.xml" Id="R670ffe9248744a76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7f88c71825e545d8" /><Relationship Type="http://schemas.openxmlformats.org/officeDocument/2006/relationships/notesMaster" Target="/ppt/notesMasters/notesMaster1.xml" Id="R7550ec1470334720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a82ccca8ecbc4c94" /><Relationship Type="http://schemas.openxmlformats.org/officeDocument/2006/relationships/notesMaster" Target="/ppt/notesMasters/notesMaster1.xml" Id="R7cf4dcff8c8f412c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8419a1d2877f4d1f" /><Relationship Type="http://schemas.openxmlformats.org/officeDocument/2006/relationships/notesMaster" Target="/ppt/notesMasters/notesMaster1.xml" Id="R6bd956948b2d431f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b709e57361ff4654" /><Relationship Type="http://schemas.openxmlformats.org/officeDocument/2006/relationships/notesMaster" Target="/ppt/notesMasters/notesMaster1.xml" Id="R6ed308ac65fe4b29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8222ae9c87e046aa" /><Relationship Type="http://schemas.openxmlformats.org/officeDocument/2006/relationships/notesMaster" Target="/ppt/notesMasters/notesMaster1.xml" Id="R45620ea6bf4947ec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8aea6c0785a0420b" /><Relationship Type="http://schemas.openxmlformats.org/officeDocument/2006/relationships/notesMaster" Target="/ppt/notesMasters/notesMaster1.xml" Id="R06b3c295921a4639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92c6231c121546c7" /><Relationship Type="http://schemas.openxmlformats.org/officeDocument/2006/relationships/notesMaster" Target="/ppt/notesMasters/notesMaster1.xml" Id="R38492ea61b2c428c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94aafb4261194db3" /><Relationship Type="http://schemas.openxmlformats.org/officeDocument/2006/relationships/notesMaster" Target="/ppt/notesMasters/notesMaster1.xml" Id="Re0b0bbf8d602491e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96ff57bf2b5c4002" /><Relationship Type="http://schemas.openxmlformats.org/officeDocument/2006/relationships/notesMaster" Target="/ppt/notesMasters/notesMaster1.xml" Id="R8a5562703de74e8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66bbcc884443d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95cb01691a8487c" /><Relationship Type="http://schemas.openxmlformats.org/officeDocument/2006/relationships/slideLayout" Target="/ppt/slideLayouts/slideLayout1.xml" Id="Rab822ddb0b0e42e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b822ddb0b0e42e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86d72e47b54a75" /><Relationship Type="http://schemas.openxmlformats.org/officeDocument/2006/relationships/notesSlide" Target="/ppt/notesSlides/notesSlide1.xml" Id="Rb3528d813d3b45e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ac12f9ff804846" /><Relationship Type="http://schemas.openxmlformats.org/officeDocument/2006/relationships/notesSlide" Target="/ppt/notesSlides/notesSlide2.xml" Id="Rd290344367ec472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7f32cca2614318" /><Relationship Type="http://schemas.openxmlformats.org/officeDocument/2006/relationships/notesSlide" Target="/ppt/notesSlides/notesSlide3.xml" Id="Rd8939c6be66b44a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0989e48ad74c0f" /><Relationship Type="http://schemas.openxmlformats.org/officeDocument/2006/relationships/notesSlide" Target="/ppt/notesSlides/notesSlide4.xml" Id="R4603c1213a574d7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95e5f980404d8a" /><Relationship Type="http://schemas.openxmlformats.org/officeDocument/2006/relationships/notesSlide" Target="/ppt/notesSlides/notesSlide5.xml" Id="Raa036431656a48b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a860736ba14b54" /><Relationship Type="http://schemas.openxmlformats.org/officeDocument/2006/relationships/notesSlide" Target="/ppt/notesSlides/notesSlide6.xml" Id="R4bfbf5c1fb574b4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23d738c0e14c68" /><Relationship Type="http://schemas.openxmlformats.org/officeDocument/2006/relationships/notesSlide" Target="/ppt/notesSlides/notesSlide7.xml" Id="Rd1ceeb63bd4246c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08efea1ce74db4" /><Relationship Type="http://schemas.openxmlformats.org/officeDocument/2006/relationships/notesSlide" Target="/ppt/notesSlides/notesSlide8.xml" Id="R1dc5f3fde5f64e5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655cb8f36a43c2" /><Relationship Type="http://schemas.openxmlformats.org/officeDocument/2006/relationships/notesSlide" Target="/ppt/notesSlides/notesSlide9.xml" Id="Rc91ce1dced3543d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8b499a9d1f453c" /><Relationship Type="http://schemas.openxmlformats.org/officeDocument/2006/relationships/notesSlide" Target="/ppt/notesSlides/notesSlide10.xml" Id="R4d3edb8778c84b1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ec7e24484a47e8" /><Relationship Type="http://schemas.openxmlformats.org/officeDocument/2006/relationships/notesSlide" Target="/ppt/notesSlides/notesSlide11.xml" Id="R4b35e286805f4f6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4a3ab212014dce" /><Relationship Type="http://schemas.openxmlformats.org/officeDocument/2006/relationships/notesSlide" Target="/ppt/notesSlides/notesSlide12.xml" Id="Rb033f82587ea4f4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fa28e86fb442bd" /><Relationship Type="http://schemas.openxmlformats.org/officeDocument/2006/relationships/notesSlide" Target="/ppt/notesSlides/notesSlide13.xml" Id="Rd166c02e8eae4c3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300e251fb140ca" /><Relationship Type="http://schemas.openxmlformats.org/officeDocument/2006/relationships/notesSlide" Target="/ppt/notesSlides/notesSlide14.xml" Id="R5467cb4132b94f8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ec8791c02740de" /><Relationship Type="http://schemas.openxmlformats.org/officeDocument/2006/relationships/notesSlide" Target="/ppt/notesSlides/notesSlide15.xml" Id="R7c783b3da7b44d3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9b698af4694bac" /><Relationship Type="http://schemas.openxmlformats.org/officeDocument/2006/relationships/notesSlide" Target="/ppt/notesSlides/notesSlide16.xml" Id="Rb242aea7a03a48d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36be700ba1416b" /><Relationship Type="http://schemas.openxmlformats.org/officeDocument/2006/relationships/notesSlide" Target="/ppt/notesSlides/notesSlide17.xml" Id="Ra7d794e6c9eb491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83e560dfef488e" /><Relationship Type="http://schemas.openxmlformats.org/officeDocument/2006/relationships/notesSlide" Target="/ppt/notesSlides/notesSlide18.xml" Id="R3f382dcd7d594d5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58a55af4ec4b37" /><Relationship Type="http://schemas.openxmlformats.org/officeDocument/2006/relationships/notesSlide" Target="/ppt/notesSlides/notesSlide19.xml" Id="R2801271fc0cc48b4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9be3cda31c488b" /><Relationship Type="http://schemas.openxmlformats.org/officeDocument/2006/relationships/notesSlide" Target="/ppt/notesSlides/notesSlide20.xml" Id="R18b78ed7d2fb45aa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44bacf48aa4842" /><Relationship Type="http://schemas.openxmlformats.org/officeDocument/2006/relationships/notesSlide" Target="/ppt/notesSlides/notesSlide21.xml" Id="R4ff27d9d95d74dbe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9f9d14235f46c7" /><Relationship Type="http://schemas.openxmlformats.org/officeDocument/2006/relationships/notesSlide" Target="/ppt/notesSlides/notesSlide22.xml" Id="R2a761e2b9e7e42b6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688795cd144e68" /><Relationship Type="http://schemas.openxmlformats.org/officeDocument/2006/relationships/notesSlide" Target="/ppt/notesSlides/notesSlide23.xml" Id="R72fb8fa19a8d441f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112120b0964771" /><Relationship Type="http://schemas.openxmlformats.org/officeDocument/2006/relationships/notesSlide" Target="/ppt/notesSlides/notesSlide24.xml" Id="Rb13ddbf5b7b64986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8473ca7bca4c11" /><Relationship Type="http://schemas.openxmlformats.org/officeDocument/2006/relationships/notesSlide" Target="/ppt/notesSlides/notesSlide25.xml" Id="R56fae6bd699b4fc5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38d54199294ceb" /><Relationship Type="http://schemas.openxmlformats.org/officeDocument/2006/relationships/notesSlide" Target="/ppt/notesSlides/notesSlide26.xml" Id="R5f2cef7dff354b1b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98eb0dd92c44de" /><Relationship Type="http://schemas.openxmlformats.org/officeDocument/2006/relationships/notesSlide" Target="/ppt/notesSlides/notesSlide27.xml" Id="Ra42bd63acdec4ea1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4c02dcf38949f5" /><Relationship Type="http://schemas.openxmlformats.org/officeDocument/2006/relationships/notesSlide" Target="/ppt/notesSlides/notesSlide28.xml" Id="Rd82c12e3c8bf4c8d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3214911e294ea8" /><Relationship Type="http://schemas.openxmlformats.org/officeDocument/2006/relationships/notesSlide" Target="/ppt/notesSlides/notesSlide29.xml" Id="R4da03d8c30024d88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75779b02c94889" /><Relationship Type="http://schemas.openxmlformats.org/officeDocument/2006/relationships/notesSlide" Target="/ppt/notesSlides/notesSlide30.xml" Id="Rada0c35a456a430e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999b2a09b34a5c" /><Relationship Type="http://schemas.openxmlformats.org/officeDocument/2006/relationships/notesSlide" Target="/ppt/notesSlides/notesSlide31.xml" Id="R0b258d2f24b04016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b2a3060fa645ec" /><Relationship Type="http://schemas.openxmlformats.org/officeDocument/2006/relationships/notesSlide" Target="/ppt/notesSlides/notesSlide32.xml" Id="R744aeba583124a6c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91aa1fe9a144c3" /><Relationship Type="http://schemas.openxmlformats.org/officeDocument/2006/relationships/notesSlide" Target="/ppt/notesSlides/notesSlide33.xml" Id="R662761fc97214043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7b61a27e8b4569" /><Relationship Type="http://schemas.openxmlformats.org/officeDocument/2006/relationships/notesSlide" Target="/ppt/notesSlides/notesSlide34.xml" Id="Ra054ff8651d543d9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722890e7124379" /><Relationship Type="http://schemas.openxmlformats.org/officeDocument/2006/relationships/notesSlide" Target="/ppt/notesSlides/notesSlide35.xml" Id="Rf49821dda15d494e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1cca9a7dc54da1" /><Relationship Type="http://schemas.openxmlformats.org/officeDocument/2006/relationships/notesSlide" Target="/ppt/notesSlides/notesSlide36.xml" Id="R4f679370b535474c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d3c34e52524143" /><Relationship Type="http://schemas.openxmlformats.org/officeDocument/2006/relationships/notesSlide" Target="/ppt/notesSlides/notesSlide37.xml" Id="Rf33db79139324051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618a6f50ab4122" /><Relationship Type="http://schemas.openxmlformats.org/officeDocument/2006/relationships/notesSlide" Target="/ppt/notesSlides/notesSlide38.xml" Id="Raec7083c53554a32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31611981fd4a7c" /><Relationship Type="http://schemas.openxmlformats.org/officeDocument/2006/relationships/notesSlide" Target="/ppt/notesSlides/notesSlide39.xml" Id="R6fd0d0c73a2d4846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e5da30afcc4a0b" /><Relationship Type="http://schemas.openxmlformats.org/officeDocument/2006/relationships/notesSlide" Target="/ppt/notesSlides/notesSlide40.xml" Id="Rd980ae6e02e54f6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AE9A55-950D-46D7-A711-B7785B89F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88A4ED-0172-4A05-ACC6-A7FE49E18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334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Orthographic Projection of Solids: Orthographic projection of right regular solids (Resting on HP only and inclined to 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3DCBE7-51C3-470D-89DD-085056C79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5810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Subject: Computer Aided Engineering Drawing for ME Stream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Code: 1BCEDM103/203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Depth pass: 9 -&gt; 40 slides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FB3386-2FDC-4F4F-A879-BA40C557F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C4C4C4-6B8C-4921-960E-22BDAFB69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51DB89-5058-4093-8A9B-798788FE1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Foundation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62E822-6BE5-4C25-B8DE-AF7529295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B7E709-02EE-4380-B43F-E140655A6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A7E345-2E77-4D66-AD06-527DB6774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28D065-5D71-41F9-9F77-43D188A31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Worked example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8E63C8-EDAC-40CF-A8F1-CFFB11CB0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AFEF16-4618-477F-8284-20B277DAD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 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3430D3-6BA6-4E8D-A7D7-27AD9F60D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ME Stream</a:t>
            </a:r>
          </a:p>
        </p:txBody>
      </p:sp>
    </p:spTree>
    <p:extLst>
      <p:ext uri="{BB962C8B-B14F-4D97-AF65-F5344CB8AC3E}">
        <p14:creationId xmlns:p14="http://schemas.microsoft.com/office/powerpoint/2010/main" val="205420223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1D71A3-CCDE-4795-B44D-F60B0436F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AFB650-D308-4871-B58B-B0566DA44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Teaching journey for the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0EFF10-4A2B-45A4-846F-1CEA34691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481473-C7E1-4BEE-887C-11A002FD9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7AB99E-84AB-4BBF-9246-A52D1F5B3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Motivation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D46F1E-9437-408D-8F74-9F2736EC6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4C9759-9BC8-4557-99D5-C4D0CE984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4FBC3E-7B4E-42E5-A455-74B1919DE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315AED-521D-4EF9-B1A2-4BCF6D344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5657C1-D226-4AB5-8F57-6D9A6693D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6BD133-BFF0-4D9C-AD32-49ED95E11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29597D-1848-4FD3-B7DE-CF72B8862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AC812E-5DC6-4950-850D-8E06D0C13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Recap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4C7D6F-D673-4C13-AB15-371C1A069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914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Every major syllabus topic is expanded through purpose, structure, working, example, application, and exam perspective.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Topics are scoped to the official syllabus; no unverified previous-year questions are inserted.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Where the syllabus names textbook sections, the deck records that mapping for lecturer traceability.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70AED4-813D-486B-8001-23ABEE339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ME Stream</a:t>
            </a:r>
          </a:p>
        </p:txBody>
      </p:sp>
    </p:spTree>
    <p:extLst>
      <p:ext uri="{BB962C8B-B14F-4D97-AF65-F5344CB8AC3E}">
        <p14:creationId xmlns:p14="http://schemas.microsoft.com/office/powerpoint/2010/main" val="150956139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1B530F-7497-42EB-8D8B-4FC4BFBB9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01B022-DB87-472F-A997-6462F56EE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Official syllabus topic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1ED1D4-0661-41DC-904C-034427F83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FAEFCA-3089-409D-BC1C-EF5CA72E8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9E500C-0DDE-4BC4-BB6D-A3EE40DFE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#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418AF9-8949-4FA1-BFA7-0C7578E96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1BCEEF-9A96-4CAF-9F82-E4329B055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240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956C6E-6E66-42F6-B1B8-C4F9FA471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DA1E91-4456-4022-976E-CEAEC7943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Orthographic Projection of Solids: Orthographic projectio...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3F25A4-9A79-4863-9CA2-346B9D68D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193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01211A-E4E4-43D3-B8A2-528A1AF9E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838544-FB13-472A-B327-2C0CC5653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146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Cylinders &amp; Cones.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422A75-FE98-4A0C-A2B0-81FA146DC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146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E30254-8F6E-4754-B032-5F77ACCBF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ME Stream</a:t>
            </a:r>
          </a:p>
        </p:txBody>
      </p:sp>
    </p:spTree>
    <p:extLst>
      <p:ext uri="{BB962C8B-B14F-4D97-AF65-F5344CB8AC3E}">
        <p14:creationId xmlns:p14="http://schemas.microsoft.com/office/powerpoint/2010/main" val="214537439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8633E2-58D5-4D0A-AB10-97C563F3E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498FFE-F5D4-473B-B69C-ECF2FC4E2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Textbook and source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E9D2AD-2007-45DF-9C9B-7443CCC61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E468AD-20C0-4081-B03B-CC15EDC63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380B5B-B99F-4560-91C2-281B152FC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28618D-0479-4747-947C-16B589B39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049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Prescribed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9B4AF6-6ED3-4384-A2EB-8F3A1DAA9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PPTX 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AE7CF4-3488-411D-BFAF-F06FEA02A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Orthographic Projection of Solids: Orthographic projectio...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22F56F-0E38-433A-B5CD-5038D8705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574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FA5F90-DABB-4882-AF34-0AB9C803B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574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211283-AC85-4F60-B092-BE25F3E9F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Cylinders &amp; Cones.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D097BB-796D-40F3-9914-DC41331C3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098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83AF28-EBB9-4063-AC6E-468FC1EDD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098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8753FA-394C-4507-8249-AC73DCE45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ME Stream</a:t>
            </a:r>
          </a:p>
        </p:txBody>
      </p:sp>
    </p:spTree>
    <p:extLst>
      <p:ext uri="{BB962C8B-B14F-4D97-AF65-F5344CB8AC3E}">
        <p14:creationId xmlns:p14="http://schemas.microsoft.com/office/powerpoint/2010/main" val="65632409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F84A6E-3E21-4EA5-93FD-971E03B69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6DD023-AD38-420E-A67C-D3625FF83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terms before detailed teaching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B74ED5-A11D-4B80-A752-67CB9D990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59EEF7-7EDB-4251-97DF-B786880C9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79DC57-3DA8-4C5D-8D44-84678F19F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Orthographic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05C05A-D9A7-4EB5-A4DC-9CF6337F9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Projection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99C58D-2F23-4142-96E6-082AA1D6D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Solids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1048ED-3C12-4FCC-9E3E-2B34DBDAA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right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0C4870-F06D-4D22-9191-08A205AA5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regular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C38CC9-C5F2-4C8C-A6EF-54B33D69A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Resting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904C98-D71A-4F6F-AFA5-960D2033C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only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FAE54A-DDF2-4D60-9B15-B20FE5509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inclined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9D4511-888C-4753-83AC-5D7EA6C10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both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9BB978-25C6-43EE-9EA4-3C5B2AA96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planes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EC798A-791D-4217-8638-58959F3DC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0550"/>
            <a:ext cx="914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Use these terms consistently in derivations, diagrams, programs, explanations, and exam answers.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Students should be able to define, connect, and apply each term by the end of the module.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9856BF-5CAC-4EB2-B5C1-35568ECA0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ME Stream</a:t>
            </a:r>
          </a:p>
        </p:txBody>
      </p:sp>
    </p:spTree>
    <p:extLst>
      <p:ext uri="{BB962C8B-B14F-4D97-AF65-F5344CB8AC3E}">
        <p14:creationId xmlns:p14="http://schemas.microsoft.com/office/powerpoint/2010/main" val="193002683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D5EF8A-4E2A-4FE6-A976-7A4D88011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CB677A-B883-4607-9ECD-15587A886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197363-3E8F-4784-9D70-386C09C87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72CBAE-E645-4492-A65F-4A79FD9CB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2C2392-721C-4C34-A0E2-2CBDD3E2C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Orthographic Projection of Solids: Orthographic projection of right regular solids (Resting on HP only and incl...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C8D320-D03E-422C-B218-AA36E09EB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Orthographic Projection of Solids: Orthog...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0B3CF6-2328-4B2B-8633-52984B567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D61211-BE45-415B-A856-0EEE2FAFE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ECA58A-07EB-4A32-9598-97893BD3E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D3B9D9-9AB8-46A8-9F49-545C50BBB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329B2D-BF98-4789-8909-315AFF6A7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4CAC43-7EF9-471A-B223-DABF77375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A7E304-5DEA-4565-9DA3-1FA4EFCD4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3B5CB1-DB89-45EC-B312-9F7E26CD6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0D9900-99BA-4663-A683-26F8A4B17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F25075-5332-423F-B801-A4F32A5B4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ME Stream</a:t>
            </a:r>
          </a:p>
        </p:txBody>
      </p:sp>
    </p:spTree>
    <p:extLst>
      <p:ext uri="{BB962C8B-B14F-4D97-AF65-F5344CB8AC3E}">
        <p14:creationId xmlns:p14="http://schemas.microsoft.com/office/powerpoint/2010/main" val="134991770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1A7885A-02E6-428F-A8C3-22DA0DF10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BAA234-74BC-4D7B-817D-42EA43613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A7DF0E-3469-4003-BAF6-293AF1215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3132CF-C83F-4863-B634-3465C381B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611C60-F860-413B-92DD-FCADFCAD1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A4C1F2-6D7B-4442-AF05-18C933EBA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E6B280-0854-47F0-92AE-8A2ED1692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FA5DB4-FB1E-4D97-AC5B-61793CD81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0A94C8-CF0B-4D44-A5CC-48F83EEF5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Orthographic Proje...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0EEA7A-30A8-4CE9-808C-C093F67E2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7E1C5B-2B4C-45F7-A950-272748E01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3D3C41-4DF0-4514-A696-51196F801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Orthographi...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159D07-BBBC-4920-8292-8453A1414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5905ED-D98E-400B-8672-DC590DBB6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A0D235-183C-4BAF-B727-ECA9FCD62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Orthogra...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EACE11-7E00-42D4-80E7-12DB997A4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212E9C-E272-4376-AD8B-D21FDA138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3F0CFC-7509-42BF-B746-C0C11C88C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Orthographic Pro...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31C5AE-FBFF-4E7D-9624-BA4B5B154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EFCAC2-9EE1-4139-9AEF-C38BA1B67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915B2A-76F1-421D-AED3-B1066FFB2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Orthographic P...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F88C1E-4DF6-4491-87F1-C03FC4B88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69C5F8-F264-429C-9645-924BC2DCD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ME Stream</a:t>
            </a:r>
          </a:p>
        </p:txBody>
      </p:sp>
    </p:spTree>
    <p:extLst>
      <p:ext uri="{BB962C8B-B14F-4D97-AF65-F5344CB8AC3E}">
        <p14:creationId xmlns:p14="http://schemas.microsoft.com/office/powerpoint/2010/main" val="178637377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AA1387-932E-4E73-870B-14F5DADC5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F77EEE-8F49-44E9-BCEA-44C98FE28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08C992-B843-4F3C-B831-DEC2787A6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FED377-D31C-4C91-A794-377772191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C54145-2575-4E41-A89E-6A387A3AA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E09612-388F-4828-8A1D-B25095B61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1ABDB5-53A1-4CF4-A181-95DD29653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862F34-BE5D-46C8-A90F-170EE9A5E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F48779-3B7E-4E89-8E95-2B1C7CBB5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576A11-6D7C-412F-9744-92C1E15D2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5C152C-37FB-4435-B122-7E8D001DB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514E58-6DCF-449C-A4F9-6098B756E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9B40C7-642C-464F-A2FC-F80164245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1AB7DC-3168-4C57-BCD3-BBF2A6B77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311BDA-DAAD-4A34-9FBD-51D2925AA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ME Stream</a:t>
            </a:r>
          </a:p>
        </p:txBody>
      </p:sp>
    </p:spTree>
    <p:extLst>
      <p:ext uri="{BB962C8B-B14F-4D97-AF65-F5344CB8AC3E}">
        <p14:creationId xmlns:p14="http://schemas.microsoft.com/office/powerpoint/2010/main" val="192766401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A95588-42A2-44E7-BC29-15EBDF560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5B2CAD-C09B-4870-A7D7-CDF18BAA7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DA121F-E5D7-46C9-BB7E-39B320987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48941D-218A-459D-964C-E231DC6E4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9A8C0B-0D93-4205-B755-E4AE8C7B2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0C374A-CA17-4BC4-8CAE-60C0204E1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Orthographic Projection of Solids: Orthographic projectio...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83F677-502E-495E-AF80-43CE1B237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4EF3DC-B8C1-4257-BCDB-CCFBE30FA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BEE20B-2142-4DB5-9AAF-C2C25B58A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F61D05-DE5D-4B84-8DD0-EE0CE4935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66F87C-7F60-4717-9CCB-E6D78A4B4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ME Stream</a:t>
            </a:r>
          </a:p>
        </p:txBody>
      </p:sp>
    </p:spTree>
    <p:extLst>
      <p:ext uri="{BB962C8B-B14F-4D97-AF65-F5344CB8AC3E}">
        <p14:creationId xmlns:p14="http://schemas.microsoft.com/office/powerpoint/2010/main" val="105343162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BECB20-2040-4B78-9FE0-F66C64D3A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B7153F-23D9-4F7E-BB25-926381244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8D738B-EECC-415C-93F8-E3F57725F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B8F246-8CC6-4BE2-93B9-060DA843F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D7BCC5-0B97-431E-8FB7-9DE6342D4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Cylinders &amp; Cones.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F818EB-2A74-4D52-8E68-7C9C8DA68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Cylinders &amp; Cones.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E24274-E52C-4E67-AC5D-B64482BB9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AFBF0F-F12A-4571-AC78-BB8F2BECD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B3A114-DF61-4388-AF1B-B4DBC367F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4B0D03-F432-4979-9313-F2B57A03B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ADC8AD-49D8-4D02-92E0-97B83A655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08E68E-3046-4DA3-ABE5-6432A929B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DDF473-749D-4FD1-9AB7-A2EA4C9EE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805AF5-E227-4F5B-BFCA-3AD974CA7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6E5967-D250-4227-B10B-4D98EDD54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D0D14F-D7AA-4D42-A996-4DD6AAF60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ME Stream</a:t>
            </a:r>
          </a:p>
        </p:txBody>
      </p:sp>
    </p:spTree>
    <p:extLst>
      <p:ext uri="{BB962C8B-B14F-4D97-AF65-F5344CB8AC3E}">
        <p14:creationId xmlns:p14="http://schemas.microsoft.com/office/powerpoint/2010/main" val="202911984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7641D8-1172-4C40-9871-62D18A7B1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0FDAB2-411A-4C68-A527-B15C9F062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A5D46C-A009-4A0F-89B4-099F7FAC9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37AF42-E8B6-4F54-A788-3E30B6C64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41D8ED-F616-4AC2-8D53-2693C60A1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5E4A19-FB2B-4968-B17A-403E43D21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83A6B3-83D8-4478-A28E-7586CD790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DD21C5-5274-4449-AE92-6D3984160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5C617D-0EFD-4FC0-9798-038DD9EB0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Cylinders &amp; Cones..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9F281F-3983-4C1F-907B-196035D69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68BB36-8A91-4354-AAE4-2C63C6D63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9FDE5E-224D-41AF-9A6C-5EDE6DAB4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Cylinders &amp;...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3CE675-87D7-4A85-AFB4-F79833D95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77DD3B-23A3-43C3-983B-553DE7E7F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C10E57-797A-484A-B972-D86A42F3F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Cylinder...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B59C4C-C5A5-435F-B3C2-86C5C1BE5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F9650F-FC55-4763-A396-8D9FAEAB9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85934E-C919-4315-98FB-530502E33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Cylinders &amp; Cone...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60C345-1981-4278-9BBB-0022993D7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D06D1C-7C78-4BCB-9EF8-6998EBFEB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39DA04-5993-4FE2-A6DF-7801D366C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Cylinders &amp; Co...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57142F-C58D-4B9C-B376-500E1A782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796DC0F-07A1-48AC-853D-95C74355A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ME Stream</a:t>
            </a:r>
          </a:p>
        </p:txBody>
      </p:sp>
    </p:spTree>
    <p:extLst>
      <p:ext uri="{BB962C8B-B14F-4D97-AF65-F5344CB8AC3E}">
        <p14:creationId xmlns:p14="http://schemas.microsoft.com/office/powerpoint/2010/main" val="112814797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B2B1E8-9620-4039-A942-93E9AD78A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FD9199-17A8-48B3-B904-8A5095101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493F83-A605-4623-9432-B0159F9FE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77799B-9954-4BBB-92AC-B0B84D309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FA78E8-8CC6-4AB0-A9D3-DB31B9000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CEFE09-6035-4948-BAD1-225739594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5E3EEA-8758-4872-93DE-F6233566D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4F06CA-4E0B-47AC-9EA1-D729AC055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DB8828-0E54-44A0-9F48-9D6CE6595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00A7EF-AE78-4ACC-8278-F4D4682DF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7612C0-1BA4-48C2-AFAC-4934C5053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C09D20-1006-4701-837C-AEE92347D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6D86E2-7C6F-45CB-8FD3-043A5F10E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D850FA-4B1B-4D8C-9BF1-A67ACDBB5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4752C3-1495-435B-B66F-EA07A1121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ME Stream</a:t>
            </a:r>
          </a:p>
        </p:txBody>
      </p:sp>
    </p:spTree>
    <p:extLst>
      <p:ext uri="{BB962C8B-B14F-4D97-AF65-F5344CB8AC3E}">
        <p14:creationId xmlns:p14="http://schemas.microsoft.com/office/powerpoint/2010/main" val="166963627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1125F2-B93A-4612-8EBA-C4B1709E7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2343CE-0DF0-451F-A322-C8002400E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78AEF0-754E-4904-82C3-210821BD7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0D6949-C2E5-4FA1-A2F6-2A3DF3F41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1DC3F0-FD22-44B9-AFCB-09F464993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701EF1-BA1A-4F6D-B25D-ACC458607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Cylinders &amp; Cones.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05C954-C9BA-4BC6-AA35-435DEF44E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32D688-6C30-4AE2-BD28-BF9697E19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A8A0EA-A53A-4024-90FC-ADE110CB8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9514A4-7C37-4959-B2CE-9B09542B3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B45194-8A97-44FF-9CFD-C4C7A9E78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ME Stream</a:t>
            </a:r>
          </a:p>
        </p:txBody>
      </p:sp>
    </p:spTree>
    <p:extLst>
      <p:ext uri="{BB962C8B-B14F-4D97-AF65-F5344CB8AC3E}">
        <p14:creationId xmlns:p14="http://schemas.microsoft.com/office/powerpoint/2010/main" val="90647710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E7D15F-7063-4228-84F7-A22B4459B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08933F-DFF8-43FA-95F7-E43EEB9FC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Module concept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1605C3-CF0A-416C-816F-9D699BFA6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931C44-D382-45D4-A0CF-B5D174405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6C3CB8-1260-4D23-8D1F-54BB00B05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 or need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Core ideas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 / method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Worked example pattern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Applications and exam answer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6E2465-07E9-4DB8-A030-336BD05BE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ME Stream</a:t>
            </a:r>
          </a:p>
        </p:txBody>
      </p:sp>
    </p:spTree>
    <p:extLst>
      <p:ext uri="{BB962C8B-B14F-4D97-AF65-F5344CB8AC3E}">
        <p14:creationId xmlns:p14="http://schemas.microsoft.com/office/powerpoint/2010/main" val="151650639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263923-3D00-410D-8348-F164C3F54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A5D17A-8181-4441-9334-A2DFAEAA0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definitions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231918-6B6B-4A28-A7B8-34D0839E2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1FEC08-1887-466B-8650-87A322E73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47888D-7462-4E7D-B32F-DC2E5EC34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Orthographic: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Projection: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Solids: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right: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regular: define using the syllabus context and one example.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C9A5C4-7EAE-47E3-B38E-48DDB66C0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ME Stream</a:t>
            </a:r>
          </a:p>
        </p:txBody>
      </p:sp>
    </p:spTree>
    <p:extLst>
      <p:ext uri="{BB962C8B-B14F-4D97-AF65-F5344CB8AC3E}">
        <p14:creationId xmlns:p14="http://schemas.microsoft.com/office/powerpoint/2010/main" val="115185928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91547E-0F05-4DF2-9236-3ACE7901A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514CB2-62E9-40C5-AA70-F4E58A7B2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Important formulae / diagrams /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A00C9A-3E91-40CC-B41D-61CF3F27E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447840-00F8-438D-B747-446932BBD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8400CF-61F0-46B8-8AD5-F067C2F7A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Model/geometry: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Working principle: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Procedure: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Application: prepare a labeled board version for exams and classroom explanation.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F7567F-99EC-44E0-9E7A-917509318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ME Stream</a:t>
            </a:r>
          </a:p>
        </p:txBody>
      </p:sp>
    </p:spTree>
    <p:extLst>
      <p:ext uri="{BB962C8B-B14F-4D97-AF65-F5344CB8AC3E}">
        <p14:creationId xmlns:p14="http://schemas.microsoft.com/office/powerpoint/2010/main" val="194303151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5C9F53-91F3-4287-910B-F8B42D1E4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1DB831-8C7E-4C00-BD38-572B39E18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mistakes and corrections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7A5725-B948-4283-B73F-1C857D3BF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718971-95EF-4D83-84FC-052014335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F8F965-6ADC-474E-9493-F4C0974FA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Leaving the diagram, assumptions, units, or construction sequence unlabeled.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Use diagrams, units, intermediate steps, or scenario context wherever the answer demands them.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Do not replace explanation with topic-name listing.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5E2CCD-0499-4289-8441-9CBDCFABF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ME Stream</a:t>
            </a:r>
          </a:p>
        </p:txBody>
      </p:sp>
    </p:spTree>
    <p:extLst>
      <p:ext uri="{BB962C8B-B14F-4D97-AF65-F5344CB8AC3E}">
        <p14:creationId xmlns:p14="http://schemas.microsoft.com/office/powerpoint/2010/main" val="22601022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B0FFA4-171F-45EA-8208-A8BD02BC7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828D7E-81F1-4E30-9DE6-7E6065572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Practice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3ED7EC-B1B6-434E-A71E-325A7B2B7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B44B5A-9283-4416-A755-6B2694659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4E4A8D-7449-4585-BFCC-F78BF3844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1. Explain Orthographic Projection of Solids: Orthographic projection of right reg...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2. Explain Cylinders &amp; Cones. with a labeled example and exam-ready conclusion.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96E7D0-EB29-4CF7-B8CF-2F568EB7C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2445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033"/>
                </a:solidFill>
              </a:defRPr>
            </a:pPr>
            <a:r>
              <a:rPr sz="1425" b="1">
                <a:solidFill>
                  <a:srgbClr val="182033"/>
                </a:solidFill>
              </a:rPr>
              <a:t>Note on PYQs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974C96-6AC9-4BC0-A6DE-BD75FC2C8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244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No repository-verified VTU previous-year question source was found for this module; these are practice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04398A-7925-499E-A2C5-140565784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ME Stream</a:t>
            </a:r>
          </a:p>
        </p:txBody>
      </p:sp>
    </p:spTree>
    <p:extLst>
      <p:ext uri="{BB962C8B-B14F-4D97-AF65-F5344CB8AC3E}">
        <p14:creationId xmlns:p14="http://schemas.microsoft.com/office/powerpoint/2010/main" val="98626010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3B51F21-F307-4D35-8F53-B4AD3A42A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2E0FC3-E262-4F02-BCD4-E1A45587D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Cylinders &amp; Cones.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F4A11D-A3E7-45E8-9197-862A6C07B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73C22E-F1FF-4DDD-971A-A63430AE7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D1223C-39F7-4F35-BD69-B86E8C0E2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5227F0-5100-48AD-A8D6-AAD56D0DC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72C3D5-C69C-4EC1-8801-399BB4B79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D3EB40-2866-45BD-8DD2-8125CEEEC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C43C35-0F0C-426E-846B-4563FE6B6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99E9B0-3C32-4988-AAFE-4C6444CAA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9E56B7-6733-4640-9DF0-E78BE3C5E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B60BC6-4A40-486E-9E5F-CCBE18689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FD3BC4-2FA8-42C1-BB6F-3B06277CA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A2D132-C5F4-4079-92C3-E75C60635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DAD7FB-F2BE-4DAB-81F0-02FB9153E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93AF46-E15E-47A7-B39B-D16E36902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954941-AAE1-4485-9858-776433069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07DB3F-0EAC-4F11-8D28-49C90C3A4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28A5E5-FE74-455B-9FE5-279EA966F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8005DB-898E-4A92-AA40-11295BB4E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F8C16E-8EB8-4D56-9336-D6B5107FA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304368-1348-4BD7-98D7-4910B5A21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EA9098-68F8-4A8E-954B-5AECD7315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77BA304-03AA-4BE3-A2D9-395357C59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33CF4E2-0E5A-4D82-8581-82F07B852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BD7DFB1-86AF-4180-A7C8-BD1973B6C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89FE9D7-F33B-437B-926A-D9A3C2966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EB6BCDE-9BE7-4721-880A-55EB7511F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C421514-F6E4-45EF-A935-F586D004D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899E5BF-5D04-42E4-843E-25ABB65F1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DEB7314-673C-4FD9-B81D-23ED01DB5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E88EA83-9C37-4A23-BE61-F6ACD6C08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ME Stream</a:t>
            </a:r>
          </a:p>
        </p:txBody>
      </p:sp>
    </p:spTree>
    <p:extLst>
      <p:ext uri="{BB962C8B-B14F-4D97-AF65-F5344CB8AC3E}">
        <p14:creationId xmlns:p14="http://schemas.microsoft.com/office/powerpoint/2010/main" val="125669785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5988F06-9F5E-475B-80E5-57A0BA9B7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74BFDF-507C-4ED3-A568-5030CC7F4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Orthographic Projection of Solids: Orthogra...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9A0DA6-6653-433D-B48E-E4912E719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C54575-20E3-4B85-9833-FD589A76B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224472-6924-4119-B38C-2213BCF5B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28F01D-E224-4A00-86FB-FB8CE0FD5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1F8B16-8933-49DE-92DC-65ECC0F1E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A02219-3DF2-442F-99E4-76A8C24F1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7F28DA-5D8A-4917-9244-E344D84E5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3302B3-49CE-4095-8B29-0BBF99A07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174965-5664-4AAC-BC0E-33E7E2515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85E4B0-F407-4AC6-AF4B-F9E5638E6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E3E50C-7475-41B1-AA4E-5C16C6B14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99E26E-D37F-4798-BF08-A2ECC82AF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0D41CD-6FBD-48A6-A224-8A17F5A02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989A5F-ADCF-46A7-B0ED-AB90E37F0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A69AEE-4656-4F1D-B425-46D1A76F3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D86F50-25EE-4C55-8258-28BEB1DF3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E0A67C-C4EB-41AE-BB7B-924941F93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74C743-9545-485D-B317-D7D6A8FA3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26DBD2-F32A-40DE-801F-4F2639ACD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2E46C89-8B42-4C11-A1A0-E84AADC14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224DD39-5A57-4205-815C-E9AF581B3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224C19F-F41A-4F6A-A2CD-4E1E83C80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7F38A8B-1991-4C61-8645-09BB38125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22DBD13-D6C7-461C-A235-0A7807E2C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86554DC-C18C-4F42-A3F2-7800ACEDF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81B172A-DED2-42BE-A8A3-278276194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E49D00E-7238-4ABF-B992-F8FAD207F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E135376-5413-4EDE-8C32-3181B0A11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9A220BE-74C0-4C09-8116-DC943A679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F04F544-9ADD-4242-BEC7-C86EF3684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ME Stream</a:t>
            </a:r>
          </a:p>
        </p:txBody>
      </p:sp>
    </p:spTree>
    <p:extLst>
      <p:ext uri="{BB962C8B-B14F-4D97-AF65-F5344CB8AC3E}">
        <p14:creationId xmlns:p14="http://schemas.microsoft.com/office/powerpoint/2010/main" val="356055242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8F3139C-B90C-42E1-A27C-7E3E6BAD9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F61FA3-1780-41A9-A055-142545E18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Cylinders &amp; Cones.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132181-F671-470E-9E18-7651278FB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8FA062-D39D-496D-ACFA-7DFF6F64A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FA8B2E-CC1F-477C-A63C-0154E0D02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46F0AB-FB50-4715-8874-12CE11EE1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98CC41-9897-4425-B702-3FC1B1CD0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DF53EE-A16F-4EBC-87B7-A96916AAB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05CEBC-393E-4CCF-AD2E-96DCFA784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1CA8FE-F9F6-470E-A7FE-45AE4566E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476D71-5A88-4978-8B72-55261262B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2D8650-9280-49CA-966C-7E424AB2E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637932-82D6-48CA-9AC8-21B691CA9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DC220C-9381-462B-9360-3807EADCD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98B9DA-12FD-4C7D-B357-49C940670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802CC1-BE12-4893-A8C4-9CB013BE8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F5D5DD-D297-48DB-B6B1-6C0255026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439EA7-CF64-4CE8-9692-EC0E2EA72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799594-49F2-4DA2-B233-3277A56BE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8B92EC-6B21-42BD-8283-6B1044F6B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D76A6F-3C1D-4EBA-A234-BA2DA360F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98C959-69EB-4BAA-A9C0-919667035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645CB3-F46F-4BD5-826D-719AC4ADA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C4C2C7B-C2C0-4B67-AC6B-471EF7A6C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F4DF63-DFC9-49DB-86C6-CD381BD83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5264B2A-DAAB-49B4-B86D-654BCFE1B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FB1C3BD-ECA1-4EB2-B048-85436A197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1822844-27AF-476C-BABC-2D149626E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EFD65AA-D2EC-4630-9E48-8CAED98FB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BCC311B-FE18-427B-A551-D0B972650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1F2E564-BF2F-43E2-B2B6-9E4265C02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0219FD2-1A28-49A6-92E0-8CFBC885F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ME Stream</a:t>
            </a:r>
          </a:p>
        </p:txBody>
      </p:sp>
    </p:spTree>
    <p:extLst>
      <p:ext uri="{BB962C8B-B14F-4D97-AF65-F5344CB8AC3E}">
        <p14:creationId xmlns:p14="http://schemas.microsoft.com/office/powerpoint/2010/main" val="118749956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0D613D1-F1A7-45A9-88F4-9962DF211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FF79E0-D096-4B5D-9962-323796DA7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Orthographic Projection of Solids: Orthogra...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CBD6CB-9400-48BA-8E69-8E72A1FB5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E121D0-D805-4FD2-8F8A-EB3C8200D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97E5FC-DAC2-4A96-965C-D5DDCBE7A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3057EA-AFAA-4BEF-B867-1320E4360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71417F-9DAD-4409-B9D1-C67394FF3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6FD408-9B96-4B37-8677-F7F2B700A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DB7D81-231D-4179-A6EB-CF98D69E4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07F88C-3AA6-42CF-A18A-A3730E9D1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6999C0-EBAF-4330-AEE7-B8E721FEC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77E1CA-1E40-435E-BF15-A38787C57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DB8460-E9BC-48A3-8E39-F659FE484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D1AE50-FA8E-4100-8F04-DB2C51034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FD67C2-3C43-4906-AF09-A8CCC76EC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4B5142-04BE-490A-A972-3C0AA2AB4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BBC903-8C29-4295-A165-7213900AE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31729E-08F2-4FA7-8B8D-EBD976537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85E557-CD60-4CD1-BF45-15C3C4E5E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2711BA-9DFA-447A-BCFD-75E54B41A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D92297-D462-4C44-AA93-F0165468A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807E84-7801-4823-A85C-2ABDB816E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805BFF-D233-42DC-B394-49B78046E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92E3C39-0682-4472-A641-47822B8C6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FD2F954-60A1-4FBB-B903-728A35E32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603058D-0050-4DFA-9FC8-5D3E10833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91B7A07-E686-4FEA-BCE7-E58768A28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AE1C1CE-07E2-4020-9D42-2F77D06C0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400060B-D863-46E8-B73A-700F90026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88DEEDB-0988-4069-9810-166A84362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FB364B7-3DD4-42DC-AE3B-4559B2F65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68B32BE-9D6F-4A3A-BE25-B786F6406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ME Stream</a:t>
            </a:r>
          </a:p>
        </p:txBody>
      </p:sp>
    </p:spTree>
    <p:extLst>
      <p:ext uri="{BB962C8B-B14F-4D97-AF65-F5344CB8AC3E}">
        <p14:creationId xmlns:p14="http://schemas.microsoft.com/office/powerpoint/2010/main" val="1431164940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5841A30-D724-46F5-8D73-FEF3C5D76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A92DBE-21F8-4D7F-B14E-21E286312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Cylinders &amp; Cones.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63161E-F045-444B-95FF-F6A4C4D0C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6EFE5F-8F43-4DB0-BFB3-97F6FC6A9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794889-DDF4-4F95-B250-E0143A645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BBEC38-ECCC-456D-A2B2-DF09B9751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00FE1C-2637-4FEA-84ED-E31C0CA85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1DB01C-3275-40A0-8525-B839858B0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F09973-59B6-442E-841E-803DC0D34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77FEFE-A45A-4DE4-9473-9304FC433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B033E2-E20A-40D1-90ED-9E85D9A58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EC911C-7B4B-4C6C-B09B-CE5523E03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A00F3B-D21A-47BF-A124-D730B0786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883910-14F7-4289-A17C-C0CC7BF93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C15F1C-4A9C-431A-AF92-5BBE9C2AA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14B5F8-DCD5-47A7-BF3A-146B44829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ABCE3D-DC02-4AAA-B9FA-5B1946B0E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7EE9C5-D94C-405F-9C9E-E36136D4F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BDE456-D2ED-4EB9-B9E9-756AA38C0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B09026-9F01-45B1-AFB7-D13D5A9A6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46F243-033F-40EF-8D84-C7379D926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71789E-A130-4586-9CA5-F7C40A0F0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39F000C-1DDD-4CCB-AF47-F39285E3F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F4A80A5-FF14-43B3-8142-96440B1B5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12D918D-72A6-4AEC-B49E-132EEFB4A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3BE7417-91C1-4CC0-90E6-805374E06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445F757-51D6-4595-9EE1-1F052079A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2C871B0-3710-4EA8-BD84-DE23EDD68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5F74CCC-1CFB-44D8-B664-2C254B0F0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4CA171F-8D1C-4285-B832-47DB5CA13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E37CC83-BD95-4ACF-8E71-F130E2FAD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F5DE744-BA93-48B5-8FC3-435356416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ME Stream</a:t>
            </a:r>
          </a:p>
        </p:txBody>
      </p:sp>
    </p:spTree>
    <p:extLst>
      <p:ext uri="{BB962C8B-B14F-4D97-AF65-F5344CB8AC3E}">
        <p14:creationId xmlns:p14="http://schemas.microsoft.com/office/powerpoint/2010/main" val="2086063838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B4FF741-2C23-453E-8411-53152A603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9E8A7C-7A7F-4151-87A3-81FAD04D9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Orthographic Projection of Solids: Orthogra...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F99E13-7DF4-437B-896C-15ABED927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B3F4C2-4E7B-45B2-87C2-871F7CB76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E02205-BFFC-4086-8B86-6092BF784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163724-AD06-4D29-954E-6B220FC8A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067FF2-7D07-4604-B9C6-D0D01E8E7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C31F9D-2F73-4D52-A3E7-087D19FAD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174D55-2A2C-469F-ADB9-DFD48D2A0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2D9284-399B-4C9F-A913-9F8AC9D88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222678-CC67-4F04-8DEC-AEEA6CB00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42356B-5DFF-426B-A92B-9E5EF5F27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1AE43C-44E6-4F72-8ED0-D914B49D7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5DBB1F-C475-4B69-839E-48E3ADC12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489859-4157-4E64-B1E6-553E5D6E1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09DA4C-7625-48AC-9B51-3A3F6C9EE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ABB741-0E86-4CF8-98CB-F6F282438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3833BE-6A51-4E87-B807-4A6AE349E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5E2A8F-7565-4E35-8E78-6D43F6FF1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74789C-AFA4-4CED-97F1-5FD11CB61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0EFFA0-6766-4510-9F92-F7BD2460A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992CE7-A1A8-4409-AAAD-A72B116D9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FC8CA1D-CD24-4FB0-A036-AC9D05F06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7C902DF-4957-402D-A256-998065B84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0D18325-8FB0-4C8E-95D8-44D0409C4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3F4B326-C5DF-4EB9-A206-5F324F9B5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E10E451-BA25-4A5C-BDAB-448CCD5E2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509582F-BEAB-4513-BB5C-CC9861F83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7A783DA-431F-49B1-80A4-AB35E0409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8FED8A2-920D-4DF4-A6A5-35D228107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6D7CF3C-269B-49D1-A93D-A88BE2688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CFF5169-83C1-44AB-971B-0BE97DB9C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ME Stream</a:t>
            </a:r>
          </a:p>
        </p:txBody>
      </p:sp>
    </p:spTree>
    <p:extLst>
      <p:ext uri="{BB962C8B-B14F-4D97-AF65-F5344CB8AC3E}">
        <p14:creationId xmlns:p14="http://schemas.microsoft.com/office/powerpoint/2010/main" val="2015944097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0FA2025-5BA6-4030-97FA-A541F8641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2FAE4A-B108-4070-8EB1-874ECEBBA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Cylinders &amp; Cones.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2FB99E-3DC5-41F7-8B64-8027E1912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210304-9A19-49EE-A1E1-A5150DDA6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647F75-B9FC-4E9C-BC99-406AFDC5E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3C8A86-665D-471F-8657-6D7FF0F43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8BB636-255F-4057-B246-2395A8904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48CD8A-AC75-49CE-B7EC-03B422697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C9555F-7520-4A68-AD1B-E308EBCFB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26673D-3AB3-4585-AF7D-B263BBFB8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94E1C9-76E1-4537-A20C-D0068E6A9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C721F8-B82D-49F2-AFBE-392557E2C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2850D3-6DDA-4CB1-A932-604FA8979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2F25A6-9570-4C0E-8E02-70A4B0A85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3909EA-B623-4691-8C37-57B91712D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76AFCC-C051-410C-9721-00E3D7992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F02505-1483-4B6D-987C-5FB5BD22C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71DAA0-6BD2-4BD1-B3D1-8670A4DB0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D8C4C2-6763-4CA6-9DFD-B5BB22CAD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43CCC2-B7DC-4E11-B065-FA2F486DB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22FC82-9A27-460A-997C-6C9F01A2C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86FEFD-005E-4A1F-AFE1-E8060C962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18EE4A-0E8B-4CBA-8477-A9C6C121A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133A01E-511A-46BB-B329-E86ED21AE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BE2665A-83D2-4895-804B-97AE185AF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306EB79-559F-487E-B7B8-AE4532FBF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AAD0FAA-EE88-4526-AFFF-5F938258D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80A5B9B-00AF-4B89-863C-8EB61676C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ADA14DB-B8D4-40ED-83FB-80B3B6FCE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483B4BA-8358-4960-8A64-30D5CB350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1F60FD2-8DE4-46C0-8976-85AD19709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C7B2441-C636-4DE2-957F-5B681F9EF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ME Stream</a:t>
            </a:r>
          </a:p>
        </p:txBody>
      </p:sp>
    </p:spTree>
    <p:extLst>
      <p:ext uri="{BB962C8B-B14F-4D97-AF65-F5344CB8AC3E}">
        <p14:creationId xmlns:p14="http://schemas.microsoft.com/office/powerpoint/2010/main" val="48878349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B9EF2A1-B4F0-43F9-8EF7-997BB8CB7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CA8655-6BF8-4C71-9C4A-983BB5087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Orthographic Projection of Solids: Orthogra...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C27402-A826-4299-B88F-5B50DD952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BA3084-13A4-405B-8BD2-D5423C226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794331-4D66-4D69-990A-9E1C9340E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D48667-2624-42AE-9962-56961C511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3D02DB-59E6-434C-9EC0-7FD80683C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4D499D-C6A6-465A-AA24-3B2E0DCAB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E29910-2682-4ECB-B4BD-31F022558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A81A3E-1D02-4BCB-8BAE-D91B15389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29E2B3-3C4D-4CEA-B1C9-8A05C50F6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7F709C-011F-4A1B-9FFA-1033EABAD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518604-D17B-42A9-8C5A-E8808B7C4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A64A67-DDF5-4D61-B693-63F68E506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068A24-8DBB-413F-8337-D9DD09F26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811BDB-FFB7-43A6-B7D8-72A2B9493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A60635-DA0A-4104-A922-3F4464EF3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40929A-CECB-4403-9820-94383C293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423EBB-5E77-4CD3-B541-4D805DE93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A1752E-F4FF-49CE-99BA-D8CBA1020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844CEAD-E087-409C-9C2C-AABB53AD8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4BDA73-7AB7-4388-8516-DF1072A1E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58414F1-92D3-4234-AF89-A05A5A2FD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F6C2B08-67CA-42A1-B412-8293F6D5D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F62B003-D386-4844-893E-1C5554D85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DD64D52-1867-4EF4-B198-E5F386905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56513AE-E13E-4703-8596-51C0B6317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1BB6323-D71C-4FFF-8EE8-069D31AFD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360AB31-32FF-43F5-8118-57A3139FA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606244B-60E6-4460-8B9B-95DC6FFD5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9D32E40-8BC1-4E21-AA7F-4C24B2B07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D2B5BDA-1928-4C27-AC97-F18CCF970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ME Stream</a:t>
            </a:r>
          </a:p>
        </p:txBody>
      </p:sp>
    </p:spTree>
    <p:extLst>
      <p:ext uri="{BB962C8B-B14F-4D97-AF65-F5344CB8AC3E}">
        <p14:creationId xmlns:p14="http://schemas.microsoft.com/office/powerpoint/2010/main" val="1879931951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9B611E1-D06D-4D56-88F0-4931882C1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3136A1-69DC-4EEC-9306-40724670A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Cylinders &amp; Cones.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7DDF98-5453-41B3-823E-AFA5F39C6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3C38DB-189E-49E4-9F6C-D1DCA0F58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66F341-92DC-49BC-A526-368D40FB0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257FFB-C0AA-4A43-9F22-E83D37C8D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4F10AA-49FF-4616-8CDD-C1FAFD8D0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7CB17A-996D-49C1-9D30-DF0F87F1F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52565D-7524-4F10-A35A-9488F6802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A2227B-503B-4907-8BA0-7B62708E8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5BAF6A-580A-433B-AEC1-2359AF385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CBF768-164F-4044-B0CA-5C5F60A91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7348C4-4C70-4B3C-AF94-95CB9788D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0E06DA-4FF4-4F91-AEFF-0E4DB55C2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B9E1F4-A61B-471C-9B40-14E96C908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FE39CC-28BC-4376-93F1-2A87D13FD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4AF421-47C9-4CA3-86FF-77A08C5A7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5E0002-34DA-4C47-AD31-F9F9A4218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DCAB03-7134-4454-920A-CDB39AA22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D385A8-8BD1-403D-BB0E-3EAFFFCAC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42E6C8-7FEB-4EC3-8F13-E93DAECB0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3E2128-A2A7-4061-B72F-7E13D33C1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E04A98D-9656-4073-9A88-2C358B25B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D4687DB-E92E-4E54-8E8A-26F50C1E5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A88B2EF-2DDD-4693-A9B7-FD59AF253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77207CC-4A19-4BAE-B87D-5D543F7A5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5011ADA-B96F-4A67-A229-ECFDDF2DB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BAEDE16-3592-4DE4-AB03-6A0F2E8D0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81C596C-D202-4AD5-B494-1867980AD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99CAF8C-035A-4EEC-99C9-2F0D9FBDC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A44A8E3-C706-4198-8E83-F48E3CEFA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06C358A-37AD-4B38-87A7-5EC57853F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ME Stream</a:t>
            </a:r>
          </a:p>
        </p:txBody>
      </p:sp>
    </p:spTree>
    <p:extLst>
      <p:ext uri="{BB962C8B-B14F-4D97-AF65-F5344CB8AC3E}">
        <p14:creationId xmlns:p14="http://schemas.microsoft.com/office/powerpoint/2010/main" val="1959720724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359B7CF-8B23-4197-A17A-3AFEC00FC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FC6B8B-A2D2-4B04-8608-079F852B8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Orthographic Projection of Solids: Orthogra...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32787D-2388-4D3A-BBAB-F28AC0E0F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12C5BC-2476-4E70-8BEB-FD4448D58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874DE5-2B97-4C68-AB0E-08839BF18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6AEB69-48B0-41AD-BEF3-831876303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85C925-51D3-46C2-8B76-279EA044C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E5199C-FC83-4BD5-B9C2-E919D11C7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E7B2B5-ECDF-405A-80DF-6F5548516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6D7FF7-82E9-42E3-B32D-68BFA735A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627ECF-EBED-43F0-8F55-A2DF906AE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4433BE-3B24-40F0-B2E0-E261EE7BE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1E9263-F896-47F1-9A74-E6839A37F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D91DE2-1AB4-4A18-AB63-D588534F4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D52512-ECF6-4931-B1FA-7B415E69C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C3E10E-AA00-419E-91D5-B5ADA4124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F268CD-575F-4922-A215-91FAA8DB5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A63E32-BFF3-4C31-B664-CDF39995F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524136-6F6F-4095-BDE5-8DB12F034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FFFB02-3473-4362-871E-909671967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F013FA-C529-46A9-9125-5CC63E2F4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15DFC0-5445-46CC-9CEF-DE1D3944A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B0EE7EA-5352-48D4-A878-992BD49B2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4341E85-252C-46BA-969D-AE7AFB4DB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0492EA5-207A-42B5-B740-9C41E856F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3767C04-5078-45E1-8912-23D51FBAC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CD5BA4E-72A5-4C59-BC22-A4E997230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BA5F267-1BF8-4327-A284-9DF0F890E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CF28210-DAE5-4409-9378-A7683D313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E35A762-39CC-4917-8C72-C60655CB9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1B5C526-6063-436B-8DB6-98E611972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74540F8-232D-434A-AB29-ED35C9288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ME Stream</a:t>
            </a:r>
          </a:p>
        </p:txBody>
      </p:sp>
    </p:spTree>
    <p:extLst>
      <p:ext uri="{BB962C8B-B14F-4D97-AF65-F5344CB8AC3E}">
        <p14:creationId xmlns:p14="http://schemas.microsoft.com/office/powerpoint/2010/main" val="994394238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796D8A5-4B27-4FA1-A28B-75179BAD5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107784-344A-4847-B186-A717E54F2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Cylinders &amp; Cones.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115441-920D-4EDB-87F5-B2A67FACE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79326B-670B-4B48-B2E8-FC577EA73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D3B2D0-07A2-4156-97B7-9B67246FD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7FA7E1-C8DD-4684-AB44-BCF8ACBE2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6EB772-CE96-4E82-B87B-45CE333EE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D9785A-E858-4CF4-8383-4BBE21010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E4F0C2-5CF9-4A55-8027-5AA29326D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EC1077-9264-456B-947D-37F5FF257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62C367-5A28-4667-96B4-B5E57CB39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16A46E-DCB3-4B1E-8C85-54A87695E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911946-16E5-4462-88E1-10FD2F5BC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87F2D1-7A95-40E0-8BD6-D7A6D20BF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A89848-202D-4CD5-AB52-E68F78618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65C489-CE64-431C-99D3-4C062F6EE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B3DEB1-5489-4CE1-A61E-356D77254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487E31-A4AD-4B72-B98F-18767B1D5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2BC9E9-42AE-4449-8F7F-DBC19AE26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C45A2F3-029F-4817-A5D8-6FDB07167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07AFFE-615F-496B-81B8-196BCBF5D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EC5A8D-7E6F-4C40-8E04-8A05E6577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58B8384-5789-41F1-A2D5-997430395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4B7B88A-C71A-4BE2-A55D-69EF665E8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59E5770-F272-4B01-811C-B6713A5BF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12EBCF3-335D-4C19-AA37-9D74DB7AD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444C82E-B14F-494E-BF97-C90264478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15001FD-A088-4220-A8CE-12D845F7B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AE4B034-D877-417B-817F-F8BBF49D5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3A6EB5C-2A50-4C8E-A200-604A188DD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330EE04-F001-4159-A8CD-0025B3940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E542CCB-AA3A-4EB1-9A02-7B7A977D8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ME Stream</a:t>
            </a:r>
          </a:p>
        </p:txBody>
      </p:sp>
    </p:spTree>
    <p:extLst>
      <p:ext uri="{BB962C8B-B14F-4D97-AF65-F5344CB8AC3E}">
        <p14:creationId xmlns:p14="http://schemas.microsoft.com/office/powerpoint/2010/main" val="1570797859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10FCE63-B5F1-4A35-88DD-D03EEED89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29A737-0542-45E0-9709-55D662578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Orthographic Projection of Solids: Orthogra...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80F835-C29D-4339-94A6-EACEAF162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56E1AB-B73A-4CA3-8488-6D37AC63A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EB47FB-7DAF-4F41-8C18-63BE2F4DE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514206-F7D6-4852-AEE7-B0EC4EB14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152BB7-3985-4AA5-87CD-096D4F085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A23668-5B69-4DFD-87F4-56967133C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322C7B-A1D5-4FB6-8476-84EE4E082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1086FD-77EB-4341-85BC-0FC4E1856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30CDF5-FA89-4143-B4AC-8416DBE52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7A8B4A-4904-4C5A-8AB1-781E07960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D39F2F-8909-4262-ADF0-9D99B3BC1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ECC2F1-2955-47FA-B639-7B42273AE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DD3404-5533-4866-A39A-385674CD0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0B5357-AEA0-4E58-AAFE-077AB0D2C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CD67EE-7C41-4112-A4A2-D4BB9D175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8F2A39-E6E8-46D5-B13A-EF474AB13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FEFAC0-500E-4257-9295-7D5EEB88F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879066-8641-4D11-8122-E44ADB166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2C9A82-E1A7-40EA-BC51-C37EA296E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5495C7-FD1B-4696-8256-863E0CF40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8519FA5-2CF4-4E0A-9C32-83A5849FB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0E2E552-64E4-4D9B-BDBE-04A4C754C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7C04159-8607-4AC3-95B2-6A7F69AF9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6E61B8-8635-4D1E-A7CA-D4F6D1C08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F151731-63C4-42EA-8BA0-6ACC05542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74CF0D-2442-4988-B5BA-FF46B8AEC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83333A5-D6F9-4993-813A-15F9455E7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1DAA18E-46BB-43F7-89F0-66D273B34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7CC3E55-857D-40DC-9B4D-45A49F72F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2E00560-4B51-4127-B511-DC9AFC9BA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ME Stream</a:t>
            </a:r>
          </a:p>
        </p:txBody>
      </p:sp>
    </p:spTree>
    <p:extLst>
      <p:ext uri="{BB962C8B-B14F-4D97-AF65-F5344CB8AC3E}">
        <p14:creationId xmlns:p14="http://schemas.microsoft.com/office/powerpoint/2010/main" val="1826712083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6713ABF-A1BD-4B03-9B74-2E4ACC3B0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A58D5F-8B9F-4E84-8EEF-DF2CCA542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Cylinders &amp; Cones.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CA44D7-2CB0-4DAF-B5E8-8EFBDF687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855DC0-E47F-441A-86D6-34F101419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7CF7E1-28E7-4DE3-AEF6-F07450CD2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8FFF7C-2AA9-4CAB-B55E-2AFE3174F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A14D3C-C335-47AE-87C5-7CF5DD22A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C8D93D-4178-422B-A19D-0D6D1E7DD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738D04-9D10-4B73-A165-3BA630A41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25F585-004D-4497-9B77-B39983C1B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F22E8F-8117-4B66-A7D6-C38810E7D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F1862E-C023-43E1-836D-DDB3CC88B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789573-E77B-48E7-A953-BD2EF9F99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AECD6B-E73A-4699-A603-BBEBF4D28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144C2D-4D3B-4F65-9E67-60447D6CA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3A2F9A-F274-4DB8-91BF-0D4E22B85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EB19DD-36B3-45E1-BEB5-CE83378B9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25BC32-44CA-4193-99F5-9F06C9DAB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E88FEA-AD53-45F4-A497-D2A7AE10E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D28A4A-0100-48FF-8A44-8EB59B7DE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A0B606-7152-44E6-B706-21B36D794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1AED3D-2065-4F4C-86F1-63D4CF589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0F66495-29AE-4375-B4DD-A54FDDF24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4B71F26-371A-44BA-881A-E64F7D3D1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C3B60AD-5D71-4686-B530-1EB8B5A7C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F35FB1-FB95-48DA-B0C8-4620AFE3E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1500C74-E71D-4546-926A-5AFD40F10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E220AE2-DA87-4CAC-910B-C2B0C8272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21CC337-4582-4C54-A60F-9B342280D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8CD014E-8707-452C-9F42-20DD1440E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DB237C8-BCD5-4CA9-A4A6-CD1D73D66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C09D86F-0414-49CD-BF45-C06CEB3EA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ME Stream</a:t>
            </a:r>
          </a:p>
        </p:txBody>
      </p:sp>
    </p:spTree>
    <p:extLst>
      <p:ext uri="{BB962C8B-B14F-4D97-AF65-F5344CB8AC3E}">
        <p14:creationId xmlns:p14="http://schemas.microsoft.com/office/powerpoint/2010/main" val="2114022813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02B6A63-832D-43FA-95EE-0F523A378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22AA0B-8791-40EF-8CEA-B9B99B909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Orthographic Projection of Solids: Orthogra...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6F6466-4906-4F6F-8F11-00C7964BC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464974-20BB-4000-A056-6FF758449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A8471A-436E-42D2-A598-3D01528DB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EC9253-F2EB-4350-BAF2-C25DBF9DC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B01569-59B0-47CD-A2F5-60BD09CEA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2D64AB-7080-4EBB-A1F1-47F4368F7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739988-676A-4997-9DBA-3E280DA9A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B4CA0D-4BAD-4C9F-98FA-BB15C366C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3EB639-488E-4D26-8DF3-3729AABC9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090C77-3EF3-4E38-B48E-8011DD3B6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7F768C-2F4F-4127-8962-D362CD3F1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EFBBD4-84BE-4BFB-9AF1-FB1B4C3D3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39109B-E9CE-462D-BF47-3D8B511F4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B652D1-64CE-42AC-BDEC-B169FCAB1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EE0976-9BDF-4983-A1D7-39249205C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DFFF82-07D3-4E34-A2B2-9158BF633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45345A-505D-418A-A7A6-C27AD112A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5DDF7B-C4B8-4328-9007-754ADB74C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8D8A73-9A9D-40CF-A2A8-094CA7A30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4FBDDA-C2DB-4689-9438-DF8C727BC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8371B0-B326-4B04-85CC-B5D4C8819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89F9F4A-B9E9-4820-BD1C-E6006F3CF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03F6413-E6D2-4F12-BAAA-CF5DCD7CF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A9B2AAB-7300-4D83-A518-FA5DAC6BA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A2CF623-9EA7-4D69-A5CD-0DEC6FE84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19B96F8-BCAB-4673-AFD3-7D168685A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922F7B7-4578-4046-9DE0-E87755CE2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2289BCF-DFA3-4C27-A6FA-E47DA9C52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83F18E8-BC83-40C8-AED6-FAD6EA06E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A0557EA-ADD8-4921-9DD3-857EAB73D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ME Stream</a:t>
            </a:r>
          </a:p>
        </p:txBody>
      </p:sp>
    </p:spTree>
    <p:extLst>
      <p:ext uri="{BB962C8B-B14F-4D97-AF65-F5344CB8AC3E}">
        <p14:creationId xmlns:p14="http://schemas.microsoft.com/office/powerpoint/2010/main" val="126213162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DCE2750-9BDC-47FF-94F6-852C4E23A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DE8C8E-519D-4856-9888-904AABCFD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Cylinders &amp; Cones.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54E280-C4C9-48F9-BA4B-8167720E4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938B6A-8F03-493B-8559-F2D2070CF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B2F116-137F-49F9-824B-DA266F1F8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CC4C4A-8877-4708-8347-F266FC4A6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55D15D-0698-45C1-863F-62D66C10D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1022D1-15BD-4337-BF9C-1B79DD8FB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A75335-0643-47BB-B083-408DE7174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606CB0-5378-4175-A532-6E37F18AF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AA3FB8-5DAE-4B7D-A33E-0EFDD9039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8E14B0-349F-45C7-8640-E0561E93A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A6E9BF-F2C2-4765-A1A8-03F113EF7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D8CBDE-7074-41D5-8CEA-37791DAC8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503706-D5C0-45B5-B0E1-0297205B5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3A0A18-EF1B-4F9B-BD16-533E9194F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98ED86-DFAE-4FDF-92EA-4CA7469F4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1591DA-B135-42BC-AFBA-01CC6DA25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B0CB68-0CED-4BE5-9CE5-7F7AE1F22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AFE0C5-5A7B-4628-A36B-55D3AD681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A990DD-1E21-4936-AEAD-FBDA7E4BC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28041A-E460-49DC-9B7C-350309433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AB51ED-D412-4FCB-99AE-882451D30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3CC1716-BD97-4A98-808D-7EEB4A22A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E6C34E1-0EE3-4725-8307-5E28A1628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94F6BC1-A85F-4F6F-AAFD-705BAADF7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538CDAE-0225-4AE3-A26C-1C97B3A92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447E60D-E419-4B66-94B6-26E3012E5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25701D8-43A9-429F-BDA7-290B1E2B4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9CC26C9-31EB-4473-92DF-5377708E5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300DF85-09C2-4A72-8F01-586665D41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E2F8C31-B0E4-4431-A976-216FEFD04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ME Stream</a:t>
            </a:r>
          </a:p>
        </p:txBody>
      </p:sp>
    </p:spTree>
    <p:extLst>
      <p:ext uri="{BB962C8B-B14F-4D97-AF65-F5344CB8AC3E}">
        <p14:creationId xmlns:p14="http://schemas.microsoft.com/office/powerpoint/2010/main" val="270122963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6F6F09B-A592-434F-A98C-E8DEE4131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91401A-228C-47E3-BEF5-623A93484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Orthographic Projection of Solids: Orthogra...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EB688C-A779-4A0F-973A-99BE62108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6BA9B0-B30C-4A87-9D9C-9A0373F6E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58934D-32CA-4A51-904D-8FD2BD96F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C50DE9-B893-49A0-91BC-EAD065ED4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06D8B6-148E-4E9B-ABDD-5D7F8ABBD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8B05E7-7FF5-4A8C-AB06-FCBABEFE5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4B1FB5-F5B0-4BB9-8D57-34A6800FE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46835D-A1BB-4BFC-9CE8-25CD9A8BE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A832B2-D01B-4DF9-9A0C-FB3673A92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302504-D194-4FAE-A32A-BB6E02E75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7A1808-A7FC-4B2F-965C-3EF2A986B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603C2C-B984-4071-AE29-146B278D0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FD8B12-89BF-4E6F-86E9-669862284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D3EB5C-7F2D-4DE2-AEAA-EA7047437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36D69D-597D-4D2E-95A6-0AF840CDE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60D01F-C0A0-4550-A87F-5246B7007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40A521-02F5-4E59-8DCE-40D8A0AC0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81522F-8BB4-48E3-9245-8023129B7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A60CAD-EF15-4453-9755-1A14E8566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DC6E5F-0B27-49E7-A41D-6BF4CFEBE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6D01146-77C3-42D3-9D01-BF6BFFBF2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7D853C9-79CC-44BD-86AF-AD94A4243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B97B4A6-5F9E-4A11-8692-B2660FD7F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1E109E4-0D8A-4829-AA6A-DF4BC4AD4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76346B7-B857-49EA-9426-0F1611594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0EBD16E-6DD1-4D7E-AE8B-7FF03E5CA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0035A9F-F33B-49DC-B2AC-767AD9954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75E19DB-923A-47DB-BB59-3C0256ADB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F5E49C7-52DA-461A-A4CE-85E264CFF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265C0BA-6E83-4FDB-A12E-42F081FB8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ME Stream</a:t>
            </a:r>
          </a:p>
        </p:txBody>
      </p:sp>
    </p:spTree>
    <p:extLst>
      <p:ext uri="{BB962C8B-B14F-4D97-AF65-F5344CB8AC3E}">
        <p14:creationId xmlns:p14="http://schemas.microsoft.com/office/powerpoint/2010/main" val="1051849553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AC6405B-46F9-418B-AFE0-03D9396DB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612A7F-D4EA-4558-872F-7B171E652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Cylinders &amp; Cones.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58B6C5-24B5-4CE1-ABD7-E6CC42A32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B64633-326D-4D34-81F3-38F5840D7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ED6BF4-2E07-42C1-BD09-5A64500F0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88E31D-FFB0-475D-B402-1B6247B76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C4D600-F2D8-4934-AA83-836BF44E2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845269-CA14-46E9-9A61-788FEE3C6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EAA4BF-C4DE-40B6-A767-7C90D03F9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4ECF19-29ED-4F82-9BE8-1C03FC555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3D4593-D9A6-43A0-9194-F9293CA52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7D250A-E5EA-4C51-BD0E-F29C717EA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E1C580-A76A-4528-AFE8-B400C7E0E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023D98-C247-43B5-B768-9110F2EA2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113412-C440-48C7-BC7C-649C8D021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75B3C0-EC8A-4CBB-A26D-FDC8CC63E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4D898C-2B1A-49FA-AAF4-56A999CC5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7555D2-02B6-4A53-BC3C-0BF8D962C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335119-727F-477C-B1CE-783B5414B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2A6ADC-3B9C-46EA-879F-73462E77E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F8ED3D-8D0E-41C2-9A45-F821B68F2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14C49C-24E3-4E94-BA06-DDF7A649B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993433-1716-48FB-B9AD-A4671D2B6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4D20258-3FDC-4BA9-8118-C30589D4A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883D6F2-B6DE-47C9-858F-9C4D348F6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DB051AA-BE9A-4F57-9BF5-5A8EE0321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23BF37E-4A34-4BC5-94DC-D5FFF5A2E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FF5E392-F6B7-4F44-93AD-902313359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8FB494D-FFA6-436D-84D4-B383A278A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0BAC783-7655-49A0-BCF3-4A4F325FC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48DCEEF-21F6-45BA-9B3E-0054CD234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12E090C-1E42-4C9F-95F5-55D30B9F3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ME Stream</a:t>
            </a:r>
          </a:p>
        </p:txBody>
      </p:sp>
    </p:spTree>
    <p:extLst>
      <p:ext uri="{BB962C8B-B14F-4D97-AF65-F5344CB8AC3E}">
        <p14:creationId xmlns:p14="http://schemas.microsoft.com/office/powerpoint/2010/main" val="1212349133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B4C07DE-67FB-4F40-9388-7D8D70C42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E95F74-1052-4D0A-84DF-CC1D6F6CC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Orthographic Projection of Solids: Orthogra...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E838DC-BD10-4306-8BF8-D6FCD9E78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DB92D5-51A4-4DF2-895C-3CE4B2DC2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CEE0AB-3CCD-4E6B-8FE7-FCB3E71E4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9C555E-8D44-479C-B90D-5DEA7A7C4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D0F5AD-A4F5-4795-A892-906D04A91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FFE769-0AFE-4BD9-9671-7EEB2F935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3D2AEA-9C5A-49B0-8A9A-3C3FCADF9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949301-8957-4A32-A339-A65040708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9A94A5-C1FA-400D-B2B0-D7C6DB940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CFFD5E-83AA-4B22-9270-229954A47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AEE1AF-2A50-4CB2-961D-9AD2C704D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6BFABE-A86A-46D6-AC96-4CC38382B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ADC18C-4D30-4E52-8D67-129A75040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6E68DE-9EAD-44FA-ADBB-02887DD60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A3B4E4-1EED-41DA-984D-21C3DC6E2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9FCECA-3538-4579-9A2C-D7D5F976C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833728-9A41-4CC6-B808-1AEBB7269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DF4433-31D0-4BB2-A5B4-931D33188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F7D3E8-8322-4659-BF2C-2B1BDD9A9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5DABE1C-4B2A-4B48-8BC0-08AF27214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01A5E24-F5E2-444B-B14C-747DF5062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714F003-8E43-4CFE-A7B3-8499DA84E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802A99C-205A-4395-BAF0-60A7CBCBD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E8694BB-E62A-4B0E-8F4A-B921935ED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1477A03-247E-442C-BE31-BE145A139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A2E4730-3AFF-40E9-B4E2-671CC83C7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4041A9D-876B-4BEB-8E4F-01B8B5A31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0825F82-5026-4F49-9C3F-D5F7BAAAA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7E3335E-D413-42AA-B796-DFD829D0A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F564DD4-AC4D-49E7-B508-FEC04274E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ME Stream</a:t>
            </a:r>
          </a:p>
        </p:txBody>
      </p:sp>
    </p:spTree>
    <p:extLst>
      <p:ext uri="{BB962C8B-B14F-4D97-AF65-F5344CB8AC3E}">
        <p14:creationId xmlns:p14="http://schemas.microsoft.com/office/powerpoint/2010/main" val="462236378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023363E-F380-4222-8D62-384E5529B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CF01A6-A0C0-499F-A33E-D8729C706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Cylinders &amp; Cones.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C62601-790A-488D-BF84-10D83887F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B31227-75E6-45B7-8D5B-E88A42BDA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581053-75BD-4AA2-BAB1-3E2F1D0B3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062986-FCBD-44B7-9271-0F695A469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F5B9F8-EE5A-4325-8FD4-C7543A3D6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EEFB05-8633-4371-BAA5-3EC3044DD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4C262F-E6AE-4468-846B-C9AE3018E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200834-B51E-475E-AE0F-2C110BCBD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A30767-F4FB-4B86-B56E-B76A32EDB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7DF5BA-11DB-43B6-8A73-3D361DC98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5CBB14-B38B-4269-94F4-8F0200D73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FD6E66-B53C-491F-921D-D49B6C28E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F31D41-B702-483E-87F5-D3C30F680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420819-F68A-4621-AC82-1EFF23F99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407F7D-7271-44B4-A874-8552B0141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41D561-8075-4F30-8B1F-D1654877F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7C94BA-DDA2-47C6-AD18-882D931FE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7F1D95-E1B8-488A-8960-2F568F6AA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8EF903-7096-44D2-837E-90D22AC06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92CC2C-D0D4-4366-AC91-C1949E6D8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EEFF4C-1BA2-4D01-A35A-136DCA1E5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D8A7D57-6C63-4B97-965D-89BCC2FAA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2ECE9BD-D05D-4F17-B46B-CB3BF5306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DCB842A-91D3-453B-99EE-F65166BE9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4BFAFD3-940C-4202-A202-D4A046A4D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099ED4E-8F1C-4496-9E14-B6057B46C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3C79524-81DE-43AC-811E-B5719FAA8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910355D-6B35-49C6-A94F-7A88B756D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5A2C87F-A22A-4613-936B-2DA9D908A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5F9454C-39E5-46FA-995C-72ED32AC4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ME Stream</a:t>
            </a:r>
          </a:p>
        </p:txBody>
      </p:sp>
    </p:spTree>
    <p:extLst>
      <p:ext uri="{BB962C8B-B14F-4D97-AF65-F5344CB8AC3E}">
        <p14:creationId xmlns:p14="http://schemas.microsoft.com/office/powerpoint/2010/main" val="1598306328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0E2AFE7-0BD9-41B3-845A-27DF3D1F2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95F369-08CE-4840-B6CC-4106FA0AA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Orthographic Projection of Solids: Orthogra...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26ACBC-6A8D-4F50-A1B8-5D3AE84D0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D84FB4-DA45-40E7-9FE6-FD10C2D93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653DC1-53F2-4F8A-B2A0-55357C91C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DE6193-CABD-435F-B247-C8FADF30C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17ADED-B848-4014-8E40-62287F802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D0DC5C-4B88-4E06-8428-3A7560505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B55517-929F-4F94-96ED-1691CF484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DAD073-763C-4DC3-9278-6BA7BF132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80DCD1-B33B-4753-8BA5-0D3C3A782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5A8BD7-9CCD-475F-A71A-661653A3D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0B1CA3-2BE0-46E2-9102-86EB477F5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C33812-B659-4E06-AF91-A7ACF7304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09B601-FD91-4570-9FC8-3B5F86006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A5E000-434B-4BC8-B4DE-60227CC52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ECB03B-9615-430B-A4AF-42A504D58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7A3C21-20FC-4EFE-8B28-42EC5C52A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5710E0-0BB5-4D77-8312-DFEA44F00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96ECC1-0180-4D1C-8071-F7924EC14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DBB953-BF20-427B-AE30-E3F381303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C4855E-B573-4442-BA54-C01AAA953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2A166C-B440-4F8A-B885-77C2B9370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CCC1D24-E774-48F9-B5D0-0B1D7B2FE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0785113-7910-49F8-A3A0-F48071A57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C36E88E-A64F-4231-9BBF-A7E305F45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1A9C008-9EEF-450A-A7D0-E336A08D9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08A1831-EF8D-4589-A93A-145E2B768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2291E06-C1B4-4796-952C-ED43DED7F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691BF43-8D61-45A1-A063-8C3547901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54E0CE6-8244-443C-B255-FA8CA303C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7EA389C-D454-4753-BB94-BC0AA10D1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ME Stream</a:t>
            </a:r>
          </a:p>
        </p:txBody>
      </p:sp>
    </p:spTree>
    <p:extLst>
      <p:ext uri="{BB962C8B-B14F-4D97-AF65-F5344CB8AC3E}">
        <p14:creationId xmlns:p14="http://schemas.microsoft.com/office/powerpoint/2010/main" val="1773724250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40FC5FF-CEFE-47F9-95E2-942B6E540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DDD377-DE42-414C-A7BC-FE00CEF4E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Cylinders &amp; Cones.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A3F65D-E213-4B98-BB89-EB02059DF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491B44-36A3-42EB-8360-553614419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10901B-15D9-410B-B646-204E6F519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336B4D-E3D9-4AC7-A0DB-7D43E0BA5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0740BD-EF22-43FF-9AC2-65D08A0CA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44B7EE-96DA-4D54-B6DF-16AD80BAC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5351AC-354C-465A-A20A-715DEA153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6F9130-A9D6-4EE9-86AB-D87970CCF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4D6B6B-3C72-4971-9010-672BEE33F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F04CAA-E2D2-4FA3-B4C1-C94A8A0E2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A32734-F81A-4FA9-91F6-13D5246B9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626ADE-196F-4D6D-8FA5-B633DA43F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848471-17EB-41EB-9C76-BF489D757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E41B0B-7FC0-4FBB-B4E1-D8592318B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5502F2-E165-4CCA-BE76-4F67B3360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0C4F94-C5D7-4D42-9C58-F5071F1B1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BB1B12-E95B-4EFC-8761-C107D2A6F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72C07C-FC65-4C5D-854D-1540622D2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1A3BE8-4B27-4B39-B448-6547270C2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B3AC9C5-1901-4CFE-B785-AA7F95600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95BA75-1BFC-4B5A-A87B-9A11EAA2D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8366BF4-7430-4412-9E5F-225877269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1B12212-016F-4E84-BD19-D55BAF331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C17E180-A54E-4791-92C3-343088054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118F2BE-1371-4D43-9F32-00873BC00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729A12C-6D7C-4B55-B400-DAFF8C5DE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ABEB9C0-5035-452A-8E44-022B43086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B5467C4-5150-407C-A612-1089E7402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BBCA33A-01F6-4CE9-84CF-6E80DF37D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B408EFD-039F-4E17-9CBC-C500E7374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ME Stream</a:t>
            </a:r>
          </a:p>
        </p:txBody>
      </p:sp>
    </p:spTree>
    <p:extLst>
      <p:ext uri="{BB962C8B-B14F-4D97-AF65-F5344CB8AC3E}">
        <p14:creationId xmlns:p14="http://schemas.microsoft.com/office/powerpoint/2010/main" val="2102265750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1AD3F2C-834C-4119-B0DC-D81C4EFAD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17DB9E-F62B-4787-AD94-1512DC3B8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Orthographic Projection of Solids: Orthogra...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64B99A-14D8-416D-BB0B-F4BEE21AA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43334C-D81E-41C1-A332-9346216A8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42486D-8EEC-4E15-BA99-47747564A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9B08D8-BF7F-4D1E-9385-6AF298595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DBD2A1-D715-45DA-ADD1-7FFB7D6C0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7037B8-2A3E-4B93-831B-09DD92011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2735AE-B44E-454B-B75F-69B2DB2CB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34D045-053A-4704-AC06-F59EB5B7B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2AE2C6-896E-4C16-9787-8A4C94A7C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C4C686-DEB2-4EC4-A8DC-C44CEFAB1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3A5560-897C-49A9-B127-091A3B2CC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E7353E-DF87-4B49-80C2-E1AA15734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417D33-D1E8-4399-8C6B-6A01B2317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C58937-F9E0-4CBF-B80F-B3294C5AF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9CE9D6-9621-4354-9525-F4786B576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79C50F-EFBE-4A83-AB0F-7E8ED66AD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40D973-34C0-46F8-8036-A10874145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D0C80A-FF6B-40D5-AAA7-5697586CD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5144EE-2DA7-4B2A-B318-2F3BEBC75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80AA71-0835-4088-8F01-982CCF357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C788FD9-CB69-4C4B-89C5-F5FAF37AF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6670252-972B-4575-A06E-B67882879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F3701AF-EA39-4551-A0B6-5C7094F33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1D83EC5-5820-4B11-A943-F503765E1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376B53E-F6C3-4AF0-B0E4-B96CEAF7B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8B360BD-48A9-4DD8-B0B3-17345E9A7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95E47C5-DAA5-4023-8EF3-4BCA1F68C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1919255-1ACF-43F5-B474-6A33369CC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AD608BF-26FA-4440-BF2F-531424E0F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C72DEAE-8A11-4958-BCBC-E404A25C3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ME Stream</a:t>
            </a:r>
          </a:p>
        </p:txBody>
      </p:sp>
    </p:spTree>
    <p:extLst>
      <p:ext uri="{BB962C8B-B14F-4D97-AF65-F5344CB8AC3E}">
        <p14:creationId xmlns:p14="http://schemas.microsoft.com/office/powerpoint/2010/main" val="54428093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2026-08-24T16:02:28.3990000Z</dcterms:created>
  <dcterms:modified xsi:type="dcterms:W3CDTF">2026-08-24T16:02:28.3990000Z</dcterms:modified>
</coreProperties>
</file>