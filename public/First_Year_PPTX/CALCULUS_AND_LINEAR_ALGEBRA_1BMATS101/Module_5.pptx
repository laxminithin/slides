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830662f4c4995" /><Relationship Type="http://schemas.openxmlformats.org/officeDocument/2006/relationships/extended-properties" Target="/docProps/app.xml" Id="Rafca356f92e54b1d" /><Relationship Type="http://schemas.openxmlformats.org/officeDocument/2006/relationships/officeDocument" Target="/ppt/presentation.xml" Id="R41b456fadbf847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5af9a36dd4be1"/>
  </p:sldMasterIdLst>
  <p:notesMasterIdLst>
    <p:notesMasterId xmlns:r="http://schemas.openxmlformats.org/officeDocument/2006/relationships" r:id="Rf6fba32ab9da4cd6"/>
  </p:notesMasterIdLst>
  <p:sldIdLst>
    <p:sldId xmlns:r="http://schemas.openxmlformats.org/officeDocument/2006/relationships" id="256" r:id="R520558cdc0794516"/>
    <p:sldId xmlns:r="http://schemas.openxmlformats.org/officeDocument/2006/relationships" id="257" r:id="R191db9d4bf0d4d27"/>
    <p:sldId xmlns:r="http://schemas.openxmlformats.org/officeDocument/2006/relationships" id="258" r:id="R19b2b0ab19aa446c"/>
    <p:sldId xmlns:r="http://schemas.openxmlformats.org/officeDocument/2006/relationships" id="259" r:id="Rb454cfcd43994e4b"/>
    <p:sldId xmlns:r="http://schemas.openxmlformats.org/officeDocument/2006/relationships" id="260" r:id="R63d78eab0c8f444e"/>
    <p:sldId xmlns:r="http://schemas.openxmlformats.org/officeDocument/2006/relationships" id="261" r:id="R0c122c00324642b6"/>
    <p:sldId xmlns:r="http://schemas.openxmlformats.org/officeDocument/2006/relationships" id="262" r:id="Rbe5dd7abbea545ce"/>
    <p:sldId xmlns:r="http://schemas.openxmlformats.org/officeDocument/2006/relationships" id="263" r:id="R352181b0eeae494e"/>
    <p:sldId xmlns:r="http://schemas.openxmlformats.org/officeDocument/2006/relationships" id="264" r:id="R54fbad0dfa1c4e80"/>
    <p:sldId xmlns:r="http://schemas.openxmlformats.org/officeDocument/2006/relationships" id="265" r:id="R0eafc921dfa74109"/>
    <p:sldId xmlns:r="http://schemas.openxmlformats.org/officeDocument/2006/relationships" id="266" r:id="R6e77e1abd2454989"/>
    <p:sldId xmlns:r="http://schemas.openxmlformats.org/officeDocument/2006/relationships" id="267" r:id="R93d73b3c19c34709"/>
    <p:sldId xmlns:r="http://schemas.openxmlformats.org/officeDocument/2006/relationships" id="268" r:id="Rfe4d5f64a18c4daa"/>
    <p:sldId xmlns:r="http://schemas.openxmlformats.org/officeDocument/2006/relationships" id="269" r:id="R6bddd8a2f6b54cf8"/>
    <p:sldId xmlns:r="http://schemas.openxmlformats.org/officeDocument/2006/relationships" id="270" r:id="Re4506dedfb93447e"/>
    <p:sldId xmlns:r="http://schemas.openxmlformats.org/officeDocument/2006/relationships" id="271" r:id="Raa2ec1b86dc94b3b"/>
    <p:sldId xmlns:r="http://schemas.openxmlformats.org/officeDocument/2006/relationships" id="272" r:id="Rf6fbc400231c42b0"/>
    <p:sldId xmlns:r="http://schemas.openxmlformats.org/officeDocument/2006/relationships" id="273" r:id="R50ec75150c7641e3"/>
    <p:sldId xmlns:r="http://schemas.openxmlformats.org/officeDocument/2006/relationships" id="274" r:id="Rb6c141c754ed47e6"/>
    <p:sldId xmlns:r="http://schemas.openxmlformats.org/officeDocument/2006/relationships" id="275" r:id="R0851589b364a440f"/>
    <p:sldId xmlns:r="http://schemas.openxmlformats.org/officeDocument/2006/relationships" id="276" r:id="R407d7eb03cf949fe"/>
    <p:sldId xmlns:r="http://schemas.openxmlformats.org/officeDocument/2006/relationships" id="277" r:id="R2cc9f23af7f24fb0"/>
    <p:sldId xmlns:r="http://schemas.openxmlformats.org/officeDocument/2006/relationships" id="278" r:id="Rd91f6b7e868b4d9e"/>
    <p:sldId xmlns:r="http://schemas.openxmlformats.org/officeDocument/2006/relationships" id="279" r:id="Rbef38f6433a24f7d"/>
    <p:sldId xmlns:r="http://schemas.openxmlformats.org/officeDocument/2006/relationships" id="280" r:id="Rb9f19feed3d94266"/>
    <p:sldId xmlns:r="http://schemas.openxmlformats.org/officeDocument/2006/relationships" id="281" r:id="Rbab70849cce74832"/>
    <p:sldId xmlns:r="http://schemas.openxmlformats.org/officeDocument/2006/relationships" id="282" r:id="R20d74b7d47124c47"/>
    <p:sldId xmlns:r="http://schemas.openxmlformats.org/officeDocument/2006/relationships" id="283" r:id="R95708dc9f7644c31"/>
    <p:sldId xmlns:r="http://schemas.openxmlformats.org/officeDocument/2006/relationships" id="284" r:id="R3acb89f88cbf411f"/>
    <p:sldId xmlns:r="http://schemas.openxmlformats.org/officeDocument/2006/relationships" id="285" r:id="Re02e5ab906a44089"/>
    <p:sldId xmlns:r="http://schemas.openxmlformats.org/officeDocument/2006/relationships" id="286" r:id="Re2d755c9da0f4296"/>
    <p:sldId xmlns:r="http://schemas.openxmlformats.org/officeDocument/2006/relationships" id="287" r:id="Rd25c519c088447ab"/>
    <p:sldId xmlns:r="http://schemas.openxmlformats.org/officeDocument/2006/relationships" id="288" r:id="R73ace9a1cfa543a6"/>
    <p:sldId xmlns:r="http://schemas.openxmlformats.org/officeDocument/2006/relationships" id="289" r:id="R60cfc1d67ab7443c"/>
    <p:sldId xmlns:r="http://schemas.openxmlformats.org/officeDocument/2006/relationships" id="290" r:id="R6447a9c49b524be7"/>
    <p:sldId xmlns:r="http://schemas.openxmlformats.org/officeDocument/2006/relationships" id="291" r:id="R2ab0d496dda3481d"/>
    <p:sldId xmlns:r="http://schemas.openxmlformats.org/officeDocument/2006/relationships" id="292" r:id="R209559e773d14833"/>
    <p:sldId xmlns:r="http://schemas.openxmlformats.org/officeDocument/2006/relationships" id="293" r:id="R378ae0a0b0894790"/>
    <p:sldId xmlns:r="http://schemas.openxmlformats.org/officeDocument/2006/relationships" id="294" r:id="R2c8d0229f301415a"/>
    <p:sldId xmlns:r="http://schemas.openxmlformats.org/officeDocument/2006/relationships" id="295" r:id="Re9ea7c53884c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5107994294ac9" /><Relationship Type="http://schemas.openxmlformats.org/officeDocument/2006/relationships/slideMaster" Target="/ppt/slideMasters/slideMaster1.xml" Id="R1ad5af9a36dd4be1" /><Relationship Type="http://schemas.openxmlformats.org/officeDocument/2006/relationships/notesMaster" Target="/ppt/notesMasters/notesMaster1.xml" Id="Rf6fba32ab9da4cd6" /><Relationship Type="http://schemas.openxmlformats.org/officeDocument/2006/relationships/presProps" Target="/ppt/presProps.xml" Id="R77486d6f179a4eaf" /><Relationship Type="http://schemas.openxmlformats.org/officeDocument/2006/relationships/tableStyles" Target="/ppt/tableStyles.xml" Id="R67fb81076d044325" /><Relationship Type="http://schemas.openxmlformats.org/officeDocument/2006/relationships/slide" Target="/ppt/slides/slide1.xml" Id="R520558cdc0794516" /><Relationship Type="http://schemas.openxmlformats.org/officeDocument/2006/relationships/slide" Target="/ppt/slides/slide2.xml" Id="R191db9d4bf0d4d27" /><Relationship Type="http://schemas.openxmlformats.org/officeDocument/2006/relationships/slide" Target="/ppt/slides/slide3.xml" Id="R19b2b0ab19aa446c" /><Relationship Type="http://schemas.openxmlformats.org/officeDocument/2006/relationships/slide" Target="/ppt/slides/slide4.xml" Id="Rb454cfcd43994e4b" /><Relationship Type="http://schemas.openxmlformats.org/officeDocument/2006/relationships/slide" Target="/ppt/slides/slide5.xml" Id="R63d78eab0c8f444e" /><Relationship Type="http://schemas.openxmlformats.org/officeDocument/2006/relationships/slide" Target="/ppt/slides/slide6.xml" Id="R0c122c00324642b6" /><Relationship Type="http://schemas.openxmlformats.org/officeDocument/2006/relationships/slide" Target="/ppt/slides/slide7.xml" Id="Rbe5dd7abbea545ce" /><Relationship Type="http://schemas.openxmlformats.org/officeDocument/2006/relationships/slide" Target="/ppt/slides/slide8.xml" Id="R352181b0eeae494e" /><Relationship Type="http://schemas.openxmlformats.org/officeDocument/2006/relationships/slide" Target="/ppt/slides/slide9.xml" Id="R54fbad0dfa1c4e80" /><Relationship Type="http://schemas.openxmlformats.org/officeDocument/2006/relationships/slide" Target="/ppt/slides/slide10.xml" Id="R0eafc921dfa74109" /><Relationship Type="http://schemas.openxmlformats.org/officeDocument/2006/relationships/slide" Target="/ppt/slides/slide11.xml" Id="R6e77e1abd2454989" /><Relationship Type="http://schemas.openxmlformats.org/officeDocument/2006/relationships/slide" Target="/ppt/slides/slide12.xml" Id="R93d73b3c19c34709" /><Relationship Type="http://schemas.openxmlformats.org/officeDocument/2006/relationships/slide" Target="/ppt/slides/slide13.xml" Id="Rfe4d5f64a18c4daa" /><Relationship Type="http://schemas.openxmlformats.org/officeDocument/2006/relationships/slide" Target="/ppt/slides/slide14.xml" Id="R6bddd8a2f6b54cf8" /><Relationship Type="http://schemas.openxmlformats.org/officeDocument/2006/relationships/slide" Target="/ppt/slides/slide15.xml" Id="Re4506dedfb93447e" /><Relationship Type="http://schemas.openxmlformats.org/officeDocument/2006/relationships/slide" Target="/ppt/slides/slide16.xml" Id="Raa2ec1b86dc94b3b" /><Relationship Type="http://schemas.openxmlformats.org/officeDocument/2006/relationships/slide" Target="/ppt/slides/slide17.xml" Id="Rf6fbc400231c42b0" /><Relationship Type="http://schemas.openxmlformats.org/officeDocument/2006/relationships/slide" Target="/ppt/slides/slide18.xml" Id="R50ec75150c7641e3" /><Relationship Type="http://schemas.openxmlformats.org/officeDocument/2006/relationships/slide" Target="/ppt/slides/slide19.xml" Id="Rb6c141c754ed47e6" /><Relationship Type="http://schemas.openxmlformats.org/officeDocument/2006/relationships/slide" Target="/ppt/slides/slide20.xml" Id="R0851589b364a440f" /><Relationship Type="http://schemas.openxmlformats.org/officeDocument/2006/relationships/slide" Target="/ppt/slides/slide21.xml" Id="R407d7eb03cf949fe" /><Relationship Type="http://schemas.openxmlformats.org/officeDocument/2006/relationships/slide" Target="/ppt/slides/slide22.xml" Id="R2cc9f23af7f24fb0" /><Relationship Type="http://schemas.openxmlformats.org/officeDocument/2006/relationships/slide" Target="/ppt/slides/slide23.xml" Id="Rd91f6b7e868b4d9e" /><Relationship Type="http://schemas.openxmlformats.org/officeDocument/2006/relationships/slide" Target="/ppt/slides/slide24.xml" Id="Rbef38f6433a24f7d" /><Relationship Type="http://schemas.openxmlformats.org/officeDocument/2006/relationships/slide" Target="/ppt/slides/slide25.xml" Id="Rb9f19feed3d94266" /><Relationship Type="http://schemas.openxmlformats.org/officeDocument/2006/relationships/slide" Target="/ppt/slides/slide26.xml" Id="Rbab70849cce74832" /><Relationship Type="http://schemas.openxmlformats.org/officeDocument/2006/relationships/slide" Target="/ppt/slides/slide27.xml" Id="R20d74b7d47124c47" /><Relationship Type="http://schemas.openxmlformats.org/officeDocument/2006/relationships/slide" Target="/ppt/slides/slide28.xml" Id="R95708dc9f7644c31" /><Relationship Type="http://schemas.openxmlformats.org/officeDocument/2006/relationships/slide" Target="/ppt/slides/slide29.xml" Id="R3acb89f88cbf411f" /><Relationship Type="http://schemas.openxmlformats.org/officeDocument/2006/relationships/slide" Target="/ppt/slides/slide30.xml" Id="Re02e5ab906a44089" /><Relationship Type="http://schemas.openxmlformats.org/officeDocument/2006/relationships/slide" Target="/ppt/slides/slide31.xml" Id="Re2d755c9da0f4296" /><Relationship Type="http://schemas.openxmlformats.org/officeDocument/2006/relationships/slide" Target="/ppt/slides/slide32.xml" Id="Rd25c519c088447ab" /><Relationship Type="http://schemas.openxmlformats.org/officeDocument/2006/relationships/slide" Target="/ppt/slides/slide33.xml" Id="R73ace9a1cfa543a6" /><Relationship Type="http://schemas.openxmlformats.org/officeDocument/2006/relationships/slide" Target="/ppt/slides/slide34.xml" Id="R60cfc1d67ab7443c" /><Relationship Type="http://schemas.openxmlformats.org/officeDocument/2006/relationships/slide" Target="/ppt/slides/slide35.xml" Id="R6447a9c49b524be7" /><Relationship Type="http://schemas.openxmlformats.org/officeDocument/2006/relationships/slide" Target="/ppt/slides/slide36.xml" Id="R2ab0d496dda3481d" /><Relationship Type="http://schemas.openxmlformats.org/officeDocument/2006/relationships/slide" Target="/ppt/slides/slide37.xml" Id="R209559e773d14833" /><Relationship Type="http://schemas.openxmlformats.org/officeDocument/2006/relationships/slide" Target="/ppt/slides/slide38.xml" Id="R378ae0a0b0894790" /><Relationship Type="http://schemas.openxmlformats.org/officeDocument/2006/relationships/slide" Target="/ppt/slides/slide39.xml" Id="R2c8d0229f301415a" /><Relationship Type="http://schemas.openxmlformats.org/officeDocument/2006/relationships/slide" Target="/ppt/slides/slide40.xml" Id="Re9ea7c53884c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f7b2c9633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34832cb0d64ac7" /><Relationship Type="http://schemas.openxmlformats.org/officeDocument/2006/relationships/notesMaster" Target="/ppt/notesMasters/notesMaster1.xml" Id="Rf62d601a794b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4b3c5800449e6" /><Relationship Type="http://schemas.openxmlformats.org/officeDocument/2006/relationships/notesMaster" Target="/ppt/notesMasters/notesMaster1.xml" Id="R70536122c70f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79ddc5178b4ba4" /><Relationship Type="http://schemas.openxmlformats.org/officeDocument/2006/relationships/notesMaster" Target="/ppt/notesMasters/notesMaster1.xml" Id="Rb018b3d305ed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cd994b38f74e65" /><Relationship Type="http://schemas.openxmlformats.org/officeDocument/2006/relationships/notesMaster" Target="/ppt/notesMasters/notesMaster1.xml" Id="R1806d7f9afa84e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2f91721e244c0" /><Relationship Type="http://schemas.openxmlformats.org/officeDocument/2006/relationships/notesMaster" Target="/ppt/notesMasters/notesMaster1.xml" Id="R8321a65ccef3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24480a81714518" /><Relationship Type="http://schemas.openxmlformats.org/officeDocument/2006/relationships/notesMaster" Target="/ppt/notesMasters/notesMaster1.xml" Id="R8b70e6b07ede41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236b5febdf422c" /><Relationship Type="http://schemas.openxmlformats.org/officeDocument/2006/relationships/notesMaster" Target="/ppt/notesMasters/notesMaster1.xml" Id="R06c898c6e39c46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40867340aa4f13" /><Relationship Type="http://schemas.openxmlformats.org/officeDocument/2006/relationships/notesMaster" Target="/ppt/notesMasters/notesMaster1.xml" Id="Rbc6108be9d504f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fa9bf268ae4e0b" /><Relationship Type="http://schemas.openxmlformats.org/officeDocument/2006/relationships/notesMaster" Target="/ppt/notesMasters/notesMaster1.xml" Id="Rcb6e4e633b3c46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89d1e2596545a8" /><Relationship Type="http://schemas.openxmlformats.org/officeDocument/2006/relationships/notesMaster" Target="/ppt/notesMasters/notesMaster1.xml" Id="R036d8a644384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22f752161b4852" /><Relationship Type="http://schemas.openxmlformats.org/officeDocument/2006/relationships/notesMaster" Target="/ppt/notesMasters/notesMaster1.xml" Id="R3957e1e48e8949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554c90801f4f89" /><Relationship Type="http://schemas.openxmlformats.org/officeDocument/2006/relationships/notesMaster" Target="/ppt/notesMasters/notesMaster1.xml" Id="R4a10ecbec4ce46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37e8b7664f4d83" /><Relationship Type="http://schemas.openxmlformats.org/officeDocument/2006/relationships/notesMaster" Target="/ppt/notesMasters/notesMaster1.xml" Id="R519ea65b64ca45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81793932c44d9e" /><Relationship Type="http://schemas.openxmlformats.org/officeDocument/2006/relationships/notesMaster" Target="/ppt/notesMasters/notesMaster1.xml" Id="R9b801461776b4f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3d2a777e9f4b27" /><Relationship Type="http://schemas.openxmlformats.org/officeDocument/2006/relationships/notesMaster" Target="/ppt/notesMasters/notesMaster1.xml" Id="R655aeba4f6304d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8c35f5993445eb" /><Relationship Type="http://schemas.openxmlformats.org/officeDocument/2006/relationships/notesMaster" Target="/ppt/notesMasters/notesMaster1.xml" Id="R647fbddb12c340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2a688334d547f6" /><Relationship Type="http://schemas.openxmlformats.org/officeDocument/2006/relationships/notesMaster" Target="/ppt/notesMasters/notesMaster1.xml" Id="R54994adb0f2943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24281ef17f4923" /><Relationship Type="http://schemas.openxmlformats.org/officeDocument/2006/relationships/notesMaster" Target="/ppt/notesMasters/notesMaster1.xml" Id="R3efa206c999542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47879987b140c8" /><Relationship Type="http://schemas.openxmlformats.org/officeDocument/2006/relationships/notesMaster" Target="/ppt/notesMasters/notesMaster1.xml" Id="Rcf4cdb4b23a740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a95bf42f2f4321" /><Relationship Type="http://schemas.openxmlformats.org/officeDocument/2006/relationships/notesMaster" Target="/ppt/notesMasters/notesMaster1.xml" Id="R11412b064ec04e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d19524dcf54c7e" /><Relationship Type="http://schemas.openxmlformats.org/officeDocument/2006/relationships/notesMaster" Target="/ppt/notesMasters/notesMaster1.xml" Id="R8693bda97ac943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17cb8e25174b50" /><Relationship Type="http://schemas.openxmlformats.org/officeDocument/2006/relationships/notesMaster" Target="/ppt/notesMasters/notesMaster1.xml" Id="Rc6ef5bcc52004c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0c5f0dd86544fa" /><Relationship Type="http://schemas.openxmlformats.org/officeDocument/2006/relationships/notesMaster" Target="/ppt/notesMasters/notesMaster1.xml" Id="R3f238ff7532b4c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9fe75de4f7403c" /><Relationship Type="http://schemas.openxmlformats.org/officeDocument/2006/relationships/notesMaster" Target="/ppt/notesMasters/notesMaster1.xml" Id="R436bec12a55448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dce804aa244bf6" /><Relationship Type="http://schemas.openxmlformats.org/officeDocument/2006/relationships/notesMaster" Target="/ppt/notesMasters/notesMaster1.xml" Id="Rfa66fed5b4b844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68b5fc3a564264" /><Relationship Type="http://schemas.openxmlformats.org/officeDocument/2006/relationships/notesMaster" Target="/ppt/notesMasters/notesMaster1.xml" Id="Rd30c55ce19474e1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1e15692a424ef9" /><Relationship Type="http://schemas.openxmlformats.org/officeDocument/2006/relationships/notesMaster" Target="/ppt/notesMasters/notesMaster1.xml" Id="R5e5d85fb2e784e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e7663490334606" /><Relationship Type="http://schemas.openxmlformats.org/officeDocument/2006/relationships/notesMaster" Target="/ppt/notesMasters/notesMaster1.xml" Id="Rac2851111e1b46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c4bcea8bfb49e0" /><Relationship Type="http://schemas.openxmlformats.org/officeDocument/2006/relationships/notesMaster" Target="/ppt/notesMasters/notesMaster1.xml" Id="Rddd3ae4b15f247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c224b894c9449b" /><Relationship Type="http://schemas.openxmlformats.org/officeDocument/2006/relationships/notesMaster" Target="/ppt/notesMasters/notesMaster1.xml" Id="R42220b000b5c4b1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2b95f23d16b4508" /><Relationship Type="http://schemas.openxmlformats.org/officeDocument/2006/relationships/notesMaster" Target="/ppt/notesMasters/notesMaster1.xml" Id="R18d763de60a2427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34edc886024ad7" /><Relationship Type="http://schemas.openxmlformats.org/officeDocument/2006/relationships/notesMaster" Target="/ppt/notesMasters/notesMaster1.xml" Id="Rb0c0ee3f64054a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d4eb6ce44d6412c" /><Relationship Type="http://schemas.openxmlformats.org/officeDocument/2006/relationships/notesMaster" Target="/ppt/notesMasters/notesMaster1.xml" Id="R5feac4bea53341a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49e529c2d3d4e03" /><Relationship Type="http://schemas.openxmlformats.org/officeDocument/2006/relationships/notesMaster" Target="/ppt/notesMasters/notesMaster1.xml" Id="Rbe73e04ee310436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8a46eeffe14e1a" /><Relationship Type="http://schemas.openxmlformats.org/officeDocument/2006/relationships/notesMaster" Target="/ppt/notesMasters/notesMaster1.xml" Id="Rb9175cdc946e4e0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3a1036790544e14" /><Relationship Type="http://schemas.openxmlformats.org/officeDocument/2006/relationships/notesMaster" Target="/ppt/notesMasters/notesMaster1.xml" Id="Ra046939760b643b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307ed68a2f483a" /><Relationship Type="http://schemas.openxmlformats.org/officeDocument/2006/relationships/notesMaster" Target="/ppt/notesMasters/notesMaster1.xml" Id="R6362f620da9e423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978dc6ecfb54f4f" /><Relationship Type="http://schemas.openxmlformats.org/officeDocument/2006/relationships/notesMaster" Target="/ppt/notesMasters/notesMaster1.xml" Id="R69d85064c2f947b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753c31dd7c743dc" /><Relationship Type="http://schemas.openxmlformats.org/officeDocument/2006/relationships/notesMaster" Target="/ppt/notesMasters/notesMaster1.xml" Id="Raa040b68794e41d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e28817348e246a8" /><Relationship Type="http://schemas.openxmlformats.org/officeDocument/2006/relationships/notesMaster" Target="/ppt/notesMasters/notesMaster1.xml" Id="Raa148bb4552e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3422c074f48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7e1ce6a344ffd" /><Relationship Type="http://schemas.openxmlformats.org/officeDocument/2006/relationships/slideLayout" Target="/ppt/slideLayouts/slideLayout1.xml" Id="R7840b75e0f8b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40b75e0f8b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54362d7a545e6" /><Relationship Type="http://schemas.openxmlformats.org/officeDocument/2006/relationships/notesSlide" Target="/ppt/notesSlides/notesSlide1.xml" Id="Ra63ea024fe024e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937fa9bb4ab6" /><Relationship Type="http://schemas.openxmlformats.org/officeDocument/2006/relationships/notesSlide" Target="/ppt/notesSlides/notesSlide2.xml" Id="R60400b843e564d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4647e21a4e89" /><Relationship Type="http://schemas.openxmlformats.org/officeDocument/2006/relationships/notesSlide" Target="/ppt/notesSlides/notesSlide3.xml" Id="R9d500ddde31e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69c8bed2e4ded" /><Relationship Type="http://schemas.openxmlformats.org/officeDocument/2006/relationships/notesSlide" Target="/ppt/notesSlides/notesSlide4.xml" Id="R23f1a41703f04a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79cc350043fa" /><Relationship Type="http://schemas.openxmlformats.org/officeDocument/2006/relationships/notesSlide" Target="/ppt/notesSlides/notesSlide5.xml" Id="Re786c0853b914b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80a4497214fc8" /><Relationship Type="http://schemas.openxmlformats.org/officeDocument/2006/relationships/notesSlide" Target="/ppt/notesSlides/notesSlide6.xml" Id="R40f58fceb59440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32de96a7f4cca" /><Relationship Type="http://schemas.openxmlformats.org/officeDocument/2006/relationships/notesSlide" Target="/ppt/notesSlides/notesSlide7.xml" Id="R47266f3542ac4c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095f5aafc4a47" /><Relationship Type="http://schemas.openxmlformats.org/officeDocument/2006/relationships/notesSlide" Target="/ppt/notesSlides/notesSlide8.xml" Id="R938682413f7e45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6b9b83d545a3" /><Relationship Type="http://schemas.openxmlformats.org/officeDocument/2006/relationships/notesSlide" Target="/ppt/notesSlides/notesSlide9.xml" Id="Rd57bd461525e4d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347ac9b1144ec" /><Relationship Type="http://schemas.openxmlformats.org/officeDocument/2006/relationships/notesSlide" Target="/ppt/notesSlides/notesSlide10.xml" Id="Rf8cbcd137eb044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dc6aa046a4cb5" /><Relationship Type="http://schemas.openxmlformats.org/officeDocument/2006/relationships/notesSlide" Target="/ppt/notesSlides/notesSlide11.xml" Id="Recc34be12d3d46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7aeae2eeb4891" /><Relationship Type="http://schemas.openxmlformats.org/officeDocument/2006/relationships/notesSlide" Target="/ppt/notesSlides/notesSlide12.xml" Id="Rdc5adaaa3b684f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e6572674540eb" /><Relationship Type="http://schemas.openxmlformats.org/officeDocument/2006/relationships/notesSlide" Target="/ppt/notesSlides/notesSlide13.xml" Id="Rf1e87bc5ae2246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5f33d26504f2d" /><Relationship Type="http://schemas.openxmlformats.org/officeDocument/2006/relationships/notesSlide" Target="/ppt/notesSlides/notesSlide14.xml" Id="R6a119b3a4c1946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42b0f75f474b" /><Relationship Type="http://schemas.openxmlformats.org/officeDocument/2006/relationships/notesSlide" Target="/ppt/notesSlides/notesSlide15.xml" Id="Rf89835fe0f144f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6f0d64514279" /><Relationship Type="http://schemas.openxmlformats.org/officeDocument/2006/relationships/notesSlide" Target="/ppt/notesSlides/notesSlide16.xml" Id="R16117d43de614a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1109836314dbd" /><Relationship Type="http://schemas.openxmlformats.org/officeDocument/2006/relationships/notesSlide" Target="/ppt/notesSlides/notesSlide17.xml" Id="R0b0796f1b8a344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85f7d0f754863" /><Relationship Type="http://schemas.openxmlformats.org/officeDocument/2006/relationships/notesSlide" Target="/ppt/notesSlides/notesSlide18.xml" Id="R42fe9d3f42a543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b0c358c149c9" /><Relationship Type="http://schemas.openxmlformats.org/officeDocument/2006/relationships/notesSlide" Target="/ppt/notesSlides/notesSlide19.xml" Id="R9a8d42454b1543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58ed3993e444e" /><Relationship Type="http://schemas.openxmlformats.org/officeDocument/2006/relationships/notesSlide" Target="/ppt/notesSlides/notesSlide20.xml" Id="R63dcfcfac12a4c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92d0478454d16" /><Relationship Type="http://schemas.openxmlformats.org/officeDocument/2006/relationships/notesSlide" Target="/ppt/notesSlides/notesSlide21.xml" Id="R8704cc1881d641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ee5893b9c41e7" /><Relationship Type="http://schemas.openxmlformats.org/officeDocument/2006/relationships/notesSlide" Target="/ppt/notesSlides/notesSlide22.xml" Id="R37666d9d74274a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f611aa23e43ac" /><Relationship Type="http://schemas.openxmlformats.org/officeDocument/2006/relationships/notesSlide" Target="/ppt/notesSlides/notesSlide23.xml" Id="R2086fdf31f594f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49fdd25b54e69" /><Relationship Type="http://schemas.openxmlformats.org/officeDocument/2006/relationships/notesSlide" Target="/ppt/notesSlides/notesSlide24.xml" Id="R46b5fa9215634f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e903a4d9b4b25" /><Relationship Type="http://schemas.openxmlformats.org/officeDocument/2006/relationships/notesSlide" Target="/ppt/notesSlides/notesSlide25.xml" Id="Rc03c764bd58a48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a346c5d97425d" /><Relationship Type="http://schemas.openxmlformats.org/officeDocument/2006/relationships/notesSlide" Target="/ppt/notesSlides/notesSlide26.xml" Id="R888b8428a7f3481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de92b31e54988" /><Relationship Type="http://schemas.openxmlformats.org/officeDocument/2006/relationships/notesSlide" Target="/ppt/notesSlides/notesSlide27.xml" Id="Ra8de804e3f1e4cb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496ee622b4c9d" /><Relationship Type="http://schemas.openxmlformats.org/officeDocument/2006/relationships/notesSlide" Target="/ppt/notesSlides/notesSlide28.xml" Id="R9a628703854040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0a22f1eab44c8" /><Relationship Type="http://schemas.openxmlformats.org/officeDocument/2006/relationships/notesSlide" Target="/ppt/notesSlides/notesSlide29.xml" Id="Rb6e231e7f90845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e8103716645af" /><Relationship Type="http://schemas.openxmlformats.org/officeDocument/2006/relationships/notesSlide" Target="/ppt/notesSlides/notesSlide30.xml" Id="Rb880bbd04385406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630b2bfaf42c6" /><Relationship Type="http://schemas.openxmlformats.org/officeDocument/2006/relationships/notesSlide" Target="/ppt/notesSlides/notesSlide31.xml" Id="Re59a0b6168ad42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fc7c2ed084f58" /><Relationship Type="http://schemas.openxmlformats.org/officeDocument/2006/relationships/notesSlide" Target="/ppt/notesSlides/notesSlide32.xml" Id="R0173be812e1a41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6cb28999f40cb" /><Relationship Type="http://schemas.openxmlformats.org/officeDocument/2006/relationships/notesSlide" Target="/ppt/notesSlides/notesSlide33.xml" Id="R029ac8c275ad44e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a4328d836444d" /><Relationship Type="http://schemas.openxmlformats.org/officeDocument/2006/relationships/notesSlide" Target="/ppt/notesSlides/notesSlide34.xml" Id="Re3095200e1664e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f213a51a64cbd" /><Relationship Type="http://schemas.openxmlformats.org/officeDocument/2006/relationships/notesSlide" Target="/ppt/notesSlides/notesSlide35.xml" Id="Rb7e1359758d74b7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83b723c134f09" /><Relationship Type="http://schemas.openxmlformats.org/officeDocument/2006/relationships/notesSlide" Target="/ppt/notesSlides/notesSlide36.xml" Id="R47a26d05bbf344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fc7e210444169" /><Relationship Type="http://schemas.openxmlformats.org/officeDocument/2006/relationships/notesSlide" Target="/ppt/notesSlides/notesSlide37.xml" Id="R355d91dfb3a74c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90f0ace4b4906" /><Relationship Type="http://schemas.openxmlformats.org/officeDocument/2006/relationships/notesSlide" Target="/ppt/notesSlides/notesSlide38.xml" Id="R99ab1e7eb3c14cd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72f96794244cc" /><Relationship Type="http://schemas.openxmlformats.org/officeDocument/2006/relationships/notesSlide" Target="/ppt/notesSlides/notesSlide39.xml" Id="Re16fab552ab140f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0c92bdec64fc1" /><Relationship Type="http://schemas.openxmlformats.org/officeDocument/2006/relationships/notesSlide" Target="/ppt/notesSlides/notesSlide40.xml" Id="R57fe1ce77c434a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15898-23D6-4428-8F48-6E6E379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06203-C0C8-4B83-922C-BCF3E1F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Linear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BE658-68F4-4CA6-85D0-92FD9DF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460DD-1543-4A04-AAAB-4250B72B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FE2B8-8487-4056-8126-4A739ED0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3A8B0-05C7-4881-B9FE-85C89320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38AB3-0B35-4808-8288-307F2D4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EA535-39A5-4869-A543-701A597E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196B8-0186-4BE8-93C2-8485267D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73A13-88B1-4034-A179-8CADB317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9034B-DEF1-49E5-A0E3-2BBC098C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A8431-85E5-40BD-9D44-A773A69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290D7-496F-45B1-ABFD-70434DF6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9966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DB493-FA99-4884-963C-E3FDBB4C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AC856-3D06-4995-AC0D-4E179FC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40486-B68C-49C6-9970-10CF558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675FA-F05A-482D-A2A0-0BDA9D1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495EA-AB0A-47CA-B5B6-AB179C3B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7CFF1-4CDF-4D45-B130-1447D29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2AD7-57B7-4D7D-A680-236140A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7906A-AE50-4745-A62D-88A3F187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3E944-9922-4291-92D9-9BD1D505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9B544-C075-455F-9FA7-10AB58A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2549D-0334-4E10-8F76-3E3A7221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F0345-C31F-4789-9BE6-D42E43A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1CAF9-464A-4A75-A004-12F4AEE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882B5-9B1F-461F-A4CF-1DFAB40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A4628-3E8E-4516-97AE-1786506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68117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C419C-D141-4729-AE57-F9CDF34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26B66-DE9D-4992-8B87-B238E5D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EE090-D8F4-4988-AC48-B7C00F5E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8B6C0-554B-4D5C-97B6-ED912DE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97B28-19FB-40A9-8F0B-CBE8384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A43C9-61E5-4366-9B3A-536DE2A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EAB1C-C7AE-45A0-AE80-0E547D8D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CE801-13EA-4CDA-9833-18302100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88AAE-6038-49DD-9B0E-990B619E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Transformation (8Hours Theory + 4Hours Tutorial) 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C4F5D-8C80-45E3-88A8-E2E65AC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84D49-E468-4D0A-9F45-DDE759D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18E97-6328-4E67-8F6E-86A8194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Singular, non-singular linear transformations and inverti...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6F284-DB8A-4F08-8811-DF679775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4F8D7-9F89-4CC0-88D2-0198325C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B3207-1881-4157-B110-3E734F1A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Rank and nullity of linear transformations, Rank-Nullity...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8B780-95ED-40F8-B1B0-5FC6EFB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67607-561F-49EA-8C47-AD5AE5A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24090-8AE6-458E-B28A-53E039D3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Textbook-3: Chapter 5: Sections 5.3- 5.7 Chapter 6: Secti...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630C-6C09-4651-A67C-37AA4DC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F2602-1516-4D35-8094-FE5866AC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502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2467D-C994-4C41-8888-11A1654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54A93-33DF-42B9-A252-30FC672D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2DCAB-2913-4973-AFA4-D6117C73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ACA37-EF6F-4D90-9FC6-157A58A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E531D-4498-44B6-95C8-F26B220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2E32A-48BF-4DB0-B9A8-A7B2104B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1211-EF0C-470A-A5CC-336E30B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06584-3A88-47AA-8E6A-76610E7C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Transformation (8Hours Theory + 4Hours Tutorial) D...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1E56-1272-4C40-BD72-BBB181B2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37D4C-40DF-409B-9346-154E595E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622DB-8851-420B-9AC1-C15DD86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Singular, non-singular linear transformations and inverti...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FF8FB-8EB3-4D22-9DEE-170554D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02FB5-554A-4A11-BE06-D9E315B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2B161-3A13-419C-B231-414803E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Rank and nullity of linear transformations, Rank-Nullity....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F4EA5-91A0-47D1-9EDB-E8D34FF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0F5C7-56F1-46DD-A866-666016B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0FABB-02AF-4DE0-8073-0AB7B461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Textbook-3: Chapter 5: Sections 5.3- 5.7 Chapter 6: Secti...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E3A9B-C4D8-4435-80A9-E84393E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B0600-3C58-4BE9-93FF-BF51A59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1021B-9FEB-46E7-8F0C-BB50E9D6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97442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EE15F-816D-4CF9-AFD4-8CBCF19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CF746-A62F-4A70-9633-DB54B1F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EF163-CE2E-4FBF-8720-7A0250B8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B075C-729C-443F-9612-A90249EF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637A-0643-4719-AD81-19B6C77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55777-4A3A-441E-A67A-D3EEBB0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C284-15A3-493F-A3F9-4F99662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2CA40-B89E-473E-93AA-16BCAEE6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65C6A-2AAC-4532-AA23-1080963E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A0ABF-BEFC-4986-9DEC-7F4D4B42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AA919-A579-4584-8E09-D1F97DE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D46FE-06AB-4E0D-B9B1-8F09736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E2A6E-2706-415C-8B65-90B2F26F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DBA05-385B-46FA-80AE-0908488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non-singular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A5F43-FA04-4B2E-A13D-D01AC467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5A8C0-2FB1-44D4-8B35-B65B2869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1401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9C4D1-4102-4EFD-8798-CF9EE35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433F9-ECDF-49E6-AFB8-CE3B89B6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44DC5-D5DD-43D3-AFD4-C3523EC8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1A7A8-A24F-4CAC-B6B2-4E0B945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BD082-F14C-4E04-A86D-C3651075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Transformation (8Hours Theory + 4Hours Tutorial) Definition and examples, algebra of linear transformati...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8D5A9-9543-4BE2-B78B-D775C2C7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Transformation (8Hours Theory + 4H...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EBE06-94C2-4799-8025-AAF3C12A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140F7-C365-4680-B77A-026598E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0876A-A923-4988-881A-29C29D2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00623-3381-468B-AE91-C4B2374D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9F78B-F365-400C-96BA-BBD41C7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14650-BC1C-409C-8D4D-73F5E7C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115CE-672C-44F1-B789-BBE4335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B81DF-1F91-42B8-B5E1-6D58DFEA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893EB-936D-4E6A-BF41-6FEA8EA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1CDB1-9253-4B08-A50F-54D3CE7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02381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E014A-B79E-42CC-A2A7-932EA8E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2D465-37D3-431C-B181-1252CD0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C5D3F-E17B-4FB4-97DE-3E379FCA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DBD83-CE0A-4B9C-9F68-989E862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1C349-42E5-452C-A720-5BF7DE7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6B196-926B-4F28-AB89-1A252CC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7DB0E-9393-4474-8E01-472AD2AD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79CED-351F-4684-BD16-56DA6AC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436C8-5035-4569-A068-B2F55091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Transfor...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3A98-AE79-4762-BE24-5B5D84B8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C915D-F7B2-4870-8ACF-252B890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538D7-F68D-4B66-BA46-114214B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Tra...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3200-62C7-4942-9714-69DF67F4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D1CA0-38CD-49E5-B621-DFD212B2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4BDB6-654E-4A48-9540-9578169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E216D-9506-416F-9210-75A15EB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EE687-C9A7-4880-9C57-CA987373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45858-97C0-4D2D-B1DB-CF92C6AE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Transf...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5BC7E-6BEF-4E85-9453-6932AE3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B70FD-DC04-4D94-9EF2-4FA1FE8F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3D5A8-6834-4C6F-A87A-08E90DDC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Tran...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E7D81-DC05-4111-BC41-9D4E3711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FE4E8-A3BF-4623-A6EF-3DE6D46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7654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AE89F-FED2-41D5-B7A4-F723B3F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80610-83D9-4588-839E-CB87AFDB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A2B7-1364-4B19-8500-1D8AF0B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056B6-FE6D-457F-B0F2-800E6617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6C972-F1B6-4225-BCB2-5DBDE849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672AC-078A-47AA-8149-117F85F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B7938-283B-4ECB-9EB3-EFDE482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8A73-52FC-4DA2-9F96-BDC5022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E5A04-2F18-4EE5-A92B-5738F48B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9C9DA-D852-4178-8136-C712A0F9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58021-DA84-4D58-BA1F-2398C262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F4BE3-E0A5-4C64-A792-03C78A7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D25D4-76EB-476F-B6A9-237F7885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25737-945F-4586-AB5D-1F398DC0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46E2B-2CEE-4C98-80AC-BC50FD51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60088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4462E-4DFD-47B6-A2C4-E928AF9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E98E-FBA9-41A2-BFF4-9D88F4D7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E0D1C-04D6-4D45-8032-32DD6E67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12468-A09F-40E9-A6A9-301AF54A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4B1CB-2ECE-4163-B51C-410243BA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B4449-B7A8-4583-8C04-7066ACBB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Transformation (8Hours Theory + 4Hours Tutorial) 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2DC05-C845-4F63-BA3C-CAC6883F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EA039-7845-48B3-8FB5-B0938A4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639A0-D201-42ED-BA6C-89B651BA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E230D-6DD0-43DC-88C8-B119E225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310DC-DA42-455C-B823-3453926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2007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74EC4-5C8D-425A-9D70-B978514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CE7D5-98F3-4432-966F-148F2F9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55B8D-1CE8-4A02-83CC-5661C7F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5DF87-99A0-4FEB-8389-326000C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0B6A3-EAD3-45A6-8425-87CD033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Singular, non-singular linear transformations and invertible linear transformations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34701-90D7-4B3A-9E59-917FD44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Singular, non-singular linear transformat...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B9BE5-50B6-4F6A-9CA1-811E8D8B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6FD44-0537-4DB4-BE31-2FFD6B2A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AE26-3C8C-43D0-9590-721F697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32838-0DE8-40A6-B556-75643D7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3BD1B-6929-4271-94A9-65C4869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DBF58-C9E1-4EB6-9AA3-DD5C2474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B0B1C-824F-46AE-ABD5-FF77778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7599D-A39B-46C0-95F4-18BD8FF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E06F0-963A-40F1-AE51-A430C8F1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4C0EF-C639-4DF6-943E-5F39380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7430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0DC67-0DF2-42AB-B863-31813C8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E4F8-2C0F-4A6F-86FF-F0140A2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652AD-7618-4064-B7BB-8DC15A1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C2AA2-A54A-4631-B859-F68A0A8B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47A34-F147-4793-BE95-ABDABCA5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873A5-9593-44FE-8AB9-D88D7D8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BB6F4-AF26-42B7-88BA-FEFF6F28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3CEE1-9056-4A7F-83AD-4775696E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A6996-8BEA-40E5-AE0D-3E06D6C8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Singular, non-s...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189CC-A672-4972-A72E-7A63F7F9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3392-9006-4D33-809E-1BC6BEF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A1579-505A-4EB4-993A-714AD76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Singular,...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9FE25-A1AA-4F07-B53B-A8D2313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C90DC-4007-426D-9A7F-CECA7CD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45B81-AA8B-432E-BA4E-E91A26C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Singula...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8CA8E-F3D4-4D7B-9A6F-F65C466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39F9E-162D-4E94-8180-98F09FD1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2FB16-042A-4992-8146-26308F6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Singular, non...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4C699-2EA6-477F-AAD2-A4A34324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1F8CF-0658-4FFB-8333-081808E5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96CF2-43E8-44CC-B9F0-2FD2B6EF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Singular, 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4E467-50DF-464F-97A4-6C6711FA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5DAE6-9CF4-4460-9974-CE96420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639305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1F9D2-1555-4C29-98FD-81502EBB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0C738-57D1-4AAA-A74D-C6E2B6B0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A3BAF-9AD3-4D94-B80A-A2000F6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A150F-1334-416D-90D8-68222E51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E9689-F2EA-4839-A179-FF86C765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7647C-7531-41CC-9197-D55F37C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A6651-9A88-42D7-9D3F-C16CD08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F0BED-E2BC-4AED-B7B1-CE59FD5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DE134-4D78-4BDA-A13D-70EC51F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5AA2-168E-4157-929E-B4F31C0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8821F-1BCB-48D0-86C0-7E3CF302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CB2B-5D90-4E8F-9093-8F6B7776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2D8D6-B70E-494A-8597-B7057D73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C9F09-28C1-4001-9CA1-3F43474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BE3C6-D2B2-4F80-9498-7744298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359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9C839-CAD1-4F27-919B-0C98D77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98BA3-DF79-41B9-90E1-0E31CE4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BDC7A-2AAE-4765-8B23-980E915F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EE340-03A4-4FA9-910D-760D944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EDFFC-55E4-4A00-9AD7-8FB2DE19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77D-ACAC-4EF7-82F8-B2340C2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Singular, non-singular linear transformations and inverti...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C187A-1AB0-4FF0-A59E-FA45831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1A826-8365-45BD-ADA5-55C34F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56927-462D-4DDA-82A1-8BCEDD4F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0D153-6688-4B77-A00C-F04CC94D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8E880-1763-4C94-BFD3-A826242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83297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54B06-F761-4D0C-8828-CC2BE45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8CE40-E6E2-4809-858F-6C9D90DA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649AA-B377-4847-BE4D-996B789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A992-412A-47F5-B4B2-FFBFEC3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BF170-0D37-4E1C-A063-7BEE973A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Rank and nullity of linear transformations, Rank-Nullity theorem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CD3E-AC07-4092-9DAD-08267D1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Rank and nullity of linear transformation...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E7CC3-5589-499E-A951-78F43B5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59E45-5631-4738-8988-88969E5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A84B8-ED16-4820-B325-98F64A0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FE11C-0FE5-46D2-8551-FE565B39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E0035-0885-4ABC-BD50-100B7CC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4065B-297E-4BE2-AD7D-317677B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C67F8-92C4-4320-B32A-69FD8A7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CB015-77A1-4569-9897-2A7874B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8FE98-5E3A-4A2B-9E3B-16A8359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6BB9D-2322-4DCA-9CC2-717D59B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2293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A2926-A1FF-44E3-9BC1-AE644DB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4D59-B416-4584-8B10-1AA9DAE1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08A1C-F93E-45C5-BB07-8F093103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8F9CB-FDBC-4714-8F13-87D23A9D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77002-0C17-4621-AE54-0500C64E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04BA-67B5-4DFF-A90E-3C117766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D7D29-850B-46A8-89A6-23CA6251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695FD-1ABC-4065-AE68-23C8592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5424-4CA4-46DE-88B8-F84747A3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Rank and nullit...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C6606-B4E5-40D6-8772-60E2AB8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7D938-A945-4BD9-A0D8-F9B771A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E907F-015A-409D-B26E-20533C9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Rank and 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29DD2-5E72-4D8B-B076-5316B54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724EC-FFC2-455F-BA93-9BED9D30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F71C8-0B4A-4729-9A61-1D9E9A2E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Rank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45831-7FFA-4EE9-A514-8D87B912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8CA9E-C9CE-44D3-9A1F-948263F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77FB9-C2C9-441E-B0FB-DF4346F7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Rank and null...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6B1FE-E465-41E9-8CF5-B661671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23FCE-962C-4168-BED0-F5347BC3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B3BFB-5912-499E-8629-02CEC149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Rank and nu...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E55F2-8E07-4CBF-81A3-5A18C414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AA3F9-67CB-4E1D-8729-BF7828C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52126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B7165-AC6B-4D3C-AA0E-A8F79E53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4DAFA-8046-4C56-89AA-FE4DD595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A1DF0-1AAA-4177-AB63-FE6DED5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DB3AF-0773-4BB0-8A47-C4C46D10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67182-A6BC-4F22-9243-80881BBE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1D4A-5744-48BE-B6BE-4A359F45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2D1EE-78B0-4026-827B-4AF65DE1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DFB4F-0480-40E6-8A64-5AE2423B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CF328-6CCA-441E-8740-2E8DCD3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B2BFA-5157-4BFB-B374-937614C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30DC7-7085-465D-ACD2-81AF5EF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88647-EB16-43EB-8560-EB4C694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D3AA9-927A-448F-B3A0-47B8A590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A3725-555F-4C4B-B3C5-C419EC4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B46A5-1FDE-4465-9E62-9BC92C81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864539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3C898-9053-4E6F-A9B5-DD689F61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DBC3B-C9C4-4324-9C34-10DDA44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F7393-63D4-4ED8-875E-22A32580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4622-DBBB-4C82-A56F-EA2FBA9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9C78B-D990-4FF8-AFA3-EAF5D53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B7594-5D2D-45E2-AB1B-A698DEE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Rank and nullity of linear transformations, Rank-Nullity...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10181-5E4F-4EDC-BBBE-0EA55C6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16B9B-0735-4189-A570-55E8394F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70F81-6712-4958-BE61-5DBEC21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8B95C-EE53-4DEC-93B8-54C02EC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7D423-0271-4363-AA29-E36683A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892148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65CC2-54F3-4361-B6F8-01882BC3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75F68-346D-49F3-ABD8-8A0E94F4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86C6B-1488-4AB6-B9A2-544D051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4021F-EDE2-45AD-9F9A-E0AFAB5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7102B-7BB0-4812-A441-C721669E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Textbook-3: Chapter 5: Sections 5.3- 5.7 Chapter 6: Sections-6.1-6.2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3BD58-0537-4BEF-831B-76AC7349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Textbook-3: Chapter 5: Sections 5.3- 5.7...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E2C5E-A7C5-4EB2-A3DA-3CC1B147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42EFD-4801-4E35-80BF-3F39F54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BEB7A-6BD2-46D9-A6CE-731D41E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92988-6675-497C-97B1-7CAFE634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C8091-7E37-4E0A-9C02-C8D4172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80428-C22C-425F-9D25-DCBACE3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9CFC2-B461-4202-B3F6-65B660D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58186-6001-4AC9-96B6-D5F9EAB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C29E8-3F16-40F6-9903-B9EBF4EF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AA8B3-8060-44C4-8A90-6C2C107E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458963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0BBFC-4673-4FC7-83D6-58F139A3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E20AD-59C9-4C1E-8DF2-95E349A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33060-A50E-4745-8704-4E205C1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73DAF-E951-4D12-A301-4C93032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43138-B752-4DEB-843B-9F2DDC8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11E56-968D-4E67-AEF6-58FAF00D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3209E-BE9F-4BE7-8C6E-038F72C3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AD477-DDD3-418B-B084-2DF952FA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A3561-3580-4887-A0E5-CE8BE37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Textbook-3: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3900A-01DA-4CE8-9108-A59427B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7C437-2D3D-46C5-8AE4-DF16D753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7CBD7-67F3-4A0B-A1D8-5B9F65C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Textbook-3...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B507D-C2B0-4D36-B988-1E37971A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B590E-53CE-4AAA-840C-8AD765A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499C3-CBAA-4E48-93E8-DE3C86CD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96DF0-BBF8-4E2F-96FD-A20E5645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3D6F7-6B49-404D-BDE8-DBD1102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A4A0E-883D-481F-B678-0DB41672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Textbook-3: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5DE3A-CAE0-443B-803F-F3F55EF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03DEE-405F-476D-AE79-BE3217A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23C00-E54C-4DD2-B33A-5A348A8E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Textbook-3:...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6AA5F-CEF1-42D6-AF1D-B2D4915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99931-F31C-4DDB-9C7C-EC10EE2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75315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4FFD6-1EC0-4DEF-9E49-E8925379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FF618-63AC-4774-B676-71C367E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C84F7-397C-423A-B83F-B3284DF2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F00E5-1B11-41C4-A286-15DF52F6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2DF61-0F88-4E49-910B-B9C8B52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51EB-86A4-4BF1-8C39-B58FA910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C7CF9-817B-41F6-9E40-06928F0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FA0EB-B407-4829-9F13-A9D8FAD9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6082A-7286-416E-AF70-E754701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0BB30-EDFD-4DAF-9CD8-0B2CD7CE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33010-1DA3-4A71-8798-BF03FAF5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057F4-8A0B-4557-A0AD-E132334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CAABC-7CE4-4427-8918-4311BAA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0EFC2-EA05-49A8-9214-CB6E411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F9A69-83B1-4560-A4A2-E7EDF62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29153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B5B6C-D016-4998-9089-BF44EF41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2124C-9D8A-4434-8F71-85C5C7E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2670E-8C5C-4331-A4D7-14F8F21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8321-9F45-48E7-8F3E-ADE2012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2E4A7-5C54-45DD-8B8A-678FB65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1466F-85F5-45A9-8106-3A996F5C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Textbook-3: Chapter 5: Sections 5.3- 5.7 Chapter 6: Secti...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F3E64-41CB-4AFF-86C1-3BE8F244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6680B-28F1-49B0-85D0-D9467A6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97E39-7773-45B7-85DD-1EE1594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885EA-C060-4170-ACEC-F6F86311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46DA-6B78-4C29-B89B-42077B97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188402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ABF4D-185D-4041-92BA-4E78922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94DFD-D52C-4AA8-AB08-923140A7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6BCC9-4B03-43BB-A79D-6C2F63A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71A60-E430-4E75-8444-F7DDA13E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DA1CE-04D9-42CE-96D6-46EF74A5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D208-A49D-4104-9330-FB7DAE6B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401475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E2B0D-BA8F-44E4-AF98-53C74284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A9B6B-1888-4D83-BCDC-A34D62A5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42A5F-DA55-4974-94CE-5B61B49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6507B-FFA8-4527-BB4A-D54481DC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1D543-4C65-4EDA-951D-33A9617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examples: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6FAE2-EDC1-47C6-99C0-6E59DD9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69066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71D0E-0997-406B-8773-D0E6CA2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A6699-9895-4DCE-8E55-019338EE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CF03B-AFE3-4A1D-9F4A-3310CBA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05528-4912-4F1D-BF2A-FD9F586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6CA6C-4B30-4914-8C0F-0030AF80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BCEA6-D67D-4195-8CFA-B8B66A6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766125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0424A-0169-4D47-9554-39D8F31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D3F84-9B0F-4453-935A-72B3D5D7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B491E-9306-4399-9E82-CDF465E4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1C7E8-21C7-48D9-AB95-8553F06F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41231-FBAC-4F63-AE4F-EA9D464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7311E-25AB-45C7-AC90-79854F4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892574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7D691-E13C-4EB3-97B0-CE56B56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C6017-589E-4872-B3DB-A373E86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9DA95-14B7-4EBB-A822-DDEA668F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F6F0D-0E0F-4E3A-8A1C-E125724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9BD78-19C3-4DF9-871F-ABC3CCF7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Linear Transformation (8Hours Theory + 4Hours Tutorial) Definition and...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Singular, non-singular linear transformations and invertible linear tra...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Rank and nullity of linear transformations, Rank-Nullity theorem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Textbook-3: Chapter 5: Sections 5.3- 5.7 Chapter 6: Sections-6.1-6.2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78048-0B73-4EB9-BEF6-16AB5AC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EA26A-1CF0-4300-B732-237D9AD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5FCC0-A45D-4E72-A438-DC8A563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07868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49443-4D02-4080-BFA3-7147439A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BC584-5F52-48B0-9CD4-B0CFB8D6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Singular, non-singular linear transformatio...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ED2B7-2F30-43D1-A1A1-F1520A3B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3F68E-0D95-450F-9F92-94EAF345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C959E-76C0-4D32-B7E9-F046F46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298EA-C46D-4251-B211-2356873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12FCD-A7DE-4EA6-937E-71BD65D4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5ED61-E583-465E-A2B2-F5935AF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B85F5-2B27-45E8-B083-98C7466F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EABE-F200-4FF0-9CC8-BA057FA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097B7-F073-4566-B085-A665560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B299D-224C-45E4-988B-FC830015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8AF3D-209D-4572-AE41-66891108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24CA3-66EA-4F28-A1A2-2ACF11DF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28155-A1C7-4599-81D6-0D72EA2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61DF3-1D63-4288-870E-7780C8F9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4B347-5A28-4D78-B15C-B269647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C7B27-F50A-4EE3-A914-048F2EA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E301A-E666-4E2C-8E93-4CF4A51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B8FD8-398E-4B9B-AFE4-772A2F94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3C5FD-F569-4F60-880E-E1F817D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2103E-996E-4BE3-86DE-9EA9DCD7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45C80-550A-4942-96D0-FE8AA34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02018-B850-4454-B124-213ACC9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9428C-8FAB-493E-B7D4-3A9B7E5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A502F-3888-412E-AFED-11ED567E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6A977-279C-4DB4-BA3B-D359E41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1AF577-25A9-489F-A1CA-E9B4D55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26A0A-C6C5-4507-AF70-E230FFA4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F1180-030E-4A3F-A492-0B4BAE83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128A1-365D-419D-96A7-9D67158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C8C34-0B2B-4998-8627-0A394B5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13188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485433-8741-4186-A9F1-F7986B2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FC466-1CFA-4D3E-817A-D2DCA0E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Rank and nullity of linear transformations,...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FC4BE-E6AA-426A-90C0-73BF4FF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70288-7312-45FC-9FB5-C48014CC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CCF79-8716-4BFF-B50C-CC2CCED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0920A-2A15-4EF0-8892-CF94B60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979FD-CFF9-43AE-B059-161AFA6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ED0BF-248A-4332-BA20-D10725C3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39030-2ED8-4CA0-B8BB-3DF87393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2C7C0-6619-47A3-9F45-570912C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95336-8E6C-4B7B-970F-AC43AA3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33C5A-F5CB-4F51-B38E-FE264D29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A6E86-B7CB-4AFB-A9DA-E76B4F63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7F9EC-D526-4E99-8457-3537B8E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9A3C6-9FDE-4AE2-B78B-D84033A1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D8DAA-2A42-458B-B743-5A33AF3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DAC55-0075-4A96-8E22-8C2A7E6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414CE-0FA7-4CBD-AB0A-87B79BE2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1271F-A950-4808-B104-17A1214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BC56B-E769-4FFC-9BDA-AA57A65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872B7-CB27-45C9-B985-C80A642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A805C-8A1F-443C-B374-CE284F4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B6008-4C17-4705-8A08-D4B1CB7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3612C-5C8E-4942-AC96-6762604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14E74-8BE1-41A3-908A-6DDE3F7C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C4DE5-2075-451A-BC72-7C07AFC2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A1484-5E6F-4186-B393-0335B99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5D03A-C298-40BE-A438-B1C669A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3079F-6716-4667-A4C4-896E19FB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8C989-D202-4BC7-BEF1-883715A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72335-71B1-44B1-BCCC-F90D0538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EBB1B-ECCD-49A4-81E3-6DFC68F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453656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B80A54-5DFC-4D95-8D95-26D3EBA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7956F-A60A-4576-9F26-F3223DC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5: Sections 5.3- 5.7 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5C049-4A54-4968-8CF9-EF0157E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E8BC-5F47-43E7-A37B-E0B4200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FA52A-094C-4FBB-85FB-3F757B9B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344C9-849E-4B3C-8E9D-3950B53C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EE779-0DDF-4E31-895E-64A491E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08BCA-5883-4893-8882-2589BE2C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5DD73-A045-4C53-9B53-75D29CD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DAAB2-1199-43A0-A3B1-A1550CA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B6EAE-7389-40FE-9728-F888E1F0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52C01-944F-4B8B-992C-D7A0F2B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2CBA3-9DE6-40EB-A8E5-985F02C2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B5BD1-306E-45C2-A597-5044552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D9BD2-049F-41E3-AA75-1CF79DD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E9DAB-77FC-4755-AD12-A9E9CDCE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E88E3-8914-4BB9-9BF8-775477F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03780-C433-4688-9929-50F1CED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5DE7C-ACA4-4389-ACBC-52A823FA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D2797-30C1-4636-8789-816D72BD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0CFE3-4F65-48AC-ACD0-EC1C20C4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330AC-EBAC-4087-9FDD-330285F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30B36-57FF-437A-AFAD-5DF80A8B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5E66C-21AB-4246-ACF0-38BDD51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D3293-8159-46BE-9E3B-5705BB1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605DA-7B1F-45DA-81CC-0BC6E044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10871-A64D-455D-84DF-371ADFE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44DDF-0603-469A-9458-5E99DFF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55FED-20FC-4F48-AEE1-E97C101B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5894D-8086-45F8-A563-C97964D0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4594ED-268A-4E5C-8E12-2D0F83E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63880-B74C-4F85-A3FB-0777DF4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044432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E66E02-B90C-469B-8A40-6D0B548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36E60-4268-4DCD-9D2C-81A6224E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Transformation (8Hours Theory + 4Hou...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C20E3-98B9-4F93-ACC9-CBEB622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4D284-2511-4BF0-93FD-33B0638A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47002-344E-4897-963B-3AC26E3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F9358-A96A-44E9-878E-7C702D14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9C318-0690-42EA-BFC6-02088803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0A37D-6E17-4498-9B9D-7940F9F9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1A876-0904-42EA-87B2-FD953CE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6ECFA-7B61-4029-BBA5-2E9CFA9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8E9B1-59F7-4B32-9BDC-7D816AE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3B7A9-58FE-4561-A8D3-B579BBB9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0C5D8-5D52-4F07-A984-8408336E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34543-390E-4BBE-9109-26E25B8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6B6D0-91D1-47FC-A9AA-A45462EB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D490F-1702-4A16-AA88-F36257FE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7A852-7A45-4A4C-93AD-D75267B1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A680E-F57D-4518-BBDD-CFDE412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99ED6-4DD8-48B0-B6B6-9CCF75B8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22A90-B3FA-41FF-8DE5-69203E48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D1184-5E98-4399-A023-631F9651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0D853-5534-42FD-965C-5A9EA4A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29E240-D1FE-4EDE-AAF4-2C323850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ADF3C-1636-435D-B7AC-59B2F621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BBDA3-7224-4576-AC26-0F54BE6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91B74-B9ED-4B8E-84BF-B011CA9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E7358-B300-4019-8FDF-1C4FF892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A44A4-191A-4FC2-A9FD-B31EDD37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1CBC5-DB5A-44C6-8B36-9A2FF450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606C59-8986-4C71-A6F0-87937FC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69F8F-A99D-49F4-BF80-38CD5685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C05CD-2CE5-455D-9401-3AB3BDDD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535347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3C0BA-3F5E-4230-89F4-2583FA2E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C5E46-3D0D-4624-AB47-C6C4269F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Singular, non-singular linear transformatio...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F141A-96C9-41F9-AD94-E35E2B2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06894-9A5B-4E56-9AB7-CB5F9322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64D57-C008-4A66-8E56-D17D9C7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6376E-C420-42F0-B432-A1D2D399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6CB74-0D83-4FA4-AA2A-C287B933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0E1A6-F570-47DD-8606-1AF8028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8B154-4DB4-4096-9887-868ECA49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C94BC-B138-475D-85EA-BE3B624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C0C2C-E72F-4012-90DE-EE9BD53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075BE-6AAB-45EB-9B83-A0BB6E7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C130F-C4C0-4289-8DFD-AA47A0F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93955-004A-4C1D-BF4F-C4321A22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077C9-8217-4A8E-A4C5-CBED2286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23DD2-01E0-4E17-B7EF-BB4AEA8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64ECA-854A-4376-ADD4-FE013523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C6142-56C9-4BC2-A349-409251E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51E47-DF63-4137-8F31-EB0F2C0D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7D02F-766E-472C-9E9A-9760B901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2F9D4-2FD0-4FBC-9126-D49E768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588AE-EA45-43C4-8765-DBA879C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CB190-5350-4398-8737-59EF82C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8EBD2-E65F-4FB0-B4E1-F81BD9BE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02589-0BFA-4B89-B786-EE94AEE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0D531-CE64-44DB-86CD-1A918105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6F7E3-657F-4241-8FF7-22E94988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EC783B-7642-4FFD-B44F-42372C8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A01D48-4F1F-4440-B823-9AD9C43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C2BF1F-AD5D-4E6A-B616-0020283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C8F8E-ED8C-4759-BD38-5FCF904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FA1E3-62F4-4015-AC0A-231FD88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30378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388E0-50D8-4272-9FEA-A2E56C7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BF5AE-F360-4ABA-A710-F17A5BA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Rank and nullity of linear transformations,...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D4998-C95D-46B3-BF0F-AF90A12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DBAFB-D33E-47F8-9E50-A97F2BA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1D733-46A3-4996-B995-0319671B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1903F-D99A-42CE-8F3C-D5DB0EAD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F13FC-E7FA-49F8-9E58-1DB226D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B4010-2C1F-45B3-8378-0B354CD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B89F0-D554-471A-BE56-2265FF1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13338-B19D-4C00-85AD-D18D273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85953-DF7B-4372-A05D-FE4065B4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64B11-D401-47CF-887D-41856FD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4755B-55F4-416C-9170-BF980361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FBF99-26C0-46B6-9DD5-D235EE2C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05A22-5233-431E-947E-A900B31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4D781-0550-4992-8574-9EC0E77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7ED61-4336-4077-9D8E-E7B6F33A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B8EFA-06F3-47CE-8873-02B97BB0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9C699-CD8B-4352-934B-985A2E64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3E3B1-487A-4C2A-A0BD-5BFD93BA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F02A1-E2B5-475F-882D-EB767233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A26A2-8A35-49F5-8B3B-8B88C0B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20E24-8B89-4854-AA8D-0F157013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88027-0393-419C-AAC1-E7CE15A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C95DA-488A-4400-B2EB-214E255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481C58-524B-4641-B749-E556A48E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B2BCB-649F-47BC-9469-2F701F4D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5ED6E-7F1D-4A92-860D-1312878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13D2E-C8CB-4654-A817-44D9146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31AB5-616C-43BE-B1DB-E84FF9A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1AC8B-E87B-4BB9-A3CD-0A018A7D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B3B52-0127-4063-8BFC-0C54CB4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38275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8B43B-8438-42E3-B112-6A375293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CE55-A0B1-421E-92E1-C287C8A6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5: Sections 5.3- 5.7 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3C839-CF0D-4BD6-951A-37B1B7FC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0871-4245-43CB-BF32-89CFB70C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E502C-ACC2-4201-B70E-9C75407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9C00-A182-41CF-A579-BDC94CA9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2F45F-2663-4B7E-B7F5-BF2DA29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C7D3D-F54A-4948-BA1C-B49620F1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0B441-5ED0-4439-BEE9-DAE0CD2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088D1-F49C-4F71-9CBD-C2B31DC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2A92C-1DF9-4508-ACB3-13F256C7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28E0D-4017-4889-BE97-38BDDE0F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7B29B-6AAF-420E-937D-7DDFD9FB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11462-D329-4BB8-9E46-3B1F50CA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EDC1C-4B3F-4934-B4D9-450306A6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C1A0F-2D98-4E62-81C5-D573E667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FEB40-B747-4D3C-B239-630B8BE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BC01D-C997-4F02-AA4A-5DD8D915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102DD-D6C3-44EE-A029-2F8D807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6AC35-1BC1-4F2D-B51E-1246A5A9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5DA8E-4E91-4420-B40C-B3D0E58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6BB36-48BC-4DF0-B267-38D790F2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2D44E-BE25-41E5-85B8-C36ABB0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9EEB6-70ED-4CD6-8D36-91B47D40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E38EF-59FF-4D0B-AB0D-95186E19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156CD-3BB9-4545-AAEE-F56551AA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CF2A4-D8A5-4D08-B122-90015BF0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CB61C-36B2-4DB2-8A79-B2F596DC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88A0B-5771-4779-87AE-4B46D639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4F9A2-ECEB-4911-8738-4C2F1CC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E49BC-F955-43AF-B360-6B3A5E3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D0D1F-7097-4471-ADB0-67BC3E9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363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C1D317-DEDF-49EF-B085-CC7E0A64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91380-6E02-465E-833B-88C2559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Transformation (8Hours Theory + 4Hou...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0E978-BB71-43A6-B6B9-63937F3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FA41C-67B9-4421-B63C-9306F813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E9D17-2E00-4F58-BCC5-BA544EDE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5B28-9F55-4D03-B42E-469CEF2C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0962A-1EE3-4BFF-8A15-17B361BC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EFE0-E933-4406-97FD-F3868DA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F0B67-0DD6-4C0E-885F-66C568B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AEF7F-5BB4-4D68-8D3D-2890CEBC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01828-D1C6-4097-B9BB-CCF2F1C0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93E06-F50E-4146-B5DA-B99F4857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CCF6B-793B-4DF7-A5FD-9586A44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DEADE-19CB-4B28-A194-91A31CC3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E6E37-6A7F-45F7-86A8-B4521B8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F1B6-443D-43BB-AD75-5BBDD07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208A5-890B-44E4-ABE6-77DCA1CE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A1BFA-0EC3-4C14-8C8A-463A19E1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1037C-5764-4D54-A9BD-309EBF1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F00AA-D450-47AF-9709-E111A5C4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0EFC2-3055-43FA-B019-1BDC05A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90256-66B1-4E2C-AE78-571FFD05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0FDC5-559F-4A7C-A39A-C2637784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6D61C-30E7-499C-9803-4137D7BF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B24FB-7C22-4692-B789-0B042A3A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034A1-B6F5-496E-BD5D-9E6460A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DF012-77D8-4582-A90D-FA5E1321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864B0-C0AC-46EE-B1D1-B1C1A45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6DA87-ED04-4218-839C-97651615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FEDB4-9632-4104-A720-949A6784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B2689-6155-41D9-867F-10413D4C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6E05B-3516-47E7-8A91-7653ABB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084576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54EBCD-CF68-4C29-A282-D3178DBE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58DA1-6D87-491B-B153-C3240B02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Singular, non-singular linear transformatio...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15844-1A84-43EC-89A4-5F67C2B6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4FE3F-AE8A-46E1-8D7E-13DC017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C4D8F-3DD5-4DE7-ABD5-E814659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54FB4-0506-43E9-8940-B7DE865F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F9A08-C72F-42D4-832A-86BAC670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F5A5-C62A-4319-B996-8C136A8F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CC0BB-028D-47BC-8247-8BC4930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B6834-FB03-4087-A0C3-5E0F0513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0912A-CE1A-422A-8D55-D05B1A7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A3C82-F40D-4FCF-939F-52C9279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EAF91-3D98-4198-A0DA-3950B76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C29B1-F7B1-4BBA-94B9-28E047F1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04D28-FC4F-4264-8CD0-2D693AA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35981-6958-4C9C-8959-BE9F087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0E181-CEB1-485C-86B1-03458FFB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1075B-DFDD-4187-BDAF-DF797EA4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3ADA6-836F-4A6E-A158-CD1FBB1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5FD55-E646-435D-BE9E-377C473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77CD9-10E5-425F-8C2B-77D62E13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78F13-F4A7-4134-BD26-2A8494A5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78344-184C-47FF-B174-9C4A395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4B685-A56A-4D81-8352-4220E17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BF6BF-3EBB-412E-B08A-F7D6BE26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C0FA2-EA02-4B87-B4C9-68B58753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CC11B-FCEA-4CD0-9452-08362911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2E24F-6BD5-49A1-A0EE-EA81295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D8575-2DC2-4E56-8AED-79CB72EC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827FB-33EB-4A58-8598-FEC977B9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C23FC6-0570-49DF-8714-0EA2520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58812B-306B-42F0-9016-E27F2CE8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1238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187AD-551F-4BC7-AC12-07A668E8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00181-8AA0-49C4-B2A8-A5B1F1D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Rank and nullity of linear transformations,...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D9359-3F41-47F4-AD13-6A02DDBA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65498-B27D-4A38-ADE1-8FF86985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71621-5214-43F0-B658-E0A8614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4D64A-F17B-48A5-8030-2F421D3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8FFE4-4917-4D4C-B5A2-4B13D626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4130B-8193-4BD7-8709-5D0E7776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6C558-82E4-43E1-91D4-9993DF4C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B2974-93ED-4B1A-A7FD-3CBF4A18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F3CAD-7CA3-40B0-9F12-5E3784CE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8D701-674D-4916-BF85-5DA3C8F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D9364-7CA7-440D-BF87-B413D156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2EE45-8B3B-46DE-8D79-87925E2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533DF-CBDF-4135-9257-CEA46193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45163-880D-44E2-A2A1-14CF886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F0D35-6628-41E2-B8E3-FAAB7EA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C8973-19D9-419C-8FE0-1F0E23C0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EBAA8-CFD2-489C-ACB2-9D6A48C9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53DF7-1AD0-494D-B8DA-2610C00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D1DC7-CD37-46DD-9A5C-69D4B87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EB03D-3C24-47D1-8695-54C7B0D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E2820-5CFC-4F40-A1F3-7C760D19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256F4-350F-4AB2-B80A-3B7D8901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C1789-EAB0-471A-8D0B-1754E02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3E983-4220-4FC0-80D6-6CFA71C6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EA4E9-E1AB-42F3-8694-85ABF411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221C1A-6226-486F-9AE2-8DBA49A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AC613-5FC0-42BF-A707-B97F4C7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3CB04-5E3A-42A7-9B3A-982B126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3EBE1-7C86-4048-B8BC-A27B5AFD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F5C85-B154-4973-989B-9C4D5D0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9817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B4595-E148-4544-9E6B-A571386D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962DC-4296-4C22-8658-811D2A8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5: Sections 5.3- 5.7 Ch...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00EB5-8372-401A-8A11-F4CD74A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58776-0947-4DA2-8D13-1141879F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13460-4D16-4C28-93B6-25A24C7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52799-A2EE-4313-92DE-ACC0D909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72F0C-1C6C-43CA-B1B4-13B43F06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C4C00-7850-481F-815F-4A01942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4B854-00F3-43F0-9EE3-6C92B72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B415E-B8B1-4C73-8B2F-4361DBC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7388A-BABA-43F2-B5A0-EC483A5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4C6A3-B100-487F-9408-64A271E1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579D8-CDDD-46B5-8340-57787CA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B098D-68E4-446A-8E3D-2769B13F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4C13F-6040-43C9-9222-B395B59A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CB2CD-893D-4A6C-AF8E-F64736D1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CD03A-1056-4D80-A7E5-A6E66D8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37CBF-5C04-4821-9B6C-1925A765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DB2B3-0132-4F56-A4B7-07A22F6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F49F0-C8EE-403C-8AB5-DE01EF45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D022C-C338-46DB-B057-CE990B4C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C9F96-6EFE-47FC-BAD5-D1082E2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AB274-5C9D-4F94-9474-3D0D7D1F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8D59B-ACC9-4401-9BD1-52C2F2CD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623AD-94F6-4120-A515-840259F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484BC-54F1-4551-8716-05A7B73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A250C-D5AC-4B50-9D46-F242603E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688CE-2E5A-48FE-B35E-D047F52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C6DED-0DBF-4A67-949D-9575E3EF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3F4AD-EC28-4A2E-99E8-86A099D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F703E-9223-4E48-A656-2E0BB22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F941D5-525B-4BEC-B5EC-6A5B52B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323259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B3A91-04A7-4D92-A9ED-5911AD6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F0CE2-A734-44FC-B77F-A22D8E3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Transformation (8Hours Theory + 4Hou...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4D96A-68AC-4CDA-9AAF-C1921EB1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DE4EA-C5FF-4C19-99BC-63BD06F5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78C4D-3C11-4391-A633-C47A5BD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27EAF-8A98-4E02-A458-48EFC14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C22B3-55B2-41F8-8EA7-42A6385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71769-38F4-4AF5-B764-30B38C2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CDA1D-DAE5-4412-AEE7-34E7D61E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7DB81-819A-4DAA-B124-1C762730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C94B7-B245-49BC-B5F2-128AC9B9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35BEF-5FAE-41D8-8AD4-96CFE235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ED09C-6B8D-420D-8CC1-735A6C33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6C264-CC2E-47E0-8BCB-45061CE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5B8E0-321B-4722-A5AA-B9094012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C788F-E39D-44E3-B7DF-1825B6F0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45404-9A3E-45DB-8D5B-4F3D34D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4D5EA-3FF3-43EF-92DB-EBE7B47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01515-DDD8-487D-A92D-EF36F0D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067C9-C38D-4582-B988-37D06A9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B5AF5-95DD-49AF-B64A-999E6CCC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02D71-CEDD-4037-BF8A-D3A4824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FA88C-6EA5-4D7D-A839-D4F727F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78EC0-3A1B-4C51-B4EA-B0843A1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FB7E5-3D74-4ACA-95E7-83EB616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99972-896E-49D0-B0AA-874CAC9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AC865-5FEA-420E-B111-180054B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836DA-5BBE-4AA3-AD4F-64C1E94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8C23D-5170-41C0-B31B-7BFD1F34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2EC5D-47C2-48BD-B3F9-D4FC16E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53E80-C229-4A98-9CD0-26D3B3B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DACCC-CAAC-41C5-822B-5F86985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790282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363B62-27E7-4C7F-84E1-B783DB1E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D7571-BB54-4060-B01E-4AFDD1A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Singular, non-singular linear transformatio...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5DEC8-C4BD-4173-BE63-D1698A4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3AE1D-306E-4529-ABFF-CBE5ABE2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960A-2562-4BFE-8C2D-A11ADE4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31B08-D3C2-4243-9001-8BF3B71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9CC0-EA19-499F-86E2-D4A243F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DA04C-0AB4-448C-A2CC-34E4215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4EE30-D179-4531-8F6F-1BB7546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59305-35FC-4BCD-8F9C-16317CDF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64AD9-7987-43E2-8057-33C2FF37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B0432-6AFA-4BF2-8B53-972624B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85FE9-2967-44AB-A1A2-2466F12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81977-AB31-4729-8328-86AC536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9ABA8-733E-4A34-98DB-EADA339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8FF4D-E012-4E33-8B3E-5FE6807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568BE-D394-4007-82F7-E94447F8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E42EC-27CD-4310-AC9F-B07829CA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E0EB-D4BA-4882-A3BA-F4CCFE3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CC77E-2E64-4C0E-825D-9E82E71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DCA06-1885-414D-A78B-E2EF58E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D5FB3-9A8B-42FA-B964-238E886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2F29B-8BCB-4523-9482-11DA1145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7FC46-3565-4242-BAFE-EF3235A6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2A444-6858-4131-9682-76BE11D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E90C3-E62A-4510-9AE8-4EAADFDF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1EDD3-1D36-4104-915E-4EC51235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C4AD1-A0EA-4DB7-B5C5-0BCAD12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E5513-EB97-4F49-B394-B7C3D0D7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7149E-B58D-41C5-933F-920A018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17E45-587E-4F65-996C-9C632EB8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85C3E-22CB-48DE-B46A-9CD3966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622949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19361-F787-4E81-8E57-776F6F8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CB518-82D2-4777-8156-83B767E3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Rank and nullity of linear transformations,...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58550-ECF0-4D0B-835A-52A70B2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51A67-ABDF-408A-999C-826ED98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371D6-0038-4A0A-B990-1A8DFCD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BE881-1831-43CB-9568-097D0E8F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5B02A-E68E-4870-AB74-90E5464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92CC-5857-42EA-8B03-BAA8687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DE14A-E4A2-4457-A49D-D354F75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227ED-BE40-4434-AE05-D7D25022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FFC81-D65F-4B53-8072-981745C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38E8C-C681-413A-AFA3-B79FEA7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043C8-7822-48BC-8D0A-3A9A2BB4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6F33A-F0B6-4055-9909-7B5C3C78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73FB4-90C2-4AC8-B2BF-B6604CB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CE7BA-C726-46AE-AF16-4FB360B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F4582-CEF3-48EF-BFA9-9947C15C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CA339-F6D3-4DF3-A75E-96AEA87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3567D-8CBD-431D-9B5C-E003FA01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D849A-938F-4B69-AFFD-42A6E5C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1351D-8B2D-4072-B33A-1134F82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17B09-3038-4074-AA03-DDFCB8FF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4E699-7445-4F9C-B7A9-CB76442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B55E1-07A9-4142-8F9E-659856FB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33389-FDB8-46CE-BE12-74D2AA6F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1C562-0AEC-4AED-BF66-21086C34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12B60-731D-423C-B64A-80724C1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58600-091D-45DD-9697-17C3F066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59969-BB8D-448C-BE1D-3B9338E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D11E4-A33D-4343-92B5-EE76F382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9D0E6-B3A8-4DC5-B82C-5CD692DA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F07B4-5930-4B4C-BCBB-4D428EE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62787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2026-08-24T16:03:05.3870000Z</dcterms:created>
  <dcterms:modified xsi:type="dcterms:W3CDTF">2026-08-24T16:03:05.3870000Z</dcterms:modified>
</coreProperties>
</file>