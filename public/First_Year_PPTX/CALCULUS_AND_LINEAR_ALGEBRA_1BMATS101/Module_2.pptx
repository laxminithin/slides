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62b0f9af28478e" /><Relationship Type="http://schemas.openxmlformats.org/officeDocument/2006/relationships/extended-properties" Target="/docProps/app.xml" Id="Red1e85ea4db243d6" /><Relationship Type="http://schemas.openxmlformats.org/officeDocument/2006/relationships/officeDocument" Target="/ppt/presentation.xml" Id="R182f84b4b85440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271c42076e442c"/>
  </p:sldMasterIdLst>
  <p:notesMasterIdLst>
    <p:notesMasterId xmlns:r="http://schemas.openxmlformats.org/officeDocument/2006/relationships" r:id="R2cab6703ba5147af"/>
  </p:notesMasterIdLst>
  <p:sldIdLst>
    <p:sldId xmlns:r="http://schemas.openxmlformats.org/officeDocument/2006/relationships" id="256" r:id="R78a322ea6101481b"/>
    <p:sldId xmlns:r="http://schemas.openxmlformats.org/officeDocument/2006/relationships" id="257" r:id="R796be9fce0fb452e"/>
    <p:sldId xmlns:r="http://schemas.openxmlformats.org/officeDocument/2006/relationships" id="258" r:id="Rb1613c1a52f74150"/>
    <p:sldId xmlns:r="http://schemas.openxmlformats.org/officeDocument/2006/relationships" id="259" r:id="R426991e4489e4f39"/>
    <p:sldId xmlns:r="http://schemas.openxmlformats.org/officeDocument/2006/relationships" id="260" r:id="R904127fdcf304fa2"/>
    <p:sldId xmlns:r="http://schemas.openxmlformats.org/officeDocument/2006/relationships" id="261" r:id="R45a2abfc8ef54db6"/>
    <p:sldId xmlns:r="http://schemas.openxmlformats.org/officeDocument/2006/relationships" id="262" r:id="R57c898fa064f44ca"/>
    <p:sldId xmlns:r="http://schemas.openxmlformats.org/officeDocument/2006/relationships" id="263" r:id="R6b57f21d24414757"/>
    <p:sldId xmlns:r="http://schemas.openxmlformats.org/officeDocument/2006/relationships" id="264" r:id="Re4f6beb3ea9b4d99"/>
    <p:sldId xmlns:r="http://schemas.openxmlformats.org/officeDocument/2006/relationships" id="265" r:id="R56f7cb6692274092"/>
    <p:sldId xmlns:r="http://schemas.openxmlformats.org/officeDocument/2006/relationships" id="266" r:id="R16c4be0d20904cad"/>
    <p:sldId xmlns:r="http://schemas.openxmlformats.org/officeDocument/2006/relationships" id="267" r:id="R5d3571b565714e20"/>
    <p:sldId xmlns:r="http://schemas.openxmlformats.org/officeDocument/2006/relationships" id="268" r:id="Ra9983e43d7e746ed"/>
    <p:sldId xmlns:r="http://schemas.openxmlformats.org/officeDocument/2006/relationships" id="269" r:id="Rf2bc1085007d4f53"/>
    <p:sldId xmlns:r="http://schemas.openxmlformats.org/officeDocument/2006/relationships" id="270" r:id="Rd453f144360848a0"/>
    <p:sldId xmlns:r="http://schemas.openxmlformats.org/officeDocument/2006/relationships" id="271" r:id="R93bf626366e64a38"/>
    <p:sldId xmlns:r="http://schemas.openxmlformats.org/officeDocument/2006/relationships" id="272" r:id="R157e25f4e83b4c78"/>
    <p:sldId xmlns:r="http://schemas.openxmlformats.org/officeDocument/2006/relationships" id="273" r:id="R45f85040807e4c85"/>
    <p:sldId xmlns:r="http://schemas.openxmlformats.org/officeDocument/2006/relationships" id="274" r:id="R70296788f2b54da2"/>
    <p:sldId xmlns:r="http://schemas.openxmlformats.org/officeDocument/2006/relationships" id="275" r:id="R3e79b505f3e94583"/>
    <p:sldId xmlns:r="http://schemas.openxmlformats.org/officeDocument/2006/relationships" id="276" r:id="R0d59fad87c3943eb"/>
    <p:sldId xmlns:r="http://schemas.openxmlformats.org/officeDocument/2006/relationships" id="277" r:id="R9d987656fc1741c0"/>
    <p:sldId xmlns:r="http://schemas.openxmlformats.org/officeDocument/2006/relationships" id="278" r:id="R0411aabfc3774419"/>
    <p:sldId xmlns:r="http://schemas.openxmlformats.org/officeDocument/2006/relationships" id="279" r:id="R9f4d50064c9342cc"/>
    <p:sldId xmlns:r="http://schemas.openxmlformats.org/officeDocument/2006/relationships" id="280" r:id="R0f1e683e50044c7c"/>
    <p:sldId xmlns:r="http://schemas.openxmlformats.org/officeDocument/2006/relationships" id="281" r:id="R9cc24fdf3d914d6b"/>
    <p:sldId xmlns:r="http://schemas.openxmlformats.org/officeDocument/2006/relationships" id="282" r:id="Rbdc903705d7347cc"/>
    <p:sldId xmlns:r="http://schemas.openxmlformats.org/officeDocument/2006/relationships" id="283" r:id="Rffeb95b3f533423c"/>
    <p:sldId xmlns:r="http://schemas.openxmlformats.org/officeDocument/2006/relationships" id="284" r:id="R182d67fca991449f"/>
    <p:sldId xmlns:r="http://schemas.openxmlformats.org/officeDocument/2006/relationships" id="285" r:id="Rf5f8c89c1dd94b83"/>
    <p:sldId xmlns:r="http://schemas.openxmlformats.org/officeDocument/2006/relationships" id="286" r:id="Re871d0b921a54f1b"/>
    <p:sldId xmlns:r="http://schemas.openxmlformats.org/officeDocument/2006/relationships" id="287" r:id="R282c6596bfea4b59"/>
    <p:sldId xmlns:r="http://schemas.openxmlformats.org/officeDocument/2006/relationships" id="288" r:id="R0d394cba67904a6a"/>
    <p:sldId xmlns:r="http://schemas.openxmlformats.org/officeDocument/2006/relationships" id="289" r:id="R2116cbdc00d644b8"/>
    <p:sldId xmlns:r="http://schemas.openxmlformats.org/officeDocument/2006/relationships" id="290" r:id="R1ef6b2e1b60c4f12"/>
    <p:sldId xmlns:r="http://schemas.openxmlformats.org/officeDocument/2006/relationships" id="291" r:id="R2a7bef0b45c948b5"/>
    <p:sldId xmlns:r="http://schemas.openxmlformats.org/officeDocument/2006/relationships" id="292" r:id="Re2e17c61b0954b74"/>
    <p:sldId xmlns:r="http://schemas.openxmlformats.org/officeDocument/2006/relationships" id="293" r:id="Rdc5bcf2b116b4ba0"/>
    <p:sldId xmlns:r="http://schemas.openxmlformats.org/officeDocument/2006/relationships" id="294" r:id="Rc078a6ec6d6145bc"/>
    <p:sldId xmlns:r="http://schemas.openxmlformats.org/officeDocument/2006/relationships" id="295" r:id="Rd9953871b8d44f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de77d5acc44442" /><Relationship Type="http://schemas.openxmlformats.org/officeDocument/2006/relationships/slideMaster" Target="/ppt/slideMasters/slideMaster1.xml" Id="Rfb271c42076e442c" /><Relationship Type="http://schemas.openxmlformats.org/officeDocument/2006/relationships/notesMaster" Target="/ppt/notesMasters/notesMaster1.xml" Id="R2cab6703ba5147af" /><Relationship Type="http://schemas.openxmlformats.org/officeDocument/2006/relationships/presProps" Target="/ppt/presProps.xml" Id="R377468cf0c314282" /><Relationship Type="http://schemas.openxmlformats.org/officeDocument/2006/relationships/tableStyles" Target="/ppt/tableStyles.xml" Id="R79d2a11688124be3" /><Relationship Type="http://schemas.openxmlformats.org/officeDocument/2006/relationships/slide" Target="/ppt/slides/slide1.xml" Id="R78a322ea6101481b" /><Relationship Type="http://schemas.openxmlformats.org/officeDocument/2006/relationships/slide" Target="/ppt/slides/slide2.xml" Id="R796be9fce0fb452e" /><Relationship Type="http://schemas.openxmlformats.org/officeDocument/2006/relationships/slide" Target="/ppt/slides/slide3.xml" Id="Rb1613c1a52f74150" /><Relationship Type="http://schemas.openxmlformats.org/officeDocument/2006/relationships/slide" Target="/ppt/slides/slide4.xml" Id="R426991e4489e4f39" /><Relationship Type="http://schemas.openxmlformats.org/officeDocument/2006/relationships/slide" Target="/ppt/slides/slide5.xml" Id="R904127fdcf304fa2" /><Relationship Type="http://schemas.openxmlformats.org/officeDocument/2006/relationships/slide" Target="/ppt/slides/slide6.xml" Id="R45a2abfc8ef54db6" /><Relationship Type="http://schemas.openxmlformats.org/officeDocument/2006/relationships/slide" Target="/ppt/slides/slide7.xml" Id="R57c898fa064f44ca" /><Relationship Type="http://schemas.openxmlformats.org/officeDocument/2006/relationships/slide" Target="/ppt/slides/slide8.xml" Id="R6b57f21d24414757" /><Relationship Type="http://schemas.openxmlformats.org/officeDocument/2006/relationships/slide" Target="/ppt/slides/slide9.xml" Id="Re4f6beb3ea9b4d99" /><Relationship Type="http://schemas.openxmlformats.org/officeDocument/2006/relationships/slide" Target="/ppt/slides/slide10.xml" Id="R56f7cb6692274092" /><Relationship Type="http://schemas.openxmlformats.org/officeDocument/2006/relationships/slide" Target="/ppt/slides/slide11.xml" Id="R16c4be0d20904cad" /><Relationship Type="http://schemas.openxmlformats.org/officeDocument/2006/relationships/slide" Target="/ppt/slides/slide12.xml" Id="R5d3571b565714e20" /><Relationship Type="http://schemas.openxmlformats.org/officeDocument/2006/relationships/slide" Target="/ppt/slides/slide13.xml" Id="Ra9983e43d7e746ed" /><Relationship Type="http://schemas.openxmlformats.org/officeDocument/2006/relationships/slide" Target="/ppt/slides/slide14.xml" Id="Rf2bc1085007d4f53" /><Relationship Type="http://schemas.openxmlformats.org/officeDocument/2006/relationships/slide" Target="/ppt/slides/slide15.xml" Id="Rd453f144360848a0" /><Relationship Type="http://schemas.openxmlformats.org/officeDocument/2006/relationships/slide" Target="/ppt/slides/slide16.xml" Id="R93bf626366e64a38" /><Relationship Type="http://schemas.openxmlformats.org/officeDocument/2006/relationships/slide" Target="/ppt/slides/slide17.xml" Id="R157e25f4e83b4c78" /><Relationship Type="http://schemas.openxmlformats.org/officeDocument/2006/relationships/slide" Target="/ppt/slides/slide18.xml" Id="R45f85040807e4c85" /><Relationship Type="http://schemas.openxmlformats.org/officeDocument/2006/relationships/slide" Target="/ppt/slides/slide19.xml" Id="R70296788f2b54da2" /><Relationship Type="http://schemas.openxmlformats.org/officeDocument/2006/relationships/slide" Target="/ppt/slides/slide20.xml" Id="R3e79b505f3e94583" /><Relationship Type="http://schemas.openxmlformats.org/officeDocument/2006/relationships/slide" Target="/ppt/slides/slide21.xml" Id="R0d59fad87c3943eb" /><Relationship Type="http://schemas.openxmlformats.org/officeDocument/2006/relationships/slide" Target="/ppt/slides/slide22.xml" Id="R9d987656fc1741c0" /><Relationship Type="http://schemas.openxmlformats.org/officeDocument/2006/relationships/slide" Target="/ppt/slides/slide23.xml" Id="R0411aabfc3774419" /><Relationship Type="http://schemas.openxmlformats.org/officeDocument/2006/relationships/slide" Target="/ppt/slides/slide24.xml" Id="R9f4d50064c9342cc" /><Relationship Type="http://schemas.openxmlformats.org/officeDocument/2006/relationships/slide" Target="/ppt/slides/slide25.xml" Id="R0f1e683e50044c7c" /><Relationship Type="http://schemas.openxmlformats.org/officeDocument/2006/relationships/slide" Target="/ppt/slides/slide26.xml" Id="R9cc24fdf3d914d6b" /><Relationship Type="http://schemas.openxmlformats.org/officeDocument/2006/relationships/slide" Target="/ppt/slides/slide27.xml" Id="Rbdc903705d7347cc" /><Relationship Type="http://schemas.openxmlformats.org/officeDocument/2006/relationships/slide" Target="/ppt/slides/slide28.xml" Id="Rffeb95b3f533423c" /><Relationship Type="http://schemas.openxmlformats.org/officeDocument/2006/relationships/slide" Target="/ppt/slides/slide29.xml" Id="R182d67fca991449f" /><Relationship Type="http://schemas.openxmlformats.org/officeDocument/2006/relationships/slide" Target="/ppt/slides/slide30.xml" Id="Rf5f8c89c1dd94b83" /><Relationship Type="http://schemas.openxmlformats.org/officeDocument/2006/relationships/slide" Target="/ppt/slides/slide31.xml" Id="Re871d0b921a54f1b" /><Relationship Type="http://schemas.openxmlformats.org/officeDocument/2006/relationships/slide" Target="/ppt/slides/slide32.xml" Id="R282c6596bfea4b59" /><Relationship Type="http://schemas.openxmlformats.org/officeDocument/2006/relationships/slide" Target="/ppt/slides/slide33.xml" Id="R0d394cba67904a6a" /><Relationship Type="http://schemas.openxmlformats.org/officeDocument/2006/relationships/slide" Target="/ppt/slides/slide34.xml" Id="R2116cbdc00d644b8" /><Relationship Type="http://schemas.openxmlformats.org/officeDocument/2006/relationships/slide" Target="/ppt/slides/slide35.xml" Id="R1ef6b2e1b60c4f12" /><Relationship Type="http://schemas.openxmlformats.org/officeDocument/2006/relationships/slide" Target="/ppt/slides/slide36.xml" Id="R2a7bef0b45c948b5" /><Relationship Type="http://schemas.openxmlformats.org/officeDocument/2006/relationships/slide" Target="/ppt/slides/slide37.xml" Id="Re2e17c61b0954b74" /><Relationship Type="http://schemas.openxmlformats.org/officeDocument/2006/relationships/slide" Target="/ppt/slides/slide38.xml" Id="Rdc5bcf2b116b4ba0" /><Relationship Type="http://schemas.openxmlformats.org/officeDocument/2006/relationships/slide" Target="/ppt/slides/slide39.xml" Id="Rc078a6ec6d6145bc" /><Relationship Type="http://schemas.openxmlformats.org/officeDocument/2006/relationships/slide" Target="/ppt/slides/slide40.xml" Id="Rd9953871b8d44f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3cb34a72284c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254d5ed0cb4324" /><Relationship Type="http://schemas.openxmlformats.org/officeDocument/2006/relationships/notesMaster" Target="/ppt/notesMasters/notesMaster1.xml" Id="R6fa768b8913747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d38455eb5249e6" /><Relationship Type="http://schemas.openxmlformats.org/officeDocument/2006/relationships/notesMaster" Target="/ppt/notesMasters/notesMaster1.xml" Id="Rce08a74f09c24a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4f09f097c44846" /><Relationship Type="http://schemas.openxmlformats.org/officeDocument/2006/relationships/notesMaster" Target="/ppt/notesMasters/notesMaster1.xml" Id="Re5c3a9bdb05e40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d23609c70c454e" /><Relationship Type="http://schemas.openxmlformats.org/officeDocument/2006/relationships/notesMaster" Target="/ppt/notesMasters/notesMaster1.xml" Id="R151bc97817024e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aab6f736a343ea" /><Relationship Type="http://schemas.openxmlformats.org/officeDocument/2006/relationships/notesMaster" Target="/ppt/notesMasters/notesMaster1.xml" Id="Rb07128ea18ad46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003de0c043477c" /><Relationship Type="http://schemas.openxmlformats.org/officeDocument/2006/relationships/notesMaster" Target="/ppt/notesMasters/notesMaster1.xml" Id="Ra6208aed4d584a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318ac43b6942ba" /><Relationship Type="http://schemas.openxmlformats.org/officeDocument/2006/relationships/notesMaster" Target="/ppt/notesMasters/notesMaster1.xml" Id="R1cdfdf40860f48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e35b4e7d5f477b" /><Relationship Type="http://schemas.openxmlformats.org/officeDocument/2006/relationships/notesMaster" Target="/ppt/notesMasters/notesMaster1.xml" Id="Rf10eda229f7f44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dd58cb6fa14b50" /><Relationship Type="http://schemas.openxmlformats.org/officeDocument/2006/relationships/notesMaster" Target="/ppt/notesMasters/notesMaster1.xml" Id="R9b158f18e4174a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e9255240c647e0" /><Relationship Type="http://schemas.openxmlformats.org/officeDocument/2006/relationships/notesMaster" Target="/ppt/notesMasters/notesMaster1.xml" Id="R8db273e8f2104da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52768837fb4885" /><Relationship Type="http://schemas.openxmlformats.org/officeDocument/2006/relationships/notesMaster" Target="/ppt/notesMasters/notesMaster1.xml" Id="R1c85cbf0757e4b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af374d5682f4517" /><Relationship Type="http://schemas.openxmlformats.org/officeDocument/2006/relationships/notesMaster" Target="/ppt/notesMasters/notesMaster1.xml" Id="Rdf5982f51f064b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2f3235a005488c" /><Relationship Type="http://schemas.openxmlformats.org/officeDocument/2006/relationships/notesMaster" Target="/ppt/notesMasters/notesMaster1.xml" Id="Rd0c2fd3630fb4d6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d8ac1ff13941d4" /><Relationship Type="http://schemas.openxmlformats.org/officeDocument/2006/relationships/notesMaster" Target="/ppt/notesMasters/notesMaster1.xml" Id="R7102b3d58111454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283de848ca44373" /><Relationship Type="http://schemas.openxmlformats.org/officeDocument/2006/relationships/notesMaster" Target="/ppt/notesMasters/notesMaster1.xml" Id="Rcd698b011a8d457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8cd5a5e4f754720" /><Relationship Type="http://schemas.openxmlformats.org/officeDocument/2006/relationships/notesMaster" Target="/ppt/notesMasters/notesMaster1.xml" Id="Rbefaa9c0143544e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a946ab378864714" /><Relationship Type="http://schemas.openxmlformats.org/officeDocument/2006/relationships/notesMaster" Target="/ppt/notesMasters/notesMaster1.xml" Id="R8fc5baca99964a9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358aabc884e4f61" /><Relationship Type="http://schemas.openxmlformats.org/officeDocument/2006/relationships/notesMaster" Target="/ppt/notesMasters/notesMaster1.xml" Id="R25e18506a5d642f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f7b6a939b0a4114" /><Relationship Type="http://schemas.openxmlformats.org/officeDocument/2006/relationships/notesMaster" Target="/ppt/notesMasters/notesMaster1.xml" Id="Rb2dd14bcd1ce48d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f0d5bd05fef444b" /><Relationship Type="http://schemas.openxmlformats.org/officeDocument/2006/relationships/notesMaster" Target="/ppt/notesMasters/notesMaster1.xml" Id="R330310f2672943c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162088550944a8c" /><Relationship Type="http://schemas.openxmlformats.org/officeDocument/2006/relationships/notesMaster" Target="/ppt/notesMasters/notesMaster1.xml" Id="R9d437dccbd2844e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f241be4a6ef4907" /><Relationship Type="http://schemas.openxmlformats.org/officeDocument/2006/relationships/notesMaster" Target="/ppt/notesMasters/notesMaster1.xml" Id="R56d471caffda40b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c9fc1917f0344ce" /><Relationship Type="http://schemas.openxmlformats.org/officeDocument/2006/relationships/notesMaster" Target="/ppt/notesMasters/notesMaster1.xml" Id="R040ee161bee44cc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fb76026f3db48b2" /><Relationship Type="http://schemas.openxmlformats.org/officeDocument/2006/relationships/notesMaster" Target="/ppt/notesMasters/notesMaster1.xml" Id="R42ba05779b35459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d52d9c881f641a8" /><Relationship Type="http://schemas.openxmlformats.org/officeDocument/2006/relationships/notesMaster" Target="/ppt/notesMasters/notesMaster1.xml" Id="Rc7ab36a9cd2a41e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a71b6f1a6f14510" /><Relationship Type="http://schemas.openxmlformats.org/officeDocument/2006/relationships/notesMaster" Target="/ppt/notesMasters/notesMaster1.xml" Id="Ra7f44b5ab40c4fb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2712abd0ecb4d34" /><Relationship Type="http://schemas.openxmlformats.org/officeDocument/2006/relationships/notesMaster" Target="/ppt/notesMasters/notesMaster1.xml" Id="Rfbfe7042ced448e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48c27f10cc44703" /><Relationship Type="http://schemas.openxmlformats.org/officeDocument/2006/relationships/notesMaster" Target="/ppt/notesMasters/notesMaster1.xml" Id="Rc9aca4870bf0485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bdd1aa35b96477d" /><Relationship Type="http://schemas.openxmlformats.org/officeDocument/2006/relationships/notesMaster" Target="/ppt/notesMasters/notesMaster1.xml" Id="Rdaa98b1cf537465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5bdeef6355847d5" /><Relationship Type="http://schemas.openxmlformats.org/officeDocument/2006/relationships/notesMaster" Target="/ppt/notesMasters/notesMaster1.xml" Id="Rdc3c6d660e6a4ca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8db2346da1b4741" /><Relationship Type="http://schemas.openxmlformats.org/officeDocument/2006/relationships/notesMaster" Target="/ppt/notesMasters/notesMaster1.xml" Id="Re070f11f59c64c5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97fe5784e464ffc" /><Relationship Type="http://schemas.openxmlformats.org/officeDocument/2006/relationships/notesMaster" Target="/ppt/notesMasters/notesMaster1.xml" Id="Rbbb8847104b54a3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5eed7d74b294034" /><Relationship Type="http://schemas.openxmlformats.org/officeDocument/2006/relationships/notesMaster" Target="/ppt/notesMasters/notesMaster1.xml" Id="R703e7b90f7ee4ce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3a719fe5da74569" /><Relationship Type="http://schemas.openxmlformats.org/officeDocument/2006/relationships/notesMaster" Target="/ppt/notesMasters/notesMaster1.xml" Id="Rb8eb82333cc845f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84bc034e86b4452" /><Relationship Type="http://schemas.openxmlformats.org/officeDocument/2006/relationships/notesMaster" Target="/ppt/notesMasters/notesMaster1.xml" Id="R0da937f0989f42f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3852e4d744448b5" /><Relationship Type="http://schemas.openxmlformats.org/officeDocument/2006/relationships/notesMaster" Target="/ppt/notesMasters/notesMaster1.xml" Id="R931e4879f3c4419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646cf9190e04b62" /><Relationship Type="http://schemas.openxmlformats.org/officeDocument/2006/relationships/notesMaster" Target="/ppt/notesMasters/notesMaster1.xml" Id="R60a7210e1f894c1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84720bded5045e9" /><Relationship Type="http://schemas.openxmlformats.org/officeDocument/2006/relationships/notesMaster" Target="/ppt/notesMasters/notesMaster1.xml" Id="R0e12a9a8865a4bf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eac66d3a3704073" /><Relationship Type="http://schemas.openxmlformats.org/officeDocument/2006/relationships/notesMaster" Target="/ppt/notesMasters/notesMaster1.xml" Id="R549ead2db5984d6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8c3b9db884f4619" /><Relationship Type="http://schemas.openxmlformats.org/officeDocument/2006/relationships/notesMaster" Target="/ppt/notesMasters/notesMaster1.xml" Id="R0d3132c7c0b845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743148af7347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6bc90dbc584823" /><Relationship Type="http://schemas.openxmlformats.org/officeDocument/2006/relationships/slideLayout" Target="/ppt/slideLayouts/slideLayout1.xml" Id="Rf3cf7f1717184b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cf7f1717184b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34e4b70de4a5b" /><Relationship Type="http://schemas.openxmlformats.org/officeDocument/2006/relationships/notesSlide" Target="/ppt/notesSlides/notesSlide1.xml" Id="R4607824cf01f40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0135be67e4a48" /><Relationship Type="http://schemas.openxmlformats.org/officeDocument/2006/relationships/notesSlide" Target="/ppt/notesSlides/notesSlide2.xml" Id="Rd6879836b61449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a7ac55eb94928" /><Relationship Type="http://schemas.openxmlformats.org/officeDocument/2006/relationships/notesSlide" Target="/ppt/notesSlides/notesSlide3.xml" Id="Rfd1e9177e89f42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fc898746042c7" /><Relationship Type="http://schemas.openxmlformats.org/officeDocument/2006/relationships/notesSlide" Target="/ppt/notesSlides/notesSlide4.xml" Id="R971ede9d7e534a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7950393c74002" /><Relationship Type="http://schemas.openxmlformats.org/officeDocument/2006/relationships/notesSlide" Target="/ppt/notesSlides/notesSlide5.xml" Id="R943babd0485d4a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f83e5afe34b15" /><Relationship Type="http://schemas.openxmlformats.org/officeDocument/2006/relationships/notesSlide" Target="/ppt/notesSlides/notesSlide6.xml" Id="Refcad5ed967d47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6cd7977b3461a" /><Relationship Type="http://schemas.openxmlformats.org/officeDocument/2006/relationships/notesSlide" Target="/ppt/notesSlides/notesSlide7.xml" Id="R203641345d6742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d0215e9c74f3f" /><Relationship Type="http://schemas.openxmlformats.org/officeDocument/2006/relationships/notesSlide" Target="/ppt/notesSlides/notesSlide8.xml" Id="R0a7b1e470d8543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4088e0ddc4b28" /><Relationship Type="http://schemas.openxmlformats.org/officeDocument/2006/relationships/notesSlide" Target="/ppt/notesSlides/notesSlide9.xml" Id="R447fd4714d4341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c5be3914e46b1" /><Relationship Type="http://schemas.openxmlformats.org/officeDocument/2006/relationships/notesSlide" Target="/ppt/notesSlides/notesSlide10.xml" Id="Rda11a615a6a043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db601808a42f5" /><Relationship Type="http://schemas.openxmlformats.org/officeDocument/2006/relationships/notesSlide" Target="/ppt/notesSlides/notesSlide11.xml" Id="Rd15766153411463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2560f87a64df2" /><Relationship Type="http://schemas.openxmlformats.org/officeDocument/2006/relationships/notesSlide" Target="/ppt/notesSlides/notesSlide12.xml" Id="R94b77135dac14fa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143b54e5b4237" /><Relationship Type="http://schemas.openxmlformats.org/officeDocument/2006/relationships/notesSlide" Target="/ppt/notesSlides/notesSlide13.xml" Id="Rbc30c563c68c4eb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b7d9c280c4563" /><Relationship Type="http://schemas.openxmlformats.org/officeDocument/2006/relationships/notesSlide" Target="/ppt/notesSlides/notesSlide14.xml" Id="Rcdabd475397248d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8835596eb4478" /><Relationship Type="http://schemas.openxmlformats.org/officeDocument/2006/relationships/notesSlide" Target="/ppt/notesSlides/notesSlide15.xml" Id="R0b2650658fce487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300f1eee74e2e" /><Relationship Type="http://schemas.openxmlformats.org/officeDocument/2006/relationships/notesSlide" Target="/ppt/notesSlides/notesSlide16.xml" Id="Rd0b124709c184dc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a031c646f41fe" /><Relationship Type="http://schemas.openxmlformats.org/officeDocument/2006/relationships/notesSlide" Target="/ppt/notesSlides/notesSlide17.xml" Id="Re989f711a02b4cc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d7feb44274541" /><Relationship Type="http://schemas.openxmlformats.org/officeDocument/2006/relationships/notesSlide" Target="/ppt/notesSlides/notesSlide18.xml" Id="R2e633d27268a4de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c3d5a8d1f41db" /><Relationship Type="http://schemas.openxmlformats.org/officeDocument/2006/relationships/notesSlide" Target="/ppt/notesSlides/notesSlide19.xml" Id="Ra1e15edf01d0470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f17806ff84ae6" /><Relationship Type="http://schemas.openxmlformats.org/officeDocument/2006/relationships/notesSlide" Target="/ppt/notesSlides/notesSlide20.xml" Id="R6fe864c9760c41c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ba9141c3b46a2" /><Relationship Type="http://schemas.openxmlformats.org/officeDocument/2006/relationships/notesSlide" Target="/ppt/notesSlides/notesSlide21.xml" Id="Rcdac7cbe1449447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770b34c9046a0" /><Relationship Type="http://schemas.openxmlformats.org/officeDocument/2006/relationships/notesSlide" Target="/ppt/notesSlides/notesSlide22.xml" Id="R4f85910673574f9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2e961a45d4233" /><Relationship Type="http://schemas.openxmlformats.org/officeDocument/2006/relationships/notesSlide" Target="/ppt/notesSlides/notesSlide23.xml" Id="R436ecef2e3214e7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7a32358f04657" /><Relationship Type="http://schemas.openxmlformats.org/officeDocument/2006/relationships/notesSlide" Target="/ppt/notesSlides/notesSlide24.xml" Id="Rf684ddbb5ba347a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03c159be94b5c" /><Relationship Type="http://schemas.openxmlformats.org/officeDocument/2006/relationships/notesSlide" Target="/ppt/notesSlides/notesSlide25.xml" Id="Rd3417fd146cd41f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dcd2d54d04032" /><Relationship Type="http://schemas.openxmlformats.org/officeDocument/2006/relationships/notesSlide" Target="/ppt/notesSlides/notesSlide26.xml" Id="Rb7e401f9008e406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ca8729f8a43f0" /><Relationship Type="http://schemas.openxmlformats.org/officeDocument/2006/relationships/notesSlide" Target="/ppt/notesSlides/notesSlide27.xml" Id="R6442e1dab6854a3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06f1bd2f54d8c" /><Relationship Type="http://schemas.openxmlformats.org/officeDocument/2006/relationships/notesSlide" Target="/ppt/notesSlides/notesSlide28.xml" Id="R1ddcb66a60d24d4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d07df07a34203" /><Relationship Type="http://schemas.openxmlformats.org/officeDocument/2006/relationships/notesSlide" Target="/ppt/notesSlides/notesSlide29.xml" Id="R376cc767b1234f7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ffed0e8fd4272" /><Relationship Type="http://schemas.openxmlformats.org/officeDocument/2006/relationships/notesSlide" Target="/ppt/notesSlides/notesSlide30.xml" Id="R6ea354b109094b1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3e8f4d53841b2" /><Relationship Type="http://schemas.openxmlformats.org/officeDocument/2006/relationships/notesSlide" Target="/ppt/notesSlides/notesSlide31.xml" Id="Rbbccf10be59a411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169828b304eb8" /><Relationship Type="http://schemas.openxmlformats.org/officeDocument/2006/relationships/notesSlide" Target="/ppt/notesSlides/notesSlide32.xml" Id="R2191491e09de42e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33a287f0e4ba7" /><Relationship Type="http://schemas.openxmlformats.org/officeDocument/2006/relationships/notesSlide" Target="/ppt/notesSlides/notesSlide33.xml" Id="R2d37108a64d44d7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6fe7202f241d6" /><Relationship Type="http://schemas.openxmlformats.org/officeDocument/2006/relationships/notesSlide" Target="/ppt/notesSlides/notesSlide34.xml" Id="Rc3ed602ee3d842a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7399e145f4241" /><Relationship Type="http://schemas.openxmlformats.org/officeDocument/2006/relationships/notesSlide" Target="/ppt/notesSlides/notesSlide35.xml" Id="Rea6e714deb0a45f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f82532dc94d9f" /><Relationship Type="http://schemas.openxmlformats.org/officeDocument/2006/relationships/notesSlide" Target="/ppt/notesSlides/notesSlide36.xml" Id="Re1827ff29ec5409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4795ff9f94aab" /><Relationship Type="http://schemas.openxmlformats.org/officeDocument/2006/relationships/notesSlide" Target="/ppt/notesSlides/notesSlide37.xml" Id="R59c95f6b0bfc43f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d915534434570" /><Relationship Type="http://schemas.openxmlformats.org/officeDocument/2006/relationships/notesSlide" Target="/ppt/notesSlides/notesSlide38.xml" Id="R979766d2de86445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4a798c9fd4a4b" /><Relationship Type="http://schemas.openxmlformats.org/officeDocument/2006/relationships/notesSlide" Target="/ppt/notesSlides/notesSlide39.xml" Id="R6c6fa516f5aa470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b045773274e8e" /><Relationship Type="http://schemas.openxmlformats.org/officeDocument/2006/relationships/notesSlide" Target="/ppt/notesSlides/notesSlide40.xml" Id="R2d2ac5abfa1348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DE788-8993-4963-A7E1-A58AD176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C502D-6F38-490B-8371-44E46454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Vector Calculus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3712F-CFC7-4E09-A42E-A4B8FF0E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CALCULUS AND LINEAR ALGEBRA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1BMATS101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13E39-B41F-4D90-9689-92D9BC3D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3D6B8-018C-4281-BA6E-B41727A2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036CB-E112-4BFE-B529-154C2706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8215E-92B9-4628-8AB9-6255DEEF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58E30-FA46-4FEA-8350-73A71B21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C0858-1CFF-4218-942D-88E46B2D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A9193-5B29-426C-8975-DC68EEF9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9B07C6-98D8-4F6D-9C09-6C04D0C2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820D7C-90BF-429E-A681-F63343DF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66F2D6-54A1-4136-A9ED-AC365210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779842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74575F-95D9-42EF-9973-9EB57841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7CC04-54FA-4B8B-A18C-7C802501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2F652-FBD3-476C-BE39-719B2237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859AB-DAA5-4DDF-BBEA-7F1E57D9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415799-60FD-4F63-81E0-18FE7911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E3D93-D9BE-4ADE-9146-3E65B720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BFA8B-E85E-4D99-84FB-0F10BFB6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752E8-F85E-4047-9494-454AF779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36D8B-F735-490C-8E97-97AA5FB1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C077B-3E0D-47D4-81E9-E632942A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45AEF-E0F7-4C2B-A1AF-7CBAF049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73411-547B-4A6E-AC0C-0B69E16D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8000BE-9C37-4179-944B-B187FAAF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B9E8AF-A189-486D-B6B6-6387CFA0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8AB6DF-21CD-415E-9FAE-1EAC2488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030955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13AA65-8971-48B0-85F6-1DF97366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F8982C-C645-4EC3-8884-B6F1AEF8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0E76F-07C7-4B78-860E-2CA2CC85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03889-9663-4111-83C8-10F89F6E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E968A-AE05-4C77-984A-B76743E1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3AB2F-7827-4FEB-BE97-53ECC209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0B468-4F2C-4196-BBD6-2980FFA9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8DF47B-00DD-4B09-BD07-AF47C581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3233B-B5D1-4466-A1F7-478B8EF2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Vector Calculus (8Hours Theory + 4Hours Tutorial) Scalar...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27B71-0C29-4971-A7D2-FDE660C2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D5045-FCB7-43D4-8920-B67B391E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76A411-7951-4423-B12A-8706416A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Introduction to polar coordinates and polar curves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869954-BF62-47C1-92A8-695232EE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0099F-FA5F-4800-B3C5-8D17F81B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1A8052-5F96-42EF-9BA7-86EEE0C6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Curvilinear coordinates: Scale factors, base vectors, Cyl...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4ADE15-D3CB-4C7B-A42F-4624174D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5CC3E1-1F18-4768-83CE-2310F659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210C58-FFC4-45DD-9040-98123C93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Textbook-1: Chapter 5: Sections 5.4 - 5.21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BE8B7B-617F-42BB-A550-AAA99153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E15793-3288-4F51-9B1A-3DBF3811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610259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0DDDA2-E787-4163-96E4-F9B6A5CC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1D470B-1A3E-4563-B416-88832B79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FBD45-B15E-4315-9A22-E420D6EE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66CF3-96FA-4DC7-8C9E-07CF2530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BE491-0F70-4039-B2B6-671EC409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794A0-9410-452A-A8E8-FD389E9C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44BBC-8C13-42F3-B8C8-9845626E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4C4EB-24A6-4747-8ED2-1992D933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Vector Calculus (8Hours Theory + 4Hours Tutorial) Scalar....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59A72-EEC5-4116-BBC5-AF1B1B70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E9582-BD43-4A98-A79D-43674522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8968A-9690-4D14-A994-AF8C93C0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Introduction to polar coordinates and polar curves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10E91-15D6-49B6-B5DF-0E808B0D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9BBA5C-0D48-4699-B917-DB6F226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9C6D01-96A6-438F-942D-ABDBA6E7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Curvilinear coordinates: Scale factors, base vectors, Cyl...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9B0EB3-BFDA-46CC-A7A9-28203357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33DB5-47BA-49BD-8951-B615D5D6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0117AB-B1A5-45AD-88D4-1EE0C287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Textbook-1: Chapter 5: Sections 5.4 - 5.21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551A91-C169-45A0-A3DC-E925B7AF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E2F442-42B7-4FCB-AC28-E5544A9D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E266BE-7490-4FD0-99F6-16D96F6E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744980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4EA204-1E53-472D-AAE6-3667348C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3230A-3FDA-4994-8975-104D6244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C1AFB-C6D5-446A-B4A7-6B297F9D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BEA93-D3D9-4B1F-B797-9DB7E5EE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0A123-2813-4361-A3F1-19547DA7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Vector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7DBAF-E1BF-4EB5-867E-195AFF69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Calculus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C88910-B4D0-4585-99E6-EE16F123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7E67C-7DAD-46C3-BA36-94ED42F5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Scalar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61961D-E36F-4521-9233-4FE4C715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fields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6CB4A-E7EC-4CDA-9DE6-EC8D0404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Gradient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A2561-A04D-4E7B-999F-A43E17F3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directional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C1B79-421C-4C84-81A1-81C79732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derivatives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EA91B-B341-42CC-AED2-C90CA268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divergence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9F632-8F41-4CFA-B4DD-B2197E5D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curl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E06880-87E1-40FE-A28D-E1732E4D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C26420-A3BA-41DD-B9BC-83573069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268244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D5F40B-8319-4ED8-BFAB-C8D4F2E9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EDBC2-47E5-4437-A82A-144A21E4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56933-D48E-4270-87BF-8C6FE6A1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C2505-29A6-473A-BC84-DD05F52B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EE7EA-1869-4B6A-BD6A-0AA8D032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Vector Calculus (8Hours Theory + 4Hours Tutorial) Scalar and vector fields, Gradient, directional derivatives,...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C46DD-C255-4956-BF84-BAC59C86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Vector Calculus (8Hours Theory + 4Hours T...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A9819-12A0-458B-B342-3AD0BD44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F3E56-B22E-431B-BC1A-0394BAC8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8CF2B-1C49-46EB-AF7D-B48DC24C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BFE99-3796-4265-9C00-A47055CF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57D761-E6FC-461D-97C7-B6B7A943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354D18-B67D-4352-B433-FE790580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0FCEF-691F-4BD2-9560-95C60E90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47D268-67BF-4C86-AA97-24BBA52A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1C0C3D-A83C-4539-9C0D-84834F3B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476429-43B5-4F42-AC87-0B3BC749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46217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3075E8-4BC6-4EC4-AA8E-F80B65D5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BD205-FF54-4A4A-8DCB-0B5E4238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E76CD-560F-489E-AB29-90AC4526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BA817-55DA-4BBA-B400-280195F4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9DCCB-A75A-4E19-95C3-55976E38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645E9-591F-4619-89F6-BC6E57A0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31DDF-B85F-4458-8421-44EA0642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2C8C2-D9F6-4EAF-9D60-D1207877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EE88A-789F-44C2-A9FB-833B16D4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Vector Calculus...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1B63D-ABE8-4CFB-BB4E-771B1101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E1A51-D419-4AFC-9F26-9D044A40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1B3BE-F767-45A2-9547-8EBB2084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Vector Cal...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A8A538-6269-48A4-886D-77D30664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202F2-D82E-40ED-8970-CA6B11CF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418740-8136-422F-A6C0-D63ECDDB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Vector...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7E5E8A-854C-4674-B72B-535BFFDC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A67DD7-3375-400E-B724-FA7C7705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1AD66A-2D9C-4DE2-B1B5-33EAC106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Vector Calcul...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E155B0-160C-49B3-AEA3-E3A76366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AAC0A0-96E8-4126-BAD4-9BF38BAA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925942-7E4D-48DA-B5C2-56D7A219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Vector Calc...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E8ACD0-7C33-43FD-A3EA-31D19B48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655512-47D9-47CD-8013-AA8D9EAE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878286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A8E2F1-0E34-4BFF-A205-A383E76F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90B3B-636C-4863-88E1-14836944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3DB06-538D-4958-9485-711A1F16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C0ED8-BF4E-4AC0-9F42-A2DAF91B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99CB3-0C9B-45B5-8BC0-37292EA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B257A4-80F3-42C5-9CDF-492BD420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38141-C2B6-41CD-9E2A-A70F1B1D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1CDAC-1443-4BC1-B7F0-DD12F98E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3A3CD-25A4-4513-A02E-F39CA544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F4CB86-ABBA-4065-8D41-C12DC872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58718F-DD35-4FC1-B325-75DB99D0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DABA5C-9ADA-44CA-A1A9-75CCBD93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B27F8B-BBFE-4F56-9976-4E5E2CC2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FB4932-4D1B-4B3D-8250-2F539DA1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33D1A-FB49-4445-A996-6C6DE9F2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019788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02757A-6087-4B5B-9A0C-237632B6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C15D6-BA36-47C2-AB06-C941901E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BBE73-C2ED-46A6-AC4F-EE3BFEEE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67F2F-5769-4CC8-A7C2-CFD55BC4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0F922-BB62-41E5-8482-F80DF34C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C5088-71A8-4C35-AE38-919FC8AE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Vector Calculus (8Hours Theory + 4Hours Tutorial) Scalar...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277CD-0DCF-4F68-8ACE-226C0306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A94E6-310B-4210-9BFF-82782BA7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B51E3-C824-4535-B89F-83696D34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DFB837-E648-4B4C-9F9B-F6F43297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7356D4-5676-4693-9DF1-927F0C10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088318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CAC8B2-A86E-4927-A07D-0D536A3D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FC589-9A88-4928-B58B-1D68EDF5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BB8B7-A4FF-400E-A54F-F5B27B20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0663A-76D1-48B1-8883-CB1D4A0F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50F5A-F7F3-4E4C-A132-0062CD4F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Introduction to polar coordinates and polar curves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696E9-4E0D-4BE6-A3CD-9C84E46A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Introduction to polar coordinates and pol...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B513B-F95C-47FE-B81A-8B5570C1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37847-1B5B-409E-9CC0-F7F095B9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1AB34-B32D-482B-AA84-DD90923F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04A52-2038-47BD-AF85-217BAA0B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EDC68-422F-4F03-8819-BB4A74A8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8DD2D-585B-4755-B046-0E3CA8C9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A6F549-C045-4C82-8B0D-64B5F34E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BA658-E4CE-4E94-9862-AD1DCDB1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6EBB33-4D83-4D12-BDF2-378F6CFF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9BF9BF-EFBD-4497-9F56-4B309B3D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7534079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EC8E65-C920-450C-B9F0-720C107C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668CA-E824-4B26-AAF7-6B217BF8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4D3CA-DF6A-4801-99C7-CEB5FB39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E50AF-4FEF-4B94-B12D-F4FA161E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F5CB5-96D4-48A8-980D-2AED6CCC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6ED0A-1E21-4E7C-8149-464340ED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388E5-96B0-4AFA-9C3A-6E2FDFE9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BD6196-D16F-4E64-A374-9E0E8A3F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3F337-16E7-4640-AFF9-C65A28A1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Introduction to...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D58E2-7180-4DAA-9149-2D8DEC41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46EBA-DEAA-48CE-BA94-BB805808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5B444-3649-4E66-8FA1-11138192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Introducti...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9DE947-7FD8-45B8-9600-9B167923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B5B1A2-6BD3-4E5B-96D6-66CF3E8E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A7A4A8-A5B4-4480-AFCA-5524677D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Introdu...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D4EA07-3BD8-4DC8-AE2C-951F28BD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039C18-F394-409B-8378-6A8331C1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482BB5-96B7-41DC-B0F0-2EE0CC3E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Introduction...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738F15-4E36-4388-8B26-B15487D0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9CE586-647C-468A-A3E5-34DAE8E5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AB5211-F788-4368-ABBA-1874E3BE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Introductio...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595D40-78A5-4F32-9C33-339FA104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444C5A-5662-43B6-B285-3EAA656E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850888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C4717C-F3C5-4BAD-9114-7E03CCC0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1CF0F-8060-4E78-8065-E30CD34C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78906-A003-49C5-B104-D4F4C5CC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A06DE-998B-4EFB-9DFF-C39DAAEB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938ED-8146-46DB-A5AA-4D7A400C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E702E-5425-402B-9A83-917CD6F3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25079-F577-4C78-AF32-77068ADD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BDAEF-8D9C-4ACA-946A-EFA42C5F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61A18-8E24-4279-97DD-B394DE80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AF3075-742B-4ABA-A154-3275BD62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8A6DBB-E4C3-4F8F-8A58-EC7349B6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1D762-261A-4732-B95A-012F0761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706A5A-1A7F-48D0-807F-3EC0425B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B121D9-BCD6-461F-A9A1-0937C4D7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D81C25-DFE0-4220-9F23-801A5B5C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366714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9FEA84-E10A-488E-A883-3A6DD524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BE536-9369-4B1F-9B27-627685E9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82C58-F89F-4468-9BCD-FF4CAC59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EB144-D326-4B7F-851A-B8D1B072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9DABE-E32A-4102-852B-AAA57E08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6CC43-AF70-4A96-949D-6B04C65D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Introduction to polar coordinates and polar curves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8641D-BD6C-49C2-B829-65F0445A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8C98D-6FEE-4CF9-863C-12D43891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DD603-F6F9-4DF2-86DF-C03E9311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2F850-5ADE-434B-99ED-102D0011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FC5D8E-64EC-46DE-92AA-944E70A9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358956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A8684A-2CDA-4010-AFEC-4D0A1109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0AB8E-94B4-4F46-9F0A-43589F9A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16F3E-53D4-484D-B1EE-62D8A66A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4D9DF-F903-4843-A7E4-61AF4858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3ECCF-7AB8-4324-88C9-8F6CB0B0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Curvilinear coordinates: Scale factors, base vectors, Cylindrical polar coordinates, Spherical polar coordinate...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142CE4-0B82-46F9-9834-F81B6950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Curvilinear coordinates: Scale factors, b...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28932-9D7C-41F6-AD09-A00525DE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17115-2D66-4723-8D45-8774F686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A88D0-DFCA-4841-BD64-226B62A6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A67C0E-91BE-4F49-96E1-11AB5A73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03FB4-9252-46C8-993A-7826326A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B809E3-57AC-4792-B6FC-1B49010B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FC4EC3-8556-407B-97BE-611C8DA6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8B47EA-8A98-480E-9C56-E2DB3112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4CF93C-C0BC-4115-BC58-6E295EFD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7F73A9-C4CD-434B-A389-9EEFADE9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7755299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92C776-C84F-46BE-9FCE-E644415E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78003-3C79-4F4F-8D65-2F1CCA8F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6766F-046F-43AE-9D07-178181D4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2F254-7AA6-451C-B7D9-95D172CF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76FFE-3F38-4CD6-A5C2-D40E5117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94109-63E7-458C-8B5A-D100C788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ADBB1B-042B-4FB8-BA62-E495D8AF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076B3-5B86-48D5-9BB6-6F289472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54ED3-F530-4F30-9E5F-FBDDF50B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Curvilinear coo...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AE760-7E5A-4442-BA72-7A80FBE2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6DE84-F53A-40C5-8EBB-F2562606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BC3ECB-77C2-4487-B5C2-EB39E346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Curvilinea...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FF5C3-74AF-4E2D-B410-3553F3DF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7E9F0-C3E5-4543-BE45-002B2C8C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951D8B-2CF4-4114-B377-81327DCD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Curvili...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8A176F-D219-4B21-BC62-E04B4AB3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ADCF9A-7679-4FE2-918C-85E58602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D33051-474E-425E-977B-D4F48358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Curvilinear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593ECC-7A21-47E1-9353-305A3F98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52CA04-2CCA-48BB-82F7-C7A82328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E942A7-A9C1-47FD-96FE-7A6B6DA2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Curvilinear...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61DF76-4F7B-494A-916C-BC66CD12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168E1B-2071-4ED6-A88E-CD0B3061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400738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C00368-AFA8-4E35-B658-32252F05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12848-9E06-480C-9080-6739DB29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1C7D0-B0F7-4EC7-91D0-84B14D5E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4B03F-E6EA-4507-B7D4-486683EB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ADB46-2B5D-415F-899F-A38653F1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308EA-81A6-41A6-A262-3E621FC9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E19EA-7B17-48C5-AB9E-0B72C872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65CFC-8887-4DEB-91D3-F59F0052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D4698-C648-4D0B-8864-174E1797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4944AB-49DE-4616-9956-3CBB48D4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641EE-D6A4-4451-8C31-8C78DA28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66EB30-A71E-49E7-8598-40172217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CDABF-E127-4E06-80E8-19DF4789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92B75-BE30-44D1-B94B-E3232D09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B126C3-9821-4079-92E3-A25BF379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654509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76F4E-2B79-4473-B368-E0CCCB1C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55CF5-4C9D-4A08-9FD8-77CFAFA3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35E20-F16B-43F4-A15C-ABDC20C8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6AF98-BF36-4D20-B602-AD5DF248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9835D-C4CC-493B-BF7D-12E8B3F1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53B68-1E87-4BBE-8C6B-D1017D51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Curvilinear coordinates: Scale factors, base vectors, Cyl...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25016-7435-43B1-9096-5085C141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AEC7C-32F8-432C-BEE5-0054572D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1A6F2-BB9A-4270-8343-6114FF6C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BB733-DCB1-4975-BA55-DD0DE49C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ECC33-51DF-4BAE-87D1-326C1A11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142529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5BD892-E13F-4D5F-BFEC-76681343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D81C3-781C-46D0-93D3-DCFD5A2E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CF64B-AA9A-400F-8A26-814B2019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4AF4E-F576-4C29-8199-08610C3F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1E9C0-1C49-4206-AC98-A4557EE5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Textbook-1: Chapter 5: Sections 5.4 - 5.21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8F15A-F838-4DEF-9E19-1E364139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Textbook-1: Chapter 5: Sections 5.4 - 5.21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7F698B-C313-4A29-9E0B-E10147B3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86E1A-4C3C-411C-A293-3C76C9AF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C4DD85-9F02-484E-B8D3-FC24D0DA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1A248-EAA4-4D3A-AEC0-51F8532F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2DEA0-A5F5-4366-9AEA-70119A5E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5DC0A-8FB9-4D52-BFCE-94816567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542082-99BA-4A4A-93B6-5CFB747E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5089F6-1209-477F-975F-ACF85D3F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36838D-41A9-4377-AC3B-8FDF3B34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E97EB-0DB7-4B8B-B7EB-0F0C1657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7924535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5E4348-832D-4607-BE78-FC8F3777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7EF3E-7415-4FE1-BD91-E7CC71A6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25DE4-CAE0-4537-B754-E8B12CA8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08546-785F-4C3D-AD08-2A5786B6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6127E-BAF0-41BF-A7FC-42F3A06A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19BB2-DFBC-40CB-A245-9F709767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899CE-9D52-4FAE-A525-49F0F432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21BE35-18DD-4DD0-9112-9F03B111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C6091-0109-4658-85AB-4D7D76CE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Textbook-1: Cha...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D8FAA-01BC-4A6E-B96E-4B2B98B1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954118-4299-46F6-B812-CCAB4F5E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9EF16-7189-461A-9811-FD5D40BE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Textbook-1...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3A91FC-DFD7-4573-B9D1-8A90B6D3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FDBA37-7864-4006-8771-E598539F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933479-D499-4EA1-9830-520E2499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Textboo...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4667C9-9223-44B0-8B82-DF817368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326B82-D68B-481D-BA1B-D9E406C5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08CB1F-49FE-4801-AB5F-3499E9C1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Textbook-1: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C0B7CD-E939-417F-B8BD-DEBE2EEC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05A27D-2244-4D35-B5F9-52338DC3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335053-88AE-47DD-9358-D3E6A272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Textbook-1:...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3F121A-7D69-471B-B9ED-00F83EF5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F5E413-F3D6-4250-BB43-05A3D6B6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869593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4E30EA-108A-412F-95DE-F4DC5DD6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159EE-5A30-448F-8687-97B00F99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8458C-0DE8-4FDB-BFA2-9D369E3B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3422B-F8A1-4603-9442-8E8EE82C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96D42-4D73-4F2D-AAAB-B4175835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260DD-313F-4DDE-8F23-1EFDC524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F1DA3-7FB6-4ACB-B5A6-BABCF33D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3D3AB-60E3-418A-BC38-7199CDAD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C9245-39B5-4C9F-A082-5BC3B71D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B5C93F-8A28-429C-AF97-E72F6FE3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27D6E-5263-4D8D-ABED-9145BEBC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15C994-6BE6-4EEA-8263-0A551149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0A65DB-F3E0-41AF-B4B6-05907389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0E4CD4-239F-4463-8F18-B0EB0B33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BBC92-097A-4D59-8FFE-4FD02E01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5516224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947932-9455-4360-B3E9-D64E3C98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824DE-0913-4242-8738-3A95DE51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980DF-B51C-4A8A-A194-41A8B6C3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1D08D-3E64-43D5-9521-CBDF98D6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DBD624-89C7-4E15-9EF9-2E187A09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3A1D6-C3CC-44AC-88DD-A2D26A64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Textbook-1: Chapter 5: Sections 5.4 - 5.21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D6BE9-F36F-4CF5-99DF-724A131D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109B7-77FA-407D-AA76-4A725CC8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0C29AA-4F2D-43AB-A713-57CC7649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8091C-AE33-43B6-AC2C-CF7A3985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A9F83D-CC89-4CD0-86A2-49F95C5D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8874445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1C4C7-5301-4CE9-81D8-6E7AA721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15EDD-4FE6-43A2-8E6E-DA39F096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29A58-7E27-4F65-B9C2-2AF3A43E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BC6FFE-91D3-4D94-82C8-2C997FAB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84AAE-8C41-4032-93C3-EDCA2CFF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CF88BD-F061-4086-A1B2-3B46A2E1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164137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D575F0-8FF7-430C-8BFB-5CEEBA5C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78B44-1796-445E-94F2-EE142F47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50542-97EE-47A7-81D0-A68D2F75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30C31-8239-4F67-BA61-96829BD6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5F53C-2B92-4A7E-89A5-AAFCD637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Vector: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Calculus: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Tutorial: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Scalar: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fields: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50212-96FE-4075-A2BC-7B5D495C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6236468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7A9AF-E294-43C4-BD64-4CF7D36D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D1E63E-FCB5-4068-9316-5BE8C361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7D9B1-7712-4070-A18C-3D66CC0B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03D96-23A7-40CD-A197-A2C6DFB8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197CE-8A12-49D1-86FF-C5BB8F1F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0EFE9-1FB0-4076-BE84-2E3BEA9B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7139997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16C8E-D9F9-4FAE-A9EB-E407FF35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F8766B-71DA-4232-9607-33FA0E49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FCACF-56C0-40F8-892C-87A3413C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6F48F-6589-4EC1-8210-134C904F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75D05-6984-4512-B6AF-F65BD06F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0FA40-E896-45AF-8CA0-6211BECE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6480475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07E6C1-06FA-43D1-B154-D98E1ADD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1CA26-6F73-4DDB-AE78-04E4E422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20E6E-FF1B-45AD-954A-1BA2108E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75534-6A44-46D5-8B03-811C0EA8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BF7B6-9D41-4291-9931-E882BBCE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Vector Calculus (8Hours Theory + 4Hours Tutorial) Scalar and vector fie...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Introduction to polar coordinates and polar curves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Curvilinear coordinates: Scale factors, base vectors, Cylindrical polar...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Textbook-1: Chapter 5: Sections 5.4 - 5.21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0B3BE-E1E3-40DC-A920-6C99192D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CDE6C-0A6E-46C0-8D0F-F4A0CD3F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C3E77-BD1D-4903-9585-CC5FDCA8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7562156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4494E8-E18A-48B2-8AEB-172D6E96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C18EA-1A05-4684-9676-FCC0E34A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 to polar coordinates and polar...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779A2-D631-4411-9466-1CF87376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B427B-1218-4B6F-8A9F-8D6C1725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17881-7965-405F-9279-43E2CB98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CA56F-B95C-447E-B154-F325FBE5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F775A-0BEB-452B-812B-D7A359F8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CAE4F-05B7-4101-BE98-DCC7A8B5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9694D-98E4-4C9E-A3FA-F0E6444C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6405C-43EE-4AF7-A653-C53B0BDD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DF537F-AAA4-4C09-942A-BEA771A9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1A49BA-3E8A-4386-814E-4877C2A4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7388E-E13E-43A1-91C2-D486308E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10959-BFBF-4CFE-A709-83AA3DCA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D3E97A-02D7-4D4B-8BF0-B6E98D80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17C2B4-961A-40B0-9BE6-754859A7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B1785C-9A00-402C-B208-6352D154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F3EB71-73A0-4A48-8D07-19A9D684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1E9D39-D6EC-4BAC-9BF0-8BE6F66B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01C343-C1BE-463F-93A4-93C3EC1C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66A04C-0E17-4969-841E-35DB60DC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3B5914-0930-41C3-9131-66A7C478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EA6A3B-8B77-499A-A435-300FB0E1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109D7A-EB02-44F5-9513-1E731788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2FCB45-2F76-44E8-B201-4F75F962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D6DBD6-5F50-462B-B554-C5E9FA06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5CDD21-A012-41B7-B2D7-5853D068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249543-E527-48AA-B0DF-A9DEE450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AD9AF1-4C70-430B-952F-D7F9CADB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668ADA-953E-48E0-AAF1-FEC3DB14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B6FD91-8349-4F12-9D24-087F43BC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E3290C-199E-49CE-AEB0-038CDDC8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71303666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ED0AB9-F8CC-4E8E-9C99-6A079430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84B2C-5110-4DAB-A95B-E1BAFCB1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Curvilinear coordinates: Scale factors, bas...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B8319-373C-4170-9C30-14E2C17F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729C2-0EAF-4B3A-B914-B1101854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3FFA8-CC7B-498D-AB94-D185AE7B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B0075-764F-41A2-B885-C71DF408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F37BC-722A-4E8F-B807-DB7A91C2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085DE-AE6B-45B8-9B3C-BA8AEC04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A08FE-B817-46A5-8574-4238F340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B82CC-1D29-46A7-AF52-BA6CAC1B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FAB93-2280-441D-8CB9-1E474298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A07A6D-6051-48E2-B399-704D04CD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331C52-773D-4B4E-B892-0B5BC806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7C44CF-BB65-4783-94D8-6E8D3735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EF7340-7C94-4115-863A-4AD4B10C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B4060E-321C-4E92-A054-C7590227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36698A-816C-4E84-8948-D8DFDFD1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0EAA92-F86B-4774-B7BE-C25D3063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17BA4F-1577-4D21-B2D2-7942C33A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ECC639-83B6-4774-A74B-AE027FC2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262B0B-F534-469B-B22F-286AA9D9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65E58D-8775-479F-9400-C2E0B94D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D5B155-85B8-46BA-BBDA-930C7CA8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D2F17B-D96F-49A4-8D5C-242D0BB9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B591BB-8660-4B4E-902B-66DB2617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F75FD5-ACB1-4FB9-A9BE-DFA3E233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4EE796-07B7-46D2-AFC6-9ADD277E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845D15-0284-4BAF-81E7-398ECDF2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DC597D-3A28-45B5-84BA-A8995236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A457AD-AEEF-4C3A-A454-77CC463F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5D075A-28E4-4B7F-B301-3051BB02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E4D6B6-DE67-4F9E-893B-01CD3BE0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3014886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47F87F-2D6D-456F-AB0C-572428AC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36C0D-0724-4EF8-94A5-4BB009DD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Textbook-1: Chapter 5: Sections 5.4 - 5.21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F858A-6B31-4AF7-9504-913C8C08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CE207-F599-43B3-B326-A2E66CA2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D5EA4-88E8-4C0E-9FDB-23D456FA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76B1C0-25EB-41D7-9617-67F5F940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A490D-4C3D-4039-8832-B07B8385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33425-274B-428B-9CD7-EDE09841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DA955-BB69-461F-9557-F87B9BFA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D00E6E-4600-47EA-BC67-0C3AAEC5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54FA7-D1E7-47C3-AD7C-50634E48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0FAAC4-B958-495F-AC43-5DA50FCE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7742BF-4DC0-4163-9AFA-8FCFD4CB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AE990E-A39D-43A7-9C34-DDA7A760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E5B976-A616-49C6-8A87-87F280B4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403F39-BDCE-4F00-95D8-C4BDC9B8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B7D7A7-3112-425F-93D3-4C8EA7D5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79C8C5-F479-4EEC-8AB1-E551B81D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EBE513-D198-4796-BBD1-EFF7EE37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308BCC-620A-4626-83B0-2EAE45FF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B4A137-6FA3-4C9D-8D24-07EE304F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D81A60-A41C-4A6E-B134-863A27DD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D89196-6F7D-4137-9EAF-88ACED05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4082DD-D0B4-449D-86BB-A5EDF7AD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46D52D-4BC0-45CD-9C81-7B930439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42A999-68DD-42CA-8BAD-116CB16A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F38FE6-F595-435A-B516-A1939F02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E57235-CB6A-4A33-AE9C-42E43DA4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D726AC-E980-4BF7-85C1-7BA54A41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8D94F2-0FC3-4AD3-BE92-66E1944D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E6F962-C2E8-49C9-8AB4-E608D09D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A719CA-C5A0-45EC-8975-C60DEB96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0323148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469F63-AACC-408B-A621-A9B13869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09474-8266-4A65-9950-D454BF49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(8Hours Theory + 4Hours Tut...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E4727-F0B6-4E44-BA84-2E0FAC54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27B0D-98E0-45D7-87CC-2A86D634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E8B5F-478A-4126-87C8-251D134F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BFBDE-DF6A-44EE-92B2-87C135B2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10EA8-9871-491D-A9F0-20CECE46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41A31-DCE3-4E42-A85A-D80BEA76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4C37C-FCEA-4137-BEB7-F42C79D4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B1F94-B665-4607-AD25-C043BD56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BFF58-0FD3-4F58-B2BB-7FF75B19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A1B688-841E-437F-9166-FC7A6C59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6358B6-CE7D-4AC6-AE5F-5A45D5A6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024EF2-783E-41D5-9916-2A306AE4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F0EACD-AB82-43F6-BBCA-55F0FFC6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B7F0D2-0032-427C-A570-A966B4A3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6648B8-E76E-41AD-B6E3-E7FC7D45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876CE0-47AD-40EB-B08C-93F07347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5FF978-4BD6-4EE1-9204-3140CE76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0A1A19-1162-40F2-AEAE-63572EDC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FD06B5-AF92-41ED-8775-A7343225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36D1A0-E5AE-4C84-9713-4C762CB6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074D17-2BE1-4535-A859-56AB167A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C557F7-322B-4EE9-AF12-9C623016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7EBC49-8823-4E72-93B9-E75B57CA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CFD14C-C6FF-489F-BD90-DF9B973A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E1A413-EC46-442A-9165-1B93AAFD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8E28CC-534A-44E4-92FC-FFF9BE7D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5EE740-95DA-4172-BCBA-7E010E63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EDA965-E101-42CF-834D-A32FBE33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75B437-250B-4B4E-A459-79B4F1EE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89883B-3587-4D49-B929-10A5339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6240748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688901-D817-4506-BB72-EB344C64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CB3BC-C9D4-45B6-B332-67C79F1B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 to polar coordinates and polar...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20D6C-1AB3-487A-B304-90BE9F39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5F21B-149C-4D93-98A3-55784A66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DA15A-6002-463C-A0B9-1296AA5B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DDDB4-773E-45D4-98FF-BC427851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4E083-1AE9-4A63-87F7-1E19D797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8A15C-505E-44C0-9764-5DAEA3E1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051B7-5656-4EAA-BF04-6D6B1F5E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61626-47E0-440D-8A50-9F3A270E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1830C-BC83-40D9-9F00-B9484168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FCCB0F-89CA-4D9F-B642-5B9EED21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3AC21E-4D16-44B7-B854-D8E68C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64A575-72ED-401D-AFD1-43CEF977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C31F06-A238-45BC-A34D-94AB4E91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CC4A81-5529-4298-A954-326B24B7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13D0A3-5247-44A1-9E2E-13CF52ED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F10CD7-96F5-4BC2-B8A4-42D5D963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BAF882-F601-4D12-92EE-BC294C4E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84D2F6-0058-4846-A79C-1DE160C1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FA88D0-D8A6-4A04-81DE-92BB6A33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761A24-FE38-447B-9F3E-395C7A74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8B3791-0403-48D0-893C-17E36B25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AA5AC2-40BE-4ADB-A825-043AD32D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F65B47-EF98-4AC5-83E4-ABC91A3F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67883D-ACE9-4DC8-820B-7581E632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305413-E228-430C-B6B8-A718E84F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B53DAE-B736-477F-A19F-0B89F7D7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E4F941-A9FC-4BDA-BD0A-FF5C7B5F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BAC648-DB64-4927-87D6-10E7BC32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C598E7-3709-4E20-A63B-C819D59F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C3D1FF-6209-464C-B799-099445CB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1240257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041219-59D4-4735-A73B-909A7E73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FE4A2-503E-4A6B-993E-CC75848F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Curvilinear coordinates: Scale factors, bas...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8147A-1A27-499C-B6D7-3248E114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85489-B8C3-44A8-BEB8-D6D3874A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55B66-03BE-47EE-AB29-F5C634A9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7241B-5439-48D2-AC82-EDA1FEA5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38E08-10F1-4DFD-A0DD-3A2A8237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DDA80-67A7-484A-9E45-6CFE0CED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12EC8F-63A7-46AB-83CF-6E09B19E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2D224-56C7-4379-90DF-3FB8C582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4F962-2FE1-4E4C-8EE9-AC8ACF77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5E2482-029A-4381-83A5-C7BA2C44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32745F-68CF-48D7-B4B6-B6FF5EA5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C5E893-0A80-4DDE-AB93-929814C0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84ACA-0E11-4407-B408-2CE81D03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FA435F-F27E-4427-9C0A-CC61C090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608126-EB18-4BE3-8BC5-22FAB439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87C6F3-A83A-4FC6-AC78-D09BB406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455B51-616D-487E-B8EB-6FD708EF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B0779C-77A5-4F3C-9C1E-21A3C5D8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16D75A-9C17-4C8A-8E45-EBD8920A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DE3039-49C1-482A-A278-93DE6A50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EEF998-2CFB-481D-879B-61BF2169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2E325C-3579-45F3-80A3-CDAFBDBA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E608EE-B52F-4815-A07F-1C1EFE80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56D268-B295-48AC-AE9E-AE1BD6B9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085C2B-E212-4F64-9C51-531EA384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D2766F-0A36-4540-97D6-A1870CEF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E81260-5869-47B8-B04A-1E0A35C9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378C75-D9D1-40B6-8533-9E961E12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EBBE9F-F6CD-44BD-84B0-EBD7A225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2E4EBC-B99F-4645-92C2-8DEF2040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3183942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414186-B446-4E67-9096-3923366E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F1BDC-F206-4C11-8DD8-749CA2B9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Textbook-1: Chapter 5: Sections 5.4 - 5.21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9C315-DD5D-4AFD-B8AF-41AE2F4E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E2487-9837-4044-A555-56B5CADA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29EEA-D1ED-4EB9-8340-DDB55B0D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42CF2-CCA2-4B53-9776-0C581077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413E53-FD8B-40F7-8591-5A8F5B03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7CE99-2870-462E-9C76-CF5A6893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6CA895-FA41-46A4-B5D5-CE796A57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08014-DBA9-481E-9603-4C90D271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76988-B344-4FC2-84F9-1B606B11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26F8A-D20A-45B7-A769-DAB498F7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CCE122-DF40-4410-9FDB-D2C65596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E3042E-E3AD-4A28-822E-A792BC02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039C70-FA3D-4E07-B9C8-6820FB2C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081A9C-EE1D-47C5-BA1E-ACDF5776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A65FC-1184-4D99-9013-1874923D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619F25-B69C-4D80-9DA4-A5DFB2DE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EA4C62-63A5-4979-818A-14597DBA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31F985-B37F-48C7-9525-707F84E7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3AF364-12F8-49F3-BF98-CF52A234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4A8CD3-9910-4DEA-8562-0648BEA2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10AC98-183F-4259-8019-8F745DA0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4FC040-AE53-4533-99AD-AACEA6BF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7C0B2E-C2EB-4673-BE98-D611A3F7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7E0D9F-E39F-4D26-870C-F355F360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4DF3C8-581D-463F-9845-1EB0E6FB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FF796E-DA8C-4583-83B8-6441FC96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E186BD-2566-4680-A99F-AE88D67F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4405C5-213E-4E08-A7AD-9E735861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129DC6-C529-48A5-B27C-E5C633DC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A6F1FF-C65B-4434-86EE-0E73B243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6008692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7E0DAD-EE5F-4A7D-8096-2C2E1852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6640A-9B83-423E-B475-664A1D53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(8Hours Theory + 4Hours Tut...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2C95C-EBE4-4431-8C0D-B1DF8DAD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7F8F4-7E94-4A1D-B142-DC36FDEA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540FC-682F-4238-9627-1C3B6AAB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F2CBE-0F7D-49FB-8556-7368DE8A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41892-5B9D-430F-98FD-86D8A823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6A5FF-AD4A-4570-8A64-4720BDE5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DC28BA-A7BB-40AA-9D72-4A99D6D8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6D78C-D205-4AE6-952A-6BA5D2FE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A1B8B9-B07B-4EA7-A605-3D4C8107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9B8707-9199-48E4-8D4C-9069F7E4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A3609B-6066-40A3-B8E3-09A16F91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EE68E1-213A-481D-AA50-433DC839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5EBA48-27B3-45FE-92B8-80EF6222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20FE25-ED41-463B-9E73-DEE7C7C9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E3B3AF-E5BA-4A64-B8D7-C1DDCCC7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B7A365-1A8D-4CE2-ADC8-011CBA26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88C81D-D7C0-4E17-9845-2A1508C3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8C4F9F-BC4E-4CCC-8FEA-CBC7A83B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CC65AA-50BC-4F7F-9578-35510CBB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95F113-0CE2-4ECB-9008-9FD85593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4A1205-9C15-443C-AA11-C75FE2EA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8C77B5-50EA-4197-9C48-4A2BD9F4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186C7D-D0FF-49F1-9398-D69DA787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D91D9E-DBF3-4967-866F-35EB2879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CC6884-8DAD-4E95-84B1-4B9BAD90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399AC6-EEF9-48E1-81C0-B881F67C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B5EED6-70E3-4DC4-9660-EEE295BD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7AEC98-977A-4E99-A4F4-59164F3A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CB14CB-D7BB-4F4A-8A1C-7B15DD45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2475C3-79CB-4D5C-94BA-110F2A26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4837994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810813-5714-418C-80D3-1D59B56C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94491-4C5D-4A8F-9E25-21FA0E4A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 to polar coordinates and polar...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789DE-4C8A-43B6-A88A-829AC69C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E9D9F-273F-4F50-9837-1168D144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3F420-8262-4F3F-8383-B0A56C65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A6FDB-0574-46C5-8579-E0229EE0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A3EF5-18BA-4913-A236-FCDEA0A5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87528-2600-4430-B246-CB787B42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D6360-00AD-471A-8E4E-FDBF94FA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F53CA-C95B-4DD0-B45B-3FFAE459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6462A-422D-4990-951B-D1C39AB2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069A49-BDB7-48A6-8B5E-069B4535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69080F-672B-4102-A8C2-E8826DE7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8F4A09-BE90-47F0-BB60-4B26AFF7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672D79-0A9C-4361-B70D-74B90848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237CC0-0CA3-4C08-A817-061558EF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D5BB39-FEF5-4E46-BEEE-284E8E36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C12BCB-CAF3-493E-96E3-5D969452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9862DB-4835-41DB-BD46-62CBDB95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C8EAF3-FE26-4F05-B38D-BDA909F7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C3C352-5E7A-4F38-954A-C8D09B0F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19A912-E557-4216-A777-46A4F749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578E96-4CDF-4454-B0C2-26B94D17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7494E8-657A-42FE-BFCB-21EDF92F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E199AF-2F1B-40EE-9AD2-A3E36856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017639-5E63-441C-BB36-2D27DF32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5735B1-26A6-4AFF-A7C1-626FD3F0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9BEFAC-1CDC-4141-8713-ED845675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7BAC09-E011-4DFA-BE30-CCFE46FE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45FF74-4FED-43F0-A492-553EC3E7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6BEE92-853C-460F-AEBB-89F5CF9A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8010B5-372A-4FC4-86E5-8927D075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9882188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5FA075-72B1-4CA2-B2C9-75895FAC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6A699-8849-4C89-9E5D-15C93896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Curvilinear coordinates: Scale factors, bas...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9AD61-2942-4636-B149-D1D0CA48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84A6F-6BBE-4F2D-9F8C-202BC1E0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D453C-2816-4637-9240-BE35EB6B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A2862-DEC1-400F-9627-7A576218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D4C9E-B23A-4133-BD15-F619C271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C3FA9-8757-4523-A19F-8EE1F30A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12E704-D431-4A84-B54C-C7C379F6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E9E1E-4F0E-4445-8864-01785E45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75CDF5-9A46-4C48-BF43-72741F02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36319-BD33-4662-9907-21DF2010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F28E8-82B4-43F3-80FE-8A46B00B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C44112-90C7-480C-97B6-7C851E1B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84C16A-D23F-4EB4-A1FA-E2814385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2CE512-2FE5-438F-AD36-7908B37C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540856-1F02-4EF3-B74E-4A62697B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0073BB-8F54-4029-A67E-64F64043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37709F-CD43-41CE-9A3B-25232C9B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02CEE2-6AEA-453F-8F94-9CC14B5A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35CBBB-57FF-4496-A9B0-81C3F2B9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FC4247-CB7D-4E18-83E6-8AF37CA7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AB1F8A-DF1B-46CC-AFB8-3F7DEA8A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B91163-9CE2-44DA-8080-23714EC8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92F981-35EF-494E-8449-49EA819F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F08564-9F1C-4165-9C45-528D3028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C0D6B3-5AFD-4447-BF96-226D111C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D01697-B878-4A1E-A496-DE5CED5A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514B6F-E214-44DC-BE1A-26FFA4F4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76951E-6807-4CED-8DF2-95236448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7CF05A-5EC1-4EFA-AF8E-68A07A38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0CA39E-7013-49A1-BC23-74B455CD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7812820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06EB23-4EDD-40A8-B02D-28C96293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07B09-7BF6-4D7D-B778-B87094E7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Textbook-1: Chapter 5: Sections 5.4 - 5.21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7D084-6393-48FC-A5E9-55E2B169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BB3F1-999A-4291-B123-CA048D9A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68E0B-76FB-4156-ACDF-3C6696D6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8FE02-37C7-45CD-B57B-4AEDE2B9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37D04-84B9-420D-9B3D-2059D235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83900-C91E-4833-9959-9FC5FB4A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21366-08A3-48FA-8879-89567F17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0486F6-F2E2-42AF-9357-2B8E0470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006D4-1800-4A63-936A-B9B7463D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AC632A-32AF-490A-90FE-83B704AE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95AD27-678A-4ED6-8B2B-7209D5E4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329D2C-343F-4001-97A2-37280A32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5A4B5B-61B8-45BB-BEBC-17AD99CE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918405-8C70-4DAF-9002-DDF8EEB8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2A017E-D768-4C46-98C3-33F63860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A60606-C3F2-444C-B716-C9B70F3D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3A0C65-71AC-447D-8367-D318E2A4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2103EE-EB6F-40C2-8B89-F0CCEAF2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F14FE7-E5D9-4335-AB0B-5DE7C175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B08DE5-F26D-4ECF-9AB4-CCDF2732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CDB022-623A-47A3-9CBF-583C40F7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9A3761-02D8-4BCB-B65D-B1951D82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FF174D-B317-4574-8CA9-E5A5A3CB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E3413B-6EF4-4267-89C2-44115F7E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3284BA-3C04-4797-B646-BFD50B86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CED564-6278-4847-9FCB-7F83E11F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CB5589-9F6F-428A-842E-7A534FB3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BA5944-F3A3-4FFE-9F73-3E6651E7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F3FBAF-5BB2-4917-A763-AA12D9B6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C00939-13EC-419E-8D9B-BC9684DC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0753379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690629-00C5-4571-A928-E240A0A8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A9224-E1AA-4430-BF90-5B336B52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Calculus (8Hours Theory + 4Hours Tut...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86BA8-9DF1-43B3-9A1A-F904AEE5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DB5EC-FE6E-4A7C-A356-4FB4B6A5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08274-4821-4F5C-8805-CE63C773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75C31-FF51-41CC-A2F1-BC0F2D00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F3480-8998-4545-84D9-51BF8225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D2872-1BE0-4DE2-824A-0EC3C0E8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9C1CE-B3DE-40DF-A43E-BBC334E0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3CF14-2A78-4D92-A010-872E94E6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A3891-8BE1-40C8-9991-5C5E8C04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B2E85-9D05-45D1-B76B-C7A2CCB0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6B70F-EA32-4D28-9444-C7969097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8E51C0-46D3-41B0-8429-DFAED513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2E2C86-889E-413A-851E-FA7AB515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68A051-351D-4AC1-BE6C-B80DA939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8D4B75-C36E-4E38-BCFA-65440984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C2305-A6C5-4FF3-980B-0CE37A06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A6F6E6-10FB-4C6C-AFCD-567E2AA6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A14FDE-9F75-4673-A91B-239AAD6C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E4CCDE-E796-4C31-87DC-56611144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199EA5-D09C-411D-8D9C-732A53D4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1694C2-5991-44E3-B2EE-36B75199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6EB729-9EDD-4A27-B932-BD7796A4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28423D-7E1B-4D52-AEBA-BA532C03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17271C-2B96-41BD-9BFA-79D31471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D6FE9B-C957-469D-A4E0-09EC2F2D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6DF6DF-B0B4-4345-B23A-3CE6A94E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12121B-F566-4034-BB84-23A500F7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029F3E-1B4A-4BB5-B996-07C5D7D0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0389AB-7314-4A0C-A931-82DDD2EF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B463DA-BB5D-4645-B5B2-585D2850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0793131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6A219D-50E3-4082-B1A5-E4DF4AB3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B75DD-E683-494E-9961-20311176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 to polar coordinates and polar...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7437E-0E7B-4ACA-BB43-D9B5E6A9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8B3AA-1723-427C-A90A-BE856010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88963-9038-47DC-8014-CE4BBBC9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D2BC0-479D-42B7-920B-430396A2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B02B3-5E40-4349-B516-60A3D8F9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26A56-0ECB-4166-9432-27F4BA5A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3516D2-6AB9-4DBC-8B1D-1D47D9F4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E062E-ACC8-4D9B-83DC-68B62468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335D7-E040-4E43-B9AF-5FF269FF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511078-BDE5-4A58-8A44-B4336F43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D3D52-037B-46C6-AD9B-19CCE075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42B801-160D-4A4F-B9BE-A65A11CF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51AD9D-E352-4A27-8690-AB935A12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7C7ED7-7999-48A1-A295-12CEA610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042D92-17C2-48C6-8D75-6D9FBD74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D3DE26-780E-40B7-A3AC-5365489B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38DB89-8ED7-40B3-80A7-D31883E5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1F35C7-513B-44E2-872B-C8FF6360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A3AB34-4F79-4C6F-A743-31DD966E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7C22D4-6AE4-493D-8435-5425A9FE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6E55D2-F204-4A39-B3BF-666FAEAD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BCDDE6-C14A-43B1-83E3-FE364861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3F25DA-AAB9-49A0-83C6-C457BDFC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47D27A-887F-413E-AAA0-1CF4B09C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B9265E-43CC-4D4F-A929-71A4CF3E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58928C-5DE6-46EF-8DDE-42770CC3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A8D986-44A1-4F1D-A03C-FD8B99FF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940F97-556D-4AB6-84D9-7AC07858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07892C-B885-4AB5-8EAE-E08B66A7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EBCCA8-574D-4BDD-B42F-89BCD1F1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340424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7B916B-E20D-4FB7-AA50-D65CE0DC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FB77C-056C-4970-9EA1-2750F66B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Curvilinear coordinates: Scale factors, bas...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CB509-D1CC-4AD7-91F3-5BC35AF6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81FAD-FA0F-4252-9B9A-1D3874F3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4FA3F-7D82-4277-BB26-C82A705B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46313-F521-4CE1-BFA7-F6EDF13C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9ECB7-7093-42EA-8CFB-631BA5C5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19CE2-32E5-486C-BA53-55C80BD3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18B56-7DA8-4434-B8E4-F5506D16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1C61B-F75E-4D09-8819-38DFFD81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3A8FE-1F71-4936-AB5B-74814515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A80D44-A5E5-4D7B-BA14-A388DF12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EAB6A-D493-4DF8-89F9-19E95630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D4CA2-DB62-4E0B-9A0C-DD622C41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650EB-ED67-411B-A4ED-7B2AC13A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2BB75C-9E47-4BEE-89CC-45BAAC2D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EF0F03-9364-4D99-AE07-DABF35BE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59DFB4-0B87-410B-B0F1-0FB3E6C9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E52ECD-FCCC-49CB-83C3-8D8AC637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D893A4-2ECE-4A96-97D4-A910977B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088A61-1E95-4F39-B85E-820C52F3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5D4F3A-F8DC-46C2-B4B6-2001D5B7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B46630-414E-4311-9673-EED8AF11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B5B3D8-5CD8-4572-859B-0D8609F4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860EEA-0452-4731-9C87-F366B04A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5D7501-C8B4-41FB-AFF9-C8A0B73E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B41AFC-DEB0-4E3A-AEA4-D20CE5F0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CDB792-E62E-4B36-83F4-E933D8DB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170C17-FCEE-418D-975A-F86F438E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8F5608-006A-4C95-9139-71B8D9D1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C92C30-98F2-4495-9339-55C67317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6FF794-A561-4614-A52C-C083D873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871639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2026-08-24T16:03:04.5970000Z</dcterms:created>
  <dcterms:modified xsi:type="dcterms:W3CDTF">2026-08-24T16:03:04.5970000Z</dcterms:modified>
</coreProperties>
</file>