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d92c296cb4dbc" /><Relationship Type="http://schemas.openxmlformats.org/officeDocument/2006/relationships/extended-properties" Target="/docProps/app.xml" Id="R81fbf9fa0bbf48ed" /><Relationship Type="http://schemas.openxmlformats.org/officeDocument/2006/relationships/officeDocument" Target="/ppt/presentation.xml" Id="Rb0564710c3f04e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6aade9cff42dd"/>
  </p:sldMasterIdLst>
  <p:notesMasterIdLst>
    <p:notesMasterId xmlns:r="http://schemas.openxmlformats.org/officeDocument/2006/relationships" r:id="R5fda07ea203e4025"/>
  </p:notesMasterIdLst>
  <p:sldIdLst>
    <p:sldId xmlns:r="http://schemas.openxmlformats.org/officeDocument/2006/relationships" id="256" r:id="R9e19997776aa4d97"/>
    <p:sldId xmlns:r="http://schemas.openxmlformats.org/officeDocument/2006/relationships" id="257" r:id="R928e5627ebbb4a2c"/>
    <p:sldId xmlns:r="http://schemas.openxmlformats.org/officeDocument/2006/relationships" id="258" r:id="R7585ab7b7fad4320"/>
    <p:sldId xmlns:r="http://schemas.openxmlformats.org/officeDocument/2006/relationships" id="259" r:id="R171d80a199f54056"/>
    <p:sldId xmlns:r="http://schemas.openxmlformats.org/officeDocument/2006/relationships" id="260" r:id="Rc03ac88366294026"/>
    <p:sldId xmlns:r="http://schemas.openxmlformats.org/officeDocument/2006/relationships" id="261" r:id="Rde2205fbe7f0423c"/>
    <p:sldId xmlns:r="http://schemas.openxmlformats.org/officeDocument/2006/relationships" id="262" r:id="Rdbb706e7d8bc428c"/>
    <p:sldId xmlns:r="http://schemas.openxmlformats.org/officeDocument/2006/relationships" id="263" r:id="Rbf96ad3e5c964da0"/>
    <p:sldId xmlns:r="http://schemas.openxmlformats.org/officeDocument/2006/relationships" id="264" r:id="Rba173984c9e44b6f"/>
    <p:sldId xmlns:r="http://schemas.openxmlformats.org/officeDocument/2006/relationships" id="265" r:id="R42bee33ea6af479d"/>
    <p:sldId xmlns:r="http://schemas.openxmlformats.org/officeDocument/2006/relationships" id="266" r:id="R1f2eeafc8c604790"/>
    <p:sldId xmlns:r="http://schemas.openxmlformats.org/officeDocument/2006/relationships" id="267" r:id="R99be6632827c4914"/>
    <p:sldId xmlns:r="http://schemas.openxmlformats.org/officeDocument/2006/relationships" id="268" r:id="Ra59497ec5e72419d"/>
    <p:sldId xmlns:r="http://schemas.openxmlformats.org/officeDocument/2006/relationships" id="269" r:id="R07a14f7d61b145b5"/>
    <p:sldId xmlns:r="http://schemas.openxmlformats.org/officeDocument/2006/relationships" id="270" r:id="Rbeed14fb84a04d71"/>
    <p:sldId xmlns:r="http://schemas.openxmlformats.org/officeDocument/2006/relationships" id="271" r:id="R84ddb506c3a84a02"/>
    <p:sldId xmlns:r="http://schemas.openxmlformats.org/officeDocument/2006/relationships" id="272" r:id="R8018abcfee904712"/>
    <p:sldId xmlns:r="http://schemas.openxmlformats.org/officeDocument/2006/relationships" id="273" r:id="R2107f836fa494f59"/>
    <p:sldId xmlns:r="http://schemas.openxmlformats.org/officeDocument/2006/relationships" id="274" r:id="R9e462b27a5f54288"/>
    <p:sldId xmlns:r="http://schemas.openxmlformats.org/officeDocument/2006/relationships" id="275" r:id="R5a5324a709b241e8"/>
    <p:sldId xmlns:r="http://schemas.openxmlformats.org/officeDocument/2006/relationships" id="276" r:id="Rbaca1a1498d44af7"/>
    <p:sldId xmlns:r="http://schemas.openxmlformats.org/officeDocument/2006/relationships" id="277" r:id="R2aadc5dd1f454553"/>
    <p:sldId xmlns:r="http://schemas.openxmlformats.org/officeDocument/2006/relationships" id="278" r:id="R56e62a941fda4824"/>
    <p:sldId xmlns:r="http://schemas.openxmlformats.org/officeDocument/2006/relationships" id="279" r:id="Rdd849504d1504746"/>
    <p:sldId xmlns:r="http://schemas.openxmlformats.org/officeDocument/2006/relationships" id="280" r:id="Rd50c5183a30c4b35"/>
    <p:sldId xmlns:r="http://schemas.openxmlformats.org/officeDocument/2006/relationships" id="281" r:id="R48d3772eef01421d"/>
    <p:sldId xmlns:r="http://schemas.openxmlformats.org/officeDocument/2006/relationships" id="282" r:id="Rffa5275495aa495b"/>
    <p:sldId xmlns:r="http://schemas.openxmlformats.org/officeDocument/2006/relationships" id="283" r:id="R9ad35180dd5a4f9e"/>
    <p:sldId xmlns:r="http://schemas.openxmlformats.org/officeDocument/2006/relationships" id="284" r:id="Rf140b12cd3e445d5"/>
    <p:sldId xmlns:r="http://schemas.openxmlformats.org/officeDocument/2006/relationships" id="285" r:id="R550d22474cb74d81"/>
    <p:sldId xmlns:r="http://schemas.openxmlformats.org/officeDocument/2006/relationships" id="286" r:id="Rd2b7b184559b41ec"/>
    <p:sldId xmlns:r="http://schemas.openxmlformats.org/officeDocument/2006/relationships" id="287" r:id="Rb2fc960f38b84fdb"/>
    <p:sldId xmlns:r="http://schemas.openxmlformats.org/officeDocument/2006/relationships" id="288" r:id="Rcdc3e3ab6e484798"/>
    <p:sldId xmlns:r="http://schemas.openxmlformats.org/officeDocument/2006/relationships" id="289" r:id="Rba504ae912964d32"/>
    <p:sldId xmlns:r="http://schemas.openxmlformats.org/officeDocument/2006/relationships" id="290" r:id="Ra01e5749fc924cd8"/>
    <p:sldId xmlns:r="http://schemas.openxmlformats.org/officeDocument/2006/relationships" id="291" r:id="Rdbf289fef7984dec"/>
    <p:sldId xmlns:r="http://schemas.openxmlformats.org/officeDocument/2006/relationships" id="292" r:id="R40595b3f632e4d57"/>
    <p:sldId xmlns:r="http://schemas.openxmlformats.org/officeDocument/2006/relationships" id="293" r:id="R45a72cb8b6914db4"/>
    <p:sldId xmlns:r="http://schemas.openxmlformats.org/officeDocument/2006/relationships" id="294" r:id="Ra61184313cb44b1c"/>
    <p:sldId xmlns:r="http://schemas.openxmlformats.org/officeDocument/2006/relationships" id="295" r:id="Rd7bab743d19645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b0ebbee8a4d5d" /><Relationship Type="http://schemas.openxmlformats.org/officeDocument/2006/relationships/slideMaster" Target="/ppt/slideMasters/slideMaster1.xml" Id="Rc326aade9cff42dd" /><Relationship Type="http://schemas.openxmlformats.org/officeDocument/2006/relationships/notesMaster" Target="/ppt/notesMasters/notesMaster1.xml" Id="R5fda07ea203e4025" /><Relationship Type="http://schemas.openxmlformats.org/officeDocument/2006/relationships/presProps" Target="/ppt/presProps.xml" Id="R9cbffeb6eb4d4439" /><Relationship Type="http://schemas.openxmlformats.org/officeDocument/2006/relationships/tableStyles" Target="/ppt/tableStyles.xml" Id="Rd54d37f15beb46c3" /><Relationship Type="http://schemas.openxmlformats.org/officeDocument/2006/relationships/slide" Target="/ppt/slides/slide1.xml" Id="R9e19997776aa4d97" /><Relationship Type="http://schemas.openxmlformats.org/officeDocument/2006/relationships/slide" Target="/ppt/slides/slide2.xml" Id="R928e5627ebbb4a2c" /><Relationship Type="http://schemas.openxmlformats.org/officeDocument/2006/relationships/slide" Target="/ppt/slides/slide3.xml" Id="R7585ab7b7fad4320" /><Relationship Type="http://schemas.openxmlformats.org/officeDocument/2006/relationships/slide" Target="/ppt/slides/slide4.xml" Id="R171d80a199f54056" /><Relationship Type="http://schemas.openxmlformats.org/officeDocument/2006/relationships/slide" Target="/ppt/slides/slide5.xml" Id="Rc03ac88366294026" /><Relationship Type="http://schemas.openxmlformats.org/officeDocument/2006/relationships/slide" Target="/ppt/slides/slide6.xml" Id="Rde2205fbe7f0423c" /><Relationship Type="http://schemas.openxmlformats.org/officeDocument/2006/relationships/slide" Target="/ppt/slides/slide7.xml" Id="Rdbb706e7d8bc428c" /><Relationship Type="http://schemas.openxmlformats.org/officeDocument/2006/relationships/slide" Target="/ppt/slides/slide8.xml" Id="Rbf96ad3e5c964da0" /><Relationship Type="http://schemas.openxmlformats.org/officeDocument/2006/relationships/slide" Target="/ppt/slides/slide9.xml" Id="Rba173984c9e44b6f" /><Relationship Type="http://schemas.openxmlformats.org/officeDocument/2006/relationships/slide" Target="/ppt/slides/slide10.xml" Id="R42bee33ea6af479d" /><Relationship Type="http://schemas.openxmlformats.org/officeDocument/2006/relationships/slide" Target="/ppt/slides/slide11.xml" Id="R1f2eeafc8c604790" /><Relationship Type="http://schemas.openxmlformats.org/officeDocument/2006/relationships/slide" Target="/ppt/slides/slide12.xml" Id="R99be6632827c4914" /><Relationship Type="http://schemas.openxmlformats.org/officeDocument/2006/relationships/slide" Target="/ppt/slides/slide13.xml" Id="Ra59497ec5e72419d" /><Relationship Type="http://schemas.openxmlformats.org/officeDocument/2006/relationships/slide" Target="/ppt/slides/slide14.xml" Id="R07a14f7d61b145b5" /><Relationship Type="http://schemas.openxmlformats.org/officeDocument/2006/relationships/slide" Target="/ppt/slides/slide15.xml" Id="Rbeed14fb84a04d71" /><Relationship Type="http://schemas.openxmlformats.org/officeDocument/2006/relationships/slide" Target="/ppt/slides/slide16.xml" Id="R84ddb506c3a84a02" /><Relationship Type="http://schemas.openxmlformats.org/officeDocument/2006/relationships/slide" Target="/ppt/slides/slide17.xml" Id="R8018abcfee904712" /><Relationship Type="http://schemas.openxmlformats.org/officeDocument/2006/relationships/slide" Target="/ppt/slides/slide18.xml" Id="R2107f836fa494f59" /><Relationship Type="http://schemas.openxmlformats.org/officeDocument/2006/relationships/slide" Target="/ppt/slides/slide19.xml" Id="R9e462b27a5f54288" /><Relationship Type="http://schemas.openxmlformats.org/officeDocument/2006/relationships/slide" Target="/ppt/slides/slide20.xml" Id="R5a5324a709b241e8" /><Relationship Type="http://schemas.openxmlformats.org/officeDocument/2006/relationships/slide" Target="/ppt/slides/slide21.xml" Id="Rbaca1a1498d44af7" /><Relationship Type="http://schemas.openxmlformats.org/officeDocument/2006/relationships/slide" Target="/ppt/slides/slide22.xml" Id="R2aadc5dd1f454553" /><Relationship Type="http://schemas.openxmlformats.org/officeDocument/2006/relationships/slide" Target="/ppt/slides/slide23.xml" Id="R56e62a941fda4824" /><Relationship Type="http://schemas.openxmlformats.org/officeDocument/2006/relationships/slide" Target="/ppt/slides/slide24.xml" Id="Rdd849504d1504746" /><Relationship Type="http://schemas.openxmlformats.org/officeDocument/2006/relationships/slide" Target="/ppt/slides/slide25.xml" Id="Rd50c5183a30c4b35" /><Relationship Type="http://schemas.openxmlformats.org/officeDocument/2006/relationships/slide" Target="/ppt/slides/slide26.xml" Id="R48d3772eef01421d" /><Relationship Type="http://schemas.openxmlformats.org/officeDocument/2006/relationships/slide" Target="/ppt/slides/slide27.xml" Id="Rffa5275495aa495b" /><Relationship Type="http://schemas.openxmlformats.org/officeDocument/2006/relationships/slide" Target="/ppt/slides/slide28.xml" Id="R9ad35180dd5a4f9e" /><Relationship Type="http://schemas.openxmlformats.org/officeDocument/2006/relationships/slide" Target="/ppt/slides/slide29.xml" Id="Rf140b12cd3e445d5" /><Relationship Type="http://schemas.openxmlformats.org/officeDocument/2006/relationships/slide" Target="/ppt/slides/slide30.xml" Id="R550d22474cb74d81" /><Relationship Type="http://schemas.openxmlformats.org/officeDocument/2006/relationships/slide" Target="/ppt/slides/slide31.xml" Id="Rd2b7b184559b41ec" /><Relationship Type="http://schemas.openxmlformats.org/officeDocument/2006/relationships/slide" Target="/ppt/slides/slide32.xml" Id="Rb2fc960f38b84fdb" /><Relationship Type="http://schemas.openxmlformats.org/officeDocument/2006/relationships/slide" Target="/ppt/slides/slide33.xml" Id="Rcdc3e3ab6e484798" /><Relationship Type="http://schemas.openxmlformats.org/officeDocument/2006/relationships/slide" Target="/ppt/slides/slide34.xml" Id="Rba504ae912964d32" /><Relationship Type="http://schemas.openxmlformats.org/officeDocument/2006/relationships/slide" Target="/ppt/slides/slide35.xml" Id="Ra01e5749fc924cd8" /><Relationship Type="http://schemas.openxmlformats.org/officeDocument/2006/relationships/slide" Target="/ppt/slides/slide36.xml" Id="Rdbf289fef7984dec" /><Relationship Type="http://schemas.openxmlformats.org/officeDocument/2006/relationships/slide" Target="/ppt/slides/slide37.xml" Id="R40595b3f632e4d57" /><Relationship Type="http://schemas.openxmlformats.org/officeDocument/2006/relationships/slide" Target="/ppt/slides/slide38.xml" Id="R45a72cb8b6914db4" /><Relationship Type="http://schemas.openxmlformats.org/officeDocument/2006/relationships/slide" Target="/ppt/slides/slide39.xml" Id="Ra61184313cb44b1c" /><Relationship Type="http://schemas.openxmlformats.org/officeDocument/2006/relationships/slide" Target="/ppt/slides/slide40.xml" Id="Rd7bab743d19645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fc667a352d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82a0e5cd1d48ce" /><Relationship Type="http://schemas.openxmlformats.org/officeDocument/2006/relationships/notesMaster" Target="/ppt/notesMasters/notesMaster1.xml" Id="R0befb804ef1343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a0dcae8b24b17" /><Relationship Type="http://schemas.openxmlformats.org/officeDocument/2006/relationships/notesMaster" Target="/ppt/notesMasters/notesMaster1.xml" Id="R48e12225acee40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e8c192f1f64b20" /><Relationship Type="http://schemas.openxmlformats.org/officeDocument/2006/relationships/notesMaster" Target="/ppt/notesMasters/notesMaster1.xml" Id="Rf77c988339b04a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364d54d4d94e7c" /><Relationship Type="http://schemas.openxmlformats.org/officeDocument/2006/relationships/notesMaster" Target="/ppt/notesMasters/notesMaster1.xml" Id="Rd215317486cb43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8ca539878a4228" /><Relationship Type="http://schemas.openxmlformats.org/officeDocument/2006/relationships/notesMaster" Target="/ppt/notesMasters/notesMaster1.xml" Id="Rcd502bdd8fca44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6eb765ef704b99" /><Relationship Type="http://schemas.openxmlformats.org/officeDocument/2006/relationships/notesMaster" Target="/ppt/notesMasters/notesMaster1.xml" Id="R9ace1ab32e9b4e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102107eabe45f8" /><Relationship Type="http://schemas.openxmlformats.org/officeDocument/2006/relationships/notesMaster" Target="/ppt/notesMasters/notesMaster1.xml" Id="R5546e054fb7647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41697e21e04428" /><Relationship Type="http://schemas.openxmlformats.org/officeDocument/2006/relationships/notesMaster" Target="/ppt/notesMasters/notesMaster1.xml" Id="Rd21b864f1a7f4a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aed3efc894d00" /><Relationship Type="http://schemas.openxmlformats.org/officeDocument/2006/relationships/notesMaster" Target="/ppt/notesMasters/notesMaster1.xml" Id="R387a233199914a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a1a0be619b40d3" /><Relationship Type="http://schemas.openxmlformats.org/officeDocument/2006/relationships/notesMaster" Target="/ppt/notesMasters/notesMaster1.xml" Id="Reb43f723ccd44f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6ac6e19b984664" /><Relationship Type="http://schemas.openxmlformats.org/officeDocument/2006/relationships/notesMaster" Target="/ppt/notesMasters/notesMaster1.xml" Id="Rf035ab4cfd5241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ed42fbb9ae4e39" /><Relationship Type="http://schemas.openxmlformats.org/officeDocument/2006/relationships/notesMaster" Target="/ppt/notesMasters/notesMaster1.xml" Id="R822117c5ccff44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38467a68f14ef9" /><Relationship Type="http://schemas.openxmlformats.org/officeDocument/2006/relationships/notesMaster" Target="/ppt/notesMasters/notesMaster1.xml" Id="R3089d6f37e75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32b3295bb944ac" /><Relationship Type="http://schemas.openxmlformats.org/officeDocument/2006/relationships/notesMaster" Target="/ppt/notesMasters/notesMaster1.xml" Id="R893cf441899c4c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6b050ca9d84dd1" /><Relationship Type="http://schemas.openxmlformats.org/officeDocument/2006/relationships/notesMaster" Target="/ppt/notesMasters/notesMaster1.xml" Id="R6f63eb6943e94b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fedbb82dee4c5a" /><Relationship Type="http://schemas.openxmlformats.org/officeDocument/2006/relationships/notesMaster" Target="/ppt/notesMasters/notesMaster1.xml" Id="Ra80875a7b97146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7b0e88994b4376" /><Relationship Type="http://schemas.openxmlformats.org/officeDocument/2006/relationships/notesMaster" Target="/ppt/notesMasters/notesMaster1.xml" Id="R9b99fd568b4649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78a94c9a0a46cb" /><Relationship Type="http://schemas.openxmlformats.org/officeDocument/2006/relationships/notesMaster" Target="/ppt/notesMasters/notesMaster1.xml" Id="Rc258768a5fe04e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bd68c55aa64dd2" /><Relationship Type="http://schemas.openxmlformats.org/officeDocument/2006/relationships/notesMaster" Target="/ppt/notesMasters/notesMaster1.xml" Id="Rad4ece4348b64c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b46d628e414f14" /><Relationship Type="http://schemas.openxmlformats.org/officeDocument/2006/relationships/notesMaster" Target="/ppt/notesMasters/notesMaster1.xml" Id="Rabf6991545a741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fc7f22af224bc6" /><Relationship Type="http://schemas.openxmlformats.org/officeDocument/2006/relationships/notesMaster" Target="/ppt/notesMasters/notesMaster1.xml" Id="Re2d089faee374b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af22d173b2484e" /><Relationship Type="http://schemas.openxmlformats.org/officeDocument/2006/relationships/notesMaster" Target="/ppt/notesMasters/notesMaster1.xml" Id="R3d2fbba6aa3f4b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eb9a20ca5b4d57" /><Relationship Type="http://schemas.openxmlformats.org/officeDocument/2006/relationships/notesMaster" Target="/ppt/notesMasters/notesMaster1.xml" Id="R25970b2b84134b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405c5a7b1f4282" /><Relationship Type="http://schemas.openxmlformats.org/officeDocument/2006/relationships/notesMaster" Target="/ppt/notesMasters/notesMaster1.xml" Id="R6e0da0b4219b4d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f55c56bc4748d2" /><Relationship Type="http://schemas.openxmlformats.org/officeDocument/2006/relationships/notesMaster" Target="/ppt/notesMasters/notesMaster1.xml" Id="Re97e280e86e142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437007068849c2" /><Relationship Type="http://schemas.openxmlformats.org/officeDocument/2006/relationships/notesMaster" Target="/ppt/notesMasters/notesMaster1.xml" Id="R4efab862dc6743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1486d1d7d14215" /><Relationship Type="http://schemas.openxmlformats.org/officeDocument/2006/relationships/notesMaster" Target="/ppt/notesMasters/notesMaster1.xml" Id="R3443320f18c14a6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4a1fd9a9be84439" /><Relationship Type="http://schemas.openxmlformats.org/officeDocument/2006/relationships/notesMaster" Target="/ppt/notesMasters/notesMaster1.xml" Id="R814f2c6e6ed641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a68ae4b1354969" /><Relationship Type="http://schemas.openxmlformats.org/officeDocument/2006/relationships/notesMaster" Target="/ppt/notesMasters/notesMaster1.xml" Id="R0902ec6a1a0f4a6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a7bfa0bfc84a25" /><Relationship Type="http://schemas.openxmlformats.org/officeDocument/2006/relationships/notesMaster" Target="/ppt/notesMasters/notesMaster1.xml" Id="R6c02cfcc828b40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3795b48d96471f" /><Relationship Type="http://schemas.openxmlformats.org/officeDocument/2006/relationships/notesMaster" Target="/ppt/notesMasters/notesMaster1.xml" Id="Rb401edd292b546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63b5948376f4f00" /><Relationship Type="http://schemas.openxmlformats.org/officeDocument/2006/relationships/notesMaster" Target="/ppt/notesMasters/notesMaster1.xml" Id="R3ebd606ff48e481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8a72bb4db1244ab" /><Relationship Type="http://schemas.openxmlformats.org/officeDocument/2006/relationships/notesMaster" Target="/ppt/notesMasters/notesMaster1.xml" Id="R0236a96745084e3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c2f3905caf6425e" /><Relationship Type="http://schemas.openxmlformats.org/officeDocument/2006/relationships/notesMaster" Target="/ppt/notesMasters/notesMaster1.xml" Id="R3d106e312f884d7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88c2c68c8c4184" /><Relationship Type="http://schemas.openxmlformats.org/officeDocument/2006/relationships/notesMaster" Target="/ppt/notesMasters/notesMaster1.xml" Id="Rcb44d1f18935461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1ad83ac97a7415c" /><Relationship Type="http://schemas.openxmlformats.org/officeDocument/2006/relationships/notesMaster" Target="/ppt/notesMasters/notesMaster1.xml" Id="R54c834db8b8446d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30f2bc70e404df5" /><Relationship Type="http://schemas.openxmlformats.org/officeDocument/2006/relationships/notesMaster" Target="/ppt/notesMasters/notesMaster1.xml" Id="R4f764a335905467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7e4f6b68984cd5" /><Relationship Type="http://schemas.openxmlformats.org/officeDocument/2006/relationships/notesMaster" Target="/ppt/notesMasters/notesMaster1.xml" Id="R0c5aea5552874f9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db2aa7ca91d44d1" /><Relationship Type="http://schemas.openxmlformats.org/officeDocument/2006/relationships/notesMaster" Target="/ppt/notesMasters/notesMaster1.xml" Id="R5a84a92df8fb47d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056b2cb13e64adb" /><Relationship Type="http://schemas.openxmlformats.org/officeDocument/2006/relationships/notesMaster" Target="/ppt/notesMasters/notesMaster1.xml" Id="R149a2fbe9fb0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d047e07be4d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08681d3034e1f" /><Relationship Type="http://schemas.openxmlformats.org/officeDocument/2006/relationships/slideLayout" Target="/ppt/slideLayouts/slideLayout1.xml" Id="R8ee99cd2577b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e99cd2577b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644aff9974967" /><Relationship Type="http://schemas.openxmlformats.org/officeDocument/2006/relationships/notesSlide" Target="/ppt/notesSlides/notesSlide1.xml" Id="R9de281ea0c3a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1ce3b9a6649dd" /><Relationship Type="http://schemas.openxmlformats.org/officeDocument/2006/relationships/notesSlide" Target="/ppt/notesSlides/notesSlide2.xml" Id="R7b77fbfafa4847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d5eefc9704471" /><Relationship Type="http://schemas.openxmlformats.org/officeDocument/2006/relationships/notesSlide" Target="/ppt/notesSlides/notesSlide3.xml" Id="R93d1b562d7c5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5d835756b4654" /><Relationship Type="http://schemas.openxmlformats.org/officeDocument/2006/relationships/notesSlide" Target="/ppt/notesSlides/notesSlide4.xml" Id="R178b445f2ab6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5fd8d04304347" /><Relationship Type="http://schemas.openxmlformats.org/officeDocument/2006/relationships/notesSlide" Target="/ppt/notesSlides/notesSlide5.xml" Id="R957617bfa360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3c255a2c4235" /><Relationship Type="http://schemas.openxmlformats.org/officeDocument/2006/relationships/notesSlide" Target="/ppt/notesSlides/notesSlide6.xml" Id="R613276701676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740060f0b4ca6" /><Relationship Type="http://schemas.openxmlformats.org/officeDocument/2006/relationships/notesSlide" Target="/ppt/notesSlides/notesSlide7.xml" Id="Rbb7d473abb294f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e4cee31f54d36" /><Relationship Type="http://schemas.openxmlformats.org/officeDocument/2006/relationships/notesSlide" Target="/ppt/notesSlides/notesSlide8.xml" Id="Rea81825aa14247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1951e44f94e7c" /><Relationship Type="http://schemas.openxmlformats.org/officeDocument/2006/relationships/notesSlide" Target="/ppt/notesSlides/notesSlide9.xml" Id="Ra254365181f94a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508a74ed54c64" /><Relationship Type="http://schemas.openxmlformats.org/officeDocument/2006/relationships/notesSlide" Target="/ppt/notesSlides/notesSlide10.xml" Id="R47e9a7363a6446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563849e34fb7" /><Relationship Type="http://schemas.openxmlformats.org/officeDocument/2006/relationships/notesSlide" Target="/ppt/notesSlides/notesSlide11.xml" Id="Rc9c19c50d1ad41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56606a8d74ac9" /><Relationship Type="http://schemas.openxmlformats.org/officeDocument/2006/relationships/notesSlide" Target="/ppt/notesSlides/notesSlide12.xml" Id="Rffc86827484242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70f6737554d14" /><Relationship Type="http://schemas.openxmlformats.org/officeDocument/2006/relationships/notesSlide" Target="/ppt/notesSlides/notesSlide13.xml" Id="Rbf9b5ff4bacd41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779a408604fba" /><Relationship Type="http://schemas.openxmlformats.org/officeDocument/2006/relationships/notesSlide" Target="/ppt/notesSlides/notesSlide14.xml" Id="R52d7a957297a47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66b57431446f8" /><Relationship Type="http://schemas.openxmlformats.org/officeDocument/2006/relationships/notesSlide" Target="/ppt/notesSlides/notesSlide15.xml" Id="Ra5cc9c14cb1a46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5c1bc8834451a" /><Relationship Type="http://schemas.openxmlformats.org/officeDocument/2006/relationships/notesSlide" Target="/ppt/notesSlides/notesSlide16.xml" Id="R50ee461191364d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1964d8e034323" /><Relationship Type="http://schemas.openxmlformats.org/officeDocument/2006/relationships/notesSlide" Target="/ppt/notesSlides/notesSlide17.xml" Id="Rd952d3916d5a4c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b86a5ee8841bb" /><Relationship Type="http://schemas.openxmlformats.org/officeDocument/2006/relationships/notesSlide" Target="/ppt/notesSlides/notesSlide18.xml" Id="R91a3356d8d8643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2b5b10b7841c4" /><Relationship Type="http://schemas.openxmlformats.org/officeDocument/2006/relationships/notesSlide" Target="/ppt/notesSlides/notesSlide19.xml" Id="R150c2ca9f90449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dfecae3784e24" /><Relationship Type="http://schemas.openxmlformats.org/officeDocument/2006/relationships/notesSlide" Target="/ppt/notesSlides/notesSlide20.xml" Id="Rd7489e40696c41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9903cdb0a4b19" /><Relationship Type="http://schemas.openxmlformats.org/officeDocument/2006/relationships/notesSlide" Target="/ppt/notesSlides/notesSlide21.xml" Id="R5870979197c841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966b28db345e4" /><Relationship Type="http://schemas.openxmlformats.org/officeDocument/2006/relationships/notesSlide" Target="/ppt/notesSlides/notesSlide22.xml" Id="R79ce933a090c48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9cb3406ee4980" /><Relationship Type="http://schemas.openxmlformats.org/officeDocument/2006/relationships/notesSlide" Target="/ppt/notesSlides/notesSlide23.xml" Id="Race89b70ae9148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af7b3be744f37" /><Relationship Type="http://schemas.openxmlformats.org/officeDocument/2006/relationships/notesSlide" Target="/ppt/notesSlides/notesSlide24.xml" Id="R8e3a9f52eae242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b53774d984a94" /><Relationship Type="http://schemas.openxmlformats.org/officeDocument/2006/relationships/notesSlide" Target="/ppt/notesSlides/notesSlide25.xml" Id="Rc392c8ab5a714a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50156cae7449f" /><Relationship Type="http://schemas.openxmlformats.org/officeDocument/2006/relationships/notesSlide" Target="/ppt/notesSlides/notesSlide26.xml" Id="R0034cdcf6baa44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d69615d4f4dec" /><Relationship Type="http://schemas.openxmlformats.org/officeDocument/2006/relationships/notesSlide" Target="/ppt/notesSlides/notesSlide27.xml" Id="R35691998ce8d4d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dd2fa87d64cf0" /><Relationship Type="http://schemas.openxmlformats.org/officeDocument/2006/relationships/notesSlide" Target="/ppt/notesSlides/notesSlide28.xml" Id="R1fc4b61ca6c140e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d8117deb43af" /><Relationship Type="http://schemas.openxmlformats.org/officeDocument/2006/relationships/notesSlide" Target="/ppt/notesSlides/notesSlide29.xml" Id="R435f253d00c148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97ede53d54753" /><Relationship Type="http://schemas.openxmlformats.org/officeDocument/2006/relationships/notesSlide" Target="/ppt/notesSlides/notesSlide30.xml" Id="R8195bd63a90c4a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fcab6cc0a460a" /><Relationship Type="http://schemas.openxmlformats.org/officeDocument/2006/relationships/notesSlide" Target="/ppt/notesSlides/notesSlide31.xml" Id="Rd8bc54d05c3148a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a4a5086e54011" /><Relationship Type="http://schemas.openxmlformats.org/officeDocument/2006/relationships/notesSlide" Target="/ppt/notesSlides/notesSlide32.xml" Id="R03ebd6bdbd1149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e8886e5dc4113" /><Relationship Type="http://schemas.openxmlformats.org/officeDocument/2006/relationships/notesSlide" Target="/ppt/notesSlides/notesSlide33.xml" Id="Rcd39b49e9d05413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0a779d0914ba6" /><Relationship Type="http://schemas.openxmlformats.org/officeDocument/2006/relationships/notesSlide" Target="/ppt/notesSlides/notesSlide34.xml" Id="Rc587639c8f394fc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d1e5aabbc45ac" /><Relationship Type="http://schemas.openxmlformats.org/officeDocument/2006/relationships/notesSlide" Target="/ppt/notesSlides/notesSlide35.xml" Id="Rf49c996987ec4d4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06d0aa1d34281" /><Relationship Type="http://schemas.openxmlformats.org/officeDocument/2006/relationships/notesSlide" Target="/ppt/notesSlides/notesSlide36.xml" Id="Rd3db058ffe2e442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584c85c014c23" /><Relationship Type="http://schemas.openxmlformats.org/officeDocument/2006/relationships/notesSlide" Target="/ppt/notesSlides/notesSlide37.xml" Id="R5bd3f8662f0f4cd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42b70496c447e" /><Relationship Type="http://schemas.openxmlformats.org/officeDocument/2006/relationships/notesSlide" Target="/ppt/notesSlides/notesSlide38.xml" Id="R544ca949e676466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c7b79b6514e7e" /><Relationship Type="http://schemas.openxmlformats.org/officeDocument/2006/relationships/notesSlide" Target="/ppt/notesSlides/notesSlide39.xml" Id="Rd3161b1fa3c345a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c42732c0b4fdc" /><Relationship Type="http://schemas.openxmlformats.org/officeDocument/2006/relationships/notesSlide" Target="/ppt/notesSlides/notesSlide40.xml" Id="Rc5817dbe2388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545E7-FF16-4FCE-858A-06EACC05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44CBC-6D35-401C-B232-C4B6185F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System of Linear Equations, Eigenvalues and Eigenvectors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3B18-69E4-44A6-9083-5EB00A1E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6275D-6ED8-4F96-8A77-257199C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39295-9832-41BD-AE2D-EEFF6095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3B9FD-25F2-4238-B2F9-84AE3B96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16440-9229-4321-BF21-8A49A23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B4D84-18C7-4917-8BF2-42FB4B0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C36F2-8A9F-4AAC-ABCF-070E6827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DC78C-169F-485F-9718-ADE3D30A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A4774-96F9-4B06-BC13-F3E1B8AD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AC8D7-2376-473C-BB4C-1C154798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A89C9-B549-4900-ABBE-1F6A696E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51421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53795-E25F-4D7F-9E69-38D87F08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1A107-EC83-41C4-8B6B-8121A644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5DF29-4594-451A-8209-0F2FCC8C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5029F-CF04-4956-BBC6-25A252F1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8285F-28F7-433C-86CE-35D682A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2548E-1384-41AE-8405-799707A6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8BE60-B9FB-4D58-9022-701F681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3A6F4-5DD9-4080-81BF-5C168AD8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D1713-6FEB-4AD2-911F-543C58E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DED2A-E694-4984-927E-93C972D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84CC-A00C-4F15-8AE0-ED28DBD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BA9FE-9E15-4C29-AF30-D3D14D3C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82E53-9B5D-48AC-92C6-516AB2CF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54350-064A-4CB2-8B18-AC078E3D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FA9A1-C8AE-4F29-94FE-3B879328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95686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0AA54-0183-4269-A5DB-217593DB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BF75F-663F-45BE-AB64-8294DC9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3D136-806B-49AC-8948-FB11DA4B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EAD2C-A36B-40BE-899B-FF37BB49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92EF8-49FC-4308-98DC-31F585BD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2AA6D-DBE3-41D9-BDF0-068828F1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EE2E1-CA63-41F9-80EF-F0FC3F57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FB349-B7E9-4761-9EF9-A9F1FA73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0F2A9-4573-4490-A038-A22F249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 of Linear Equations, Eigenvalues and Eigenvectors...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CE949-EDFD-46D5-A1D6-EFD7AA64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95E0A-E3F6-4162-8314-9AE5965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E01DB-657D-4503-8CF1-413DA2B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Consistency and solution of system of linear equations 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B43D-D9BC-4660-AB1C-9C2914C5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EC86C-C943-4DAF-BDAD-A2B8194D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691B8-50F2-42C0-9630-6A8DB0D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FD7ED-D4C9-4432-A74F-107932E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36E1B-F782-46ED-B097-0566E40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33D7A-B7DA-4129-AA6E-657DC25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Eigenvalues and Eigenvectors, diagonalization of the matr...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B908A-8074-4775-BB98-7FACE5F2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25999-CD9F-4E57-9345-3BA64F7A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A0F80-E4BE-469E-8B11-C8D46C7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15092025 2 2 Textbook-1: Chapter 2: Sections 2.7-2.16, 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83471-B31D-4F61-8FFA-FB6DA7A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95E6D-BF16-485C-A7C2-3E3CE53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34440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73AEA-CE8B-4D0E-8106-1E6A5A61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92C94-798F-47D3-9D7D-6001459F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EB4B1-A9BA-4850-86FF-DFA1FCBD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ACBCB-A3A1-4326-B23F-228751F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C0110-258D-4BAA-83E9-3AB3B0A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959BF-C817-4CF0-BA15-86ACF46D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3FD0F-B17F-47A2-916B-C4FDC474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A16CA-FB98-400C-8172-76ACC382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 of Linear Equations, Eigenvalues and Eigenvectors....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63237-B0D3-4AE4-A623-E9865635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11259-1394-4F56-91D2-6661E9CE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5DFEC-1FB1-45D6-A088-5C37504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Consistency and solution of system of linear equations :....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7C07E-D694-45BE-9941-19DADF4C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CD4D0-8D0E-4430-9199-D6CF12A9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044F1-B944-46A6-8D50-AA4F12B6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D2EDC-9E21-4298-935E-C3A5D790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75F6-4C85-4E8E-8E7B-DB7B354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3ADC3-FBC2-4B2D-AB1D-FB31D00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Eigenvalues and Eigenvectors, diagonalization of the matr...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25B97-2FC3-470C-8121-95DC5E0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34E08-ACCD-4398-99E3-2AA5A7EC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72C7F-93B7-4859-9284-B2437055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15092025 2 2 Textbook-1: Chapter 2: Sections 2.7-2.16, Ch...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13A29-CF85-4F3B-A6E2-6D782B7A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26D6C-AA9A-4206-99B3-56786697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44881-4233-4A6B-ACA8-54F8ABB0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19118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0ECB1-A457-4272-8145-58A40F1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04B4-9406-4572-96DD-A7F0EC54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D85E-2EA4-46C3-B52E-05470F4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11594-9F44-45F2-8742-E1EBDF3D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57D4D-AF5F-4DA4-992A-0DF9CE3E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2D681-D1D4-4455-821F-312D6004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278BF-02C0-4283-AAEF-37A3B4A9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Eigenvalues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61BED-75AE-4C2A-B37A-E535F89A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Eigenvectors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93BBA-1745-40B6-A38E-273F1D56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F38D8-12B5-407F-9BC2-F36D69D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0D581-FA93-4861-9FEC-AB53011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CFA16-F960-42C2-B750-4754DA72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64BE5-B9A3-4B6E-912D-C2969811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Echelon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1377F-D6EA-43A6-8AAA-5A3493B6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A33A5-52B0-43C6-8754-2158BAA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D9266-E6AC-455D-BD57-64A235A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9259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D0E56-15FB-4F6D-A926-A9BBFF5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EB75D-0AE6-4C20-93BE-D94F566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16C71-18C2-499C-B96F-4D2ACA35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DB1D2-103C-4FD5-B3DE-22994C5E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69CE6-ADEF-4C9D-BD2B-415433C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 of Linear Equations, Eigenvalues and Eigenvectors (8Hours Theory + 4Hours Tutorial) Elementary row trans...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AA304-75A2-429B-86CA-C61F4E51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System of Linear Equations, Eigenvalues a...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A20A-F8D6-4D09-AB38-F3E2BA3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F754B-C41B-42D9-8C89-2942B31D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B874F-3413-48A7-A656-6B84D53D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A0323-C95B-45B8-967D-6BE582F5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3E88C-5E1A-4738-A6DA-53BB2ED2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B163A-275F-4BD0-9887-CA52E78A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0291B-957F-42CA-BA1C-6210F74A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1BAF5-13A7-4D8A-8DFF-F99DBEA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416FA-15A6-4AA5-9190-BBCA9D60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496BA-4568-4E3C-845F-B20DFC99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2684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088BE-2034-4876-BB04-7A9551E3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CD5D3-6676-49A7-ABD3-3FA74DE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FF02B-1E99-42AD-BA7E-592E0A1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6DD20-544D-4061-A9EF-134E132E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D30A0-6FAF-464C-8E3D-37E9C3BB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9EF39-1F05-4A00-8D8E-2F87989E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22679-707B-423E-8A08-D366766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3BB83-A067-4F43-9AE6-F39BCA64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486DA-F1EC-4C9C-9AF1-D93395F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System of Linea...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B2557-5513-45BB-90A9-57C2CB4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F7581-32C5-4C90-A333-D71265A2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04B2A-A78F-43AD-8AF7-B289DF8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System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10A10-9F56-4D94-A784-83DC38C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2ED66-DA8F-45BA-8DDD-63584AB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CED92-3580-4B81-80FF-23354F19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System...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C5C33-04F1-4F3B-B409-53F49733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B34BC-93B3-4DEA-9D79-142CB9C2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A9659-92FE-45C5-AE94-1529DF3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System of Lin...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DD3FF-CE5C-4AFA-8D87-090EE94A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65A5E-D3AB-4848-9A46-37D0C8D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145B1-B1B5-4AB9-A00B-A325344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System of 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93587-5057-45B7-BB6A-E88EC4D1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C3ACE-97E3-43D3-8F42-DBB67B1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25501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641E2-B3D2-472F-A4C2-D6834CCB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BCD2F-2B0D-4579-9B57-614F9BD8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97C1D-2544-4212-A0D5-B65AFBC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406BD-1B29-4738-9F25-2BC1BC7E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EA2AF-AABA-4A9E-B1C5-7A87BD3A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F6D1B-B273-4360-95A8-5FDE499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EDC8C-9726-44E1-A511-3541816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8FFB7-63FC-484C-A563-D9900F13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BC3A8-DCA4-4A3A-8E4C-F43EA841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24953-F837-4C9A-933E-2A80146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EA5DA-2EA7-4C3F-8F0E-A1506A0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446F0-CF60-49D5-BCF1-9D663036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D72B9-4639-417F-A7F4-8C97503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BCA1A-6589-4714-B707-6D49627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60DC2-E748-4D15-8948-86D0C145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2038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508B6-8C23-43C8-A456-6E109BCF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467B0-12DD-4C74-B9E7-63B18867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CAA38-246E-447A-B8DE-731867CB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3081E-782A-4368-B3BC-12773C0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B2CEB-6ADF-481C-9E1F-78A806B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E757A-853C-4C50-A2CC-C3975DC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 of Linear Equations, Eigenvalues and Eigenvectors...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FA69E-4D6C-4AA2-BDB5-C9EF3FA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9E532-09FF-4050-854F-5BCDD950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E5617-A86C-4450-A62F-F54F60C7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6E609-F3D1-44F1-A44A-E193DFA4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234D9-3DF3-4165-B630-6A03BE1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40753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36B7E-95FD-4E01-A8DD-EE33B8C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C607B-6529-4639-BC68-60BC9D4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0B862-3062-40C5-A4BC-F342BED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4E9FE-A885-4C8F-A0A9-A3AAE8D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01D93-EEF8-45D1-B4F4-1FD53D8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Consistency and solution of system of linear equations : Gauss elimination method, Gauss Jordan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778DA-70D8-4FF2-A4FC-B538C93F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Consistency and solution of system of lin...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385B7-759C-4B51-BB93-FDD790FD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F9C7C-79E1-4799-A459-42D82AEA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D5F95-27A1-4CAE-BC7B-01915A65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14460-BBC5-45DB-B88A-52505358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E1D81-F8E1-4BE3-862B-104DEE56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DD721-CE3A-48C8-BB7A-06A1F34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4D43F-BF2F-4EF2-ABAF-DCCE284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EEA52-E6A1-4119-9A91-3EC37C2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064FD-EDB4-4347-BA3B-CD8FFD8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9E897-6E75-4634-B7F2-BBBB55E6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143080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B7698-0B6C-4B85-9993-69D3EAE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ECD8C-FB3A-48DA-AEEF-A319541A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B72E5-045F-4899-94EA-A1F9B4A7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B63EC-34FF-4836-A4FE-DA59CEB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B881E-8E17-4E42-AA42-10DB764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65BD9-5656-41DD-A9DF-3DAAFFA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37CAA-A4A3-4849-9F53-3EB052F1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22706-5111-48A5-A20F-7B566FA7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20DAA-8BBE-4903-A46A-3DE7D08B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Consistency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70616-70EA-4FBE-9D6C-4D7D8039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FAA57-AE70-48D2-BBDB-76605D96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5E516-996A-4333-B948-D6B1CC0F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Consistenc...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3D908-EBE1-48D7-AA04-2FEE648C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A3A30-9F6C-42FE-ADA1-A20FCB3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39743-A41B-4065-ADB1-D171864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Consist...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22DAD-C20D-476D-9308-36440708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E256E-B0C2-461F-AE8F-D4B8E479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C34A4-9C66-4BC9-BB82-C50D669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Consistency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01E12-9A8D-4B2D-8B4E-9D5BAC7B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C1047-5ECF-4242-BDF8-1700DA23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142E8-BBAC-4E59-B8E5-4B785C9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Consistency...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58F1A-EE94-48DF-855A-574D236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60E8A-AFC9-4308-9337-4FDEAA3B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59601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791E9-9D5D-4B20-A37D-85CFC85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E3CB7-B077-4C85-9203-592589F6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FDE09-689B-4297-A721-446862AA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2A0A0-FDF5-480C-BD71-391FA78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4F4B9-20B1-49B2-86F2-4FE4F40F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89585-D8AF-4A2A-9368-6898CA11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26392-63E3-47C8-84C3-78553C6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03516-D373-4B9B-BED5-3D78B956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D1D54-A70D-48F6-8A1B-4885FC09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B6EA3-2658-4EE5-8C4C-D9E6683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47146-BAE5-4449-82A9-E5031B39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504E4-5732-4D49-8618-1BE3D9CB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AEB4D-924A-442C-A6A8-442F5D3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0DEF1-0149-4C1A-B5D0-85D0EABE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2EEDE-49BE-4D9C-98C0-F460BB8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70802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E4802-6540-49B0-875D-72C0DC8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84AAB-5282-48DA-AFF9-AA4C6E34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FEBC6-78AC-4B1A-BDB9-D3715F65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E58D1-677F-400D-BC3C-B0A7D58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3D8C6-4EE0-45D7-8DF9-F5486DA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30720-7FAE-4CA7-B736-DDF2DD6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Consistency and solution of system of linear equations :...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05D27-2884-4C2A-996C-6F4C83BC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EE355-751D-45A9-9FFA-696223B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30E52-E519-4BEC-B3DC-5E7BD5B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49418-D696-4EA5-8FBC-D6DF11E3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DB4FA-12CB-40FC-8437-6BA6E4B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63589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0F484-3F9A-481B-B905-746728B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E4660-9645-42FF-8F38-2B9EEAB4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EA0CA-9F72-49B0-B98A-459A0B97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791E9-86CD-48C1-BB93-F3D1F91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80304-43A1-4EAF-9E8B-B1103E19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98A1-E879-4663-901B-EAD1ECB2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Applications: Traffic flow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5A143-FBE8-41CC-ABD1-3D84EF48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3C0C-5101-4A5F-950A-452E330B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8203F-465C-4832-A42F-8CA8B925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21093-1973-4A5B-B58C-69261C87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9A2C8-0983-429A-9F19-E5784BF7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FBE79-C0B1-42EE-A0A4-B2FE786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A47D5-299B-4909-98B8-F3ED022E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4DC6D-D4C4-4B80-B69B-506B593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C13CC-D7F1-49B3-8BAE-24EB76A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10F34-EAAE-4DF3-B560-61116A35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337000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FDF29A-C301-443C-9192-96F6B406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B1FE1-7BC1-498C-AEBA-9F08A28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C6F8-3C06-457F-9446-47A78F96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A52B1-8B6C-4452-85C1-73C27C40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8CC70-482C-467C-A01C-35112FF9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98E42-E4E6-4CAB-9D69-9DB9CDA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D9434-1908-4377-BFEB-93821A2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55F0D-2043-4BA8-8F09-1BB06423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E6590-B63F-4B89-A93D-0754B3DC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Applications: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C5986-95C7-41A6-B875-33992713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58CC3-2766-4EA3-AA3B-CC4C2D42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64CC6-80EF-4E13-AD0C-CC85316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Applicatio...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F8079-8A04-4B40-AB0C-5696935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AF1FE-1FDF-4565-8228-EB6D7E2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C2C76-F89B-4EFF-A721-DE08C33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4BBF6-01F6-4261-938D-B52382A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6BB0C-BE83-4B17-A8AF-E578AA57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CFB5F-26C3-4230-9108-98EC96E1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Applications:...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C9A9D-2590-4E16-ABB2-D223BF1E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B12D7-EA12-4C02-99AC-C749E2FF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3B5F5-E3FA-4F1B-9179-4559779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C5B6C-5190-401D-9B1F-D05D120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72BF2-CE9B-4A81-B266-649F112B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58297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985E9-C043-4CBD-B2BB-2618C45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DB1AD-DF38-49A9-90F4-44F4616C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9FDF0-8A9D-4BAB-B5CD-7544BD9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C8DED-969E-45A5-BF2C-BD1C4A77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66927-EB1D-4716-817D-DF72734D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6E930-506D-4B8C-9A15-A6E624D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29E01-1A7C-4A21-83FB-88AE9693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788E5-6476-4822-9EE4-AAF161E5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EFA1D-A2D1-4A73-82F9-A7F9AF83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7F373-12DB-4FAE-8D26-C886C17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15CE2-6857-4CF6-B5BF-A5C03866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D71A3-F208-41D2-BC1D-3727715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B6428-AF73-4C32-A3E7-9B51C8AF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EC28E-99E0-4B1E-870D-E35A834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EA5D0-C29A-467B-835B-73600CA2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83709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51C16-2405-4AF7-9BC0-45936B5D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F8AEB-2D21-4111-9373-A3BACE92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571F4-F8C6-43B4-BB81-5AEAFFD6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F15F9-9090-499C-93D9-982F9342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DDBF8-A8D4-4C87-82C7-B3796181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3B2B3-CDF3-4E4B-917C-B3C7C910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Applications: Traffic flow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3B19B-0682-4131-B046-8903D78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E2B27-0E51-43C1-9BA5-7902BAF0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67F70-F2F4-427D-9CE3-435D9BA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93D07-B228-448C-8795-57EF71B1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D930E-89E2-42C4-8AF9-E80E359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37133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AE4A5-3F7C-4B1D-96D3-DE9D098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32A0-E974-48CA-91FA-7CE49F66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58D86-2548-45C8-9397-A35709CF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923FC-5A80-44F5-A9FB-764D749E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6B0F-8C12-4CAA-B519-2289B66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Eigenvalues and Eigenvectors, diagonalization of the matrix, modal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23A72-64A6-4409-8495-2CC0D67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Eigenvalues and Eigenvectors, diagonaliza...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0CE6F-63AB-4454-ACA7-AA5BEF2C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DF95-2AD1-4DE6-8CCA-FE2CE1BD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1AF80-4B08-4CC4-988D-D656E2A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03469-9064-4D4D-9865-D5ECC20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5200-7A40-4F3C-A461-04CEC47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83F8C-F9B2-4344-B55C-34941FF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5F253-9836-4477-BF57-EF05B3E3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BCBEE-18D7-4033-BFDB-2557AED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B1A84-2883-4295-A2BE-70FC9EE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A7AFB-035D-4E74-A2B1-6C2A6652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866440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33D04-19A1-4A01-B18B-8831627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EBCF9-18B9-46DA-B504-F6EDA8C3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8E76F-B0FB-4CDE-A416-651931B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DF6C0-9358-4740-ABF4-DA0EAE08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0EEB4-68A9-4187-9BA1-A129DA0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D30E5-1609-45C9-A614-C58E9B2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5F8E9-5CB5-4E97-AF0A-A95A5C31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D7D68-E755-4C1A-9AAE-716E1F52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30D5D-E5D8-4F8C-BE3D-C59AA1A2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Eigenvalues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FD8F4-C72A-4C1C-AF8C-0F7D96E1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29AB9-7320-42A6-8F3D-9D978A7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6F97F-67C8-4A7D-BF47-B83A64B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Eigenvalue...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28FBE-6F46-4939-B5B9-20165851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FCCF9-0716-4209-9818-CB954B9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12523-984E-45E4-AC5E-BF11562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Eigenva...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1C340-E7D6-41C2-B424-744A298E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EBD80-01F4-49B3-9147-C7159E91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795D1-7D3A-4901-9F0D-63AFF16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Eigenvalues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4A9CB-1CB9-4A77-AB90-E41DB63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80944-3A19-4E8D-8816-945A299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55E1A-A282-4DA9-8A7B-7377E55A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Eigenvalues...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292D9-E718-4C09-B5CF-A14D473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D236E-565E-4B13-B935-8F8C53CE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436128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E08A4-11B0-4627-B0BD-14033F6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9B593-CEB4-4199-AB93-989C5B9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C47F0-DE4D-4ED2-AB90-F320D0FC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C9BA3-60FD-41BC-A0BB-79E408AD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446DB-6302-414D-98BB-88B756D2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0AC5-7C98-4C62-A930-50C21B1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68973-D2BA-490D-893E-B3093C1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93902-7D1C-407A-AB11-5717FC6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51FD3-DFD4-467B-A69C-A33F89A4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36CCF-EB29-4FF3-867D-F5F7954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6F847-0EDC-42A6-A391-D8BA1022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ABA38-5FE3-49EC-821A-5706D87D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5B425-BE4D-41B1-A5D6-6D011DF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FD461-06B3-427A-A7E8-0BD0085C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94300-CD05-42B5-8244-14CA77A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877316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40473-5051-4511-8901-DEBFF87C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83496-48BD-499A-83A8-B57371C3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7381B-0979-4C85-988C-F35BC25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163FD-8205-4DD1-AFAE-D6B5D27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0A35A-A6EA-4C6F-AB50-4CE0C2A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1DAF4-2E55-4B6A-991E-6C226B11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Eigenvalues and Eigenvectors, diagonalization of the matr...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16E83-3FC4-4E70-A683-4042C42F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110CC-F179-47A3-8767-AE480DAB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E548A-ED05-4D36-B89A-9D80C134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EC0F2-3993-4EA1-8BB7-CEBA86D7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84409-9867-477F-AC63-B8A2C880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68409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0BC3D-804D-43AF-8F6E-F3280985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D4BDD-935D-4A43-BE3D-3E298884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2E118-373C-465F-9CC6-93232EA6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DA477-7B33-49A2-9F24-85D6545C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66D4-8279-4BF8-8E6D-6164081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15092025 2 2 Textbook-1: Chapter 2: Sections 2.7-2.16, Chapter 28: Sections 28.6 and 28.7 Textbook-2: Chapter-7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E0811-6A2F-4A76-83E5-CA489AA2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15092025 2 2 Textbook-1: Chapter 2: Secti...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3A7D6-998F-4216-8B9D-FAD2CF44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E6D9D-DCA4-43FA-AEBE-4B06556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41483-AA3F-43F1-A6E8-4028B7C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4530D-E4EA-488D-9AEB-8C6696BD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60C55-85FA-43BB-BA6D-DF93071F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6E95A-5EF8-464D-86D4-CFCCDA9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EDF5-CC69-4A76-8412-B5AEB142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41A7F-8AF6-42D1-BC98-5F4CFC40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4C269-A8CD-4D0C-B81F-E07C69FA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2055C-C6BC-440C-8EB6-4CD78E01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761549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C31C8-73EA-4062-B598-6307026A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9A8CB-5296-4418-8D23-3C110EBF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BBC7B-B757-4626-BAFD-EB973A5E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B444A-4990-4F33-BF2C-F34E0D34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CE4BD-44B2-4130-9407-09B38DE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CBB43-0B5D-40FE-9BA3-DC2477F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5A4B4-E0DA-493A-ACE1-445C823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91C7D-D44A-4FA4-B5D6-FC1AF1A3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BAD3D-15A4-4051-9C07-D9EEFC70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15092025 2 2 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25FF9-249B-4626-B3A6-900B09E9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AD073-EF78-422D-86B2-F6BB2D4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9F5DF-E56D-4D06-93DD-7D98065A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15092025 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F79A8-38D6-42C6-8FAC-BB37AD8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BA2CA-599E-40B3-A68D-5ADD7282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54AC2-D76D-466E-B283-3AF9B4F0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1509202...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FB9F0-4F1F-4820-B7BD-962B288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E70D7-CC03-4E8A-B58A-4BDD7C59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859FB-55DA-4C3A-98FC-7A3DE6C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15092025 2 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73F02-0839-464E-9760-5A2EFD5A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8BFFA-0CFB-448E-9F27-EFF9B785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CC6DB-1551-4515-AEB9-FD7884C0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15092025 2...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BC815-3F44-4554-919E-F152004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BCC8B-51A0-4C73-B8C2-0CB7218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67448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80C57-6256-44B7-A41C-8E6C2BD1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A476E-E9D5-43C7-BB55-9E11AAB2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5882-1C7E-4B00-A6D8-DD28A6D5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D3840-7FE3-4B66-B762-796BD1E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5937A-770A-4D5C-B632-7CBEED5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0649C-B758-4B20-9DD9-C9C0030B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261C6-A78D-412D-94E3-1AB1C33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9DFFD-75DC-4F77-AE8B-DCF72400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CBFBF-61AC-4BAF-99FA-3C9C9827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84A3C-83A2-4C50-BFC8-B7867D4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87CD3-90C7-4604-A66C-D9C1481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5DBA5-61DF-40A7-857B-848B857E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F9310-EFC3-4220-BAE0-E8C8879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F32F6-206D-414D-8923-6F151C62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1090A-5DD8-404A-AFFC-FCDE5AF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841425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662DE-132B-467E-B216-895E4B1A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9416C-EA37-483D-9C98-E3A75FE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C1B02-D46E-4946-B14A-0926E84E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D04DF-0463-4022-B08B-C9B63B18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4FD10-CC38-4E0E-B32B-7AB8C872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865A-4B36-4A88-9A41-B29DA61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15092025 2 2 Textbook-1: Chapter 2: Sections 2.7-2.16, Ch...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A57C6-6B03-40EF-9621-EDA63D85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6CEEA-988E-418A-A62B-C3765D94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119F-07B3-4441-96F6-53CC43D8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7555B-937B-4133-A188-5CA7E826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DEE96-501C-41A0-9ED9-789B840E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238220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0D5B8-BE36-46AF-9C29-F09531F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4A264-52C5-41F1-8936-C5BDBC4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E2688-8A5F-4BAC-BB03-A43CFC8D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4DE1C-F26A-4A8D-961B-1A181F25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40D57-6744-4BA9-9DBB-CCE2B7D9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EA5BD-8EA9-41B9-AC88-88861044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305322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277FD-8B9B-4D35-A392-0F17C15B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0F0CF-74CD-47D3-8741-8B9ACDAC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D5CEC-2A1E-4E4D-9008-537B6BC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38531-16D2-4F24-AFBC-0304105B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4D4DA-92CB-4326-BED9-8D7D4BB4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Eigenvalues: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Eigenvectors: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6D7B9-3F15-434B-AAF8-437D07B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242075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CC808-A70E-45C0-BB38-F38EF64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3762-336B-429F-8148-6E9686F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FBD13-B179-4411-9A87-CF912D5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2E18D-DA83-45FE-A061-6831A912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028FC-8058-4605-BD9E-E2B8240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85BE2-4B26-4275-BDE1-1B528017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38393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F8DF8-2897-490D-AD2A-09C3F84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70F81-E770-47F9-A5E1-CB45513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83A81-AC45-41EC-AF4D-10D8468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BCF15-E13F-4E5E-BCDA-83D76FF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60092-3712-4ACA-A190-FEEF745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086CC-BCAD-470E-99A6-5FF37F4B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472968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9D605-8F7F-479B-A7E5-461C3575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0BEE1-8E26-46FD-9DAC-D7F9613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E4195-DDE9-49E2-8AF5-E4843D11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48A2A-BB03-4BEE-AB24-129C3AD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6173F-0F9B-4454-A6BA-53E1522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System of Linear Equations, Eigenvalues and Eigenvectors (8Hours Theory...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Consistency and solution of system of linear equations : Gauss eliminat...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Applications: Traffic flow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Eigenvalues and Eigenvectors, diagonalization of the matrix, modal matr...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15092025 2 2 Textbook-1: Chapter 2: Sections 2.7-2.16, Chapter 28: Sect...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97218-A0CB-45E6-8998-01F818AD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B319A-988F-4000-9DDD-19841887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A0C59-93E9-4E00-BDF6-75BE14C2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981554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B6BD4F-0F39-4C75-914D-0A9ACC15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169EF-1321-4D37-8079-42A32A1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 of Linear Equations, Eigenvalues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AF443-8D37-4C18-B6F8-416EE15D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BB481-2855-4D42-8DDE-3AACB26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86C83-1252-4759-B994-D0A3AF15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0DFFC-F1FF-4A58-8300-F64A10D4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D4952-0B8A-4FFB-B227-BA73FD1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ED322-EBD1-41D1-AE2D-FD0E58E7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D2935-ABF2-4D29-9986-2EE4DE7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F6183-FE29-4143-9838-1282B08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EA5BE-760F-497A-A0A8-3A618440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6C15C-9E72-4749-B43F-AD98DAF6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B6746-FEC9-45F3-AC24-6C9E4AC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93A02-1566-488D-8796-19F0987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A63A6-D6E1-4424-9AE4-263C8178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ADC6B-99BF-46D2-9589-64A2277F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7DAE3-60C4-4F65-B375-8740DD4B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A97E4-8F2B-41ED-8E94-DF057E7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40C65-8CCC-4990-A01E-B866AB1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6DF6E-F311-4D81-B6BE-4B67A8FB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0CE64-D416-4060-BF9F-6792070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1E2A4-D4A8-4B05-8281-58C66105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F1D33-1C1E-4F04-BAD9-AC5A575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568C9-E39C-4A75-9C4E-A73DC6F4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589C2-F079-408C-AE3A-8EF232F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E3E8F-94B6-423E-8AE9-6939BD8F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98EA4-2D14-47C4-B278-BDC86D9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5DA7E-0A91-4B00-B4DB-49AA85B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30091-C582-48A5-9392-2404359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DDA234-1CBF-40E6-A566-730B5B9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1F377-4437-493F-BB5C-253EEB94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65DC4-6AD2-4798-9DB8-836D3315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62020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E5D39-8931-4829-A4AD-77A0462B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AF749-80A3-40EB-9C9A-12C647A6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Consistency and solution of system of linea...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3FD83-0467-420B-8AA0-6BAA496C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AD77-5214-4B77-84B8-30980216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35DB6-AEE6-4119-AB6C-9C2E4FCD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C243-8F1D-4AE5-8394-B81AC06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45B8-6E59-494A-AAC1-5F0F8843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DDF50-D673-40D9-AFD4-DF8A0381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D9288-B7BF-490E-A019-8C9F2DB4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B97BB-8AE5-43B4-9148-FCCB335A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6D198-7557-4DCD-8E57-AC91776B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46C3D-A2A2-43D7-878B-0AE85279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2D11F-F594-411C-9159-180AB994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C80D7-C934-4422-9130-90018BAF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3DB7E-0CA4-4FAF-AF4D-58050898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1E0BA-6B34-4C8C-8A3A-73783AF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16782-7A91-4AAB-A119-37518E17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BEC4D-294B-4419-A61E-B1A52D1F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987B3-7F81-42D0-824B-D1DEE06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852D8-74B7-44B9-BB03-662AAE6D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FD72D-6383-401C-A1EE-895294A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14ED6-B0BF-4AB3-B99D-99F6C92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4DC36-8AEB-4A1F-B4CA-3B5E147C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76CD3-0919-4783-A97D-022F9546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8B87B-A361-4D7D-B988-4557AF3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3376E-505C-4662-A5B6-C26AE85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0276A-8E67-4F25-8264-3028BA97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54E09-F896-4A1A-94F4-8423C455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3FF2E-037B-4B3E-9FCA-F170B2E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F1A44-751E-485C-87B5-B4B01C1D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9C7823-837C-4E1D-AC21-57F74544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E7333-52DB-4C53-BC6C-117C2486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9405640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5F035F-2D69-4BF3-A29E-4C2302B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4CF20-903E-4090-996C-845E751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Applications: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5A582-AFEF-4CAD-BBDA-A49D1E90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8F847-914B-4EF2-974B-A3C2C20A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C1BC3-F5F8-433C-ACED-8A32D33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88439-1419-4D80-9AC6-3CFD9CFB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7EFFC-B563-4187-B8FF-58A824C4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C34D0-F1E5-4ACD-A47A-8D4328FB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78FCD-DDB1-4B23-9551-5A8CF14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DD7D3-BD3B-42F9-836A-CEE3C2F9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88F5E-D08B-48DB-878E-083169E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25D03-F1BC-4144-B3DD-AA7ED6F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761BE-DD9C-4CEC-AE1D-CFF46FF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8EE41-38BF-46EB-8E58-A00B223E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4EFA7-17A9-40D3-8EFF-53C09A83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4660C-134F-4555-B506-B64F8A8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526C7-07E4-477F-948F-40DD71D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D0847-8E4B-4398-824A-89FC7547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CDB55-F33F-4EB8-A73A-06E408AC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12ACE-5799-40F3-B487-03335158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17208-6520-4746-8776-C271137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9CBB-2DEC-490D-950A-1FD4D0B0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E29EA-191A-47CB-A424-F6F24AE8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DB657-8F58-44F5-9D3D-38D65DF8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C9662-D740-41DB-8C9C-8FBE2C0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48A20-E28F-47C8-A247-0890E54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F7397-AFD5-4445-8A46-101A692F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A0F62-0BE4-4C36-A6E9-99EDB10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53A54-CCD5-4354-8B63-0E09E47E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D3B5DE-A8A6-420C-B317-A2DEF1EC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CE86A1-F6F3-4A6C-A468-AE85459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C4BDDC-8171-4577-B308-B88A09B8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42950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E10FEB-1ACB-4492-9166-4852519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2BAC8-E048-4569-9CDA-EA9C587A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Eigenvalues and Eigenvectors, diagonalizati...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7FC3F-BF28-4D53-89C4-0D134A1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8C7C4-4F00-416A-AC40-716D744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5D145-3298-46CC-92EA-FCAF459E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04402-B58A-4347-A506-7BE766F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2B7DA-FD9F-4C1F-A5A1-9AC2C320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364F3-3977-4723-A6DA-1D74606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4458C-8FF9-4AC1-B25E-92781D4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A6E70-5EC1-4688-A780-9A6E3A85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671BF-679E-419A-A1DD-089E450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48D8-4A7E-43AF-92B4-756F922C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DCD44-D226-4C6C-9EEB-13D25E27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03901-F8FE-4B53-8488-9E567AB7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A3B12-09AA-4CCD-A393-A2E071F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D23FD-85C6-4A20-870F-DEAEDA1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0099C-C45F-40C1-B78D-F89604F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F4197-18AA-4458-96D8-8E48AAE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6255E-8245-49B3-8BE7-095455EC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0C0C9-7D3E-4304-84E6-8FC5B76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68014-71C2-4F37-B0A5-84CAFDC8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7675E-39FA-4130-A640-A825D8E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450F2-804E-4484-A7D9-3C74503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3A160-4A46-4596-91D2-683F2BFC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9674E-0E91-4490-98D2-0CFC7EA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8F0B6-E9A0-4D6A-8E13-F7F24857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E6571-303F-4141-99B3-B1CA38E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82137-9177-47D7-A9C6-D2766DA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F8587C-795B-40C3-845D-CE81EBC1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6F9B0-5B9C-48DB-9F58-86EDD8F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A96FA-60CB-4C5F-A72B-AEBCEC1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0A740B-5861-41C3-B45A-4EAE95AA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4130753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FDE74-88F8-4B19-8863-3C7E86ED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46428-E4A1-4CC9-AEF6-CEDE2AC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15092025 2 2 Textbook-1: Chapter 2: Section...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BE2CE-46B4-4049-A03A-463D879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45F30-D76C-422D-934F-1A4A358D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D5E2B-1E0A-4859-9DE8-9F8B50AB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36FF7-6228-470D-86D5-1398170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9A7A2-36FC-4966-BB57-E4C9C1FB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00A97-CC89-44B9-AC3A-824A4D6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2C619-74F4-485A-8B1B-7773A0A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A9018-63B1-47B8-B01C-0F5275F5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22639-F26C-4717-AE9D-AC72F270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8C20A-13DA-4734-9A79-5FD2CAA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B3976-19B5-4F9F-86D7-716FA80A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D3BFC-7E42-4F25-8FF9-9E229854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5511B-5FE0-4210-9DCA-2F23483C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316AF-77A6-43E0-B1A8-C6490BF2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94304-65C9-4EA1-8F61-800C0A2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9531D-167C-44B8-BD53-B82E27A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9F45F-1B3B-40D8-A7E2-14C5D91D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E8EF8-6495-44A5-A8FE-E8BB58E8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58AAB-A146-4008-BBCE-4182827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022B1-5AE5-4690-AC9D-CBF39CD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3ED27-096B-40B6-AE06-BC7EF051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FC1A3-B05E-4EE2-8C89-EC3888A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1B4E4-1D0C-40B1-B4BF-B3E19C3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52FE3-3B53-4FB1-906C-4D1CD5FE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91F66-A1B9-4611-9F52-D98A8116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B2FE76-F06A-4F91-B094-35E824B5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62CBF-30E7-4457-A965-9D44CF76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DA179-05B7-4432-A15D-6230128E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46B46-289F-467D-9C7C-FA4B6103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D2358B-8FA8-4395-9DE7-F3340A8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140950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83A621-E043-4851-8693-AE364DB7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3FA5B-A3F2-47B4-A165-FCC4CB6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System of Linear Equations, Eigenvalues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F6B97-1B4C-4D4A-95CA-53D85D0E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1478A-EE1A-4797-A60E-57CDA7E6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CB9BA-6BF3-4EFC-BB14-EF3F400C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0A008-4156-4C03-9B46-B30E79B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E3A24-B539-4D5C-9EBD-7FAC7202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0F2D2-CAFA-4349-9D06-B6CB715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B7449-B7E0-4327-9563-FE8ED177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E60DD-5C18-4605-8AD6-2D166C01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53D5A-B1D2-4A56-9D65-70DDCD7E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BDA08-1ECC-4A12-BDAE-9E851E9B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F6C01-E1B5-4C4E-972F-0D0353B2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0BDE6-69AC-493D-AE3F-A7AF165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B3313-EAB1-4C7E-9495-CBCC9ED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C5995-0F18-458F-870E-D04709E6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8EF1B-7666-4B5E-90C0-D8B24E0C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67AC9-C74C-4928-89B8-33A24F9A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EF1DA-9842-4E55-B9C3-807DDCD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FC5CD-505E-4A7D-A352-9C5B5BFB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DE8E8-C04D-4D8D-B8A3-742B07D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9D796-9B20-41DD-B0B6-2933A6C3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E4B05-0DC2-4FCE-B6A0-25B7A62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141D4-F64C-46C2-B729-B71D438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74C60-A869-40A1-A0B8-2996127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6E7E3-FB1B-4778-9564-C09F8615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585B7-8479-4862-B38C-3E11C51A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D948F-18DA-4E07-A483-3E9C8B7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1DE52-E314-4FE9-9493-7877BC39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8E54A-4706-4722-9429-A50D218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20F57-9EA9-4D2D-839E-81BDF901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3A7F7-35A6-44CD-8AAE-4348DD8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234650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FC40B-6427-4796-B0E5-EAAD8634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7FE02-8762-4FB6-9342-41C36DC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Consistency and solution of system of linea...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C1768-8066-4C36-807D-9677C04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A0DEE-19CE-4CA9-97BE-6DDA5340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B83A8-9EEA-48B2-837F-BD100E71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F1650-59E4-430D-AE47-CE7AA1C0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0FF1-3A23-43FD-9BAB-3248603C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9AB1C-FFE2-4644-9EFC-1DA80FA6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9D771-7F86-4EEF-8610-716C9E9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74E24-98F5-431B-877F-DBBC244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57866-BB9D-4A6C-9641-28CC5D3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5B9F6-0A72-4F45-A475-B84AF6EE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8075E-5184-400C-AB65-D5D01B78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AB35C-F98F-4D14-BEF1-64DDD497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46A3A-3AA7-4436-BC09-A7004BC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9D7F2-A02D-4C74-BFB2-243DB3F9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CB410-2E79-4DC0-BEFF-746C2FD0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C46E0-AC65-4952-AF08-CFA6542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A0493-F00D-462A-833A-C0B59541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1B3B3-0C15-4439-A9F1-F69C4CD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97F1D-8BBB-41FF-A4C5-AE18E116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2BFB2-091E-463F-93A5-51898469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06642-80CE-4509-8424-67A29EF8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4A7E2-5C87-4D91-8A45-369E2D9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13804-F129-4D1E-9773-1FCFEF8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514E1-30C8-4917-B205-86A49E2F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CB5CC-286F-4150-9649-8B320E70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1DFC6-D947-4C23-B6A0-03681E27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16D59-7507-4614-A63B-22AD8EE9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958171-671E-4CB1-8AB2-14A05F24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257F87-8BDF-4B8B-BA42-720D3626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C2D3D-A21B-4BC6-82B1-A8065AB1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132511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EA7C2D-1EB1-4CF5-8D16-0B9D16F2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D92C4-325D-4A9D-9217-DC647142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Applications: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FA7BA-2A97-4D40-BAB2-03F3FF44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92653-903E-4C6C-93C2-0186F0A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E9994-8099-4029-8F5B-DBCE397E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58B48-16CF-4561-B647-576355AE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5D1C3-2081-428B-9CC7-F2FC59B0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24659-2675-4104-8E4D-C80CEF6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D1CDE-6F97-4DFA-8A1B-4B38FDD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F3057-BE23-4651-AFD6-EABA54FC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69BA7-DCC0-4A59-9D2A-D856E085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367CD-08D7-4E43-BA01-E8B4C48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AFFEE-4A5C-4139-89D2-626450D6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54D70-3415-4914-9955-8DCA8CA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E258F-B803-4871-8812-CF9B5D1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A516F-D86D-4C88-8CD4-6496839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B433B-BA27-45F4-972A-3C47FC9C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1CC65-85FC-4F34-BEFD-66A619A1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9D9A1-4FEE-41AB-8D80-E47D6F82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8BB75-B9B2-428D-9A87-7C7EB83C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31F50-6C00-4385-A86C-5E8D0145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1BBE1-69C7-4D03-B3CA-5EEE52E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DFDD2-C59D-41F3-B1BA-BA0E859F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E989A-CA76-429E-BC3C-9870650A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D7C8A-EF4F-4155-9979-09FE142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0631D-19EF-4D71-A9D0-77622E0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4D342-A665-4F0E-B7ED-4FBEF18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C8F62-9B32-416D-82B2-C16A9FE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2F615-4180-4902-A30F-32A794BD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36477-C5E8-4D0A-A8AD-DD63F55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8C6D9-FE73-4472-A200-EA7470FE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AE8B5-0A40-49A5-9995-FA61ABE4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72186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36B3A9-802C-44C8-8CA7-D9C12B40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08252-FAA4-4F51-B06B-68044F65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Eigenvalues and Eigenvectors, diagonalizati...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FFD65-45BB-44C3-A983-23E82A0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9CD9B-1F7E-4740-85B9-31D7C8A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C8E30-A57F-4AF8-8D1F-EE27D41F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C5D01-5BC6-4030-BBEC-E61A4467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5D55D-ADB2-41E2-B50D-146B75EB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5C220-065B-4C00-8E22-F3EDA84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B7E15-3153-4226-9E29-EF199DF4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A6222-9EB1-4550-B3DA-9DF9E68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856A7-6E96-4945-95F5-961AAAA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893BD-1142-4AA2-86BA-B20377F4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48B5E-31CF-4CC8-8129-4511DFD7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65705-FB2B-4978-B82E-EA357171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F1F55-7BEB-417D-8193-4021B649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74D6B-4FD8-44C4-BBCA-55FB304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E7792-9CCD-402F-9C4F-2E24E93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B7558-048A-47E4-8148-74C3D15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ABD00-68F8-4D69-818C-25336F8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F3D01-9AF2-4734-8657-95B388DB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253CD-6C61-4BBD-A930-FE136A9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9668D-55C9-4A8F-93A3-655FE31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29B0E-99A4-4365-89EE-BE8EFAD6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61524-AE4C-438E-9CBE-07C94E7F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7D77A-5444-4413-B19F-A9227D7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BB67D-5B17-4065-8847-FB1C31BD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D76DE-ED45-4945-81CD-4F8F3678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74E20-3D84-4B5E-BCFF-3FD5199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C214A-0AE7-405A-861C-A98098E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47A01-B0E9-4C1A-B9FA-63BC10DA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CD86E6-E931-4A90-B480-45373EBB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2405D7-0E67-4F33-BDF4-942DA4F0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234168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AFA19-9F0A-4128-90AD-F7FD9844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B4664-4E30-4A3D-8415-A3BD41B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15092025 2 2 Textbook-1: Chapter 2: Section...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F444E-1901-49F1-90C0-C2FC017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92AFE-AC31-4596-8EFF-CB9903E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1EA44-8E9F-4E14-A3E2-24D81FD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B56A8-3B19-4724-8D8A-AA710AB1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4E1FA-3F33-4967-A041-3465AA4E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FACB2-BEDC-4552-8381-637002AC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2823F-B533-4E40-9645-E93F4A82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48814-01E8-4261-A481-EA8307B1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2CD4D-A051-44BD-A949-C05FBB31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B1FA8-E013-4E87-9FED-E48A1AF0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E2630-0AFA-4D26-AF18-749A228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357AF-22A6-4EEF-9028-AD12FF3E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E4963-D0AE-41E1-B321-49E0D27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0DE9F-2F14-4FC0-8722-98640C7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53019-D185-41D7-92DC-76632361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CD62B-536A-42C3-9B4D-967746DF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2CB67-613B-4D82-908E-8BA9DE9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6B6E9-CC2C-4FE4-B68F-0F1191F0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E6460-048D-4EA0-8C9D-7F9F001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6AB45-57EB-40F1-9874-EF4DE93C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72CF7-85F2-4EEF-B71A-14366424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25D4B-A114-42D2-ABBE-0FD52F3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E7406-ADF8-4ACF-BF10-D0A7C4D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10034-B5E0-4957-9DFF-B9AB1767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11584-BD5F-4399-A25D-AA590F6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C13A8-CE9A-4698-98D8-F487543E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B9E4A-28F2-4B8D-9536-2C54FB0F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3C4CF-E1A6-4044-A07B-841DC75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10762B-6050-4BF7-88A4-6358893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DE7D69-AF17-4990-9E2F-855F4D96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7407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2026-08-24T16:03:04.8620000Z</dcterms:created>
  <dcterms:modified xsi:type="dcterms:W3CDTF">2026-08-24T16:03:04.8620000Z</dcterms:modified>
</coreProperties>
</file>