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3440225a424b40" /><Relationship Type="http://schemas.openxmlformats.org/officeDocument/2006/relationships/extended-properties" Target="/docProps/app.xml" Id="R38b9f8471b69483c" /><Relationship Type="http://schemas.openxmlformats.org/officeDocument/2006/relationships/officeDocument" Target="/ppt/presentation.xml" Id="Rd75a6f685a0844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51ac7767a24735"/>
  </p:sldMasterIdLst>
  <p:notesMasterIdLst>
    <p:notesMasterId xmlns:r="http://schemas.openxmlformats.org/officeDocument/2006/relationships" r:id="R7e9e90468ef84484"/>
  </p:notesMasterIdLst>
  <p:sldIdLst>
    <p:sldId xmlns:r="http://schemas.openxmlformats.org/officeDocument/2006/relationships" id="256" r:id="R6c6ecf8acd85480c"/>
    <p:sldId xmlns:r="http://schemas.openxmlformats.org/officeDocument/2006/relationships" id="257" r:id="R0e28dd466ab747ae"/>
    <p:sldId xmlns:r="http://schemas.openxmlformats.org/officeDocument/2006/relationships" id="258" r:id="Rb8d93485b0a74bba"/>
    <p:sldId xmlns:r="http://schemas.openxmlformats.org/officeDocument/2006/relationships" id="259" r:id="R7fb153308feb42df"/>
    <p:sldId xmlns:r="http://schemas.openxmlformats.org/officeDocument/2006/relationships" id="260" r:id="R7297dc56fc804615"/>
    <p:sldId xmlns:r="http://schemas.openxmlformats.org/officeDocument/2006/relationships" id="261" r:id="Rc44176a16bc14e33"/>
    <p:sldId xmlns:r="http://schemas.openxmlformats.org/officeDocument/2006/relationships" id="262" r:id="Rd2287c28245c47fe"/>
    <p:sldId xmlns:r="http://schemas.openxmlformats.org/officeDocument/2006/relationships" id="263" r:id="R9fc5133c86f84a6b"/>
    <p:sldId xmlns:r="http://schemas.openxmlformats.org/officeDocument/2006/relationships" id="264" r:id="R6be8a655caa0450f"/>
    <p:sldId xmlns:r="http://schemas.openxmlformats.org/officeDocument/2006/relationships" id="265" r:id="R61de31ca4b0a4dea"/>
    <p:sldId xmlns:r="http://schemas.openxmlformats.org/officeDocument/2006/relationships" id="266" r:id="Rf85319b3468444ed"/>
    <p:sldId xmlns:r="http://schemas.openxmlformats.org/officeDocument/2006/relationships" id="267" r:id="R238a35ae9792417c"/>
    <p:sldId xmlns:r="http://schemas.openxmlformats.org/officeDocument/2006/relationships" id="268" r:id="Ra7374b1b33a54174"/>
    <p:sldId xmlns:r="http://schemas.openxmlformats.org/officeDocument/2006/relationships" id="269" r:id="Rbe181e8b4dbe4683"/>
    <p:sldId xmlns:r="http://schemas.openxmlformats.org/officeDocument/2006/relationships" id="270" r:id="Rf8d4451ee8ba48e7"/>
    <p:sldId xmlns:r="http://schemas.openxmlformats.org/officeDocument/2006/relationships" id="271" r:id="R37ac1baa12784509"/>
    <p:sldId xmlns:r="http://schemas.openxmlformats.org/officeDocument/2006/relationships" id="272" r:id="Rf6cad0d847c24b6d"/>
    <p:sldId xmlns:r="http://schemas.openxmlformats.org/officeDocument/2006/relationships" id="273" r:id="Rff255dfd86f5440d"/>
    <p:sldId xmlns:r="http://schemas.openxmlformats.org/officeDocument/2006/relationships" id="274" r:id="R510aee1922b5420e"/>
    <p:sldId xmlns:r="http://schemas.openxmlformats.org/officeDocument/2006/relationships" id="275" r:id="Rd1282e1006894d43"/>
    <p:sldId xmlns:r="http://schemas.openxmlformats.org/officeDocument/2006/relationships" id="276" r:id="R81552c37b03840eb"/>
    <p:sldId xmlns:r="http://schemas.openxmlformats.org/officeDocument/2006/relationships" id="277" r:id="R89dfd1d5e1f545ba"/>
    <p:sldId xmlns:r="http://schemas.openxmlformats.org/officeDocument/2006/relationships" id="278" r:id="Ra4a0d3e89c4b4ac8"/>
    <p:sldId xmlns:r="http://schemas.openxmlformats.org/officeDocument/2006/relationships" id="279" r:id="R3d56e7e5cc0148e6"/>
    <p:sldId xmlns:r="http://schemas.openxmlformats.org/officeDocument/2006/relationships" id="280" r:id="R4c22267848aa4e4f"/>
    <p:sldId xmlns:r="http://schemas.openxmlformats.org/officeDocument/2006/relationships" id="281" r:id="Ra3089c55a28c4f82"/>
    <p:sldId xmlns:r="http://schemas.openxmlformats.org/officeDocument/2006/relationships" id="282" r:id="Rd4039747c54a441c"/>
    <p:sldId xmlns:r="http://schemas.openxmlformats.org/officeDocument/2006/relationships" id="283" r:id="R36832938ab5444ff"/>
    <p:sldId xmlns:r="http://schemas.openxmlformats.org/officeDocument/2006/relationships" id="284" r:id="Rc75444cff0624bf6"/>
    <p:sldId xmlns:r="http://schemas.openxmlformats.org/officeDocument/2006/relationships" id="285" r:id="R4146b7341c4e4617"/>
    <p:sldId xmlns:r="http://schemas.openxmlformats.org/officeDocument/2006/relationships" id="286" r:id="R69ef11bdb2e24847"/>
    <p:sldId xmlns:r="http://schemas.openxmlformats.org/officeDocument/2006/relationships" id="287" r:id="R060ae4c84b1d4df4"/>
    <p:sldId xmlns:r="http://schemas.openxmlformats.org/officeDocument/2006/relationships" id="288" r:id="R82778225457443b5"/>
    <p:sldId xmlns:r="http://schemas.openxmlformats.org/officeDocument/2006/relationships" id="289" r:id="R7a7cef5cb0084957"/>
    <p:sldId xmlns:r="http://schemas.openxmlformats.org/officeDocument/2006/relationships" id="290" r:id="R3dbcb6d9ca394958"/>
    <p:sldId xmlns:r="http://schemas.openxmlformats.org/officeDocument/2006/relationships" id="291" r:id="R337156ae57294fd7"/>
    <p:sldId xmlns:r="http://schemas.openxmlformats.org/officeDocument/2006/relationships" id="292" r:id="R2caadb983e75428f"/>
    <p:sldId xmlns:r="http://schemas.openxmlformats.org/officeDocument/2006/relationships" id="293" r:id="R9c9477a81ce44019"/>
    <p:sldId xmlns:r="http://schemas.openxmlformats.org/officeDocument/2006/relationships" id="294" r:id="Rdb300ee2b6d64f8c"/>
    <p:sldId xmlns:r="http://schemas.openxmlformats.org/officeDocument/2006/relationships" id="295" r:id="R715af4df5d984f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5ac66aa4ee4b8a" /><Relationship Type="http://schemas.openxmlformats.org/officeDocument/2006/relationships/slideMaster" Target="/ppt/slideMasters/slideMaster1.xml" Id="R4c51ac7767a24735" /><Relationship Type="http://schemas.openxmlformats.org/officeDocument/2006/relationships/notesMaster" Target="/ppt/notesMasters/notesMaster1.xml" Id="R7e9e90468ef84484" /><Relationship Type="http://schemas.openxmlformats.org/officeDocument/2006/relationships/presProps" Target="/ppt/presProps.xml" Id="Rd82b7d77085f48f9" /><Relationship Type="http://schemas.openxmlformats.org/officeDocument/2006/relationships/tableStyles" Target="/ppt/tableStyles.xml" Id="R8f54deb0eca649c4" /><Relationship Type="http://schemas.openxmlformats.org/officeDocument/2006/relationships/slide" Target="/ppt/slides/slide1.xml" Id="R6c6ecf8acd85480c" /><Relationship Type="http://schemas.openxmlformats.org/officeDocument/2006/relationships/slide" Target="/ppt/slides/slide2.xml" Id="R0e28dd466ab747ae" /><Relationship Type="http://schemas.openxmlformats.org/officeDocument/2006/relationships/slide" Target="/ppt/slides/slide3.xml" Id="Rb8d93485b0a74bba" /><Relationship Type="http://schemas.openxmlformats.org/officeDocument/2006/relationships/slide" Target="/ppt/slides/slide4.xml" Id="R7fb153308feb42df" /><Relationship Type="http://schemas.openxmlformats.org/officeDocument/2006/relationships/slide" Target="/ppt/slides/slide5.xml" Id="R7297dc56fc804615" /><Relationship Type="http://schemas.openxmlformats.org/officeDocument/2006/relationships/slide" Target="/ppt/slides/slide6.xml" Id="Rc44176a16bc14e33" /><Relationship Type="http://schemas.openxmlformats.org/officeDocument/2006/relationships/slide" Target="/ppt/slides/slide7.xml" Id="Rd2287c28245c47fe" /><Relationship Type="http://schemas.openxmlformats.org/officeDocument/2006/relationships/slide" Target="/ppt/slides/slide8.xml" Id="R9fc5133c86f84a6b" /><Relationship Type="http://schemas.openxmlformats.org/officeDocument/2006/relationships/slide" Target="/ppt/slides/slide9.xml" Id="R6be8a655caa0450f" /><Relationship Type="http://schemas.openxmlformats.org/officeDocument/2006/relationships/slide" Target="/ppt/slides/slide10.xml" Id="R61de31ca4b0a4dea" /><Relationship Type="http://schemas.openxmlformats.org/officeDocument/2006/relationships/slide" Target="/ppt/slides/slide11.xml" Id="Rf85319b3468444ed" /><Relationship Type="http://schemas.openxmlformats.org/officeDocument/2006/relationships/slide" Target="/ppt/slides/slide12.xml" Id="R238a35ae9792417c" /><Relationship Type="http://schemas.openxmlformats.org/officeDocument/2006/relationships/slide" Target="/ppt/slides/slide13.xml" Id="Ra7374b1b33a54174" /><Relationship Type="http://schemas.openxmlformats.org/officeDocument/2006/relationships/slide" Target="/ppt/slides/slide14.xml" Id="Rbe181e8b4dbe4683" /><Relationship Type="http://schemas.openxmlformats.org/officeDocument/2006/relationships/slide" Target="/ppt/slides/slide15.xml" Id="Rf8d4451ee8ba48e7" /><Relationship Type="http://schemas.openxmlformats.org/officeDocument/2006/relationships/slide" Target="/ppt/slides/slide16.xml" Id="R37ac1baa12784509" /><Relationship Type="http://schemas.openxmlformats.org/officeDocument/2006/relationships/slide" Target="/ppt/slides/slide17.xml" Id="Rf6cad0d847c24b6d" /><Relationship Type="http://schemas.openxmlformats.org/officeDocument/2006/relationships/slide" Target="/ppt/slides/slide18.xml" Id="Rff255dfd86f5440d" /><Relationship Type="http://schemas.openxmlformats.org/officeDocument/2006/relationships/slide" Target="/ppt/slides/slide19.xml" Id="R510aee1922b5420e" /><Relationship Type="http://schemas.openxmlformats.org/officeDocument/2006/relationships/slide" Target="/ppt/slides/slide20.xml" Id="Rd1282e1006894d43" /><Relationship Type="http://schemas.openxmlformats.org/officeDocument/2006/relationships/slide" Target="/ppt/slides/slide21.xml" Id="R81552c37b03840eb" /><Relationship Type="http://schemas.openxmlformats.org/officeDocument/2006/relationships/slide" Target="/ppt/slides/slide22.xml" Id="R89dfd1d5e1f545ba" /><Relationship Type="http://schemas.openxmlformats.org/officeDocument/2006/relationships/slide" Target="/ppt/slides/slide23.xml" Id="Ra4a0d3e89c4b4ac8" /><Relationship Type="http://schemas.openxmlformats.org/officeDocument/2006/relationships/slide" Target="/ppt/slides/slide24.xml" Id="R3d56e7e5cc0148e6" /><Relationship Type="http://schemas.openxmlformats.org/officeDocument/2006/relationships/slide" Target="/ppt/slides/slide25.xml" Id="R4c22267848aa4e4f" /><Relationship Type="http://schemas.openxmlformats.org/officeDocument/2006/relationships/slide" Target="/ppt/slides/slide26.xml" Id="Ra3089c55a28c4f82" /><Relationship Type="http://schemas.openxmlformats.org/officeDocument/2006/relationships/slide" Target="/ppt/slides/slide27.xml" Id="Rd4039747c54a441c" /><Relationship Type="http://schemas.openxmlformats.org/officeDocument/2006/relationships/slide" Target="/ppt/slides/slide28.xml" Id="R36832938ab5444ff" /><Relationship Type="http://schemas.openxmlformats.org/officeDocument/2006/relationships/slide" Target="/ppt/slides/slide29.xml" Id="Rc75444cff0624bf6" /><Relationship Type="http://schemas.openxmlformats.org/officeDocument/2006/relationships/slide" Target="/ppt/slides/slide30.xml" Id="R4146b7341c4e4617" /><Relationship Type="http://schemas.openxmlformats.org/officeDocument/2006/relationships/slide" Target="/ppt/slides/slide31.xml" Id="R69ef11bdb2e24847" /><Relationship Type="http://schemas.openxmlformats.org/officeDocument/2006/relationships/slide" Target="/ppt/slides/slide32.xml" Id="R060ae4c84b1d4df4" /><Relationship Type="http://schemas.openxmlformats.org/officeDocument/2006/relationships/slide" Target="/ppt/slides/slide33.xml" Id="R82778225457443b5" /><Relationship Type="http://schemas.openxmlformats.org/officeDocument/2006/relationships/slide" Target="/ppt/slides/slide34.xml" Id="R7a7cef5cb0084957" /><Relationship Type="http://schemas.openxmlformats.org/officeDocument/2006/relationships/slide" Target="/ppt/slides/slide35.xml" Id="R3dbcb6d9ca394958" /><Relationship Type="http://schemas.openxmlformats.org/officeDocument/2006/relationships/slide" Target="/ppt/slides/slide36.xml" Id="R337156ae57294fd7" /><Relationship Type="http://schemas.openxmlformats.org/officeDocument/2006/relationships/slide" Target="/ppt/slides/slide37.xml" Id="R2caadb983e75428f" /><Relationship Type="http://schemas.openxmlformats.org/officeDocument/2006/relationships/slide" Target="/ppt/slides/slide38.xml" Id="R9c9477a81ce44019" /><Relationship Type="http://schemas.openxmlformats.org/officeDocument/2006/relationships/slide" Target="/ppt/slides/slide39.xml" Id="Rdb300ee2b6d64f8c" /><Relationship Type="http://schemas.openxmlformats.org/officeDocument/2006/relationships/slide" Target="/ppt/slides/slide40.xml" Id="R715af4df5d984f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1394ec9cbd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3776316a984d5f" /><Relationship Type="http://schemas.openxmlformats.org/officeDocument/2006/relationships/notesMaster" Target="/ppt/notesMasters/notesMaster1.xml" Id="Ra234fba6a26144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6921221679479f" /><Relationship Type="http://schemas.openxmlformats.org/officeDocument/2006/relationships/notesMaster" Target="/ppt/notesMasters/notesMaster1.xml" Id="R3b26aeb67b9e49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6944f516f54ecc" /><Relationship Type="http://schemas.openxmlformats.org/officeDocument/2006/relationships/notesMaster" Target="/ppt/notesMasters/notesMaster1.xml" Id="R15ddb8e1b8ee49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d56077bbbc46d1" /><Relationship Type="http://schemas.openxmlformats.org/officeDocument/2006/relationships/notesMaster" Target="/ppt/notesMasters/notesMaster1.xml" Id="Raa835708099342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5da0fa197743ac" /><Relationship Type="http://schemas.openxmlformats.org/officeDocument/2006/relationships/notesMaster" Target="/ppt/notesMasters/notesMaster1.xml" Id="Racb52524648e4b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34660c13164c73" /><Relationship Type="http://schemas.openxmlformats.org/officeDocument/2006/relationships/notesMaster" Target="/ppt/notesMasters/notesMaster1.xml" Id="R6ac32cd8e7004d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5ca5ab40d74324" /><Relationship Type="http://schemas.openxmlformats.org/officeDocument/2006/relationships/notesMaster" Target="/ppt/notesMasters/notesMaster1.xml" Id="R58ef88f95b6347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2335aa77f14ea6" /><Relationship Type="http://schemas.openxmlformats.org/officeDocument/2006/relationships/notesMaster" Target="/ppt/notesMasters/notesMaster1.xml" Id="Rd0f6f09b56e44c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4132738f354ecf" /><Relationship Type="http://schemas.openxmlformats.org/officeDocument/2006/relationships/notesMaster" Target="/ppt/notesMasters/notesMaster1.xml" Id="R60cec5f109d44f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1b70dc7e3d49ff" /><Relationship Type="http://schemas.openxmlformats.org/officeDocument/2006/relationships/notesMaster" Target="/ppt/notesMasters/notesMaster1.xml" Id="Rdc6dbe30f50d4e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9bcb7975d340e2" /><Relationship Type="http://schemas.openxmlformats.org/officeDocument/2006/relationships/notesMaster" Target="/ppt/notesMasters/notesMaster1.xml" Id="R46701445831246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1fec9a932a461f" /><Relationship Type="http://schemas.openxmlformats.org/officeDocument/2006/relationships/notesMaster" Target="/ppt/notesMasters/notesMaster1.xml" Id="R0f47a9a4f89847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039cb53f6a4652" /><Relationship Type="http://schemas.openxmlformats.org/officeDocument/2006/relationships/notesMaster" Target="/ppt/notesMasters/notesMaster1.xml" Id="R4ba329087ce040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b39a1c268b453a" /><Relationship Type="http://schemas.openxmlformats.org/officeDocument/2006/relationships/notesMaster" Target="/ppt/notesMasters/notesMaster1.xml" Id="R327741b515b34b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6adca6a99944cd" /><Relationship Type="http://schemas.openxmlformats.org/officeDocument/2006/relationships/notesMaster" Target="/ppt/notesMasters/notesMaster1.xml" Id="R8e25e275824e44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02ff493e264c79" /><Relationship Type="http://schemas.openxmlformats.org/officeDocument/2006/relationships/notesMaster" Target="/ppt/notesMasters/notesMaster1.xml" Id="R3d2b1e29efbd44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f618ec736549d5" /><Relationship Type="http://schemas.openxmlformats.org/officeDocument/2006/relationships/notesMaster" Target="/ppt/notesMasters/notesMaster1.xml" Id="R782a9b5cdcf140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c6745de075443f" /><Relationship Type="http://schemas.openxmlformats.org/officeDocument/2006/relationships/notesMaster" Target="/ppt/notesMasters/notesMaster1.xml" Id="R21ae1ecbacad4b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1d2b5c56964491" /><Relationship Type="http://schemas.openxmlformats.org/officeDocument/2006/relationships/notesMaster" Target="/ppt/notesMasters/notesMaster1.xml" Id="R5d53ba4fadf342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4244c030b54079" /><Relationship Type="http://schemas.openxmlformats.org/officeDocument/2006/relationships/notesMaster" Target="/ppt/notesMasters/notesMaster1.xml" Id="R61b1c2b003d14e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b48c969f594877" /><Relationship Type="http://schemas.openxmlformats.org/officeDocument/2006/relationships/notesMaster" Target="/ppt/notesMasters/notesMaster1.xml" Id="R40cea4cef6814b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57fae15ff249d0" /><Relationship Type="http://schemas.openxmlformats.org/officeDocument/2006/relationships/notesMaster" Target="/ppt/notesMasters/notesMaster1.xml" Id="Rfaec74950c8f47b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357c0b02714349" /><Relationship Type="http://schemas.openxmlformats.org/officeDocument/2006/relationships/notesMaster" Target="/ppt/notesMasters/notesMaster1.xml" Id="R6096ab0cdb1041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734cacfa0fd4d8f" /><Relationship Type="http://schemas.openxmlformats.org/officeDocument/2006/relationships/notesMaster" Target="/ppt/notesMasters/notesMaster1.xml" Id="R5e0735c317b14d6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2aca07de14f47a9" /><Relationship Type="http://schemas.openxmlformats.org/officeDocument/2006/relationships/notesMaster" Target="/ppt/notesMasters/notesMaster1.xml" Id="R43b3c041268941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90e483f9b64cc7" /><Relationship Type="http://schemas.openxmlformats.org/officeDocument/2006/relationships/notesMaster" Target="/ppt/notesMasters/notesMaster1.xml" Id="R43f7dcb85474439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3aaedf7987c462d" /><Relationship Type="http://schemas.openxmlformats.org/officeDocument/2006/relationships/notesMaster" Target="/ppt/notesMasters/notesMaster1.xml" Id="R1162208e63aa431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4fabe9dd4444bad" /><Relationship Type="http://schemas.openxmlformats.org/officeDocument/2006/relationships/notesMaster" Target="/ppt/notesMasters/notesMaster1.xml" Id="Ra83b03e5eb8141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06fb2e123f441a6" /><Relationship Type="http://schemas.openxmlformats.org/officeDocument/2006/relationships/notesMaster" Target="/ppt/notesMasters/notesMaster1.xml" Id="R66b33b62821c4c5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0cb67e420b4f22" /><Relationship Type="http://schemas.openxmlformats.org/officeDocument/2006/relationships/notesMaster" Target="/ppt/notesMasters/notesMaster1.xml" Id="R755e2fc09f22458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c92a7c4023741cc" /><Relationship Type="http://schemas.openxmlformats.org/officeDocument/2006/relationships/notesMaster" Target="/ppt/notesMasters/notesMaster1.xml" Id="R8c3e9ef050494cc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9c0db925bae42ae" /><Relationship Type="http://schemas.openxmlformats.org/officeDocument/2006/relationships/notesMaster" Target="/ppt/notesMasters/notesMaster1.xml" Id="Rd8979c1c6bdb4f5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f94349740fc430c" /><Relationship Type="http://schemas.openxmlformats.org/officeDocument/2006/relationships/notesMaster" Target="/ppt/notesMasters/notesMaster1.xml" Id="Rca16b5241ae8402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9747afe7446410b" /><Relationship Type="http://schemas.openxmlformats.org/officeDocument/2006/relationships/notesMaster" Target="/ppt/notesMasters/notesMaster1.xml" Id="Recf7adcce223489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9ffd17046ff401c" /><Relationship Type="http://schemas.openxmlformats.org/officeDocument/2006/relationships/notesMaster" Target="/ppt/notesMasters/notesMaster1.xml" Id="R0565a3c8e24c4aa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5655076db3c4735" /><Relationship Type="http://schemas.openxmlformats.org/officeDocument/2006/relationships/notesMaster" Target="/ppt/notesMasters/notesMaster1.xml" Id="R648598365da24ed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17e91dd487f498e" /><Relationship Type="http://schemas.openxmlformats.org/officeDocument/2006/relationships/notesMaster" Target="/ppt/notesMasters/notesMaster1.xml" Id="R6b54b0e7005b47a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48c59e6fce445ab" /><Relationship Type="http://schemas.openxmlformats.org/officeDocument/2006/relationships/notesMaster" Target="/ppt/notesMasters/notesMaster1.xml" Id="R83618e398900448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02569eb47bd4e56" /><Relationship Type="http://schemas.openxmlformats.org/officeDocument/2006/relationships/notesMaster" Target="/ppt/notesMasters/notesMaster1.xml" Id="R87d7cb0249c8401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4c5493ad13f407e" /><Relationship Type="http://schemas.openxmlformats.org/officeDocument/2006/relationships/notesMaster" Target="/ppt/notesMasters/notesMaster1.xml" Id="R7e6e960cf8f249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4f6f916eb45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fe6b83344c4387" /><Relationship Type="http://schemas.openxmlformats.org/officeDocument/2006/relationships/slideLayout" Target="/ppt/slideLayouts/slideLayout1.xml" Id="R0a53cc2205a447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53cc2205a447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498dd7a384069" /><Relationship Type="http://schemas.openxmlformats.org/officeDocument/2006/relationships/notesSlide" Target="/ppt/notesSlides/notesSlide1.xml" Id="Rb41a16d71f874a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efa610efc49ed" /><Relationship Type="http://schemas.openxmlformats.org/officeDocument/2006/relationships/notesSlide" Target="/ppt/notesSlides/notesSlide2.xml" Id="R58c88bab76c54a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61f9f6af04fee" /><Relationship Type="http://schemas.openxmlformats.org/officeDocument/2006/relationships/notesSlide" Target="/ppt/notesSlides/notesSlide3.xml" Id="R610da6dbb28a46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b54998498444d" /><Relationship Type="http://schemas.openxmlformats.org/officeDocument/2006/relationships/notesSlide" Target="/ppt/notesSlides/notesSlide4.xml" Id="Rb95dea01117144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0232c468d483c" /><Relationship Type="http://schemas.openxmlformats.org/officeDocument/2006/relationships/notesSlide" Target="/ppt/notesSlides/notesSlide5.xml" Id="R2fd07ba77cad41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3778899434083" /><Relationship Type="http://schemas.openxmlformats.org/officeDocument/2006/relationships/notesSlide" Target="/ppt/notesSlides/notesSlide6.xml" Id="R728fb692166045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5050d0fbf410b" /><Relationship Type="http://schemas.openxmlformats.org/officeDocument/2006/relationships/notesSlide" Target="/ppt/notesSlides/notesSlide7.xml" Id="R2be23c875e8545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890abdcc54e0e" /><Relationship Type="http://schemas.openxmlformats.org/officeDocument/2006/relationships/notesSlide" Target="/ppt/notesSlides/notesSlide8.xml" Id="R9dc1a70466fd4c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ff7be5b4d4b9c" /><Relationship Type="http://schemas.openxmlformats.org/officeDocument/2006/relationships/notesSlide" Target="/ppt/notesSlides/notesSlide9.xml" Id="R8651759225d740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d6069486b4c52" /><Relationship Type="http://schemas.openxmlformats.org/officeDocument/2006/relationships/notesSlide" Target="/ppt/notesSlides/notesSlide10.xml" Id="Raec6c4e324ae4a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c529ba8f540ec" /><Relationship Type="http://schemas.openxmlformats.org/officeDocument/2006/relationships/notesSlide" Target="/ppt/notesSlides/notesSlide11.xml" Id="Ra2533677568b4c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1f4f4fa7b4f83" /><Relationship Type="http://schemas.openxmlformats.org/officeDocument/2006/relationships/notesSlide" Target="/ppt/notesSlides/notesSlide12.xml" Id="R2cb7499d66264a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bbbefab48422b" /><Relationship Type="http://schemas.openxmlformats.org/officeDocument/2006/relationships/notesSlide" Target="/ppt/notesSlides/notesSlide13.xml" Id="R9d12821da7e04a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d603c30d940ad" /><Relationship Type="http://schemas.openxmlformats.org/officeDocument/2006/relationships/notesSlide" Target="/ppt/notesSlides/notesSlide14.xml" Id="R9e07876811e348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c05cc6c2b44fa" /><Relationship Type="http://schemas.openxmlformats.org/officeDocument/2006/relationships/notesSlide" Target="/ppt/notesSlides/notesSlide15.xml" Id="Rbe1def35274540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a6b59065a48e8" /><Relationship Type="http://schemas.openxmlformats.org/officeDocument/2006/relationships/notesSlide" Target="/ppt/notesSlides/notesSlide16.xml" Id="Rc7602fc1e91e48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f90697f9841c2" /><Relationship Type="http://schemas.openxmlformats.org/officeDocument/2006/relationships/notesSlide" Target="/ppt/notesSlides/notesSlide17.xml" Id="R2bf4c0c937a541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80f47063f478d" /><Relationship Type="http://schemas.openxmlformats.org/officeDocument/2006/relationships/notesSlide" Target="/ppt/notesSlides/notesSlide18.xml" Id="Re687feb2d30b4a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99f109c1e4037" /><Relationship Type="http://schemas.openxmlformats.org/officeDocument/2006/relationships/notesSlide" Target="/ppt/notesSlides/notesSlide19.xml" Id="Rc187b3ca70e745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d6bd49b1e46a6" /><Relationship Type="http://schemas.openxmlformats.org/officeDocument/2006/relationships/notesSlide" Target="/ppt/notesSlides/notesSlide20.xml" Id="Reaafcd9f457a40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b277eee024ff5" /><Relationship Type="http://schemas.openxmlformats.org/officeDocument/2006/relationships/notesSlide" Target="/ppt/notesSlides/notesSlide21.xml" Id="R48b18424843144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bca0cf2014e5f" /><Relationship Type="http://schemas.openxmlformats.org/officeDocument/2006/relationships/notesSlide" Target="/ppt/notesSlides/notesSlide22.xml" Id="R882737562ade49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643fc6dce4605" /><Relationship Type="http://schemas.openxmlformats.org/officeDocument/2006/relationships/notesSlide" Target="/ppt/notesSlides/notesSlide23.xml" Id="Ref59fe25661c458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248194fb84613" /><Relationship Type="http://schemas.openxmlformats.org/officeDocument/2006/relationships/notesSlide" Target="/ppt/notesSlides/notesSlide24.xml" Id="R61d5a06b70104e2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2a38d78964c47" /><Relationship Type="http://schemas.openxmlformats.org/officeDocument/2006/relationships/notesSlide" Target="/ppt/notesSlides/notesSlide25.xml" Id="R338ba919cc9545e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bbaeb39ed406e" /><Relationship Type="http://schemas.openxmlformats.org/officeDocument/2006/relationships/notesSlide" Target="/ppt/notesSlides/notesSlide26.xml" Id="Rccced911fe644e3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5273e30164ab8" /><Relationship Type="http://schemas.openxmlformats.org/officeDocument/2006/relationships/notesSlide" Target="/ppt/notesSlides/notesSlide27.xml" Id="Rc27acc3b0abb4d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9b2fd845a4c8b" /><Relationship Type="http://schemas.openxmlformats.org/officeDocument/2006/relationships/notesSlide" Target="/ppt/notesSlides/notesSlide28.xml" Id="R3f03597d3f0941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7dd8b90d542c0" /><Relationship Type="http://schemas.openxmlformats.org/officeDocument/2006/relationships/notesSlide" Target="/ppt/notesSlides/notesSlide29.xml" Id="Rb2637eaaf9fe4a9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476bb3c744751" /><Relationship Type="http://schemas.openxmlformats.org/officeDocument/2006/relationships/notesSlide" Target="/ppt/notesSlides/notesSlide30.xml" Id="R485252968c604a1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4c546117e4613" /><Relationship Type="http://schemas.openxmlformats.org/officeDocument/2006/relationships/notesSlide" Target="/ppt/notesSlides/notesSlide31.xml" Id="R5496955e0d874b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3d8a1d9284cf1" /><Relationship Type="http://schemas.openxmlformats.org/officeDocument/2006/relationships/notesSlide" Target="/ppt/notesSlides/notesSlide32.xml" Id="Re02c563a751c439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0b43ac1a24e01" /><Relationship Type="http://schemas.openxmlformats.org/officeDocument/2006/relationships/notesSlide" Target="/ppt/notesSlides/notesSlide33.xml" Id="R1f87ee679680480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c9bbc50e540f8" /><Relationship Type="http://schemas.openxmlformats.org/officeDocument/2006/relationships/notesSlide" Target="/ppt/notesSlides/notesSlide34.xml" Id="Re0e10b1d67804c4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67784f0bf44ec" /><Relationship Type="http://schemas.openxmlformats.org/officeDocument/2006/relationships/notesSlide" Target="/ppt/notesSlides/notesSlide35.xml" Id="Rc61478a1a16f47e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90d02fd7a48d5" /><Relationship Type="http://schemas.openxmlformats.org/officeDocument/2006/relationships/notesSlide" Target="/ppt/notesSlides/notesSlide36.xml" Id="Rc197adfbf4704e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0d1ba18ca485e" /><Relationship Type="http://schemas.openxmlformats.org/officeDocument/2006/relationships/notesSlide" Target="/ppt/notesSlides/notesSlide37.xml" Id="R47a044a015dc47a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1308d1c654ea2" /><Relationship Type="http://schemas.openxmlformats.org/officeDocument/2006/relationships/notesSlide" Target="/ppt/notesSlides/notesSlide38.xml" Id="R46fab3ea4a884e3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a1e34bee64bf9" /><Relationship Type="http://schemas.openxmlformats.org/officeDocument/2006/relationships/notesSlide" Target="/ppt/notesSlides/notesSlide39.xml" Id="R799f4262aee145c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3c150f9cf4155" /><Relationship Type="http://schemas.openxmlformats.org/officeDocument/2006/relationships/notesSlide" Target="/ppt/notesSlides/notesSlide40.xml" Id="Rc7c5fc23d88346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7B52F-58B7-405C-98ED-3552FCC0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FDA25-5DDC-4E15-A512-F49350D1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8CF95-1C4C-489E-8828-610277CD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63B98-729F-419D-B4BE-83994378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FCD6F-1D4B-44D5-9FFA-CFD55531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225E5-AFA5-47B7-A083-64AC7E4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8865D-7933-4819-8C1B-91D55FA8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2A0BE-3778-49FF-B08C-7AE32A4D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342F4-C96A-4373-A70F-ECA91AAE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21018-5826-4FDB-BE6D-7EC3C4B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307EB-F41F-4587-B206-80713682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F365B-AC84-46B2-8909-A6844B21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C18A4-7E23-4D35-8FA3-016A145F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41222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69EED-3D95-4CA2-9B41-38CFCDD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BE25C-1FFD-406D-8727-15E37EAC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2C3B5-B406-4351-AB71-94FC8E1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E2FB6-938E-4331-B9BF-7EB21F43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7A172-7D00-427A-9BD9-3B339DB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D7AEE-7A8C-4DE9-8517-07236196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342F1-68D2-4F98-B8AB-A805585F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1C1DB-65D7-47C4-8107-CD8D51D9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1233E-FA00-45B3-B627-729962C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D7D51-472B-464D-8E9C-01F39970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113AC-DD95-400E-902E-47F0AB66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7B64A-55B4-43F8-830A-5C9F050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99221-F0B4-4DDB-988E-CBD9863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2B18A-A69B-422C-848D-ED4DC3AD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5199E-51EA-41E9-865D-3E16D7B0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75649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42FD0-6904-4324-9E81-C8061A2E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13878-55F7-4BA4-8CC2-92D6351D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208BE-83AA-4996-8F7A-51AA8B26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9D691-243B-4A90-A11A-833EC8BD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E95FC-C7D0-43F1-A027-800712DC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3D91A-88A7-477F-A007-82F2230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4DF9E-7F7B-4210-B5FB-A0FE47B2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A0F12-FFDD-4739-A332-4AFEFF11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961E2-DA34-48B5-9052-9511FD8B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Calculus (8Hours Theory + 4Hours Tutorial) Partial differ...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2CE5D-F7FB-4C5F-964F-F8634352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9B90E-3F8B-4A2B-901C-A4A049A0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06CFE-077E-42BC-BF5F-5AD1343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total derivative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95DDC-B4B3-4198-8AE9-3BDE9DA1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39CA1-AFEF-4652-BDDA-CC04669B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C8254-CD54-4E71-898E-C4F024C1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differentiation of composite functions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99BE1-8DF0-4E22-AB1F-24EEC577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7F5DE-76D6-4FC3-9924-2C10CCB3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3DA70-6727-4D9C-9639-0B9E4E04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Statement of Taylor's and Maclaurin's series expansion fo...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A3BCD-D738-4926-81AA-DE257D01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A6C92C-D7DF-4E50-9DA0-010B47F2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32476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12BDC-C985-4A5C-8340-649753A4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67EB1-41DE-428F-9BEA-B38169C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B32FB-BE6D-45A3-90F6-D9A2E7C3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1AB68-6BCE-416E-8E38-0A50D0F3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19E7F-49DF-4DCF-90AD-D8E90C18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6FF95-1CB1-4015-8DE1-F8E10AC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E4BC2-E460-4779-BFF7-887BEEA8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F7887-CAB7-4A9B-A35F-B010A01A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Calculus (8Hours Theory + 4Hours Tutorial) Partial differ...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E3497-C561-41CE-A711-7C91090B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ADE7A-5B43-4D2F-8E59-177CD354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34749-AA9E-4210-BC53-BAF3C01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total derivative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3F04E-E76D-48FE-A2A8-3E669FF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656A9-ADC0-4DF9-8132-63ABDEA3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8E7D9-033C-41C0-BCAB-C36DD371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differentiation of composite 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28EF5-07F1-4BFE-A438-D7CE7948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B0FAE-10B5-43D4-86F9-441CD11C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14E57-E355-45E9-A7BD-131BE24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Statement of Taylor's and Maclaurin's series expansion fo...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AA621-1B86-41D2-869C-A7778E35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28D22-2A05-4831-890E-91C05FE7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3C661-0016-4631-BFFA-41EABFD8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57906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08AA5-84B3-4103-AE43-0CE671A3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DB7FA-358A-4611-93FB-65EE70FF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5F1B8-47A2-4A25-BAA8-70D4B090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C9C43-59FF-4BCF-BDCA-F398A65A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34CD8-ACD3-42CD-950F-4A462FFD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EF58E-3A8E-408F-B3E3-E9E09D24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E4F68-89E1-4767-B99D-248C984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Partial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5CA70-007F-42A1-9365-28980A0C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D4901-7531-4FEE-B5E2-5D5BAE5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180F1-7B4E-4E46-BC4B-5E68E4DA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derivative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9F080-A2C6-4F4A-9270-5433F81A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265F8-31F8-42F9-BAED-A06B55CE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BC4E7-6929-48D3-926F-A3BEF7CB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Jacobian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0AF35-6E2F-4A14-9362-0CB5C183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D63D9-C133-4DA3-A191-7D8DA7B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1ACBD-25FB-416F-83A7-FF384B2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63244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C85B7-0288-4008-A428-256C7528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840A7-DFD1-4CC1-9B2C-B42BCEA7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D6C9E-82D1-4F0A-936E-86586F8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71166-03EE-46B5-9F88-2C4148F2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A5AAA-610E-4AC4-B6A8-4A3E3B75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Calculus (8Hours Theory + 4Hours Tutorial) Partial differentiation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B9496-C19C-4DD3-BBF1-F9378BB4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Calculus (8Hours Theory + 4Hours Tutorial...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0CFAB-FAE0-486D-BA1C-DD921B9A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29CA9-5B34-4FA5-8E47-FF86ACE2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952C4-1BB2-4F7F-9424-1CC7AE01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5BD1A-DE78-4CBC-B786-D4173288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F1057-61E3-473C-87A0-1BBAD856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27919-D8F1-4389-8177-D622A9A1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22701-D8A0-42E4-AE13-84192A00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D6159-EF57-4DFB-95A8-D4EB80C5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17AC6-4320-4A73-A93C-9EFF9D16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B12A2-1F96-4DC7-8F94-0A29DF8C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52659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938BC-D182-4BD3-85E4-2ECBFB83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200CB-1ACA-4B67-9AB5-3675484D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EF963-8146-428C-94E8-4BC1A018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636A8-333E-4C7E-B5E0-D867CA3F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2A388-90AE-4CAA-981E-322E6A16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647F4-2EAD-47E8-8CC3-930DF23D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A129B-A76C-40E2-8C18-A05012D1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0A8EF-3FC3-4CBF-B64A-1B9DA996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4D615-61AA-4EAB-B6F9-7F7B6B0F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Calculus (8Hour...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212D0-3DF9-4EF2-8926-F0BDC504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ABA45-C18B-488C-9AA6-319157B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234F3-9DE1-4224-A6E9-4834B2FA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Calculus (...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182E6-509B-4882-AFA7-4EBE03C4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DE950-C06F-4697-828B-1E156526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1EAF8-C01A-4EF9-832C-26C50588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Calculu...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09A89-D7B3-4F40-BA05-5D813FF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6963A-BCC2-4F09-AFFD-156D557F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7993A-48DC-4426-9ADE-A04A4FB6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Calculus (8Ho...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9D88F-5D33-497A-911B-E843CD99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C1C5F-516E-451D-9C7C-58679611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D50BA-99FD-419A-A141-FD468D65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Calculus (8...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AF89A-83F3-4916-AAF8-6F9BB618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7D42B-9A74-4D97-9AA1-F32666DE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42844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9B135-11D8-4E90-8829-803FA008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98533-D2C0-4D31-891D-03F7CDD8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0E503-25C3-4673-863D-1E393BA7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D513E-1483-4BDE-97E8-BDCF5EE5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2400E-C6B6-40D1-AACF-7D22501E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D3ADD-2509-4D30-B0D4-9B7DED6F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C0D45-A535-4EC9-9924-47ED4FC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64BFA-C39A-4182-9933-10210670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DA8CB-0B06-42F8-A7BD-11AFC0D1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B3D22-D46F-4C94-A4D2-A64D0CB4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78ADD-FD3F-4EB9-A552-1F2677B0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1F341-B8A9-4401-A33D-5877C25E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AE08C-F137-453A-83DE-E885C34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1123E-9B13-44D7-AA94-0F0163CA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B6A13-05E0-4BDA-8405-A32C38CD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68662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05558-F946-4758-A587-76314479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11A8B-B766-4786-9022-13224F0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EB45E-7867-4D0D-AD5E-6512CBAD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AD555-5253-40C1-B6D7-66DBFA0E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B0864-013D-4E3E-9A55-C15AF4B1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631ED-1F1F-4F9D-954F-5FC94129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Calculus (8Hours Theory + 4Hours Tutorial) Partial differ...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1C71C-FE81-4079-A037-B01A1894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50AFB-026C-4F68-9A7B-B23C93A5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211FF-5556-440E-B01D-8A535F48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9E495-3E85-436B-BC10-F4499A77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2326D-981E-470A-B293-A6DED18D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230624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1C4FC-F74A-4713-AD84-6E253BEA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6F0E3-2028-4410-B948-3257E14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710C9-4CFC-4826-A92C-DB756A40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1A551-85F7-4B75-BC93-71C63D78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4E14A-A892-4D30-8208-0EAD700F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total derivative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47E15-E0D1-4E3F-A1FB-C6ADCA0C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total derivative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882C9-2746-4FE9-97CE-D8118BDD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A500F-03DD-4081-BE9B-8C2A1CB7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CD11D-960D-4D52-876F-0C89C655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868FA-700D-4F0E-939C-CD83D204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42DE4-6A32-473B-87D2-73E4A8FC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2C57D-158E-4CF3-A628-034E299D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385A7-9885-4FAD-99AA-33FC9ADB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1D841-6A88-452A-A747-5588BF11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B05AF-09E3-4C2D-B820-37D20178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A4EE-54AF-456B-B9D8-6D04202B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178140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AD14F-9788-4CD1-8B73-C2809583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BF45C-74E0-47F9-920F-73FC958B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8C8F8-71EC-4492-960A-E78351C0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19980-0D74-4222-A49D-AD1AB49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70958-BD8C-4C4E-94D7-D80E10B2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DD4F8-BA4A-4414-98C7-0F7DCF9C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FC7FC-C645-4D0E-A49D-B9AA32B4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CA758-2A2E-4078-A478-3D92A642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F476D-7666-4FA0-995D-FC3E7CB2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total derivativ...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66088-7E10-4BA0-965A-F47EB925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05D08-DBB7-4B06-8F3F-91DE891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3BD7F-BB87-4B1D-9F80-A3F48BD0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total deri...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8A118-1D1F-4C21-81EE-0F2D20CA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980BA-30AC-4478-AC60-11715A3A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2BD42-ED03-412D-B7F2-C5716CCC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total 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D60B7-79D9-4C0E-8CBD-30B97034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52BAF-6DBC-444A-BB14-56DB9256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69EC5-9D50-42F4-9657-77009B7A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total derivat...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8C299-0D4C-44D3-85D4-6CA4ACDE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F21AA-C3F7-4146-8EA7-936C52CA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07370-DC24-43A3-BDD7-83385B3C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total deriv...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14D00-515B-465A-9517-E589B20C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88E99-BAD0-46C1-8283-6ABF94FB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90631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5A343-02D2-498C-9F63-284F9671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438D4-012E-4A5C-8B5F-C0BF801D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0636-10ED-4EE8-9DB8-10830D54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DB19C-5350-4016-9DA3-7102B1A5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C1B83-6489-4B6D-86D6-2C76367C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EB311-9CC8-42A2-972C-E9A53F0F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3B93B-B12B-44D5-A3C2-4E6CEEBF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D0457-D9B1-43F0-941B-3DE7D8A3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FAB58-B475-4E93-94D0-8F8BC483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88912-BA1A-460F-BC53-5B854F32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CF1D8-5ACF-4571-AE1A-77AA5D6B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01210-356D-4C49-A904-B83527D0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7F493-1AFD-44FE-9467-3CB20EA4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8CEF3-DF9F-4BD4-9CD6-3CC8B091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B79A7-CBF9-4B15-ADA8-A733E64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14080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310E0-6A8F-4FEB-BD43-B1F63C6F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E5FAB-BF10-4E6A-A87C-46F3243B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27A09-1ACD-4320-85EB-8AAFD2E9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9BEDB-2280-4F22-A87A-0AF0A891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91601-1F6D-4EF1-B331-A119109B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FFEAE-085E-4307-A25A-0CABDC13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total derivative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AF04A-4985-4250-A299-01EDF8CB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10783-1AAD-47AF-92AB-31A54185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8643D-0EC2-4853-A0D5-6DF68E5A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2CFB8-5B36-4777-BEAA-5D122512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0FAFC-DD82-47A8-B971-DC8968DE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118971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584FE-1A03-42B3-9E42-ADC96620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AA0F0-5FE0-42E7-9DFA-FEF7059A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D5CD6-19B8-429E-AC0D-F994B9ED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CADB0-EC58-443C-8216-10B9F299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DA278-2AE1-4E07-8710-15B168FE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differentiation of composite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49AF8-3027-4C36-B793-6CD5781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differentiation of composite functions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8F710-1B2B-4905-93FD-EA601B3B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F4D74-5901-4C17-A5C7-B53CDE36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99CF0-1B3E-4FAD-84D4-A81007DC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A5531-AAA3-4E5D-B864-66B5B058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7B83F-EFF1-41E1-B964-4CE3F466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4F655-A338-413D-9248-C7FDACB1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EDCE0-E0A4-4FE3-8F86-E57C0668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A9F13-09EA-4338-A667-789A461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7B98E-D4A0-4940-BAC8-AA5A6E25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36780-E51B-4EC6-B684-DB4FA13F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27047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58588-9D49-4B65-BC1D-2DA8F9A7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D194B-61A9-499D-98AE-EFA31F72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64D41-3999-4C1C-80DB-CA2F074E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CC82D-2AE4-40B7-9B09-FAE920C1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5E38E-20A0-409C-9A6F-260BA94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4E8CA-9395-43B3-B2CA-E2028008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C43AC-1E71-4130-BA91-552F0A8B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6B472-3097-4D55-983A-3DDA5E65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A4070-A03B-440F-83B9-690B04C7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differentiation...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F3491-7BDF-49B9-B7E3-39375B90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05D55-2D61-43D4-A353-81A43CDE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68423-5126-4CD3-A80D-84DE9C19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differenti...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93172-9481-4F89-851A-E047EC4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C7AFB-4FCF-4E9D-BC3B-BD4D9A89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B86A7-6495-4ADA-9EC7-8AFDCAC2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differe...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A6F94-0FAD-4586-A8D7-008195E7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BE86C-D55D-4A0A-95CC-CF69FD76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3B5DF-6BF7-410D-AF7D-7E7B86AA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differentiati...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9B8FF-529E-4A3F-BEC6-8B00A0F5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346CA-0D6E-4B99-BFD1-03FA13F8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9E037-1466-4B6E-8964-E33A2A3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differentia...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4B142-D0DA-4626-ABE5-2990386D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4AD52-FB4B-4A53-963A-A2DAEF77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890150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C1722-23CB-4F4E-BBF9-7BA9E3E3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CAB1B-263D-4A2F-A710-A0BB83E4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96985-341A-4E97-94CC-330C5FAC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0C86A-F3F7-4ECC-8FA6-B4AD66E8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4DD1D-C266-4716-97A7-F538E424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D2976-B18F-4D16-88E7-94D23D32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1E463-587B-436A-B2F9-E5B88EC9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506AA-5E11-4110-886D-573BD77A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5D705-24BC-4149-9686-4B018FA7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4070D-411D-4B83-BD36-C06BEC64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6D743-74F6-4916-AD03-8722746B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92730-892F-4273-8F2C-779BC43E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B3B4C-CED5-47A1-8F56-8AF199A2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D765C-0BA2-4393-AA4B-E50BA052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EA118-E08A-4265-872F-CAFC61D6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658296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959F1-FB4B-4349-9505-EE2CB77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321B5-4C31-4BB5-8352-34B3FBD7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15CCB-96C9-4797-9551-47233C8F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5BE42-9EAE-454A-9C26-F013DCE0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98BD5-AA58-4F62-8145-E2A699E8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71210-C548-4EFC-B732-9712D8C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differentiation of composite functions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0570F-A8F9-4C8A-9AB2-FE9C87E3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FD391-DC36-409E-BF06-589847B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1CD9F-DB56-4B9E-8C61-4F564FD9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AF2C0-2046-4852-8C8B-34EC1761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FAF47-9F92-4ACC-808B-DD6A32D7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657619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CB2D0-874E-48E3-ACF6-95BC76AA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04E66-31BF-4EE0-B6B1-41DD4A4A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9949F-8FD4-4950-87C5-7DBD7F3F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5A5D2-A477-4D20-97DB-12E5D96B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C1DC4-18F3-4478-AB58-8128EFFE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Statement of Taylor's and Maclaurin's series expansion for two variables. Maxima and minima for the function 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AB49A-E5DD-4B3F-8B25-8B56CBAD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Statement of Taylor's and Maclaurin's ser...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6CB9B-31FA-4273-96ED-259E895F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6D10C-51AD-4381-97DA-D55F5F7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5E6FF-8770-49DD-9CE1-B54DC310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49E0B-77DF-496F-9926-5ACE2940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DBED2-3D4A-4273-97C5-87EC9069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9A63D-1469-46BD-8B71-B9DF5DD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4EEE6-EADA-4B1C-9121-7092022B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D1976-C6E0-4EC1-B6C6-6AEED528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4B521-93D7-4195-8AAA-16D409C3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6A504-E3C9-474D-9A2A-DE3AECB9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041625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DBC65-855B-4006-9F95-D3E864C9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5CE57-5885-4467-A5C4-6978616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C7647-8F6B-4253-B8D3-0F6C3D72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62D8E-87B1-4EC7-B966-BE6F7A5C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52F09-BF50-43FD-935A-9856A353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9F7F4-9384-46BE-BCF7-6779E61E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9BC5B-02DD-47A9-A048-750A0018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623B1-FB18-4731-9A50-A44BFE7A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CADC2-4B03-4516-9A21-27E0F4FF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Statement of Ta...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FB9D3-00B4-4517-A7DD-5F4416E6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0C8C9-D6F7-4B64-A2BB-A1C75B95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E7C62-90AE-45E1-9E9B-E956F63C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Statement...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B5366-58AE-4F4D-BA98-C02FDBDE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8FFCD-A6CA-46C1-A2BF-F67B3313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8B743-1621-4711-8566-CCE98708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Stateme...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CCE5D-59CD-4960-859F-792793E4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28BAF-B38B-4B69-BDDB-5DCCF8B5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E2B46-DAB8-4D03-BBF0-4D1942D3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Statement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2F7BC-7C35-4101-B468-2A3EFB7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091A3-4B69-4902-BC0E-2AF66DEA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2DC88-FC6F-4FEB-9908-A74F79F6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Statement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07BCD-BEBD-4FCF-9DBB-FEEA6CED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0D5C2-C07A-41A6-AA95-696D070C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013496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B1B8D-49A8-4021-95C8-01EBA642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9BCE9-356E-4EB3-BC6B-8B87DA84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5D047-86A5-4F2D-9FBB-72F5A15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4F8C9-3B83-406F-8C43-38EA2450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BD555-026C-41CA-8DDD-7E06954A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33CA1-7DBA-4424-B33B-B3F931E6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1FC4D-C655-438A-9F56-F26D771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FE6AB-6DD2-4F5B-B64A-58489242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CBBB1-E78E-4A2D-951E-29AAD423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0C68E-D12B-435B-A699-F3B37B5E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3CCCB-0E72-41D6-97EC-EE8BB943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256F9-8D0D-4505-8DA8-308A55D9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A1481-F9ED-44A9-BCD5-54D68AE4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F143B-0861-4E41-8680-4C97562C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7311C-68D9-4D83-98E5-CFC914F2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838958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A3317-ABFC-4399-A4A1-E5F956BF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A76DE-86F3-410F-A626-AF7B906C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92A5E-4707-45BE-B91C-8AFA97D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E7283-FE9C-41FD-93CD-2BB55077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C1EE4-90CE-48C1-9C20-E81C7761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A3ED1-5621-4CEE-B0B9-26C99464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Statement of Taylor's and Maclaurin's series expansion fo...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260AA-C3C0-4D3D-A2C1-8002EC02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97FBC-4300-4EF8-8BF1-1E49D252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A196C-A61E-497C-952E-7A10F3E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CD86-BEAD-415E-80AF-1B2FC57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76292-A91D-49D4-9839-ABB72979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307094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D8600-D574-4EAA-81D8-8F4833F6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32087-2A5D-4206-865F-03DC16A0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128B6-F04D-45F9-966C-ECB77897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8B640-62EA-4A14-BC11-93D9FBB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8E60C-F992-4401-9258-EDD30FB3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35207-CEB6-447C-9493-A761A341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819194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51881-D78D-4246-A2A7-B4A590C1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18357-4882-4C94-83C0-655A82E4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C8AAE-2540-42D9-9D2F-24A94DC0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0DC8C-97B6-4B9A-9B23-01496DE1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4BDC0-4455-4094-A7B3-4250B76F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total: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8ACEE-7331-492B-86FD-DF24A31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733503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FEB7F-E92C-4481-9D50-A1CD02AD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1209B-BCA6-48AC-9658-3FB0BB25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BB534-7A5A-43DE-AB6D-325E820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A31BD-BA88-456B-BE6A-D40CC0CF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9B551-C9D9-42AF-9105-5013AB67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28920-8076-496C-8FBA-65B3CE0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836049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F7961-608E-45AD-974C-24484609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E01B7-A940-4624-B7A0-B1245D3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6D81F-1A65-4D0C-A659-53B2B806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A5F49-6CA7-4BC5-B7E2-E846E01E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21D6C-BE92-4739-8E22-73724557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12C99-1819-4784-8490-84B7A520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811551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6974E-BD6F-4F9A-BCFD-2534329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E0BA1-D8B3-49C7-B8F3-A2D90A1D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51F16-126A-433E-B053-77F93430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31289-F11E-489F-8DAE-7F2FAB07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20CD2-D4AB-45B8-A5BB-AD37B79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Calculus (8Hours Theory + 4Hours Tutorial) Partial differentiation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total derivative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differentiation of composite functions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Statement of Taylor's and Maclaurin's series expansion for two variable...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043BE-FFA7-4DAA-81D8-8B4A0D75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69249-2972-4F9C-8A2D-ABBE02B5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F039A-5EA0-400D-93F3-7552CDA6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393380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A4B666-732B-45D9-92AA-6D2771FF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A4EE0-2A3B-4268-854D-8E5BE6AB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total derivative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86795-2E0D-4249-875A-BE99F232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76687-72A4-4950-99E1-A18C0EAD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5431C-A1DC-41C4-8860-358166E3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1E9D4-892D-48F9-831E-26C73CC9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178AA-83EB-4FD6-B155-4837850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1EA60-85CD-4368-84CD-29E51B01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0FED9-D4C9-4825-A8FF-8E85969F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FA457-B774-401C-8682-2ED02846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EFF78-5DED-4A2B-85CD-547A9CFF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506D5-7968-476C-991A-141ACBFD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8890A-C11D-428A-AEC1-E3390914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41140-7E49-4FDA-95F1-7BA75FCC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1B1C0-1719-482C-9559-38374CB4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31C15-BFC9-4D84-9AAB-3A1AF988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C5CEA-C47A-4EFB-AC2F-F518695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319BA-812B-4F92-BCD8-78C3732B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C9C1B-C3FE-4D27-ABCD-E338BB9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BEDBD-576E-496E-9E27-E3997C87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E4012-06C7-47D3-9259-959AB4F5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E893D-3685-4BFA-A7E0-8F8E9F84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4DE16-71DD-465F-AC18-A4463F64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CD8A68-1949-453B-8630-07448BC4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60C7F0-5F73-43D4-A9AA-B6703B3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939E8-4189-4082-B82D-6E5D422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681D56-457D-4EF5-9717-D1D52D46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8D5A8-A3C5-49C2-A5B0-2DB7C119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CFC41-2BF9-46D3-8CFE-71A2A901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567E5A-7A12-44DD-8C0F-DE7D6567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36ECF9-167B-4146-AD32-AED98D26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50422-5124-4338-BA9F-1C0AB4C0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646682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5367B0-69EA-4F79-BF48-59E4382F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63728-1102-4220-B133-4936F9CC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differentiation of composite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8C520-1DFD-40D1-AB20-4E4CB1BF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DFCBD-A966-4E46-BA79-FAD294C6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C01A2-1F14-46E1-AB94-6AF4EADE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633B1-836D-4EEC-8D51-FD4F1935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6E647-47CA-4ED4-9AB7-DC228E0A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2B1C3-E135-4CAE-B2DB-E1D74325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27B1D-F656-4396-A8E6-3ADC59B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BB282-644A-44F7-A3A4-13CC6DA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9FF95-F856-47C5-928F-14AD9C2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53805-CD8E-422D-930E-A8F96416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3F5A5-541B-44D9-9CB1-DF5829E5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0B20D-5E9E-435B-8D7A-B2DA08B1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10F02-4A0B-454B-A134-C2C1529C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2CAA3-E432-482B-BD7A-40ADCD1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49E18-3FC2-455C-ADEA-67FC4A83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F1493-14C7-4D0D-A955-C793F119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230E9-3A2C-4025-80F2-4A3CDCC3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2C382-636E-45CC-BC16-84EAE490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832DF-4A4C-4546-B2E9-3BF983C0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94F82-DFA7-4453-8E78-50A9EF11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060A6-E645-4EFE-8700-BAE8FBC0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E8BD7-56B9-48CE-95AF-9B690793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7B2EE-1F99-4DD8-98EB-D21B0CFC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DC461-3675-442E-993E-FD67B42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17035-1B8B-4501-8F66-CF0685C5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0E3FF0-C00C-488F-AC52-3BBCEE01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4E11F-8CA7-41F1-86DE-6F4597D1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71171-3E1C-499D-90D0-53811072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11C395-2FE2-4B06-B125-C02F4345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8C5E1B-59FA-44C6-B38D-9869D2C2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048252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E847A5-F2BB-4D83-BA58-BC702446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D5A80-C576-4105-9649-A4DEA760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Statement of Taylor's and Maclaurin's serie...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6C0D0-4339-451A-AC32-17BD012F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C1461-67CD-4491-BFBE-835BE2AC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78201-E58C-460F-9B76-AF169F02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BF98B-9900-4062-804C-3BE35307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BEEAC-B76A-4D33-B9AD-5244EB0A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040E7-974F-427F-B5CE-30E80068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74C27-D812-4F92-A6EA-A6617EE5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41476-BB38-41EA-AB7B-08E126FE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5FE59-180C-4F9B-B611-64A2A5F7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A77D7-B7F7-4885-8440-CF77B39E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95619-0EF4-4C17-BFC7-82EF8BF6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4EB76-3D25-4012-B165-AAFF6948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0567D-B4E1-4154-B458-58FADF88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5FF29-B7EE-41E9-99A4-469E7A29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E2FCC-B55B-446D-92F2-757A55BB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3D5E0-CC91-4D90-91A2-D3A27D8D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D78CD-3C68-41E5-820D-02A76A3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61BFF-3B6E-4CA8-9E32-C7DB79F7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A9378-2E0F-48C9-BCAD-5F7F9677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489FC-E89E-4815-9BB1-BFC894C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5B3DF-FC95-471C-8DAF-3E36B9F9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89A48-22BC-467F-A143-76675DAC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4F073-68CC-4D6C-AB57-A073A405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63B54A-F0B8-4F98-8B70-FA27B112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9B9E2-2854-4629-998B-40419F78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D5C1EC-004C-4EE6-A0DF-3438A87E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10444-0B10-4605-939D-8C0D6BA1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2D562D-1408-4E2F-A3B0-D9D3B1D7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2CEA2-39A8-4593-BDEC-6CF77920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E7BBCC-D91F-49A9-BDBA-9AFB5FC0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938702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B59B6-F752-4EC4-B3C0-30D1BA4E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494DC-D765-4098-A45F-03C2AD65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Calculus (8Hours Theory + 4Hours Tutorial)...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63530-8B57-42EB-8698-67E68C2F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9C5D5-4964-4795-A782-CA06D0D8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B84A1-B148-495D-90A2-DB44DE27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272C4-5463-458E-AB65-0913E6C8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1FFBE-960C-4D8B-B2C4-5520D96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4AF97-95FF-403C-A7AC-F62B6F61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78345-5D87-42A2-9F47-F6EA0E8E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AFD02-5F0F-4E90-A372-CA12C91A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1DE90-EA36-4770-960E-94AE4C4A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A4FF6-64AE-4B8E-A4F0-0237D0D8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C0003-E822-422F-8B32-8AE882DA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4359A-00DB-4B6D-91AD-5CEE170D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5B3BA-2B52-4EBC-8353-46DEDD6D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192D2-848B-49A9-B107-A77392EE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7BAFC-2CB6-41DF-AED6-20C5113E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535E2-EA0F-4395-9E35-6B1CAA79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9E764-57BA-4876-852A-99FE5504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07443-C81F-41AD-9F78-9DF8F30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E1E59-6A9B-4E80-983A-8A1140CB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9E4EC-9908-4137-872A-AB5B78D7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E3056-DAC2-4342-B104-16381472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55CD7-D856-4AD4-90E5-8D75662A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2C5AA-2799-45EE-AD69-E6622E6A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D2348-36CD-4DC2-AAE3-C9E8C77E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A3AF9-B828-47B0-97C9-670DC07F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CFD17-9524-48F3-9042-183614D9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0C819F-2191-42DE-B189-EDC8FD9D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6FB2C5-9D0E-40FF-821E-D659B996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34CF0F-039F-424B-8349-8E9FD39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DF78A-590E-4EA2-B391-0201E3B0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274965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56FA27-74D9-40B1-9E28-CB4E54BA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39B6F-1656-4747-8E29-CAC36D49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total derivative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D0199-6568-444A-932E-8ED6AAF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1C465-30F9-49EC-BD5A-65CB88F6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11F74-D1CE-49BB-A661-FE66F296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32ADF-EB9C-4006-A902-1E0AF2E3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FD61C-5A21-4D1D-815C-A32F2E94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CAE0C-5F08-4C3B-B47D-788E16F5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968C3-7439-467D-A51E-C0265FA1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E9B62-9143-4EA3-9B49-71AB9C40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0ED68-B1CC-41A0-BE46-D304F358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04ED8-29C5-4FC6-AB64-DB7DA6A9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5B6FC-9B35-4679-9798-2437DFAD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C8B6E-F99C-4AFA-A82B-DD4064E1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E87C8-FC99-4BDE-AB97-F8E5F91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97BF1-594D-44B0-BC34-C43CC82C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3565B-8B90-48FC-BC15-218C3345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1E553-5F1D-4BCB-B374-44A21B70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5014D-2A54-473B-8A12-1DD9884F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4F749-55A1-4CC2-9BBF-1DE635BB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9031E-C681-4C5E-A08C-4FF3EDE5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85E2A-74DB-451C-811E-023C09EF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7C9B4-68DA-44D2-A85A-32B208EB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07E59-9A93-4F86-8736-E43CF228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BB589-2EF0-40C8-A4CD-C35D2096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B7D9C-A1E2-4BB0-85E3-0C057D94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8A2D1-D339-411D-ACEC-08C963E7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CC65E-B8BE-4F15-9F11-57548834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72D4C-459A-479D-AC40-5D902472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9BC11-A2F1-4131-B165-E3731D7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B1EB88-F44A-46DC-938D-17B90618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1F30B3-6EF4-47B9-8C84-65FF2A02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414870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35B1B1-F9F1-4EB7-9DF3-D2748CD4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E1FD6-2FD4-41A4-A499-C45F0B7E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differentiation of composite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013E9-E748-4EE1-B644-F8DFD7DA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028D3-A5F9-4F8E-86AB-BE249C9C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6F440-F720-4E54-9B1B-3F0C3CA9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BF4B6-9AEA-475E-A097-FBB0C1D8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B8198-C107-4850-9208-7B9A19B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65E39-716E-47E1-892B-764AF32F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F1B58-8CB4-49DD-8848-776EBEF7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53838-AEF8-4074-89BB-FE3865CD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27D58-28FE-4DFE-B080-A4A51D0B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984D4-7843-4D96-B7ED-23480328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01499-9FD1-4BD8-AB02-D85236BA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91006-2CB5-4E7A-8B63-77E1233F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AC99A-D93B-4912-A67B-C261BFD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0A79C-6405-4D92-B763-5BCAA96E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9E528-3D90-499C-80D8-DCBBF1BA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E6DD4-A34C-4B2D-AA0B-07F92DE0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99AC0-EB3C-48DD-B509-2DD65AB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C585D-D914-4631-86AC-F8B45AB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00069-BAB4-4B33-802E-7CA3F5EA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27923-9FBC-45A9-AD8D-1F0D2E88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73AD8-19F4-41C4-999D-C0680E0D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5073D4-D7DA-4482-969D-8FE17338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056894-876B-4957-9685-DE82DFDC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FDC43-EB6A-4298-A4B0-F17EB98D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31FA2-2483-47BA-B5E6-4BDD503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2776BF-CB74-43A5-BE67-EFF4B055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894FA6-CB4B-45A5-9A07-2EE7E67F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8EBB5-AEC6-440B-A2DE-E7FE7F88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3122E-DEF9-4980-8F2E-1F1C3316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8D20AC-AEC0-42EF-88CB-CA129CB7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929804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EFF1C-C212-4978-A59E-6C990CF0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B12CE-7A2C-4170-8006-D421C5D7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Statement of Taylor's and Maclaurin's serie...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680D1-80D1-4010-91F4-0DCA10F6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23B96-EDB0-4521-B639-D32942B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0F77F-FC52-4150-AAA2-C22ACB7E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3C17D-54CC-4FD6-8D2E-ED84B16B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1C4FF-7A8C-455D-B4AB-6BE67A02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B1C46-E781-4EB5-B6B4-F2149DAD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49A99-B2FA-4008-A2DE-540C7EB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49DC2-2AA0-4422-8B2E-EB96928B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3F38A-408C-446B-B1A7-B6C12AEE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A202C-7745-4806-8E68-02F5A1C5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26AB8-3F25-47CF-865A-78201FAD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0E41B-5876-4A80-811F-A2A5B5B2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DC189-8EA5-4BA9-B2B4-D1FB0977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893C0-97EE-45AF-8C44-899B149B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11AC2-9774-4F36-B20A-C49C3073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1C390-BE90-4339-BD2F-4BFD9B85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8244A-8479-48E2-BDD1-1BE380D5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3D911-55CE-4D77-ACE8-594BE223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29800-F594-4756-BF0D-4DC66D1C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2C401-D144-42E9-8680-D47481B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A61D55-35B5-4ADF-9A83-61F0E3EA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F7905-E313-453C-ADD3-12EAB695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63946-B2EA-45FF-8887-63F3E218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0D018-1EB9-4D24-97E9-34A925D9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CDFF3B-0F79-4179-9134-94E09713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5419F-60BF-4733-A523-89D8583C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541CE-D431-47E4-99C5-E907139F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DFC2B-A064-4576-BE6E-CDC542F2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27037B-6FC9-4C4D-AA9A-1FE29E60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B596A-682C-4D1F-B718-5107D200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05320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CCBE14-1A18-41DF-A9E3-CAC70209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3D63F-A1B9-4E52-B14E-D3BA36D1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Calculus (8Hours Theory + 4Hours Tutorial)...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07F14-4F50-4051-B696-39A67A3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905C9-B6C0-40B7-8A8F-7F26810F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48802-92EF-4FEE-8F14-50D314FF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2C28C-0814-41A1-BC9F-DCF8EB38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2939A-1E11-49A9-B03A-6AD363E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AD29D-2E01-40AD-9044-BE671375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61676-336D-4227-AA0D-26467E9A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805CE-14C7-4C2D-A2B1-89D84E87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1C4DD-A7A7-4CCC-903E-83301D43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89541-3027-457F-881A-A36999C8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60B50-C1FA-491E-9DF3-9B5D068E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13FFF-CA80-4468-9D0C-A7009051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23C96-BB3B-453F-8645-000B123B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7FAD0-36B9-48EF-AE06-7AC2E5BF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3F468-496A-4A24-83BC-BB1C11D5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4B248-AA5D-43BF-A676-385AE8F6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0586D-94B9-4B73-BBF7-45745A3D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0943C-1DED-426B-9A59-81DD04EC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9774C-83CF-4B65-830B-BE51E3AD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9B00A-1CC2-4CDD-9EE5-294179AC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3E504-C424-4D73-B9F1-2A9D745D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FE017-91BB-44EE-81F0-76B9D940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7D19A-4B38-458A-A2C2-C9C04C09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87086E-7EED-4FB3-AFAB-29D504F9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166BE-406E-46F8-A0E4-F3CF5E04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7C95B-AEED-4B12-9AC2-75D6B0BA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6BC21-DC36-4A19-BC2A-0F68D6B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21F4BD-4396-456F-A931-844AE484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CF7DD3-6640-4A55-BD68-74FF4973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0EAF13-169A-49C5-9874-DDEC5E8B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409408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3B1EF-CB5F-4397-BF26-5E41F048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138C3-7D20-4BC1-88EA-77029991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total derivative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D2D6F-43B5-4275-8141-FA2294D9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2B562-B163-4016-8923-C313BCF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B164F-0740-4CA0-9DE5-FF982A88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2AC41-9AC3-4AA1-8609-28CE4F26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BC13F-6B61-4564-8C96-B0E5F008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D8B57-7978-42DE-8AB9-D541150C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33D0A-9975-4EBA-8864-3468DDA4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3A9C3-46BD-4E5A-80BF-A6410E62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F01B2-09F4-4EDB-9A28-5D327FF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5EC69-EE0C-4115-BB34-BC1C3CF0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B5A12-6A30-4F02-89D7-FC28569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FA544-871E-47BB-A124-4770F1EA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B2BCE-0AA9-49D2-A443-06AE44D5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C6FF4-12CB-4943-8671-9CE9E73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D00F0-CE8B-42D0-BE74-374E638E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DF63B-755B-499C-9B59-B81CC675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BB268-CDAA-45CF-8544-7EF4DDC6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5BE00-987D-4C51-ADAD-2CE9CBBC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09B08-B3C4-4E8F-B1E1-BD09ACFE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69AF1-14B6-427F-B14E-A160C233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86D11-4354-49A9-A5E0-DDCD79EB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38673-A98A-4E51-BAE9-FB030691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1774B-B168-4CF9-A377-1714FF8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37669-FE54-4AE1-B6AB-04AB0328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B229A-1FFE-4C9A-B0C3-CFC15210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523400-E798-4B84-B82E-EF9A47D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65D071-BF03-47E5-A2C9-A123A964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B3535-88A4-411E-80C3-5224B2F1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071B4-3174-42CA-ADD0-E9A845C6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DD8BD5-DC55-4AF4-9B34-3231D114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7708708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0197C3-105D-44F3-B2A6-DC8EA81F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E7AB-F2FF-4479-8EB5-370F115D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differentiation of composite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61E00-F50B-4574-A4BD-525B19B9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C5677-4A31-4ABD-9C3E-ED92B2B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6402E-F444-45A5-BD46-13219972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4CF28-1132-43D4-ABCD-0AEDD67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C4519-E225-4EFE-9108-33A8B738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E3E10-42AC-48DD-B35E-AA28EC5F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4CCC4-29E2-4AF8-96B5-8B82EE0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7E231-33BF-463C-9EB8-F5B6D558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99AF4-2692-40DA-B46A-0EBB71B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1A582-2F34-4AA5-AD82-19432EE4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31AF0-F063-43E9-A706-C53C23BD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10AA6-D44F-4522-95C8-BEE148FD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2CA49-A1BA-442A-9B6C-91EE112E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2F644-3C66-4A91-9363-9AA9A130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93D6F-FDA5-48DC-B01A-8DED5134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2989E-C13E-485E-8817-4570F47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4C5C8-7701-4CA6-BA07-86BB8416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16FE3-B62B-40B1-BC4C-DD04EBCE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BA5AB-83A9-45D5-9205-6211731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C247F-E54B-4846-A856-E5C644E8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D89B1-9455-435B-8BE1-BD6F5DCD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3F086-CAEB-4F63-BA7C-D2BD43A6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7FC7B-0109-4E59-8F7A-C9F2C34B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723A9-C6D8-4739-9766-21413F76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58418E-8C0B-4C2C-8C12-0563A12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4665D-B65E-4FCB-817B-CF8F03C8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FFD32A-ACEC-4DA6-9A0B-AE73F00C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5F38C1-9B3A-47EC-8CAB-4533B4E6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35AD9F-028F-40D1-BAA1-B09CDB97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1CF81-B656-4B8E-965A-70CF013A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8470116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3EA4D-2A5E-4814-822E-A0B36B79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8CB5F-A1D5-4DC0-B92B-4FF4DAFB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Statement of Taylor's and Maclaurin's serie...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3CE17-051B-4FA4-A894-4B91B971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4AF77-47E0-48BA-9F44-36622A1C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F1E14-164D-4915-9B19-3116E863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516F6-73DB-4148-84A3-D457F620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E64EE-1A93-4CF1-8A82-86A21A9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46662-6C7F-45E2-8C87-5AC5463E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1EDBD-5444-42C0-A53B-E92CEB87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22B89-B2E4-4263-BBDE-9096094B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5609E-8209-4140-BABB-C026AABA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A34B2-FBFB-4E98-8A5D-EBE787F4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7EADA-1878-47EA-9613-795404EE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D848C-62C0-4DF0-9F53-B87B6A9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353E5-0505-4DAA-A584-A71B4EE1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5B118-BE03-4AE3-B6DF-24F8EF88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E32B0-A91A-4E0D-8632-CFF95FC2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B9EC0-5242-40B0-9251-85AD894F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B96DD-3AC7-4288-9593-D27ABCB5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4DB7F-90AB-400C-9191-86E2D784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E637C-5F26-4C14-B6F0-9A07FF67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D06EC-D0FE-491B-A5C9-B97C20E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959F6-A8D8-4B26-82E2-1CD69030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B6763-D383-4E37-A576-CF86FEAD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4EFFB-688D-415D-BBE4-96F1038F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25C2D-A807-4C03-8541-2C934209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FFA86-7930-4E3A-AEFE-7E7641F9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AEDC4D-43E9-4AD1-AB7A-DFAF625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6A8D9-5DBB-4A97-9B48-B7F02498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0BE38-5A36-4BFC-BCC9-C792EFA9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C22A3A-424A-4F32-B0F6-62DC673C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EF1D2-2F5E-4F46-8D81-0BF25243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779934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E259AF-0E4F-4533-BCA7-7234BC5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CF2C3-A25D-41AF-AD69-6203A860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Calculus (8Hours Theory + 4Hours Tutorial)...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EA8F5-0611-4D5A-8678-94773710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477F6-AA9E-4C37-95FE-476A2031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80AEC-40B0-4F14-B108-EB62B480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9354C-9361-46E3-BEA6-ABD5FAA4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6D6C7-96A6-4503-BBF0-0FD5E793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1A907-65D6-496D-BA06-EB0C0437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B2BC5-353E-4A51-B362-8962984B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C77F4-8BAB-42AC-834E-2D32F5C0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60309-93E5-4382-A991-FB10FA44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F8122-962F-4FB6-A662-0B4969C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0EA64-558B-4042-B82F-1BCDDE40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95C2D-A900-49CB-8612-EAE528F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6D022-8334-4A38-AE3F-88DD9F7E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6B0EE-A675-4971-B34A-B913F682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E69C6-4D40-4270-B30B-875DE477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9608B-7FB0-4BE2-BF8A-089B7090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94E0B-07B5-4204-99DA-54AE4C2E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5F2D7-871B-4E01-8515-DD826489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277F4-1382-4585-B83A-42AA6A3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BB62C-9F6B-4854-B432-E1E44BF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953C5-49AA-4A12-9666-7BCE8D1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0D469-642D-4145-A493-D060B8D2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E22A0D-B99C-43FE-B602-C0FBFC37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52DC4-CD37-47B4-AFC4-F2D339D2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5A01C-52D1-4D60-8F90-BEBC72F3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033B5-8916-41AF-A0CC-09B6957E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60854-7444-481D-AFF7-A20E3471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81FF4-E687-43AA-B6F4-4A186817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0E2FE0-5672-49AC-9AD1-EFA8EDF2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E869A0-3208-4FFE-9E23-0E0C0372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8203647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800C19-7483-4D7E-8786-BF9721D6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13DDD-C7C3-4787-8B44-A21238DD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total derivative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2F7F5-5E82-4B35-BC7F-437E1FE0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199B8-477E-476D-B5E0-2A6955E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6DAF9-1DB2-4593-94F8-DBA81917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A68D4-EB5D-4213-A783-AEA6C283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ED06D-3E60-496D-B2CF-5DD5C2B2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1FC8C-62D4-431E-976D-00BC1363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5FA04-6E44-40DD-AEC6-10778616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147FD-B048-4360-8189-60BF6181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C88BE-397D-4471-90B7-09D3FA18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0CC6A-DC21-4634-820C-948E23E1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8903E-0864-4AD0-B465-7A8D78AB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1B7F1-2DA6-4B53-87E2-D7C16C1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F2A3C-C776-4DCF-A270-13F49C7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2BA49-ED93-48EA-9637-37C383EE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71283-04C4-4CDF-B180-6890F58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A3E2F-6C41-4027-8926-6B76FB97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48C72-6280-4244-A5FE-D06BD4B1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ACDA1-AD3A-4F56-956D-1C8A5AE5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6B20D-21B4-4084-A45C-914166A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C936A-C0B1-4488-A401-9E04B19D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7F2BF-148A-4106-8AC6-D69D2DBD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2E1F2-649F-40BF-9D16-58DD95CE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FC38C-B584-477D-8672-AD9A5D8B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225BF-D730-48C0-890E-0F86F190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15F771-72FB-4D49-83CD-CC07A8E0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792BF-75A9-4AF1-A8EF-1BD13B9A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850ED-EF32-4484-B28C-62C6D808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89BB4-10B4-4662-82D3-916559F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E0ACF0-A5B8-4FDE-93D8-13917A35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DB7B8C-D692-43A2-AA04-6A5E637D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2448936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98EFB-6E41-4E42-B49E-4032EAB2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C6F38-3193-4486-9832-18CC6E1B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differentiation of composite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2AA26-F584-48C2-8ACA-3ADD5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57AB0-E1FB-41CC-A546-3A273D2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4552E-BD1B-4F71-9CCB-B79C6BEC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9D816-4585-48F6-A6B8-EA1334EA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26557-3D4D-4797-B9A8-A17055F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26683-906F-4421-85BB-D8B1B138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0E978-150B-4002-B29D-D9482B14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8620C-5D42-4B7B-80B0-068405F7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F7B0F-17A4-4CEF-ADFF-ACC078E2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ECF6B-3745-4A20-83B4-16599BCB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444AF-0A84-48DB-8A1B-38339367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B64A7-7396-412A-A0A0-B9C0EE4B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4A019-DF0A-4824-8914-729621BF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164D9-F4CE-4A99-9008-42C6B367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BFABF-51ED-4296-ACC1-2F44D244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E49FB-CC71-4377-8D78-4F078AFD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EF4BC-B25E-4118-8969-A4FBBE40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18ADB-13A6-46E3-BCD7-B8F868D5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DE525-9096-464E-9A3C-AAF72F7F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0286D-CD38-4867-989F-10F1097B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F2067-A77A-4D89-B6C5-2636ED35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B73A7-531C-4AC3-A56E-1E77A51F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89870-7E8C-4D78-9FEE-18F73690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1270E-F5B1-4290-8B02-1BFED95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4F5E60-9F25-46EE-837F-C311C24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7A5AE-9823-4D12-8E0F-CE61D30F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298A18-5A19-45DF-B3F7-C99A334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9F085-DB8A-41DD-8099-8FD5CC78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58607-9B9B-4F6B-972F-5E9A0065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B01B13-375A-4C2F-87EB-4A05653E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57103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2026-08-24T16:03:04.3220000Z</dcterms:created>
  <dcterms:modified xsi:type="dcterms:W3CDTF">2026-08-24T16:03:04.3220000Z</dcterms:modified>
</coreProperties>
</file>