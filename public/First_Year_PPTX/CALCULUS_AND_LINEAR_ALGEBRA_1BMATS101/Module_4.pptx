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4f9a8c619141a3" /><Relationship Type="http://schemas.openxmlformats.org/officeDocument/2006/relationships/extended-properties" Target="/docProps/app.xml" Id="R0b3485a4029e457c" /><Relationship Type="http://schemas.openxmlformats.org/officeDocument/2006/relationships/officeDocument" Target="/ppt/presentation.xml" Id="R3f317bc85f41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fff1ece2cb4e66"/>
  </p:sldMasterIdLst>
  <p:notesMasterIdLst>
    <p:notesMasterId xmlns:r="http://schemas.openxmlformats.org/officeDocument/2006/relationships" r:id="Rc37be9176a7044a5"/>
  </p:notesMasterIdLst>
  <p:sldIdLst>
    <p:sldId xmlns:r="http://schemas.openxmlformats.org/officeDocument/2006/relationships" id="256" r:id="R9b3f50dd35f04e69"/>
    <p:sldId xmlns:r="http://schemas.openxmlformats.org/officeDocument/2006/relationships" id="257" r:id="R1e37041308f540f2"/>
    <p:sldId xmlns:r="http://schemas.openxmlformats.org/officeDocument/2006/relationships" id="258" r:id="Rf2e8e19cce904e6d"/>
    <p:sldId xmlns:r="http://schemas.openxmlformats.org/officeDocument/2006/relationships" id="259" r:id="R407588b7b8464990"/>
    <p:sldId xmlns:r="http://schemas.openxmlformats.org/officeDocument/2006/relationships" id="260" r:id="R043ccf5631144ada"/>
    <p:sldId xmlns:r="http://schemas.openxmlformats.org/officeDocument/2006/relationships" id="261" r:id="R465c7709c02946e4"/>
    <p:sldId xmlns:r="http://schemas.openxmlformats.org/officeDocument/2006/relationships" id="262" r:id="R472f84645bdc4707"/>
    <p:sldId xmlns:r="http://schemas.openxmlformats.org/officeDocument/2006/relationships" id="263" r:id="R5d14b5a03b924236"/>
    <p:sldId xmlns:r="http://schemas.openxmlformats.org/officeDocument/2006/relationships" id="264" r:id="Rfb1841842e5f4a21"/>
    <p:sldId xmlns:r="http://schemas.openxmlformats.org/officeDocument/2006/relationships" id="265" r:id="Rca8f143569094b23"/>
    <p:sldId xmlns:r="http://schemas.openxmlformats.org/officeDocument/2006/relationships" id="266" r:id="R1d53a2b98e194abf"/>
    <p:sldId xmlns:r="http://schemas.openxmlformats.org/officeDocument/2006/relationships" id="267" r:id="R3f2f4ac1e9b8494f"/>
    <p:sldId xmlns:r="http://schemas.openxmlformats.org/officeDocument/2006/relationships" id="268" r:id="R4bb0969963474adb"/>
    <p:sldId xmlns:r="http://schemas.openxmlformats.org/officeDocument/2006/relationships" id="269" r:id="R243a43b05b1049d0"/>
    <p:sldId xmlns:r="http://schemas.openxmlformats.org/officeDocument/2006/relationships" id="270" r:id="R6809a2b55466464e"/>
    <p:sldId xmlns:r="http://schemas.openxmlformats.org/officeDocument/2006/relationships" id="271" r:id="R72d77806256c42b2"/>
    <p:sldId xmlns:r="http://schemas.openxmlformats.org/officeDocument/2006/relationships" id="272" r:id="Rfd9d8a6f8019423b"/>
    <p:sldId xmlns:r="http://schemas.openxmlformats.org/officeDocument/2006/relationships" id="273" r:id="R200502292d3f43f5"/>
    <p:sldId xmlns:r="http://schemas.openxmlformats.org/officeDocument/2006/relationships" id="274" r:id="R9f74906dcad34c80"/>
    <p:sldId xmlns:r="http://schemas.openxmlformats.org/officeDocument/2006/relationships" id="275" r:id="Rf1bedf71414847b3"/>
    <p:sldId xmlns:r="http://schemas.openxmlformats.org/officeDocument/2006/relationships" id="276" r:id="R3a85fee668c045ab"/>
    <p:sldId xmlns:r="http://schemas.openxmlformats.org/officeDocument/2006/relationships" id="277" r:id="Raf03d83ff84747f4"/>
    <p:sldId xmlns:r="http://schemas.openxmlformats.org/officeDocument/2006/relationships" id="278" r:id="Rf7675e57287f405d"/>
    <p:sldId xmlns:r="http://schemas.openxmlformats.org/officeDocument/2006/relationships" id="279" r:id="Rf833e67e73234ae9"/>
    <p:sldId xmlns:r="http://schemas.openxmlformats.org/officeDocument/2006/relationships" id="280" r:id="R7ec4bbe509514b0f"/>
    <p:sldId xmlns:r="http://schemas.openxmlformats.org/officeDocument/2006/relationships" id="281" r:id="Rf7345cdbfb47467d"/>
    <p:sldId xmlns:r="http://schemas.openxmlformats.org/officeDocument/2006/relationships" id="282" r:id="R3074584e4c3c406b"/>
    <p:sldId xmlns:r="http://schemas.openxmlformats.org/officeDocument/2006/relationships" id="283" r:id="Rfe164b8eb91f4b12"/>
    <p:sldId xmlns:r="http://schemas.openxmlformats.org/officeDocument/2006/relationships" id="284" r:id="R2a3c4f71c25b46dd"/>
    <p:sldId xmlns:r="http://schemas.openxmlformats.org/officeDocument/2006/relationships" id="285" r:id="R7159f4851b5a4e17"/>
    <p:sldId xmlns:r="http://schemas.openxmlformats.org/officeDocument/2006/relationships" id="286" r:id="Raf06cf90beb841e3"/>
    <p:sldId xmlns:r="http://schemas.openxmlformats.org/officeDocument/2006/relationships" id="287" r:id="R3e0d1eb1370149b7"/>
    <p:sldId xmlns:r="http://schemas.openxmlformats.org/officeDocument/2006/relationships" id="288" r:id="Rea643e21038a4eb3"/>
    <p:sldId xmlns:r="http://schemas.openxmlformats.org/officeDocument/2006/relationships" id="289" r:id="R331346122b0d4ddd"/>
    <p:sldId xmlns:r="http://schemas.openxmlformats.org/officeDocument/2006/relationships" id="290" r:id="Rd31742a8b9b54543"/>
    <p:sldId xmlns:r="http://schemas.openxmlformats.org/officeDocument/2006/relationships" id="291" r:id="R9c7139d8d5cd43af"/>
    <p:sldId xmlns:r="http://schemas.openxmlformats.org/officeDocument/2006/relationships" id="292" r:id="R7fe2efe0f58240dd"/>
    <p:sldId xmlns:r="http://schemas.openxmlformats.org/officeDocument/2006/relationships" id="293" r:id="Re9c5d74ab04a4ec4"/>
    <p:sldId xmlns:r="http://schemas.openxmlformats.org/officeDocument/2006/relationships" id="294" r:id="Rde5f529728c6467b"/>
    <p:sldId xmlns:r="http://schemas.openxmlformats.org/officeDocument/2006/relationships" id="295" r:id="Rd7c7f2fc8582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53619dffb48d7" /><Relationship Type="http://schemas.openxmlformats.org/officeDocument/2006/relationships/slideMaster" Target="/ppt/slideMasters/slideMaster1.xml" Id="R5cfff1ece2cb4e66" /><Relationship Type="http://schemas.openxmlformats.org/officeDocument/2006/relationships/notesMaster" Target="/ppt/notesMasters/notesMaster1.xml" Id="Rc37be9176a7044a5" /><Relationship Type="http://schemas.openxmlformats.org/officeDocument/2006/relationships/presProps" Target="/ppt/presProps.xml" Id="R1928df50fe3f4b27" /><Relationship Type="http://schemas.openxmlformats.org/officeDocument/2006/relationships/tableStyles" Target="/ppt/tableStyles.xml" Id="R512fed02341c4873" /><Relationship Type="http://schemas.openxmlformats.org/officeDocument/2006/relationships/slide" Target="/ppt/slides/slide1.xml" Id="R9b3f50dd35f04e69" /><Relationship Type="http://schemas.openxmlformats.org/officeDocument/2006/relationships/slide" Target="/ppt/slides/slide2.xml" Id="R1e37041308f540f2" /><Relationship Type="http://schemas.openxmlformats.org/officeDocument/2006/relationships/slide" Target="/ppt/slides/slide3.xml" Id="Rf2e8e19cce904e6d" /><Relationship Type="http://schemas.openxmlformats.org/officeDocument/2006/relationships/slide" Target="/ppt/slides/slide4.xml" Id="R407588b7b8464990" /><Relationship Type="http://schemas.openxmlformats.org/officeDocument/2006/relationships/slide" Target="/ppt/slides/slide5.xml" Id="R043ccf5631144ada" /><Relationship Type="http://schemas.openxmlformats.org/officeDocument/2006/relationships/slide" Target="/ppt/slides/slide6.xml" Id="R465c7709c02946e4" /><Relationship Type="http://schemas.openxmlformats.org/officeDocument/2006/relationships/slide" Target="/ppt/slides/slide7.xml" Id="R472f84645bdc4707" /><Relationship Type="http://schemas.openxmlformats.org/officeDocument/2006/relationships/slide" Target="/ppt/slides/slide8.xml" Id="R5d14b5a03b924236" /><Relationship Type="http://schemas.openxmlformats.org/officeDocument/2006/relationships/slide" Target="/ppt/slides/slide9.xml" Id="Rfb1841842e5f4a21" /><Relationship Type="http://schemas.openxmlformats.org/officeDocument/2006/relationships/slide" Target="/ppt/slides/slide10.xml" Id="Rca8f143569094b23" /><Relationship Type="http://schemas.openxmlformats.org/officeDocument/2006/relationships/slide" Target="/ppt/slides/slide11.xml" Id="R1d53a2b98e194abf" /><Relationship Type="http://schemas.openxmlformats.org/officeDocument/2006/relationships/slide" Target="/ppt/slides/slide12.xml" Id="R3f2f4ac1e9b8494f" /><Relationship Type="http://schemas.openxmlformats.org/officeDocument/2006/relationships/slide" Target="/ppt/slides/slide13.xml" Id="R4bb0969963474adb" /><Relationship Type="http://schemas.openxmlformats.org/officeDocument/2006/relationships/slide" Target="/ppt/slides/slide14.xml" Id="R243a43b05b1049d0" /><Relationship Type="http://schemas.openxmlformats.org/officeDocument/2006/relationships/slide" Target="/ppt/slides/slide15.xml" Id="R6809a2b55466464e" /><Relationship Type="http://schemas.openxmlformats.org/officeDocument/2006/relationships/slide" Target="/ppt/slides/slide16.xml" Id="R72d77806256c42b2" /><Relationship Type="http://schemas.openxmlformats.org/officeDocument/2006/relationships/slide" Target="/ppt/slides/slide17.xml" Id="Rfd9d8a6f8019423b" /><Relationship Type="http://schemas.openxmlformats.org/officeDocument/2006/relationships/slide" Target="/ppt/slides/slide18.xml" Id="R200502292d3f43f5" /><Relationship Type="http://schemas.openxmlformats.org/officeDocument/2006/relationships/slide" Target="/ppt/slides/slide19.xml" Id="R9f74906dcad34c80" /><Relationship Type="http://schemas.openxmlformats.org/officeDocument/2006/relationships/slide" Target="/ppt/slides/slide20.xml" Id="Rf1bedf71414847b3" /><Relationship Type="http://schemas.openxmlformats.org/officeDocument/2006/relationships/slide" Target="/ppt/slides/slide21.xml" Id="R3a85fee668c045ab" /><Relationship Type="http://schemas.openxmlformats.org/officeDocument/2006/relationships/slide" Target="/ppt/slides/slide22.xml" Id="Raf03d83ff84747f4" /><Relationship Type="http://schemas.openxmlformats.org/officeDocument/2006/relationships/slide" Target="/ppt/slides/slide23.xml" Id="Rf7675e57287f405d" /><Relationship Type="http://schemas.openxmlformats.org/officeDocument/2006/relationships/slide" Target="/ppt/slides/slide24.xml" Id="Rf833e67e73234ae9" /><Relationship Type="http://schemas.openxmlformats.org/officeDocument/2006/relationships/slide" Target="/ppt/slides/slide25.xml" Id="R7ec4bbe509514b0f" /><Relationship Type="http://schemas.openxmlformats.org/officeDocument/2006/relationships/slide" Target="/ppt/slides/slide26.xml" Id="Rf7345cdbfb47467d" /><Relationship Type="http://schemas.openxmlformats.org/officeDocument/2006/relationships/slide" Target="/ppt/slides/slide27.xml" Id="R3074584e4c3c406b" /><Relationship Type="http://schemas.openxmlformats.org/officeDocument/2006/relationships/slide" Target="/ppt/slides/slide28.xml" Id="Rfe164b8eb91f4b12" /><Relationship Type="http://schemas.openxmlformats.org/officeDocument/2006/relationships/slide" Target="/ppt/slides/slide29.xml" Id="R2a3c4f71c25b46dd" /><Relationship Type="http://schemas.openxmlformats.org/officeDocument/2006/relationships/slide" Target="/ppt/slides/slide30.xml" Id="R7159f4851b5a4e17" /><Relationship Type="http://schemas.openxmlformats.org/officeDocument/2006/relationships/slide" Target="/ppt/slides/slide31.xml" Id="Raf06cf90beb841e3" /><Relationship Type="http://schemas.openxmlformats.org/officeDocument/2006/relationships/slide" Target="/ppt/slides/slide32.xml" Id="R3e0d1eb1370149b7" /><Relationship Type="http://schemas.openxmlformats.org/officeDocument/2006/relationships/slide" Target="/ppt/slides/slide33.xml" Id="Rea643e21038a4eb3" /><Relationship Type="http://schemas.openxmlformats.org/officeDocument/2006/relationships/slide" Target="/ppt/slides/slide34.xml" Id="R331346122b0d4ddd" /><Relationship Type="http://schemas.openxmlformats.org/officeDocument/2006/relationships/slide" Target="/ppt/slides/slide35.xml" Id="Rd31742a8b9b54543" /><Relationship Type="http://schemas.openxmlformats.org/officeDocument/2006/relationships/slide" Target="/ppt/slides/slide36.xml" Id="R9c7139d8d5cd43af" /><Relationship Type="http://schemas.openxmlformats.org/officeDocument/2006/relationships/slide" Target="/ppt/slides/slide37.xml" Id="R7fe2efe0f58240dd" /><Relationship Type="http://schemas.openxmlformats.org/officeDocument/2006/relationships/slide" Target="/ppt/slides/slide38.xml" Id="Re9c5d74ab04a4ec4" /><Relationship Type="http://schemas.openxmlformats.org/officeDocument/2006/relationships/slide" Target="/ppt/slides/slide39.xml" Id="Rde5f529728c6467b" /><Relationship Type="http://schemas.openxmlformats.org/officeDocument/2006/relationships/slide" Target="/ppt/slides/slide40.xml" Id="Rd7c7f2fc8582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86a9e0ca4348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631fad97f41cd" /><Relationship Type="http://schemas.openxmlformats.org/officeDocument/2006/relationships/notesMaster" Target="/ppt/notesMasters/notesMaster1.xml" Id="R6eb216251212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13ae0904e24378" /><Relationship Type="http://schemas.openxmlformats.org/officeDocument/2006/relationships/notesMaster" Target="/ppt/notesMasters/notesMaster1.xml" Id="Ra842a23be7ae4e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379bb04344a3b" /><Relationship Type="http://schemas.openxmlformats.org/officeDocument/2006/relationships/notesMaster" Target="/ppt/notesMasters/notesMaster1.xml" Id="R8d034c52a252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763b13ba5c42ac" /><Relationship Type="http://schemas.openxmlformats.org/officeDocument/2006/relationships/notesMaster" Target="/ppt/notesMasters/notesMaster1.xml" Id="R356ce65df3ac45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7b794babb94717" /><Relationship Type="http://schemas.openxmlformats.org/officeDocument/2006/relationships/notesMaster" Target="/ppt/notesMasters/notesMaster1.xml" Id="R5df87bd1f7e445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f4559fb8374057" /><Relationship Type="http://schemas.openxmlformats.org/officeDocument/2006/relationships/notesMaster" Target="/ppt/notesMasters/notesMaster1.xml" Id="Ra0e371d5760549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c3b2fcbfd24b88" /><Relationship Type="http://schemas.openxmlformats.org/officeDocument/2006/relationships/notesMaster" Target="/ppt/notesMasters/notesMaster1.xml" Id="Ra4b23cf90bef46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7a93ba303e4681" /><Relationship Type="http://schemas.openxmlformats.org/officeDocument/2006/relationships/notesMaster" Target="/ppt/notesMasters/notesMaster1.xml" Id="R7aef4f3b92c54a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0d9afb2b624ab7" /><Relationship Type="http://schemas.openxmlformats.org/officeDocument/2006/relationships/notesMaster" Target="/ppt/notesMasters/notesMaster1.xml" Id="Rd868fe8f0cbf4c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a7659289ca429e" /><Relationship Type="http://schemas.openxmlformats.org/officeDocument/2006/relationships/notesMaster" Target="/ppt/notesMasters/notesMaster1.xml" Id="R87357f02355a4a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5d84127626401e" /><Relationship Type="http://schemas.openxmlformats.org/officeDocument/2006/relationships/notesMaster" Target="/ppt/notesMasters/notesMaster1.xml" Id="R981771d0ea5849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f4ab38734745e6" /><Relationship Type="http://schemas.openxmlformats.org/officeDocument/2006/relationships/notesMaster" Target="/ppt/notesMasters/notesMaster1.xml" Id="R1c9a971363a74c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a0310af2204314" /><Relationship Type="http://schemas.openxmlformats.org/officeDocument/2006/relationships/notesMaster" Target="/ppt/notesMasters/notesMaster1.xml" Id="Rba560c49078f4d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da18825a5f463b" /><Relationship Type="http://schemas.openxmlformats.org/officeDocument/2006/relationships/notesMaster" Target="/ppt/notesMasters/notesMaster1.xml" Id="R57be617bf80f45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53e678726b4944" /><Relationship Type="http://schemas.openxmlformats.org/officeDocument/2006/relationships/notesMaster" Target="/ppt/notesMasters/notesMaster1.xml" Id="Rf57f952ce3cb4d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3581eeaa6c4ab6" /><Relationship Type="http://schemas.openxmlformats.org/officeDocument/2006/relationships/notesMaster" Target="/ppt/notesMasters/notesMaster1.xml" Id="R98c3952e674a48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48ed4ee9f84687" /><Relationship Type="http://schemas.openxmlformats.org/officeDocument/2006/relationships/notesMaster" Target="/ppt/notesMasters/notesMaster1.xml" Id="R1f56c400d1884a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0cf073908942a3" /><Relationship Type="http://schemas.openxmlformats.org/officeDocument/2006/relationships/notesMaster" Target="/ppt/notesMasters/notesMaster1.xml" Id="Rb1c7f82b785f45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c18b94658e4ac3" /><Relationship Type="http://schemas.openxmlformats.org/officeDocument/2006/relationships/notesMaster" Target="/ppt/notesMasters/notesMaster1.xml" Id="Rf2cc23e5bba0489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822f7c95284f63" /><Relationship Type="http://schemas.openxmlformats.org/officeDocument/2006/relationships/notesMaster" Target="/ppt/notesMasters/notesMaster1.xml" Id="R878a7360a21c497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4d0226b214b40a5" /><Relationship Type="http://schemas.openxmlformats.org/officeDocument/2006/relationships/notesMaster" Target="/ppt/notesMasters/notesMaster1.xml" Id="R6f4c6ed7172847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7c26dfe048482a" /><Relationship Type="http://schemas.openxmlformats.org/officeDocument/2006/relationships/notesMaster" Target="/ppt/notesMasters/notesMaster1.xml" Id="Rb271ea1b4f0444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a218ed3aa0421c" /><Relationship Type="http://schemas.openxmlformats.org/officeDocument/2006/relationships/notesMaster" Target="/ppt/notesMasters/notesMaster1.xml" Id="R0dc1a94ce5424a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7c1ab3e61246b7" /><Relationship Type="http://schemas.openxmlformats.org/officeDocument/2006/relationships/notesMaster" Target="/ppt/notesMasters/notesMaster1.xml" Id="R11b619fa41364e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18f5129aed4d5d" /><Relationship Type="http://schemas.openxmlformats.org/officeDocument/2006/relationships/notesMaster" Target="/ppt/notesMasters/notesMaster1.xml" Id="R2b0e8c6631aa45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e3d51049e34f55" /><Relationship Type="http://schemas.openxmlformats.org/officeDocument/2006/relationships/notesMaster" Target="/ppt/notesMasters/notesMaster1.xml" Id="R632ee7adf55b4f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eb7b77552e470a" /><Relationship Type="http://schemas.openxmlformats.org/officeDocument/2006/relationships/notesMaster" Target="/ppt/notesMasters/notesMaster1.xml" Id="Rf81d4991015b49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c44b43984348c2" /><Relationship Type="http://schemas.openxmlformats.org/officeDocument/2006/relationships/notesMaster" Target="/ppt/notesMasters/notesMaster1.xml" Id="Ra9c3a6ae19a94a6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97d633887f4d53" /><Relationship Type="http://schemas.openxmlformats.org/officeDocument/2006/relationships/notesMaster" Target="/ppt/notesMasters/notesMaster1.xml" Id="Rc5d6367cbe98411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7c460e61d18453b" /><Relationship Type="http://schemas.openxmlformats.org/officeDocument/2006/relationships/notesMaster" Target="/ppt/notesMasters/notesMaster1.xml" Id="R079c716435544e2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83e2642bd704494" /><Relationship Type="http://schemas.openxmlformats.org/officeDocument/2006/relationships/notesMaster" Target="/ppt/notesMasters/notesMaster1.xml" Id="R4077d05772f2455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bdfc3d23370418b" /><Relationship Type="http://schemas.openxmlformats.org/officeDocument/2006/relationships/notesMaster" Target="/ppt/notesMasters/notesMaster1.xml" Id="R77b64d2fba8b4c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d597fbe00a34a1a" /><Relationship Type="http://schemas.openxmlformats.org/officeDocument/2006/relationships/notesMaster" Target="/ppt/notesMasters/notesMaster1.xml" Id="R3a20598f88074e4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c0360cfbc9460b" /><Relationship Type="http://schemas.openxmlformats.org/officeDocument/2006/relationships/notesMaster" Target="/ppt/notesMasters/notesMaster1.xml" Id="R3ed016275a01404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ffc7bfc6a374974" /><Relationship Type="http://schemas.openxmlformats.org/officeDocument/2006/relationships/notesMaster" Target="/ppt/notesMasters/notesMaster1.xml" Id="Rb6a8231f83ce4b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a78a487545a4bde" /><Relationship Type="http://schemas.openxmlformats.org/officeDocument/2006/relationships/notesMaster" Target="/ppt/notesMasters/notesMaster1.xml" Id="R6ad539877021401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1d5c9019c094a6a" /><Relationship Type="http://schemas.openxmlformats.org/officeDocument/2006/relationships/notesMaster" Target="/ppt/notesMasters/notesMaster1.xml" Id="R71190146f79a43d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78be646300d41ef" /><Relationship Type="http://schemas.openxmlformats.org/officeDocument/2006/relationships/notesMaster" Target="/ppt/notesMasters/notesMaster1.xml" Id="Rd6f2c5e9a18347c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dfe54baa2ea496d" /><Relationship Type="http://schemas.openxmlformats.org/officeDocument/2006/relationships/notesMaster" Target="/ppt/notesMasters/notesMaster1.xml" Id="R20c32ed5a2bb4bd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591f94036fe4aea" /><Relationship Type="http://schemas.openxmlformats.org/officeDocument/2006/relationships/notesMaster" Target="/ppt/notesMasters/notesMaster1.xml" Id="R87c3fe5ad5ff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5428f3e7e43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302cd907b4c8b" /><Relationship Type="http://schemas.openxmlformats.org/officeDocument/2006/relationships/slideLayout" Target="/ppt/slideLayouts/slideLayout1.xml" Id="Rf32ecfa7fce4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ecfa7fce4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454ae5e3b401a" /><Relationship Type="http://schemas.openxmlformats.org/officeDocument/2006/relationships/notesSlide" Target="/ppt/notesSlides/notesSlide1.xml" Id="Rcbac6f82dca945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3ae390a11438f" /><Relationship Type="http://schemas.openxmlformats.org/officeDocument/2006/relationships/notesSlide" Target="/ppt/notesSlides/notesSlide2.xml" Id="R44884523eda4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b24120f9d45b5" /><Relationship Type="http://schemas.openxmlformats.org/officeDocument/2006/relationships/notesSlide" Target="/ppt/notesSlides/notesSlide3.xml" Id="R176eecf8c1ce42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c2bef7ff143e5" /><Relationship Type="http://schemas.openxmlformats.org/officeDocument/2006/relationships/notesSlide" Target="/ppt/notesSlides/notesSlide4.xml" Id="Raff18dc581fe4d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906424c78427d" /><Relationship Type="http://schemas.openxmlformats.org/officeDocument/2006/relationships/notesSlide" Target="/ppt/notesSlides/notesSlide5.xml" Id="R282d61b4ee64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4d4fafd5845b5" /><Relationship Type="http://schemas.openxmlformats.org/officeDocument/2006/relationships/notesSlide" Target="/ppt/notesSlides/notesSlide6.xml" Id="R4b548cedb15144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feeeb5fd24cd0" /><Relationship Type="http://schemas.openxmlformats.org/officeDocument/2006/relationships/notesSlide" Target="/ppt/notesSlides/notesSlide7.xml" Id="Ra2e5ea9b324041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b49ab8b54461" /><Relationship Type="http://schemas.openxmlformats.org/officeDocument/2006/relationships/notesSlide" Target="/ppt/notesSlides/notesSlide8.xml" Id="R96e64c45911141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549a161a1436a" /><Relationship Type="http://schemas.openxmlformats.org/officeDocument/2006/relationships/notesSlide" Target="/ppt/notesSlides/notesSlide9.xml" Id="Ra0725ca658c8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30e1b6f144dfe" /><Relationship Type="http://schemas.openxmlformats.org/officeDocument/2006/relationships/notesSlide" Target="/ppt/notesSlides/notesSlide10.xml" Id="R1b93115c969d4a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0e1b4ebda477b" /><Relationship Type="http://schemas.openxmlformats.org/officeDocument/2006/relationships/notesSlide" Target="/ppt/notesSlides/notesSlide11.xml" Id="Rfc0151e444e340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b94329f874cb9" /><Relationship Type="http://schemas.openxmlformats.org/officeDocument/2006/relationships/notesSlide" Target="/ppt/notesSlides/notesSlide12.xml" Id="R324a48e2082a42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f4bb60d154203" /><Relationship Type="http://schemas.openxmlformats.org/officeDocument/2006/relationships/notesSlide" Target="/ppt/notesSlides/notesSlide13.xml" Id="R5855c283f0ef45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47839a0de40b5" /><Relationship Type="http://schemas.openxmlformats.org/officeDocument/2006/relationships/notesSlide" Target="/ppt/notesSlides/notesSlide14.xml" Id="Rbe67e396ef994f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c1cd3d7774565" /><Relationship Type="http://schemas.openxmlformats.org/officeDocument/2006/relationships/notesSlide" Target="/ppt/notesSlides/notesSlide15.xml" Id="R19f24bf3f85e4e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f2efea72e48cd" /><Relationship Type="http://schemas.openxmlformats.org/officeDocument/2006/relationships/notesSlide" Target="/ppt/notesSlides/notesSlide16.xml" Id="R43bba2b6149e45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bbc6ad63a49e1" /><Relationship Type="http://schemas.openxmlformats.org/officeDocument/2006/relationships/notesSlide" Target="/ppt/notesSlides/notesSlide17.xml" Id="R49c018b0f8b84c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126864ca14823" /><Relationship Type="http://schemas.openxmlformats.org/officeDocument/2006/relationships/notesSlide" Target="/ppt/notesSlides/notesSlide18.xml" Id="R1a52d191914847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4540994414391" /><Relationship Type="http://schemas.openxmlformats.org/officeDocument/2006/relationships/notesSlide" Target="/ppt/notesSlides/notesSlide19.xml" Id="R49a1ab934ff04e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258bd0e634296" /><Relationship Type="http://schemas.openxmlformats.org/officeDocument/2006/relationships/notesSlide" Target="/ppt/notesSlides/notesSlide20.xml" Id="Raa93644801f54a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fbe4f454c4733" /><Relationship Type="http://schemas.openxmlformats.org/officeDocument/2006/relationships/notesSlide" Target="/ppt/notesSlides/notesSlide21.xml" Id="R3f799be50e7148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8808ee44a4f27" /><Relationship Type="http://schemas.openxmlformats.org/officeDocument/2006/relationships/notesSlide" Target="/ppt/notesSlides/notesSlide22.xml" Id="Rc9358a61cc0d410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b145ad4174f25" /><Relationship Type="http://schemas.openxmlformats.org/officeDocument/2006/relationships/notesSlide" Target="/ppt/notesSlides/notesSlide23.xml" Id="R31b4cfb8dd6941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73645701a4ffc" /><Relationship Type="http://schemas.openxmlformats.org/officeDocument/2006/relationships/notesSlide" Target="/ppt/notesSlides/notesSlide24.xml" Id="Re82bcc32fdf848f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e28cb6c0a4b58" /><Relationship Type="http://schemas.openxmlformats.org/officeDocument/2006/relationships/notesSlide" Target="/ppt/notesSlides/notesSlide25.xml" Id="Rc0efe97036de43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9b2816004430c" /><Relationship Type="http://schemas.openxmlformats.org/officeDocument/2006/relationships/notesSlide" Target="/ppt/notesSlides/notesSlide26.xml" Id="Rd11907aac2c74f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f9bcca2a647c3" /><Relationship Type="http://schemas.openxmlformats.org/officeDocument/2006/relationships/notesSlide" Target="/ppt/notesSlides/notesSlide27.xml" Id="R36475f4b8021436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c97c9b614d54" /><Relationship Type="http://schemas.openxmlformats.org/officeDocument/2006/relationships/notesSlide" Target="/ppt/notesSlides/notesSlide28.xml" Id="R72c3e62559664e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bf4130f274f29" /><Relationship Type="http://schemas.openxmlformats.org/officeDocument/2006/relationships/notesSlide" Target="/ppt/notesSlides/notesSlide29.xml" Id="Rdc811c6425bd4e7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167451204436" /><Relationship Type="http://schemas.openxmlformats.org/officeDocument/2006/relationships/notesSlide" Target="/ppt/notesSlides/notesSlide30.xml" Id="Rc9e8201e14ec40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6ff8b20824f9f" /><Relationship Type="http://schemas.openxmlformats.org/officeDocument/2006/relationships/notesSlide" Target="/ppt/notesSlides/notesSlide31.xml" Id="R845c75a4f6924d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f4bf231704263" /><Relationship Type="http://schemas.openxmlformats.org/officeDocument/2006/relationships/notesSlide" Target="/ppt/notesSlides/notesSlide32.xml" Id="Rbbb64ff2265544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3e5f52fba412e" /><Relationship Type="http://schemas.openxmlformats.org/officeDocument/2006/relationships/notesSlide" Target="/ppt/notesSlides/notesSlide33.xml" Id="Rb2b0cf1a0265452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16cab80204445" /><Relationship Type="http://schemas.openxmlformats.org/officeDocument/2006/relationships/notesSlide" Target="/ppt/notesSlides/notesSlide34.xml" Id="Re8fd0c4ecfd642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3cf61543044ab" /><Relationship Type="http://schemas.openxmlformats.org/officeDocument/2006/relationships/notesSlide" Target="/ppt/notesSlides/notesSlide35.xml" Id="R72ab7c23d5454ea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f18d3a7414a3c" /><Relationship Type="http://schemas.openxmlformats.org/officeDocument/2006/relationships/notesSlide" Target="/ppt/notesSlides/notesSlide36.xml" Id="R1c9f446d693c4c5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171387c294670" /><Relationship Type="http://schemas.openxmlformats.org/officeDocument/2006/relationships/notesSlide" Target="/ppt/notesSlides/notesSlide37.xml" Id="R12a4a60cf91b40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d24203dcd4b83" /><Relationship Type="http://schemas.openxmlformats.org/officeDocument/2006/relationships/notesSlide" Target="/ppt/notesSlides/notesSlide38.xml" Id="R9184c6314d54400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d7bcc73ce44d0" /><Relationship Type="http://schemas.openxmlformats.org/officeDocument/2006/relationships/notesSlide" Target="/ppt/notesSlides/notesSlide39.xml" Id="Red4e52f74699421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4cc3f6efb4262" /><Relationship Type="http://schemas.openxmlformats.org/officeDocument/2006/relationships/notesSlide" Target="/ppt/notesSlides/notesSlide40.xml" Id="R8a28c7fa30b7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91C95-008B-4F57-86B0-9F6E925A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80059-D9D1-4F6E-829B-C5D6B8F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Vector 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B908B-CDD8-4092-88E9-6DC00207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5FEA4-E9AD-4CBA-9AC7-A90FF7C6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4268B-8E08-4D1B-9218-140E9573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84C48-056F-46A8-8906-8E15E79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7049C-F9B0-4F8D-9051-BB330BA9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6DF9-A732-43E9-98BD-7B6C1983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1C790-E841-44E9-A4C3-A5239D56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EDB76-CD21-4F7D-A7FC-9C36503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6DB70-DC21-48DB-BA83-E0D35A59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19042-AA16-47B4-AED8-5116C516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C57DC-0459-4E8E-A88F-3CD57A1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95737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883C6-2C56-40C6-952A-19A55A5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B2A47-F814-47AC-8C9E-5B046025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6BA6E-1576-4F38-B78D-534341F5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7217-E5F0-4766-85E0-AD2836E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2E569-22E2-4D34-949A-5B9ADD2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FC151-3E3E-42C9-BACC-5AC926B0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3D056-42E6-4FF3-B59E-EAB6FE25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329BF-CD6C-4BA6-8A01-BB4D5A49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5216D-757C-43D9-8464-C99F789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164B6-1FB6-4784-AC64-A6659A13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9B817-1B30-4F4F-A415-46306416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67116-8592-472F-9913-DA73A475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39BEA-C653-4375-BC99-1AC40D2E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FD8D8-F51B-40E9-830B-5E735126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1F408-EF24-4B61-8B85-57A9634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27116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F8276-8661-4C8A-8B37-47B6FB67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D7CAF-09E3-4AEC-A246-3431483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05FD3-67A8-43F6-8242-EB0CDDDB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49EF7-6F54-41E6-8A64-2F10E557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9E36F-A807-4060-9F6E-1FE64A85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0ACA7-DDC6-48BC-B939-52522B82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B680A-75DB-4496-89A8-112910B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5CB0E-1C73-46ED-9EC5-187FB14E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96986-E4AF-4F3A-A187-AFEB32B4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Space (8Hours Theory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F34C2-6F02-400A-AE35-F041F2A7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A8206-2A10-4CD8-A031-816B140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807FF-4371-4DA4-BE6D-BD7E5835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Vector spaces: definition and examples, subspace: definit...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F482F-4401-433E-AAB8-DC73C576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E0428-D66A-4EF6-8B74-BCF89632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F4CD5-A6A0-4A9B-BFC7-CD6EF714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Linear Combinations, linear span, linearly independent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B8D61-4953-445B-A98E-EEEE341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069632-39C0-402E-A19E-E15F217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FBC82-CD4E-47FD-B8CE-2CE922D9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Textbook-3: Chapter 4: Sections 4.1 to 4.9 and 4.11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5AADD-B0CA-4BF4-951A-79A6BEB4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D15BE-F3FF-40DB-8728-0455DDF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5312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BA4AA-8097-4696-A8DB-DF5CC36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B7130-97F1-452F-8591-C1835D4E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551E4-7BB0-4D99-AD14-332C9089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347D2-F83D-4BC8-AC2B-AA85A9B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0B8DC-37AC-46B2-9309-A873827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6DDE0-FEBB-48E0-BE14-D178B694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FE884-5689-44E7-BB17-1F8FEC25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737EE-93E4-4B2B-BDC0-C7EF664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Space (8Hours Theory + 4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335BC-AAD7-493E-AC98-58A932E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EA95E-9ABE-4692-974E-DCE6FF86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C50A0-67E3-48BB-A7A4-D22A8FE1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Vector spaces: definition and examples, subspace: definit...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9038F-1410-4D80-89F6-3187612D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CD7DF-B28B-4125-80E2-A111D2AD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522A2-7FB9-4912-AA4C-AD7586D9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Linear Combinations, linear span, linearly independent an...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F4FC8-F845-4660-83B4-918807E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0CABB-030B-49B0-B6C5-8456001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0A66B-3BE8-4541-8B52-15E02895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Textbook-3: Chapter 4: Sections 4.1 to 4.9 and 4.11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14CE0-0E50-49F1-886D-63E91073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BAACE-76C4-4A1A-9255-D80362A9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23421-96D9-44E6-B242-2BEA0C14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9489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3A2A-C73B-45E5-B80F-4304ABF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6CCDF-25D2-41A6-A154-2F66527F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77C84-B1F2-4200-9FA1-3E362A9F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E95CD-12EF-481C-BB3B-94CA12C8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7984-C7D4-40F6-B870-C5B2475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7CD8D-44EA-4044-A7AE-08AFA833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01B7E-41E7-46C9-973B-06D83FD6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9E91E-81BF-4DA7-93F7-CA51E6C8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DF0A1-1F33-400D-9E91-EEC5C14A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909F8-5D81-47E9-8269-56E360CE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474B9-52E6-426B-B238-14AC9FD2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subspace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1E9B9-3069-489C-92BA-FC072CD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AC01B-EEE3-4D43-97BB-F45370C3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Combinations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C67BE-9641-49DC-9E64-F88FAB74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span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B2053-D343-41B7-8E53-B424A09F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CFDD2-C17F-4AEA-A16D-D72826CD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43120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9C346-8634-49EC-A6D1-0F90D197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D0A23-4068-405F-86C0-D96F2303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6505E-C644-4D4F-ABF1-10E796D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64B3E-203E-416A-B492-853524E5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33C84-B4C2-4478-8FA7-F2EADE7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Space (8Hours Theory + 4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60948-5C43-4859-BCF4-8376C81A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Space (8Hours Theory + 4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1A1B9-0BEC-4C89-8B9A-9A949134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E3138-87B7-4D94-A91C-1CCDFB3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2D095-AE60-4667-96B7-6F917974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FE01D-F888-4824-B80E-F11F8D69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21756-F3E4-4E32-9859-8103E469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B61DD-89FB-465F-8A96-1C2DB0E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D3C03-F6E3-4322-A043-4AAC12A3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F9542-F4B7-4233-A73E-FDCA0CBF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7182B-6523-43D7-8806-6CC3A03E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3F114-0682-4C24-89FF-58150FBA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902041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8C48D2-F4B0-475E-8253-0E908C0B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777D9-A46B-44C7-9D02-8D20FF98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BDB14-A614-4C0D-8017-68939CF0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845A-E27F-4522-ACAB-2360C1CF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4FB48-673D-40DB-B70B-AB46D250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8E4A9-38D9-48AA-8F53-59BCBCAA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B221A-2969-4579-BC4A-A66CA38B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4042-7F71-4700-A627-966B088C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F49B5-4327-412C-8B2B-E9AF59B6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Space (8...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966D9-9382-4809-8DF4-250ED2BC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A98F7-6296-42C6-9C0A-C2ED0A14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34CCD-CB2C-4C8E-99B5-CD3DC2A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Spa...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7DBA2-F441-42DF-BF5B-5F6CBB78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E8E8D-485F-4AC8-B2CD-A8C58138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A0B4-8384-42DE-8FA9-04646D61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F0327-919A-4DD6-A464-4BF32C46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4878C-4B47-43E4-8231-DD01CBDF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B1A6E-EB70-4287-9007-002249BA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Space...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C0578-7411-46B3-85BF-FFD8251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0CC59-A5D8-4CE2-AE8C-2E1F6494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CF521-5C37-4E69-9837-702AACDC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Spac...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FB4B3-754A-480A-A85A-5EAB9C1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2330F5-AE8A-48B1-A42D-02C961D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18765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E19D9-F39E-4B2F-BB89-16E4EBD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645F0-7717-4B4F-ABD2-B5A57999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AA5CA-7A75-487F-8CA2-B58C4B52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86D5B-51C2-45E4-9B43-136FFEB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7B1D7-25BF-48E8-A547-6928B50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423BB-BB87-4EFF-99A6-DB2F018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ADF9C-E4D3-4931-939F-0E46DF28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D5804-9657-46ED-BBE3-F6AAE18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8146D-9301-4BF3-A22E-26E2EFE1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4B810-9D1F-4D92-A8FF-09E9150D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CAEC5-88A3-4928-8EF0-C128675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C12AF-E1E6-419D-865A-256E30D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DC945-7684-4427-9DC1-F51798DE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BE5B8-5D9A-4A9A-A02F-2335911A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5E35D-5A5A-44D7-ACC3-FA22CAF3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57827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F81B3-55EE-4851-A870-B5FD7DE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4C6A9-2683-4881-8A6C-B4C19CA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3155B-912A-4664-9017-004FE93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BD223-A976-4546-B969-305E928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E336-053A-4CAA-8AB8-969E2405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31C42-53A8-4E29-9AB8-3FA6AC7C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Space (8Hours Theory + 4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03378-0C74-465D-A78F-55DABE0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E8AA4-F221-47E4-A895-355FEE5D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7B7C7-7069-4756-93A3-EC7BC31D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611D6-909F-4214-968B-408275E1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2886D-A403-4A36-AD36-C1F782BC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86772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FB943-F3B0-4FAD-BBA2-9BB3C051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9DB46-B5AC-4634-90BC-FDE71415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D0AB3-3C0A-4318-9AD8-8F2AF92C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46BE8-0FE0-4618-9BE0-1A49F034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54323-97FA-41A7-AD4F-26A8EE1F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Vector spaces: definition and examples, subspace: definition and 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BBEC9-D647-4EE0-98EA-2F76C7FA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Vector spaces: definition and examples, 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4E272-87A4-4FE4-A684-D4136AE7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B56EF-913B-46C6-A794-998108C2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A1013-5843-4FE4-9311-91B8043E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30852-FA4B-4F86-8874-88975C2B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1FD8B-8C46-4375-A339-3B211E70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41130-A8B8-4EB4-9FF7-B3F1B5F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3B202-085C-438A-B691-B9FE3A21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C6B6E-C841-43BC-94B7-C6C2B3A4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8C0B3-3DA9-4230-AB55-7A22F4AD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C52CA-679C-41A3-9650-7FFDAF9C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5252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4B3A4-4022-4C64-9045-3045D78E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49B25-056E-49A9-AAFA-4072E9D3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61E88-3862-4194-8C94-43AE505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DFB4F-78BC-4563-8D35-92F2AEF5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00ADA-4A1E-4C29-A6EF-2A598196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2CD2D-EC43-444F-8249-B4EAAAD5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10BC3-6375-4B3B-9788-0600990F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902AC-A2CD-4C33-A734-090BF490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EC0CE-109C-43BD-BAEE-5DC0A4A0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Vector spaces:...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1E063-148E-48DD-A5BB-CBA8630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A3F33-3426-4790-A596-0C424C66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7921B-38D5-45B0-834A-0BC9BA9E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Vector spa...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45B52-2EC0-442C-957A-D82709DC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8DFBF-A5DB-4418-8082-9AF257C6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3058B-6504-4A78-AF36-6ABA4A94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Vector...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3B04B-7B03-4418-BE8A-AAD7C03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09F3C-BD6D-4BEA-9342-13484037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BC4E6-66F6-4990-9316-52AC2CCB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Vector spaces...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40D63-5DAC-4F1D-8C85-F9AB881B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8619C-56D0-4128-92C4-4422D56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8FA15-19CE-4D47-9EDD-AA519E04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Vector spac...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E4722-9EEB-4BDE-9561-AFB29E8D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702D8A-3EAC-404C-8404-451834D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33194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FDEBB-02ED-46FC-A8DD-6F9AEA5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ED9B-B923-4673-8674-D974E228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1FDA1-19BF-4532-8EB5-9180D75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1C79A-8032-4971-943F-1BFD7F93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34FDB-57B5-4D47-A15B-73C31B03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A0E11-27DF-4EF6-B76A-83A7D99C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23F13-FEB3-4B08-B056-5F19E6DA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DCE67-B186-40CE-8AB2-6EA7C5D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3D72-1AF2-4619-B955-A17E0017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16DC6-6841-4F29-AD01-317A6DE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CC762-AD67-4072-9825-A40F4852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3B0D1-BAED-4BF4-871A-4BF3E47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3F7B4-1DB0-4EFA-9C4B-6804E58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26E98-6422-4D96-BDA0-6337FEB5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CAD23-316E-46B7-96D1-13FABCDD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87508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9712E-CB4E-4986-850C-96C2EEEE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F24EC-059B-40FD-8AEC-A8044BE9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84F56-94CF-4664-8C7A-BFB28FC1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98ABA-164F-4479-A2B1-7D8F3903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9C2A5-3319-42F8-A5E2-569AD869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4165-90FB-491D-B4F6-B3D77A63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Vector spaces: definition and examples, subspace: definit...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5A89B-A932-4557-81AB-17EAC8A0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3C232-93C5-4832-B31A-DB906FF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259AA-8BC2-4840-BD6F-B15ABFB3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A81AA-7002-437A-A3B5-CF671274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C7560-20A8-437A-9547-2FED71D9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76710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AFF57-44CD-417C-9CA0-BB2201D6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9624C-D6F4-4FA9-986B-828C09B9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00983-CF5A-4789-B853-914DB961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8BA11-7318-4358-9509-1024EA2D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4E2E1-F50A-493C-A7DB-A35DD790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Linear Combinations, linear span, linearly independent and dependent sets, basis and dimension, row space and 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9F819-3CF9-48EE-BB6A-FA8D4E1C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Linear Combinations, linear span, linearl...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85E49-5495-4CAC-BEB0-6A7B6FF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13F96-B716-43B3-92AD-DC1AC82C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5F58D-ACD6-4796-B1FA-ECE89430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BFCDE-AA19-47CC-AE7D-ADD67A43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943A-4857-41F1-988B-6C04CADC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539F5-45D4-4931-93E2-24A3C07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87431-FA6C-42C2-93C8-144B522F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8B9CC-48A3-4A41-880D-4E7EE079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E2F53-E309-4090-956F-7946AC11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5D1CF-3CF8-4751-8D4E-A32E128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19592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3300A-2F1E-4D44-BAFC-AB218AE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7B23A-089A-4A61-82D2-5936A261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FAFE2-C7DB-44AD-B5FF-46B070D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0A3E5-B211-483D-9AA5-4334ADE4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92CFD-F118-4969-B651-3ABB27B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3DB4F-B57F-4DAE-BB86-D2F459A5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BC57F-C9A6-4C36-9004-7597E645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7B21-B2D7-4B12-B62E-631824D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06018-AA1B-447C-A944-2E43090C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Linear Combinat...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ACD87-9544-407F-BE35-25F04B6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6758A-00CA-4EF3-917B-B6FFC4E6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14E97-F8C7-4949-834A-C7240FD3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Linear Com...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29DDB-A2F9-4E73-AC7A-11AF8DBD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606FE-E615-4B21-B1B5-0F24FA51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30E2C-1065-44A7-81E7-9E21CB13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Linear...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31D84-2986-42DB-B7B5-A23FB8DD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2492E-87F3-42AD-932F-89E87C60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1C97E-5843-48C6-AD34-98BDC85C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Linear Combin...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375FA-3BF5-4618-93DE-D3945B1C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F6253-2531-4744-9CA0-4463DBF8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7D84B-439A-4B91-AA5E-1BD267BE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Linear Comb...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82691-5D30-42DF-9389-822CFF98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3A86F-C1F5-49B6-91AB-833B8630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57157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84801-B959-4932-B3F5-A14C3F0B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95E2A-2C5B-426E-B3DB-499768F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AB7AA-E74C-41DE-A4F2-C56276E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E5CF5-3466-4B96-BAFA-AE3E818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A8915-30B9-471E-9CE2-0341D5E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5619A-80F1-4814-B2DF-BD98B646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97E72-A7D6-4F60-BED9-C144EB30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33114-40E8-45E5-B1E6-1BF5E374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BC029-C76C-4DBA-9053-875765A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CB5C4-CB37-4ACC-B440-D3F5197E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0253E-3D0B-4B05-AF66-F99F37F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40D5D-B53B-4209-89B9-606E8E0B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DD29E-F074-48F7-84CD-FBF845C5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6A702-F43F-4EB8-B01D-D2D6139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DED5A-F09A-4C6F-ABBE-6D81479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33213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D521B-BA34-4F9C-9D2D-CFAFFC7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2E02E-7A40-4238-92CA-B9E3B6FD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8E5CF-B97D-4357-AC1F-4E8DB134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5EF59-33B9-4277-A8B7-6A3AE4E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C7513-60BE-4ABA-BD9F-10AE9074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9446F-4BE3-4E19-B852-2990F1A9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Linear Combinations, linear span, linearly independent an...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2F491-34F6-4815-938E-9903474C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12784-A211-4367-9B8C-F3BB0EBB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15BF1-62A1-4619-AB6F-2B93BD65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AB682-ADDF-4997-842A-03E7354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BA4AC-B031-4583-9E60-DEAE25C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53386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9DEE0-07CF-4034-9166-62926897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517CC-E270-491B-92B6-2B1EBB66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7B41A-3F39-4C78-937D-DEB92C9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CA0A9-AB2B-430A-9F29-499D520C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4CB54-BF20-4ED4-BF78-8732C01E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Textbook-3: Chapter 4: Sections 4.1 to 4.9 and 4.11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F18E4-6625-4FEE-93CD-004E91C4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Textbook-3: Chapter 4: Sections 4.1 to 4....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5CD6C-5629-4E03-8451-FDC701D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1D404-4ADC-42D6-ABDF-D625914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0649D-27C5-4680-991A-E37277C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ED3F6-1D4C-4BF5-9EE2-B5FD594A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CE7AD-000C-4774-BDEA-487CE04B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27F2A-FE67-4C69-B923-A72FEBA9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72085-7A54-4630-B045-EA9C3F6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6F751-2A3F-48AB-858E-055A8006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C5C1F-1BB1-459B-AC61-2EE14BA1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A37A1-C966-4F2F-9D53-BE1FF84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5222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4ED16-DAD5-4481-85F2-48FF92E7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74B29-FD2B-400F-811A-345B1910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5CBA5-224B-4556-8858-3A9BBC56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0DDE3-AD34-4083-BEE7-8DDDE4AA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64241-1463-4F20-B700-7D90485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C8B32-D3F9-4D3D-BA85-DD01E9AB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84252-40F9-4853-A7DB-1F6C3204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89726-9AAA-4C57-9079-3FBB51E8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D1F94-2087-4B8E-88F1-C7FA1A6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Textbook-3: Cha...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C2420-B146-476A-A589-43CF172A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24571-88A1-44D9-9720-5537F1B6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0EE9E-ED2D-4B10-B423-D80769A7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Textbook-3...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9E03C-C786-4D6A-B167-FE69B228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93415-BC88-41AA-A145-5B94CB72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955D8-28F7-40E6-BDBF-55AB591B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Textboo...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73ABA-8CB7-47AA-907D-6B4C13AB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F1CA6-5041-4F52-BF1E-4E925ABE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82871-C5B4-468A-8ED9-E5258592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Textbook-3: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C8541-4937-48CC-BA47-03E8F9F8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E361C-2280-4BB4-952C-CFDA0902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982B1-1A8F-4615-8012-E017D167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Textbook-3:...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77291-B155-4A70-991D-3C7BE6FB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A8345-3E80-4248-A63B-BE2C754B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01761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289BF-46AE-477B-A561-EB7755CC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B28FC-90E2-405B-B44F-893BD44B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64F9-9684-4D17-BB24-2AED075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3ED99-548F-49E7-8ACD-1D5F1819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E8894-4663-4D55-9F38-A2B168E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EAF71-6B51-4C7F-8677-B2B3A90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A9756-A1AD-411A-A647-FEF72B2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C130E-AEFC-4233-BD5E-F3978B49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7A5FF-5883-47E6-8ED0-10F8B64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9BB25-D510-47A8-A51C-6896FF22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28A2D-B1CD-48BC-9000-E8FCBBD0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9306A-FA6D-469C-8BB4-DC31CAC9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4D09B-71D5-4DC0-AE91-8C718B63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8130B-7F7B-4C89-839A-1F32393B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7CAD1-9ED4-4B79-8799-DC1DFDD9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04962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707F6-696E-42A8-A789-33AD8EC7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11CC2-5BFE-4488-8AC4-A5265D1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52867-4E74-4446-B028-0E30381E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8749A-BFAB-49C1-BF86-314AE893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E17EC-24EF-4E7F-BE5D-71FFD902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EDBF8-A162-4AEE-A6CE-BAF8088A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Textbook-3: Chapter 4: Sections 4.1 to 4.9 and 4.11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43EB5-35F2-4273-94CB-0E28B827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C00A7-0D75-48AA-8F76-3DED0A0B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6B140-F313-4AC1-9FE6-D5052E7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82F3C-CB88-4DC4-9DBE-95436598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8DECB-9856-4B78-944B-66C169F3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656396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C1513-001A-4DC6-9A4C-4E503613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D6B89-0598-4AE0-A3F2-295894D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03E0D-6DD9-4E50-9AF8-C50C5E2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BFB1F-739A-4168-95D9-1945D76A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A5706-3073-4744-9B74-9B6BFA5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AC893-93F3-44B8-9013-AE7FBD65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050152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11342-8A1A-4786-AF7A-351CC027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94524-98D9-4579-BA42-34C5A78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B893A-04AF-4E02-9D03-015B023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7ED9F-2520-4B96-9745-52304A90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2D9E1-B3A3-4789-A1D7-3597820F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Vector: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Space: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spaces: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F1798-CFB0-4616-BE17-C888BA7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945021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5B7F2-3214-4377-904E-EDBDCCD9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95F68-6C49-4F81-A8E8-2259A043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C8BF1-53D3-410E-B911-DE597CF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2F38F-2AB6-4720-90DA-0A977E3C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754B4-7293-48E3-AC44-013E4AEB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01D8F-07AE-4A83-B100-721339ED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93949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C2E80-A265-452A-8A41-C2719B8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055C0-0973-43FE-970F-CB915910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069BD-8CE8-4CFC-8934-C37D8257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AF3DA-5C21-46CB-BA99-C05C1327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2AE20-9D45-4290-A947-98EB84E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98321-39D0-4108-88EB-B870AF0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94784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5CCE3-BE50-4283-9594-C0DFD297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6E48B-BC13-423B-A854-8CAF84F2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7F049-C550-4C71-9018-698BA757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DB614-232E-41A9-855F-4BE716B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DA305-23AA-4BCE-9F08-7D7F16CC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Vector Space (8Hours Theory + 4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Vector spaces: definition and examples, subspace: definition and exampl...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Linear Combinations, linear span, linearly independent and dependent se...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Textbook-3: Chapter 4: Sections 4.1 to 4.9 and 4.11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71E51-3BE3-4000-A80D-A6C44AA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313C6-ABE7-4285-BACB-1CCD152A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0A019-12B0-4C37-8A6F-F9604EED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358839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156B0-1B25-42A2-B3AA-1DC8512D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B8062-624E-4144-84E1-C7E3109D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spaces: definition and examples, sub...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C2E4B-DF95-48A9-8C60-29E9C703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65E63-3F74-404D-85C1-4C5F544D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9052C-AC4A-4DBF-9D86-5E1F0A0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EF179-E71E-41AC-B41B-343F165F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A884B-9D0C-44CA-8D6F-2208EE63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D8AAE-885B-43DA-847F-BA3D0DC5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9A857-B3A5-4413-9D13-63FD7D6D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B8178-3DF1-448B-A027-DCDA6344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C436C-B387-4554-B82D-86A5BC0C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5EDF5-6F74-4EE8-BDE3-F9C8CAB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446C2-CDF7-483D-8EC3-44143BF1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9A0B9-5CF3-4313-A297-90410CE4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E79DD-41CB-4BC2-AC89-73C1C691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282B8-474D-4CAC-A1DA-C42D021D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AE0AB-1303-4622-9D90-70D46353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635D0-06E5-4346-94A4-3F43C749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5D9D7-17F2-499E-8D2F-27E36E3F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4317E-8970-494C-9133-39E705E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F8D0B-D353-4D72-A3E5-A2FA9BB1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F660FB-0737-49A9-9036-79C523E1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482EB-9BEA-421D-BFAE-1FCD999D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B17BC-65C5-4407-BEC5-E28C26C5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3AE2A7-BD51-4733-A939-5C8578E0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AFC2F-5C5A-4C7D-B6EE-5557F94C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CBFA2E-A2D6-4358-ACE0-6A13A2D7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C1208-2DA4-4FD8-899F-A08CED76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79964-F5C1-4313-8A48-28E2EF22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72F4F-929D-48CE-8AFC-D07B63BD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50EE15-FFF6-41EF-8F3E-26363C7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EE3AF-6272-446D-B77D-DA870F4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198806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EF98-E88C-402C-99E8-AF4C98C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DD7FB-6EDB-4292-91DE-3857284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Combinations, linear span, linearly...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9E355-3544-4C5C-9657-A7BC561A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0D29-51AC-487F-A789-A0E543FE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7F29D-C487-4FDB-AA80-FB0BBBF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BFB27-0A16-4C40-8679-C27A76E3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FB54A-A873-495B-9CCF-87B1420F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A4373-2433-43E4-A215-055564B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639CE-83FB-46DC-B698-F73FD0A7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1AA74-7268-4473-A35F-5F09008F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7DE23-97E9-492F-8D12-6CD8BC8C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835B2-F868-4A2A-A724-5DF1AD4C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ACE53-A4A5-4991-B6B3-0C1CF14F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728F7-9F38-482A-9241-234F28E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D004D-42E7-47EE-B985-9D4168CE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79799-5858-48D1-8EFC-8C60806A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32DBD-54C6-4344-B0E9-C75577E8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C82D7-4863-4F4B-AEEC-3073A70C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F7412-900F-4E9F-8E73-876BC27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B223D-3779-4B43-82DA-710CD761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CB849-CD00-4884-8248-07BABBAD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DF645-C9CF-4652-8807-7B69D6A5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C5E96-7EA2-4BF5-B31E-77453C17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9C6B9-105B-4564-87E5-15EE8F39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979BE-112C-43A0-BEDC-686B1A0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F2466-5C96-4018-B4A6-D2B7F34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32B20-9994-4D85-AD8D-7228412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926BA-DEC4-4B4D-AF18-63669540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817DD-464B-4EDF-8F45-A4E88A7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485CD-D138-490D-8E97-F830CB75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12EC6-BDB8-4299-9046-1F994103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223B1-D5DF-420B-9A10-386B2504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538414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5288C3-E38D-4FC8-9BE5-7098FA65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A2F9C-DAA7-4CE3-97CD-E4710D14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 4: Sections 4.1 to 4.9...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BBBC5-3796-4371-8AB5-CC106BFD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81ABC-C35D-4EF5-8615-6F6E03EC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63F02-9353-4369-B45D-A85573DB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0386C-ED68-4B35-8902-D52071C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1486F-6F69-40EF-AF4C-69423AC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2F9EB-947F-4F51-A4DC-333C1AD0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FB132-B46D-4FBF-8A77-DA7158E3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0531B-6EFC-4D84-A685-8AB8F8D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B38DF-2FA2-455B-9699-A8E73CD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F9D90-2E02-40C1-8E82-3292565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84AFD-426D-4D41-8DC3-D4ED730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15605-160E-464D-B39F-3B5F76EC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1AC6A-B389-442C-8446-802EE9CD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511BA-BB36-41B4-B3D3-0BBCF05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AAF1D-5046-4533-9F77-439FAFEA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220AA-9D16-46FB-AB10-D0B7CF42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96828-4399-4E49-8886-854710E7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B1FCB-A1B9-406D-9AA2-E290E709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3CEBC3-FB17-48FD-906A-513283A8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F1B45-F6CE-49C2-902F-FECEFD83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916AB-3126-4018-8D6E-A706A6E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67E2C-B827-4AD8-B6B2-257EE73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6876B-5813-4ECA-A10E-74CDC070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09874-DF3B-408E-854C-8D625B6E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61201-B2C1-4FED-A9CE-BAE3EDCB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09669-59B5-4881-A077-4933D3F8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3F2E5E-231D-424A-9A62-CFA7DECF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C23F1-8849-4AD8-9C1C-70FF992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40A5C1-751D-41C7-B89F-AAE120AA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D6A5C-0DB0-4789-8F01-A844015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8194724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5C73F-7131-4A7C-B3FB-454A3796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299A1-734D-48B3-9486-563F902F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 (8Hours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4DA7-19FE-4EEF-9C14-ADC0F57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0FA69-6777-4292-AA95-AABEB700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28785-0B00-4402-8B50-84F8CE44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E1F73-BFF4-41A1-A1AC-CF06A98D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D02CE-EDD9-494F-995F-0DACCEE5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3D618-0D0D-4E1B-8B8B-AC23D61C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5E4A5-BDF9-4861-A988-3C4D60F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64999-2BDA-4F12-83D6-45C6F061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BF03B-7258-41FE-8562-00E8112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25229-7E28-4FCE-AE77-83F0AD67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CC383-947B-4C54-9526-05F1CC7B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8C7C4-968E-4778-8653-40266B7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D981A-2DC6-42C4-9329-91700BD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DD060-8602-4B3B-B9B4-4B6E4D3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CD35C-C465-42F2-9A5F-A516C629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0A5E0-8158-45F6-BF94-7678BF66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E0520-FBD0-4931-86B8-0B641850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9FCBB-4AA8-438B-ADD2-F781DC3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6D6944-E63F-4112-BA79-8683146B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D879D-0E5D-4340-8ED5-34DF5A1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6DB32-271F-47EB-B618-BFE8A739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52DF5-9AB7-4588-9B71-25CF87E3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8F996-8C0C-4819-B552-E573AF1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C2C6D-98FF-4669-BD01-8B0742E8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3B00F-C573-4A2B-B5F5-1AE29D9A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9F12E-4A8E-44C5-AC96-617230A6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613571-0987-4D23-8BA5-F1741991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39955-9EE4-4A9B-B4FF-883B05CE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5916C-2955-440B-9D6F-3600448E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96C91-4A31-4B7A-8378-F33300D3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398018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1F2496-98DD-4F35-8A1D-B67BC8D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C7678-63F7-4729-BE9A-9E709D21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spaces: definition and examples, sub...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506F1-CFE8-410E-92A6-E080E9D3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B88F4-FE9D-4157-AF72-BF81F23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8020A-9DAA-49EE-9E2E-00BCBA67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FD74F-C1BB-4B3E-BFCF-147DF730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135B9-E970-425E-B579-3BF3EC1F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A97BD-7E4C-4AE0-848E-C41632E0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BFE16-97D6-47B4-A922-CC510D32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9C6E7-EF49-4326-8416-3EC41E4D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C473C-8A03-4FC9-AAB2-92AABAC6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1C84C-9321-46A6-B7D6-3DB6815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1EBC-2603-441A-8458-08701438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DAAAD-E312-4246-ABFE-062B9F4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FE15C-0986-412C-906D-D3CD24F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616A0-38BF-4404-9B36-18DA90B5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FB6E8-758B-4E22-B6F4-C91B042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A5763-A7DB-46D5-94C4-A6C1550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FE003-9887-4ADD-B78E-C4158984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C8E1D-7C6C-41B6-8FC6-1C103233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6CC12-1A0F-4E06-BEB1-0AC6DC94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37A4F-842C-4C87-878B-20B7F82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1C7DA-4CB7-4517-9FC3-7B60DE9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24D4B-C815-48A8-A041-DDB9702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96443-830F-4A4D-9B30-E100589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6A4BD6-3014-4DF5-B991-F3A31ABF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E42C21-E553-4CEA-BBE2-6051F969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00AD1-850B-4BFD-AD26-235AF130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55757C-36E7-4EAD-A357-373B3487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D1799D-B17A-4A66-B68A-0576A0F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6C8B4C-10A4-4BBD-8A9F-030A5E1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460E1-C733-4D3E-8E58-400EE4AC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123560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3B743-D2F4-4C60-9338-493E3104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0B528-3A10-464D-9F0C-5B0848BB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Combinations, linear span, linearly...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A407C-AC88-414A-AAF7-0144B1F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9C57C-2E46-41AD-AF0A-2209F4B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FA27A-219A-4FF2-98B9-F74B1318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110DC-7097-46C1-8FBB-BC3115E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06335-3D71-4B0F-A0E2-D2C9362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2748E-749A-4B5B-8673-A1C95B09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3FE49-D178-49C8-99E7-5B8DA99B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0E0A4-C752-46DB-B3FF-B219013D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8216D-EA00-4191-8639-8F290A18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5B0C9-8F6B-4CE3-9D2D-0CB2F02E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8412B-916E-4F89-94ED-BFD0B738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E0907-DC87-4770-9CAB-6BFD4A78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7EA58-8E37-4D52-8714-ADDA722E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39566-5F89-44C0-BAED-85D3973E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81655-0484-4343-931B-17AE5C99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6C19F-B8C9-4A69-BBE8-DD98453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C921D-1C53-4A23-B45D-5A93613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35263-CF46-4AC2-8DB6-2E232BCD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EF9A6-4D79-4BAE-BD46-72C050E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13391-A6A4-4A2A-8058-E5CBAF2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C3B58-0078-49FB-8312-0236C1A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22403-4275-431D-8CD7-FB9B808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DFC66-536F-4189-B010-150ACF07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CE98A-A279-4D92-9535-781D95C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1EDDC-01F5-4428-BDAE-7210B64C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1E897-2F21-4979-93C1-71356CBA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36674E-38B1-4F5E-ACA6-3862EAB4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DE07E-53BD-4DB5-B4CA-D172514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A3FC3-A88D-40F6-A6F6-2EA07F9C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5201D7-9D18-4719-BDE0-2BDDD8B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7101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0459BF-7AC6-4551-91D0-B40AF618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1A863-4582-4B11-88E7-D0E7A567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 4: Sections 4.1 to 4.9...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098C8-4D92-45BE-91DF-6D159D1E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7BEE9-58B7-4A27-9827-F5C1CBC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BC74F-7B01-4473-B360-04DE2202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995B7-37D1-4FF9-AE5E-48C9B388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2A6C9-6CCA-4972-BAB1-404CFEE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439CE-968F-473D-9779-E45A39F9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A0D63-DA64-4012-8C96-42CB5DB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FA36B-7E10-4130-92B6-AB43A402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C443B-5299-4EB3-A51E-75289211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5B0E6-1A6B-440F-B8A7-DA39E06B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7B0DA-1FFF-4C54-B1BF-EE9DC7F6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17DD2-3405-48F5-8501-F359519A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3197F-1999-4136-A9F6-35F4FC6E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B8F0E-122C-4020-84AD-5BB0C5E5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3B629-F18E-40F5-90C9-5D7565F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6BD82-914B-4A6A-914B-48737ED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9310B-831A-4314-A130-07CC4AD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A5F55-2971-41C4-9FF9-D5D03E9E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5D8FF-D9A8-4D89-8355-43C0A5D7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07B44-7624-4AB9-BBCF-DACFA0D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4AB564-A273-4A2F-AD09-1AF86793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AFA4B-7478-40F2-B8F0-DC7F9A88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3CF2C4-9B69-4E06-A93B-A6654B37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214D5-8E9F-48EA-AF69-F988743E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7092C-A70B-4A73-85F2-FD2FBA8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310B12-5285-43E9-9B44-16B3913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6C4DC-523A-45A7-A107-13C1BB7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FFFED-92EC-4BAD-9027-B91D0F7A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5009BC-5402-4B64-B7FD-75206E0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D8471F-53B5-4646-A1C8-E993DC7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021901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88D59-5941-47AD-AD2F-BE14336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74DE7-9585-4CB1-9471-DBD2659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 (8Hours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DD924-341A-4AEE-A8B9-7B83940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EDCA3-34B3-4E19-8C4A-685261A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26BE7-0DCD-4CB0-A4E3-B6D195F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AAF0C-EF95-470B-AF8E-2BEADCF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C558D-0A39-433D-92A2-94773C01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7C0AD-4516-4069-8962-391C77C4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3609A-AC74-4B74-B5EE-34169DF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A75A4-7151-4135-BD28-5AFEEA5E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8AA4B-7859-424D-AD85-F9A0FC5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C360D-75D8-4063-8EE2-6F10B40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B8664-905C-4DE6-8C17-468E1E8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D138A-1D20-41B2-9502-D1EC9AD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07CDB-A4E5-405B-869B-13BFC000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DD125-F240-4751-A174-003DEDF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467FE-5B96-44C8-A9F9-4108B52D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1096E-4C7E-4725-80C4-5D3524C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51444-2588-4890-A871-85E9F35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21D06-9571-47EF-A77F-E51ECAD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302BC-D8AE-469C-99C3-699A67A6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95F18D-4CA8-41AD-8DE9-A9893C0E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96FE0-1C15-4CC8-A1AF-1A6EA24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84FA8-33C2-4A88-A470-D6D65B73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57B2B-6F5D-4343-94EC-B0AB975C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1FEB2-4CDD-41A8-A7FF-36ED6DB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E60DA-8346-4B95-833F-651A462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1702A-A7DB-4962-B40A-68D48D15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BECE4-009B-494D-964A-94ACD088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1F01D-BC10-4A90-A651-5C4F91E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73703A-4399-43D4-B1B1-CD26D24F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6A7747-729F-4E46-84A9-74A09421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205677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3C452E-AEB4-40EB-9ED8-0D15C909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77FDA-6234-4F4A-8815-DA09509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spaces: definition and examples, sub...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186CE-2687-4ACB-AC28-FA78FB1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5E767-7901-425E-B40E-FE55A166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ED1A4-7CDC-47FD-9AB1-7412CFC8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1F371-84AF-4B44-A192-B1111DA7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FBD63-B3CA-4D41-BE38-0B918A0D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ECBDD-CEDE-4D51-8C6E-DDC7C589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C1E11-37E3-46C3-8663-0139C8B5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AA8A2-6187-4723-990E-92E733CE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625E5-AA29-4374-967F-D83E8206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A6FCC-879B-48B7-8915-24278CF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0D44B-8D7A-4867-BE6C-DAA31159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34124-F538-4DAB-9410-E707BC7C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D5170-1655-49BB-A7DF-1CCCA742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504CF-AF05-4024-B97D-1FAF6465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0CE77-D74E-4071-86DA-97C8BB2E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8F1C7-4580-480D-A1D1-F8C6616A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9A24C-6913-47B7-AE26-CD49668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F6738-CAFB-4ADF-8C42-24BEBD9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E33B4-78C9-447B-8D99-C095FF55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22CBC-6A98-47B4-AB1D-6AFFD751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146AD-BCBF-4BAF-8C54-1C897B6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82B7C-552B-428B-8704-489A806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84348-854F-472E-AD6D-FD0B737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2E66C-4D10-4FC6-A537-8414ECB7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D0146-7AEA-4138-99AD-D55933A7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53698-3129-4E44-8200-7270A36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5D5B00-0B55-4177-B8A9-AA0B922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74DAB-D939-4891-9DE7-EFB2BAD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A22561-82B6-4D69-958B-6199D44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7F7DA-095D-432D-B9F3-72613D47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063998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1FE3F7-9517-4C2F-AFA1-B6F6093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FBA2C-AD64-4584-8078-F8711C69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Combinations, linear span, linearly...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DFC1C-2E11-439C-8132-BBD83D77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01BE0-67A6-47CE-9524-25421DB7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4FA25-4966-4182-BDF6-3163A03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2BAC0-0FA5-4B12-8110-D525E86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41D8B-36CA-464A-B7D1-858A921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E840F-DC16-4A51-A281-46D4D1AE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73D93-F8F5-4BFC-B101-80175BF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62B56-0E68-4AD6-B7B6-8FFAE777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189C9-DE79-4686-B0AF-CA9E45E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68A7A-34EF-4477-9C16-21053E60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69DF8-B534-42C7-B1A5-58906C5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00250-4E71-4ADE-9BF5-38DD72B2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1EEC8-DA4B-4999-960A-CF250CEF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7DB88-0DA9-425D-B1EB-4A9D8C62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C50F7-98B2-4E09-AB0C-E3D78675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44F07-0AB7-4913-93B5-A7B78E2C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4DF69-AC94-44DD-AADA-758CBD16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A1289-6066-4335-8473-16F04491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CBB95-1BE1-4D07-941B-4F7FD42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B23B2-0C38-487D-846C-CA9F4126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68B05-3B98-4C44-A57D-45F71E2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AD120-3A41-44B2-8794-2AC1E737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8C373-0CDF-4523-A42D-646B4B7E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DF28DD-4DDA-4CFF-9878-218DF179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B9B5EA-0DF0-4FD3-A65A-F0D3252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1D33B-8E86-4236-ADEA-C1A7597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A2E19-C48E-4771-BB02-AF7E26E7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E8BCF7-B386-4387-82D7-E0587701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12B10-F989-4DC7-82FB-8B786C1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0E16F-1B9E-4351-8135-F22550C2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298154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0ED368-F4F4-4E72-A553-F68132A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675DB-7310-4E67-B0C7-14B10156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Textbook-3: Chapter 4: Sections 4.1 to 4.9...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51F0A-E287-492D-B05F-2AC9C3A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9B4EA-731B-49ED-BA70-94C36DDA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DFB8B-E7B0-4117-86EE-E27B325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F3956-381F-44DA-980C-8E8B9CDE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B1C97-A049-44F5-8C9B-B462B85C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3FA54-EC14-4A78-85C9-5BF8C632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38AA8-7C12-4D9B-B6AB-188C4CB0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12408-7074-4F14-B1C6-9521101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ADB9A-BE7D-43FF-BF98-2CBE7DFA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E4B71-10BA-4ED1-BD3A-266344DC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2A630-52E4-471E-B380-4EAF193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8AADE-8D2B-4B73-A9B6-DE1A3CF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06C73-0EFE-4D55-A66B-ADF10EF5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3E980-C410-4BCD-8AC3-520797A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A396B-6418-4EE1-A705-9DC60CB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B69F7-BA40-4B04-B651-B20CD38C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9C846-D445-4A53-AEDA-59DF9995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08FD1-A99E-4878-9B16-05248671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15BE8-F7A1-4D98-A47B-47CB6E88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1E28D-0142-467F-99CD-895E4E80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1F8F5-33DF-43D7-9EEA-4F0C524E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700EA-8A73-4E91-ADE9-AA777DF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23A6F-5E3D-4EAD-9EFC-D8343F73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A2056-1122-4B88-BC1D-257C8148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CC6BA-8894-4B46-8413-EE1FFDFA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C223B-B973-4CE7-8B19-A61CD5A6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3E520-B2C4-411A-B759-1D2DF6A7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5AD29F-F913-470A-A3B5-6ECF13E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7E67C2-D22E-4CC6-A57D-2E23E4DB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BFB354-0F39-427D-9C20-02B48326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422337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ECA8E2-2600-48B8-82E5-AB1EA0EB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2B6C1-F78D-47C6-9B7F-2CD88AA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 (8Hours Theory + 4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6546C-C96B-40AA-9C4D-2869698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D8113-3763-459D-8003-2163CF00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B6852-A7FB-41F1-B6D9-E8F24A7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0A0D2-A24E-42C1-8F50-C1E89BA3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D5F31-8ACA-4004-B7F6-23494962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258ED-DD3D-47DA-8AF2-B01BE886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94052-D1C0-48FE-B091-F94FDF71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BEC10-349D-4B88-9C7F-C107BAD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FDD5C-B2BF-4930-9532-A7F8C16E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54B7F-29A3-47DA-82BE-6151491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599EB-DD71-470D-AE6A-79D79178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E3375-7C31-4DA1-80A7-876C1D61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06B11-636D-4CE9-9817-20654DFD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853E0-BA83-49FD-8E27-D6834E12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DAC3D-AB1D-45E2-9009-7E42173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34C81-DE59-4F43-9AF0-F39288C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B4060-11A7-423F-8828-5565458B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F8AB0-6F18-4E32-848F-CD947059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20329-A76C-4072-89D6-3DC0E89B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11FB14-A676-473C-BE97-52CB5734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B9F15-06DC-4F0B-9BB4-773969F2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E336A-D438-4E8E-BCA2-7E2D55E3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D223D-56B6-4627-A9F4-188A5F5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978BA-2BB2-4F8D-8F67-4623B00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CBAA3-CC24-4AF7-A498-DC0EAAFC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72ABD-D1D6-4DA5-8FFD-332B49C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928D4-871D-4250-82DF-20DE316B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A31895-DB2F-434F-A270-794BE074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C24F6A-7D34-423D-8792-A31D7677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C53F2E-EC7C-4E6E-AA64-436A63EA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951678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F8AF1A-90E8-4105-9B4F-CBFFDBD5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5E666-8003-4B80-9C64-59085644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Vector spaces: definition and examples, sub...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1D96D-96AE-489F-8F7B-778BA32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43A61-3F18-404D-8CE7-2239CA76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EBD30-4DAB-418E-8971-A06BC989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5B143-B46A-42ED-A07B-400C1545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F0635-B01E-47D7-BB12-B5978303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1C5A9-7FDD-49E2-89FA-C389612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41FBC-6984-41B3-B3C8-85B36196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1AA6A-150B-4478-A9C0-F6764CD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EF957-6BCE-4F23-9B6E-F71078A1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3F92A-1F2A-42C7-9D99-D73741E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37051-8AF9-47F9-97F7-8FE4C88C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D3CF5-5EE5-4F5A-AE05-27F52C45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E3D67-E1C5-4CC2-9442-287FF66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7DAAC-EFBA-4397-A7F3-1F2AFF4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78AC5-A021-4DAA-A364-0F6D905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85ABF-2EDC-41D6-9231-2265183D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2A972-7889-4D45-A7E1-38A942D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70489C-FB3D-4A25-A261-5575F621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F8ECA-45D4-47F2-A224-0EF23F63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71CF3-C7A2-4E9E-ADC0-B73E81D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5F952-570A-45B3-AFB5-EEF4AA00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12DD73-099A-4A57-9BB1-AE7AB7E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009DA-0077-4326-BD08-94700798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EFA00-BFE5-4E04-87F6-BA13905F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5ED3C-1099-4EAF-B7F9-B49A4891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A1DD2E-B807-43D2-9484-71F3E380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35FE2-E965-4D7A-9762-24AEB63B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6327EB-25EB-4662-A5E5-00C9043F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6D02F7-E78B-44D2-9B45-CD510EE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2397B1-D363-460C-9CB0-A56FB66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946691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3AB24B-A0C8-41B5-84E5-22A2CE4F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CBD4B-027C-4BF1-9719-B46D1606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Linear Combinations, linear span, linearly...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194D-E095-4894-832C-5CBF7158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172E8-0EFC-4EF7-A894-76975B2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751B5-2CC3-40A3-B3CF-FECD3E7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1EB3D-BEE4-4BA6-B961-98F28F8C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DEA94-5418-4C75-8582-AF1167C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EB9BF-703B-453A-8A3E-9015070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C6EAC-B5F4-4053-B179-1376B1D7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F56CC-3A46-4238-AFBA-D8B3FE81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FFED9-355B-4E62-9E00-CD5BE474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C4026-5496-41A6-8BE2-4BAEB8EF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37DFB-1714-44B5-B8A1-6A3E77A3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D6F6F-759A-4B47-BDDC-401EC143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A49C0-36C4-415D-9202-8B0FDA08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85FD6-FD78-4C2E-A27A-BB7BDF36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96A3C-932A-4CE1-A769-F1AB546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B114C-93E7-4094-9013-2890C8AC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25DEE-DD58-414B-8D0E-6A80A6A8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B8A9C-D169-4FFA-9C07-659E4E50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AC0CD-D6C5-495E-925C-4F6FF4E5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EE127-B64E-496F-AC04-5E14814F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B5D73-56EC-4EA0-BC3F-03811619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4C35B1-8780-4012-BDF9-CD56F9C9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0CCDA-74DE-467C-A779-00A09FF0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23A3B-5E14-4950-9E3E-381626F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B605E-2657-475F-8EF3-2EB8BF34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EDAEB-123E-4CAB-A506-A9EC2335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40F53-CA5C-4122-A334-BCB0095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21215-8341-4934-AD05-EF3D7D87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06ADE-EC42-41CD-B9CE-1A892049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C70242-CAD0-4275-9D25-EA979CD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51497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2026-08-24T16:03:05.1190000Z</dcterms:created>
  <dcterms:modified xsi:type="dcterms:W3CDTF">2026-08-24T16:03:05.1190000Z</dcterms:modified>
</coreProperties>
</file>