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f99066b474ac1" /><Relationship Type="http://schemas.openxmlformats.org/officeDocument/2006/relationships/extended-properties" Target="/docProps/app.xml" Id="R1a31b20c23754a79" /><Relationship Type="http://schemas.openxmlformats.org/officeDocument/2006/relationships/officeDocument" Target="/ppt/presentation.xml" Id="R95183b0c3472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68c7b69f44369"/>
  </p:sldMasterIdLst>
  <p:notesMasterIdLst>
    <p:notesMasterId xmlns:r="http://schemas.openxmlformats.org/officeDocument/2006/relationships" r:id="R2d7579cb873d4c52"/>
  </p:notesMasterIdLst>
  <p:sldIdLst>
    <p:sldId xmlns:r="http://schemas.openxmlformats.org/officeDocument/2006/relationships" id="256" r:id="Rd5570398a8e54afb"/>
    <p:sldId xmlns:r="http://schemas.openxmlformats.org/officeDocument/2006/relationships" id="257" r:id="Ra0bc2ba22b814a40"/>
    <p:sldId xmlns:r="http://schemas.openxmlformats.org/officeDocument/2006/relationships" id="258" r:id="Re7d912d6e5d141ad"/>
    <p:sldId xmlns:r="http://schemas.openxmlformats.org/officeDocument/2006/relationships" id="259" r:id="Rd5af1792406f423b"/>
    <p:sldId xmlns:r="http://schemas.openxmlformats.org/officeDocument/2006/relationships" id="260" r:id="Rb528f31184b3407e"/>
    <p:sldId xmlns:r="http://schemas.openxmlformats.org/officeDocument/2006/relationships" id="261" r:id="R4e09ae22f08a4613"/>
    <p:sldId xmlns:r="http://schemas.openxmlformats.org/officeDocument/2006/relationships" id="262" r:id="R3c890960a898475c"/>
    <p:sldId xmlns:r="http://schemas.openxmlformats.org/officeDocument/2006/relationships" id="263" r:id="R9b5b114eb9954113"/>
    <p:sldId xmlns:r="http://schemas.openxmlformats.org/officeDocument/2006/relationships" id="264" r:id="Reb0179f34d514962"/>
    <p:sldId xmlns:r="http://schemas.openxmlformats.org/officeDocument/2006/relationships" id="265" r:id="Rb101127a357d4666"/>
    <p:sldId xmlns:r="http://schemas.openxmlformats.org/officeDocument/2006/relationships" id="266" r:id="R37e4e4849a8f4a99"/>
    <p:sldId xmlns:r="http://schemas.openxmlformats.org/officeDocument/2006/relationships" id="267" r:id="R468a0d6a4c054869"/>
    <p:sldId xmlns:r="http://schemas.openxmlformats.org/officeDocument/2006/relationships" id="268" r:id="R5e10397ce6c14011"/>
    <p:sldId xmlns:r="http://schemas.openxmlformats.org/officeDocument/2006/relationships" id="269" r:id="Rd405fbf81634481b"/>
    <p:sldId xmlns:r="http://schemas.openxmlformats.org/officeDocument/2006/relationships" id="270" r:id="R30b8e87df2844f3a"/>
    <p:sldId xmlns:r="http://schemas.openxmlformats.org/officeDocument/2006/relationships" id="271" r:id="Re74aeb00c6084a07"/>
    <p:sldId xmlns:r="http://schemas.openxmlformats.org/officeDocument/2006/relationships" id="272" r:id="R08213d73c2f7457e"/>
    <p:sldId xmlns:r="http://schemas.openxmlformats.org/officeDocument/2006/relationships" id="273" r:id="R614ed806812c4d5c"/>
    <p:sldId xmlns:r="http://schemas.openxmlformats.org/officeDocument/2006/relationships" id="274" r:id="R2d31fb5d0a5647fe"/>
    <p:sldId xmlns:r="http://schemas.openxmlformats.org/officeDocument/2006/relationships" id="275" r:id="R3930664dcdaf4e3d"/>
    <p:sldId xmlns:r="http://schemas.openxmlformats.org/officeDocument/2006/relationships" id="276" r:id="Rd0b8941471b9444b"/>
    <p:sldId xmlns:r="http://schemas.openxmlformats.org/officeDocument/2006/relationships" id="277" r:id="Rfca21feffa0a4476"/>
    <p:sldId xmlns:r="http://schemas.openxmlformats.org/officeDocument/2006/relationships" id="278" r:id="Reb98e794740440d3"/>
    <p:sldId xmlns:r="http://schemas.openxmlformats.org/officeDocument/2006/relationships" id="279" r:id="R837957d2fb254b51"/>
    <p:sldId xmlns:r="http://schemas.openxmlformats.org/officeDocument/2006/relationships" id="280" r:id="Rc1c89862aeb447aa"/>
    <p:sldId xmlns:r="http://schemas.openxmlformats.org/officeDocument/2006/relationships" id="281" r:id="Rea5892ed168b4d27"/>
    <p:sldId xmlns:r="http://schemas.openxmlformats.org/officeDocument/2006/relationships" id="282" r:id="R9d41ee24f4764fb7"/>
    <p:sldId xmlns:r="http://schemas.openxmlformats.org/officeDocument/2006/relationships" id="283" r:id="R36fc2942b83b4c71"/>
    <p:sldId xmlns:r="http://schemas.openxmlformats.org/officeDocument/2006/relationships" id="284" r:id="R137af066a1e343fc"/>
    <p:sldId xmlns:r="http://schemas.openxmlformats.org/officeDocument/2006/relationships" id="285" r:id="R6d7aabc0f28946d2"/>
    <p:sldId xmlns:r="http://schemas.openxmlformats.org/officeDocument/2006/relationships" id="286" r:id="R6dc6b4ed6adc4575"/>
    <p:sldId xmlns:r="http://schemas.openxmlformats.org/officeDocument/2006/relationships" id="287" r:id="R06cb00e672e7456b"/>
    <p:sldId xmlns:r="http://schemas.openxmlformats.org/officeDocument/2006/relationships" id="288" r:id="Ra6e380c37e894b3c"/>
    <p:sldId xmlns:r="http://schemas.openxmlformats.org/officeDocument/2006/relationships" id="289" r:id="R8e797aac7c7a4a74"/>
    <p:sldId xmlns:r="http://schemas.openxmlformats.org/officeDocument/2006/relationships" id="290" r:id="R9b8f7b1fa02a4f08"/>
    <p:sldId xmlns:r="http://schemas.openxmlformats.org/officeDocument/2006/relationships" id="291" r:id="R053f497fec2f4f95"/>
    <p:sldId xmlns:r="http://schemas.openxmlformats.org/officeDocument/2006/relationships" id="292" r:id="R12016e2c30714d9b"/>
    <p:sldId xmlns:r="http://schemas.openxmlformats.org/officeDocument/2006/relationships" id="293" r:id="R3ae2026146c94969"/>
    <p:sldId xmlns:r="http://schemas.openxmlformats.org/officeDocument/2006/relationships" id="294" r:id="Rbce4adf90a074602"/>
    <p:sldId xmlns:r="http://schemas.openxmlformats.org/officeDocument/2006/relationships" id="295" r:id="Rda1c7f40105844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fc0c537dc4dfa" /><Relationship Type="http://schemas.openxmlformats.org/officeDocument/2006/relationships/slideMaster" Target="/ppt/slideMasters/slideMaster1.xml" Id="R6c568c7b69f44369" /><Relationship Type="http://schemas.openxmlformats.org/officeDocument/2006/relationships/notesMaster" Target="/ppt/notesMasters/notesMaster1.xml" Id="R2d7579cb873d4c52" /><Relationship Type="http://schemas.openxmlformats.org/officeDocument/2006/relationships/presProps" Target="/ppt/presProps.xml" Id="R4d3648a9443744a2" /><Relationship Type="http://schemas.openxmlformats.org/officeDocument/2006/relationships/tableStyles" Target="/ppt/tableStyles.xml" Id="R10a0b0a045024615" /><Relationship Type="http://schemas.openxmlformats.org/officeDocument/2006/relationships/slide" Target="/ppt/slides/slide1.xml" Id="Rd5570398a8e54afb" /><Relationship Type="http://schemas.openxmlformats.org/officeDocument/2006/relationships/slide" Target="/ppt/slides/slide2.xml" Id="Ra0bc2ba22b814a40" /><Relationship Type="http://schemas.openxmlformats.org/officeDocument/2006/relationships/slide" Target="/ppt/slides/slide3.xml" Id="Re7d912d6e5d141ad" /><Relationship Type="http://schemas.openxmlformats.org/officeDocument/2006/relationships/slide" Target="/ppt/slides/slide4.xml" Id="Rd5af1792406f423b" /><Relationship Type="http://schemas.openxmlformats.org/officeDocument/2006/relationships/slide" Target="/ppt/slides/slide5.xml" Id="Rb528f31184b3407e" /><Relationship Type="http://schemas.openxmlformats.org/officeDocument/2006/relationships/slide" Target="/ppt/slides/slide6.xml" Id="R4e09ae22f08a4613" /><Relationship Type="http://schemas.openxmlformats.org/officeDocument/2006/relationships/slide" Target="/ppt/slides/slide7.xml" Id="R3c890960a898475c" /><Relationship Type="http://schemas.openxmlformats.org/officeDocument/2006/relationships/slide" Target="/ppt/slides/slide8.xml" Id="R9b5b114eb9954113" /><Relationship Type="http://schemas.openxmlformats.org/officeDocument/2006/relationships/slide" Target="/ppt/slides/slide9.xml" Id="Reb0179f34d514962" /><Relationship Type="http://schemas.openxmlformats.org/officeDocument/2006/relationships/slide" Target="/ppt/slides/slide10.xml" Id="Rb101127a357d4666" /><Relationship Type="http://schemas.openxmlformats.org/officeDocument/2006/relationships/slide" Target="/ppt/slides/slide11.xml" Id="R37e4e4849a8f4a99" /><Relationship Type="http://schemas.openxmlformats.org/officeDocument/2006/relationships/slide" Target="/ppt/slides/slide12.xml" Id="R468a0d6a4c054869" /><Relationship Type="http://schemas.openxmlformats.org/officeDocument/2006/relationships/slide" Target="/ppt/slides/slide13.xml" Id="R5e10397ce6c14011" /><Relationship Type="http://schemas.openxmlformats.org/officeDocument/2006/relationships/slide" Target="/ppt/slides/slide14.xml" Id="Rd405fbf81634481b" /><Relationship Type="http://schemas.openxmlformats.org/officeDocument/2006/relationships/slide" Target="/ppt/slides/slide15.xml" Id="R30b8e87df2844f3a" /><Relationship Type="http://schemas.openxmlformats.org/officeDocument/2006/relationships/slide" Target="/ppt/slides/slide16.xml" Id="Re74aeb00c6084a07" /><Relationship Type="http://schemas.openxmlformats.org/officeDocument/2006/relationships/slide" Target="/ppt/slides/slide17.xml" Id="R08213d73c2f7457e" /><Relationship Type="http://schemas.openxmlformats.org/officeDocument/2006/relationships/slide" Target="/ppt/slides/slide18.xml" Id="R614ed806812c4d5c" /><Relationship Type="http://schemas.openxmlformats.org/officeDocument/2006/relationships/slide" Target="/ppt/slides/slide19.xml" Id="R2d31fb5d0a5647fe" /><Relationship Type="http://schemas.openxmlformats.org/officeDocument/2006/relationships/slide" Target="/ppt/slides/slide20.xml" Id="R3930664dcdaf4e3d" /><Relationship Type="http://schemas.openxmlformats.org/officeDocument/2006/relationships/slide" Target="/ppt/slides/slide21.xml" Id="Rd0b8941471b9444b" /><Relationship Type="http://schemas.openxmlformats.org/officeDocument/2006/relationships/slide" Target="/ppt/slides/slide22.xml" Id="Rfca21feffa0a4476" /><Relationship Type="http://schemas.openxmlformats.org/officeDocument/2006/relationships/slide" Target="/ppt/slides/slide23.xml" Id="Reb98e794740440d3" /><Relationship Type="http://schemas.openxmlformats.org/officeDocument/2006/relationships/slide" Target="/ppt/slides/slide24.xml" Id="R837957d2fb254b51" /><Relationship Type="http://schemas.openxmlformats.org/officeDocument/2006/relationships/slide" Target="/ppt/slides/slide25.xml" Id="Rc1c89862aeb447aa" /><Relationship Type="http://schemas.openxmlformats.org/officeDocument/2006/relationships/slide" Target="/ppt/slides/slide26.xml" Id="Rea5892ed168b4d27" /><Relationship Type="http://schemas.openxmlformats.org/officeDocument/2006/relationships/slide" Target="/ppt/slides/slide27.xml" Id="R9d41ee24f4764fb7" /><Relationship Type="http://schemas.openxmlformats.org/officeDocument/2006/relationships/slide" Target="/ppt/slides/slide28.xml" Id="R36fc2942b83b4c71" /><Relationship Type="http://schemas.openxmlformats.org/officeDocument/2006/relationships/slide" Target="/ppt/slides/slide29.xml" Id="R137af066a1e343fc" /><Relationship Type="http://schemas.openxmlformats.org/officeDocument/2006/relationships/slide" Target="/ppt/slides/slide30.xml" Id="R6d7aabc0f28946d2" /><Relationship Type="http://schemas.openxmlformats.org/officeDocument/2006/relationships/slide" Target="/ppt/slides/slide31.xml" Id="R6dc6b4ed6adc4575" /><Relationship Type="http://schemas.openxmlformats.org/officeDocument/2006/relationships/slide" Target="/ppt/slides/slide32.xml" Id="R06cb00e672e7456b" /><Relationship Type="http://schemas.openxmlformats.org/officeDocument/2006/relationships/slide" Target="/ppt/slides/slide33.xml" Id="Ra6e380c37e894b3c" /><Relationship Type="http://schemas.openxmlformats.org/officeDocument/2006/relationships/slide" Target="/ppt/slides/slide34.xml" Id="R8e797aac7c7a4a74" /><Relationship Type="http://schemas.openxmlformats.org/officeDocument/2006/relationships/slide" Target="/ppt/slides/slide35.xml" Id="R9b8f7b1fa02a4f08" /><Relationship Type="http://schemas.openxmlformats.org/officeDocument/2006/relationships/slide" Target="/ppt/slides/slide36.xml" Id="R053f497fec2f4f95" /><Relationship Type="http://schemas.openxmlformats.org/officeDocument/2006/relationships/slide" Target="/ppt/slides/slide37.xml" Id="R12016e2c30714d9b" /><Relationship Type="http://schemas.openxmlformats.org/officeDocument/2006/relationships/slide" Target="/ppt/slides/slide38.xml" Id="R3ae2026146c94969" /><Relationship Type="http://schemas.openxmlformats.org/officeDocument/2006/relationships/slide" Target="/ppt/slides/slide39.xml" Id="Rbce4adf90a074602" /><Relationship Type="http://schemas.openxmlformats.org/officeDocument/2006/relationships/slide" Target="/ppt/slides/slide40.xml" Id="Rda1c7f401058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3d37bfbf6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0911fce904e64" /><Relationship Type="http://schemas.openxmlformats.org/officeDocument/2006/relationships/notesMaster" Target="/ppt/notesMasters/notesMaster1.xml" Id="R3823df37949542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74a5c83f6c4fff" /><Relationship Type="http://schemas.openxmlformats.org/officeDocument/2006/relationships/notesMaster" Target="/ppt/notesMasters/notesMaster1.xml" Id="R755834df928142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60eb36156c4379" /><Relationship Type="http://schemas.openxmlformats.org/officeDocument/2006/relationships/notesMaster" Target="/ppt/notesMasters/notesMaster1.xml" Id="R4aa6e299c767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1604ec07d94718" /><Relationship Type="http://schemas.openxmlformats.org/officeDocument/2006/relationships/notesMaster" Target="/ppt/notesMasters/notesMaster1.xml" Id="Rbfc2e61631934b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388b4f7044f30" /><Relationship Type="http://schemas.openxmlformats.org/officeDocument/2006/relationships/notesMaster" Target="/ppt/notesMasters/notesMaster1.xml" Id="R92a829c973b04d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c175ac9ce04255" /><Relationship Type="http://schemas.openxmlformats.org/officeDocument/2006/relationships/notesMaster" Target="/ppt/notesMasters/notesMaster1.xml" Id="R185895676c0644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bb929d18c84133" /><Relationship Type="http://schemas.openxmlformats.org/officeDocument/2006/relationships/notesMaster" Target="/ppt/notesMasters/notesMaster1.xml" Id="R0d7e0e3da629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ebfb691084a40" /><Relationship Type="http://schemas.openxmlformats.org/officeDocument/2006/relationships/notesMaster" Target="/ppt/notesMasters/notesMaster1.xml" Id="R56665609f10945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0384f32bba4bb8" /><Relationship Type="http://schemas.openxmlformats.org/officeDocument/2006/relationships/notesMaster" Target="/ppt/notesMasters/notesMaster1.xml" Id="R12e641fdadcf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caa36d3514fda" /><Relationship Type="http://schemas.openxmlformats.org/officeDocument/2006/relationships/notesMaster" Target="/ppt/notesMasters/notesMaster1.xml" Id="Rf60f6a310bf449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5f8e450b4c42f2" /><Relationship Type="http://schemas.openxmlformats.org/officeDocument/2006/relationships/notesMaster" Target="/ppt/notesMasters/notesMaster1.xml" Id="Rdd0602e5be4b49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dadec030dd4ef1" /><Relationship Type="http://schemas.openxmlformats.org/officeDocument/2006/relationships/notesMaster" Target="/ppt/notesMasters/notesMaster1.xml" Id="Rf5f3f4edcbee4c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1c53fcf43c4c9d" /><Relationship Type="http://schemas.openxmlformats.org/officeDocument/2006/relationships/notesMaster" Target="/ppt/notesMasters/notesMaster1.xml" Id="R34ad6e49cd0c45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a962225bc5419d" /><Relationship Type="http://schemas.openxmlformats.org/officeDocument/2006/relationships/notesMaster" Target="/ppt/notesMasters/notesMaster1.xml" Id="Re090c1c2fb5344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5b45f47ea84d1a" /><Relationship Type="http://schemas.openxmlformats.org/officeDocument/2006/relationships/notesMaster" Target="/ppt/notesMasters/notesMaster1.xml" Id="R81a91d64f05242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5ec760c9c54dd3" /><Relationship Type="http://schemas.openxmlformats.org/officeDocument/2006/relationships/notesMaster" Target="/ppt/notesMasters/notesMaster1.xml" Id="Ra40613eb50f6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09a88918cc4898" /><Relationship Type="http://schemas.openxmlformats.org/officeDocument/2006/relationships/notesMaster" Target="/ppt/notesMasters/notesMaster1.xml" Id="Rc0c95672bcd448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8d81d087be43c7" /><Relationship Type="http://schemas.openxmlformats.org/officeDocument/2006/relationships/notesMaster" Target="/ppt/notesMasters/notesMaster1.xml" Id="R43c91b5502a543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a29c5662664d12" /><Relationship Type="http://schemas.openxmlformats.org/officeDocument/2006/relationships/notesMaster" Target="/ppt/notesMasters/notesMaster1.xml" Id="Rdb9558a307a449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f5716ed1d04a14" /><Relationship Type="http://schemas.openxmlformats.org/officeDocument/2006/relationships/notesMaster" Target="/ppt/notesMasters/notesMaster1.xml" Id="Rda2019cee84448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6371dda7924731" /><Relationship Type="http://schemas.openxmlformats.org/officeDocument/2006/relationships/notesMaster" Target="/ppt/notesMasters/notesMaster1.xml" Id="R1fa87e97b6804d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16d01ed5504603" /><Relationship Type="http://schemas.openxmlformats.org/officeDocument/2006/relationships/notesMaster" Target="/ppt/notesMasters/notesMaster1.xml" Id="Rafa99c58fd4f44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a7aecdae3e4b63" /><Relationship Type="http://schemas.openxmlformats.org/officeDocument/2006/relationships/notesMaster" Target="/ppt/notesMasters/notesMaster1.xml" Id="Rf3bcbbc9e58f44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135c528ae04342" /><Relationship Type="http://schemas.openxmlformats.org/officeDocument/2006/relationships/notesMaster" Target="/ppt/notesMasters/notesMaster1.xml" Id="R350c538d88bb4d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ae12d1ef3c4b1a" /><Relationship Type="http://schemas.openxmlformats.org/officeDocument/2006/relationships/notesMaster" Target="/ppt/notesMasters/notesMaster1.xml" Id="R96d5bacfa50d47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9e968dc3494913" /><Relationship Type="http://schemas.openxmlformats.org/officeDocument/2006/relationships/notesMaster" Target="/ppt/notesMasters/notesMaster1.xml" Id="R8cd0a94293b84b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21db3fa9074203" /><Relationship Type="http://schemas.openxmlformats.org/officeDocument/2006/relationships/notesMaster" Target="/ppt/notesMasters/notesMaster1.xml" Id="R9f374e2f574648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2267089f6f94f0b" /><Relationship Type="http://schemas.openxmlformats.org/officeDocument/2006/relationships/notesMaster" Target="/ppt/notesMasters/notesMaster1.xml" Id="Rd12bec2ee5e145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98b901108f24c6b" /><Relationship Type="http://schemas.openxmlformats.org/officeDocument/2006/relationships/notesMaster" Target="/ppt/notesMasters/notesMaster1.xml" Id="R8a4a671a6014435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2f75a6b2884086" /><Relationship Type="http://schemas.openxmlformats.org/officeDocument/2006/relationships/notesMaster" Target="/ppt/notesMasters/notesMaster1.xml" Id="Rbb29d1af02ed400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0b2e21cbea4a33" /><Relationship Type="http://schemas.openxmlformats.org/officeDocument/2006/relationships/notesMaster" Target="/ppt/notesMasters/notesMaster1.xml" Id="R1d6df17f2adf47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00be868368b46a2" /><Relationship Type="http://schemas.openxmlformats.org/officeDocument/2006/relationships/notesMaster" Target="/ppt/notesMasters/notesMaster1.xml" Id="Raa2837413b0b4e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a4e42fb9baf46b4" /><Relationship Type="http://schemas.openxmlformats.org/officeDocument/2006/relationships/notesMaster" Target="/ppt/notesMasters/notesMaster1.xml" Id="R96d6091c36354d6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0cdbf8602ec4641" /><Relationship Type="http://schemas.openxmlformats.org/officeDocument/2006/relationships/notesMaster" Target="/ppt/notesMasters/notesMaster1.xml" Id="Rdddfa35fbca34ab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57da2ef10404980" /><Relationship Type="http://schemas.openxmlformats.org/officeDocument/2006/relationships/notesMaster" Target="/ppt/notesMasters/notesMaster1.xml" Id="R9a27d9d48c1443a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d482c627ed4c1a" /><Relationship Type="http://schemas.openxmlformats.org/officeDocument/2006/relationships/notesMaster" Target="/ppt/notesMasters/notesMaster1.xml" Id="Rb55b94a0a29d4df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f34b93f7e043d2" /><Relationship Type="http://schemas.openxmlformats.org/officeDocument/2006/relationships/notesMaster" Target="/ppt/notesMasters/notesMaster1.xml" Id="Rc3ad28fba709498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ebcca17791c4e41" /><Relationship Type="http://schemas.openxmlformats.org/officeDocument/2006/relationships/notesMaster" Target="/ppt/notesMasters/notesMaster1.xml" Id="R18ad48da785142e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bde565df54b4284" /><Relationship Type="http://schemas.openxmlformats.org/officeDocument/2006/relationships/notesMaster" Target="/ppt/notesMasters/notesMaster1.xml" Id="R41d0564e8221416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4fc275bf6744479" /><Relationship Type="http://schemas.openxmlformats.org/officeDocument/2006/relationships/notesMaster" Target="/ppt/notesMasters/notesMaster1.xml" Id="R53399ef1f487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43b8d7d144a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ed98cef2643ed" /><Relationship Type="http://schemas.openxmlformats.org/officeDocument/2006/relationships/slideLayout" Target="/ppt/slideLayouts/slideLayout1.xml" Id="Ra48e7f870575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e7f870575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a20940cd34e12" /><Relationship Type="http://schemas.openxmlformats.org/officeDocument/2006/relationships/notesSlide" Target="/ppt/notesSlides/notesSlide1.xml" Id="Rc56467b31b7b42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66e73c8ae40ed" /><Relationship Type="http://schemas.openxmlformats.org/officeDocument/2006/relationships/notesSlide" Target="/ppt/notesSlides/notesSlide2.xml" Id="R2d1a7edeee6b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ae79f9004f40" /><Relationship Type="http://schemas.openxmlformats.org/officeDocument/2006/relationships/notesSlide" Target="/ppt/notesSlides/notesSlide3.xml" Id="Ree0a61eb9b2c45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843fdb014e36" /><Relationship Type="http://schemas.openxmlformats.org/officeDocument/2006/relationships/notesSlide" Target="/ppt/notesSlides/notesSlide4.xml" Id="R43b9a78f57b7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3bd7b91024e6b" /><Relationship Type="http://schemas.openxmlformats.org/officeDocument/2006/relationships/notesSlide" Target="/ppt/notesSlides/notesSlide5.xml" Id="Rd9cb715b3663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ac39b79e34099" /><Relationship Type="http://schemas.openxmlformats.org/officeDocument/2006/relationships/notesSlide" Target="/ppt/notesSlides/notesSlide6.xml" Id="R3d611713a8e048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a4405f307409b" /><Relationship Type="http://schemas.openxmlformats.org/officeDocument/2006/relationships/notesSlide" Target="/ppt/notesSlides/notesSlide7.xml" Id="R7fbb9f1aa420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54b6b23cb4a17" /><Relationship Type="http://schemas.openxmlformats.org/officeDocument/2006/relationships/notesSlide" Target="/ppt/notesSlides/notesSlide8.xml" Id="R1ccb3c05af7a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ff6936ba74f5a" /><Relationship Type="http://schemas.openxmlformats.org/officeDocument/2006/relationships/notesSlide" Target="/ppt/notesSlides/notesSlide9.xml" Id="R6ce8315cb4fa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0f02e3f484725" /><Relationship Type="http://schemas.openxmlformats.org/officeDocument/2006/relationships/notesSlide" Target="/ppt/notesSlides/notesSlide10.xml" Id="R9f399eeea61f45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da15593174669" /><Relationship Type="http://schemas.openxmlformats.org/officeDocument/2006/relationships/notesSlide" Target="/ppt/notesSlides/notesSlide11.xml" Id="R79a59c15af484e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8b373e1864c89" /><Relationship Type="http://schemas.openxmlformats.org/officeDocument/2006/relationships/notesSlide" Target="/ppt/notesSlides/notesSlide12.xml" Id="R9808b18b42684f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239fce8dc4de5" /><Relationship Type="http://schemas.openxmlformats.org/officeDocument/2006/relationships/notesSlide" Target="/ppt/notesSlides/notesSlide13.xml" Id="Re3e6a0ffb2634b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9e9334386425a" /><Relationship Type="http://schemas.openxmlformats.org/officeDocument/2006/relationships/notesSlide" Target="/ppt/notesSlides/notesSlide14.xml" Id="R8372bc031e084e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3cb73b2043a3" /><Relationship Type="http://schemas.openxmlformats.org/officeDocument/2006/relationships/notesSlide" Target="/ppt/notesSlides/notesSlide15.xml" Id="R36a5adab3d0844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d927823a4a80" /><Relationship Type="http://schemas.openxmlformats.org/officeDocument/2006/relationships/notesSlide" Target="/ppt/notesSlides/notesSlide16.xml" Id="R86a2284dd48a4b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a2da23a234ea2" /><Relationship Type="http://schemas.openxmlformats.org/officeDocument/2006/relationships/notesSlide" Target="/ppt/notesSlides/notesSlide17.xml" Id="R1d2fb495aee941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f1fcc7764a5d" /><Relationship Type="http://schemas.openxmlformats.org/officeDocument/2006/relationships/notesSlide" Target="/ppt/notesSlides/notesSlide18.xml" Id="Rcf2fe529d42c40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9bf25d85b4059" /><Relationship Type="http://schemas.openxmlformats.org/officeDocument/2006/relationships/notesSlide" Target="/ppt/notesSlides/notesSlide19.xml" Id="R6afc9f4247de49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fcf72094c4135" /><Relationship Type="http://schemas.openxmlformats.org/officeDocument/2006/relationships/notesSlide" Target="/ppt/notesSlides/notesSlide20.xml" Id="R1f67bd84a4cd4b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976db597745e3" /><Relationship Type="http://schemas.openxmlformats.org/officeDocument/2006/relationships/notesSlide" Target="/ppt/notesSlides/notesSlide21.xml" Id="Rfc035bd733c049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92c0d686a4f21" /><Relationship Type="http://schemas.openxmlformats.org/officeDocument/2006/relationships/notesSlide" Target="/ppt/notesSlides/notesSlide22.xml" Id="Ra3b9d8fe456e41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0a355f48d4192" /><Relationship Type="http://schemas.openxmlformats.org/officeDocument/2006/relationships/notesSlide" Target="/ppt/notesSlides/notesSlide23.xml" Id="R34bdc477352242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005b93ecb4d96" /><Relationship Type="http://schemas.openxmlformats.org/officeDocument/2006/relationships/notesSlide" Target="/ppt/notesSlides/notesSlide24.xml" Id="R7f0952ce4a4e4c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050dc3f84b40" /><Relationship Type="http://schemas.openxmlformats.org/officeDocument/2006/relationships/notesSlide" Target="/ppt/notesSlides/notesSlide25.xml" Id="R42cc314fa28a40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e2e4629ae4178" /><Relationship Type="http://schemas.openxmlformats.org/officeDocument/2006/relationships/notesSlide" Target="/ppt/notesSlides/notesSlide26.xml" Id="Rab8b2faf4b604b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dea205a04457c" /><Relationship Type="http://schemas.openxmlformats.org/officeDocument/2006/relationships/notesSlide" Target="/ppt/notesSlides/notesSlide27.xml" Id="R68f13896ea1a4a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508e170a441fd" /><Relationship Type="http://schemas.openxmlformats.org/officeDocument/2006/relationships/notesSlide" Target="/ppt/notesSlides/notesSlide28.xml" Id="R5e9e1b2dfcb841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71f182dcd4da0" /><Relationship Type="http://schemas.openxmlformats.org/officeDocument/2006/relationships/notesSlide" Target="/ppt/notesSlides/notesSlide29.xml" Id="R49e9e24e65c74f6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4fa9c61be4d75" /><Relationship Type="http://schemas.openxmlformats.org/officeDocument/2006/relationships/notesSlide" Target="/ppt/notesSlides/notesSlide30.xml" Id="R3f04fbc92d4846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d0c5694704cca" /><Relationship Type="http://schemas.openxmlformats.org/officeDocument/2006/relationships/notesSlide" Target="/ppt/notesSlides/notesSlide31.xml" Id="R1142615000fa4c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2cdfcc3841d5" /><Relationship Type="http://schemas.openxmlformats.org/officeDocument/2006/relationships/notesSlide" Target="/ppt/notesSlides/notesSlide32.xml" Id="Re70a1de1e3954f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6c2f4992a4b0c" /><Relationship Type="http://schemas.openxmlformats.org/officeDocument/2006/relationships/notesSlide" Target="/ppt/notesSlides/notesSlide33.xml" Id="Rd4e33c3cd7e745d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dd37d76674db4" /><Relationship Type="http://schemas.openxmlformats.org/officeDocument/2006/relationships/notesSlide" Target="/ppt/notesSlides/notesSlide34.xml" Id="R5889808098654e7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ff96cb08e404b" /><Relationship Type="http://schemas.openxmlformats.org/officeDocument/2006/relationships/notesSlide" Target="/ppt/notesSlides/notesSlide35.xml" Id="Rf8d9c13d05a748a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71029448452c" /><Relationship Type="http://schemas.openxmlformats.org/officeDocument/2006/relationships/notesSlide" Target="/ppt/notesSlides/notesSlide36.xml" Id="R7009cd6b96454cf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902e463644387" /><Relationship Type="http://schemas.openxmlformats.org/officeDocument/2006/relationships/notesSlide" Target="/ppt/notesSlides/notesSlide37.xml" Id="R4aec08742433402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5f6623dd46d5" /><Relationship Type="http://schemas.openxmlformats.org/officeDocument/2006/relationships/notesSlide" Target="/ppt/notesSlides/notesSlide38.xml" Id="R08fbcd68c7be4f5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939bec6484c4a" /><Relationship Type="http://schemas.openxmlformats.org/officeDocument/2006/relationships/notesSlide" Target="/ppt/notesSlides/notesSlide39.xml" Id="R16f5a6ebe392478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f91dfbe6549d6" /><Relationship Type="http://schemas.openxmlformats.org/officeDocument/2006/relationships/notesSlide" Target="/ppt/notesSlides/notesSlide40.xml" Id="Rc5383134fedf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91045-758C-42D4-97AB-18C6932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0FBA7-DC5C-45D7-BD1E-C1EC2D8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03A5F-5AC4-4943-B8C9-7411157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A2D43-111C-40A8-BC01-BF556F9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B6ABB-9F8E-487C-A5F0-02CA4F9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A06E9-98FE-4EC3-B0C8-3EB600F6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9E978-84B9-4DF4-916F-8A6FFB5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06D98-471D-4CA6-A2DD-E883A953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A3A17-9582-4F5F-9E91-AECEC06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A7974-2D5A-4B6F-9C19-983639A5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3836D-700A-4DB7-9F23-924D0BF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552B5-C63B-4B5D-B795-D164D76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CC8C8-F320-457B-AF29-27E16D8E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0061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0E432-E84F-4F2A-8014-0ED83C8F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44546-56AA-46FE-AFB5-A0C77D4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C1EEF-723A-43C5-AF41-7CAD5A99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283F0-EF1C-4D71-95E8-ECADCAA8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CFCA7-88FC-42CE-A151-63EEE75C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5E63B-603C-4555-BD73-3DFCE8D6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170D-CB22-43A7-BA52-2F9C539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C44C3-F826-41C3-93C8-4E75A78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63287-DC7E-4729-B606-1408E4A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EC242-1313-424B-BE29-57C7B40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D9992-60FA-4F5F-B98A-6F823DB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C3164-14C7-401F-A5FD-C03EE42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21812-5094-457C-B2FB-B55339F9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EB865-BCFF-4797-A475-48DA85B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738B9-DAF5-4473-8CC7-F8818DB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559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A682A-52F1-4267-80DD-93D91F1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959C3-5E99-40F7-9217-C5125014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A4B76-6E4F-4A2E-9CAA-7AD6FBA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BA14-5D09-4FDC-A8AD-66C701AE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09C07-1709-4D1A-BA35-8701E25C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5C02-157B-4567-9B1B-9AFDB00A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EE1DA-FC17-41E6-AEF4-02F6B60B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8C886-CA88-419D-8FC1-9A9A0D4B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F7336-EC3C-4290-A541-B2F1E5A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of Higher Order (8Hours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71D44-A22B-451F-AF80-83B6FD1F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07C5A-A994-4964-8550-217A127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C11B9-A2AD-4E9C-936F-3BB016A0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homogeneous and non-homogeneous equations (eax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D9257-0A19-436B-92A6-1A8F15F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E3159-4D90-4BF0-BAB1-9C43C017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2FED5-1ACD-4807-85DA-FD8E6C4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AD69A-59EB-4358-9DEE-78356E8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DB78C-1D8F-44E8-A549-DEEB990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B4F2B-F9C2-4388-99AA-AFD2EE98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B620-4ADE-437E-A9D6-F83ACB1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EA765-53BD-4420-807E-7A1EBA6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6327C-164C-4DC4-8641-97DAE02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F3977-16F4-438F-B30C-2555A76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9A6F0-0449-4138-844A-2A05800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F16D3-92F9-4CB9-8224-836ED10B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Cauchy's and Legendre's homogeneous differential equation...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A1FB5-A32C-44D4-8AE5-55AA93C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40DD2-A2E4-40C5-870C-086335DB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1836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D0DE9-00AF-4EC0-9012-038E17C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D2FCA-ABFB-4940-AD3F-2AE4240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949FD-2F01-4D95-8ADA-8692211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E85B9-D7C9-4810-8A64-19A6C7C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C73CE-8F32-46D9-AFC6-DD19AD1F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4A4E9-0C07-4101-A6A5-A0C73C3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76CAD-9722-4304-B501-97243A93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7245A-A1F3-4CA6-B73A-E4D18A6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of Higher Order (8Hours 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F9F4E-99FA-4AFC-BDD5-AB288BD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F32E4-EE8C-4A84-861C-09BA5C4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A9E25-E512-4A98-A251-92B473B0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homogeneous and non-homogeneous equations (eax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51529-3723-4C49-89E8-DB6AE36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336E7-A730-4129-9D0D-E896CAE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B41B-1DC9-4682-883B-F26EE36F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5368D-A5BA-4CA0-9701-4501E4A6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E6BD1-4100-4A93-916B-A925FF9C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6002A-09CD-4CC6-8568-C686A2C9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D1A79-C52A-43D3-B1BA-F51F870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F2352-7C23-4455-BF6E-8FF9257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BF7C2-B11A-4864-B93F-EF2645E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F0333-1069-498F-9479-3FFEE126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0AC06-7D7D-47C0-8589-FE676477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A1CE5-9B17-429E-825F-1EACAC07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Cauchy's and Legendre's homogeneous differential equation...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0ECED-528A-4A63-9EB8-05D5CF8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AC6BF-A631-4782-84F8-036EF1C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30F66-3DF5-4E2A-ADA1-04F75A83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23891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6AAA0-B52B-4706-80AD-7367F1A9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80A75-3A67-437D-A880-1142F08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0F721-8B50-4490-BEC3-5F7FD9C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9A997-72E4-4713-B93A-88BA3E1A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41266-364E-4292-A00E-267B408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CA44F-FFAC-48B6-985B-9590EAF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2F037-F39E-4F4B-8FDC-B1EE0B7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2AA88-FA68-4A2D-95F5-2937D9F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EA67F-92F3-4335-BB63-AD91F74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ACF62-E73E-4752-AEBE-BD5FC7B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01ED6-7450-488A-8002-3A9D9EB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Higher-order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61205-07F0-4B8F-8875-FD2D3E9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D589D-DA4B-41DF-99B2-9CE11593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FB803-F062-4C5C-A487-BB5E7DB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B58C-8DD8-4CA9-89A8-5DDB675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565E-3E91-4708-90FB-FFAFC1FF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47729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D6491-4E42-4D0F-91A5-31D0A274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B8111-3126-40CD-8B1F-B3DD275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F266-591B-4C18-9E06-353CE3D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DD352-2DE7-4EA8-8408-0FE6CBD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FA789-E832-4493-92E8-874EAFFA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of Higher Order (8Hours Theory) + (4Hours Tutorials) 15092025 2 2 Higher-order...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303EB-275C-4DF9-BB75-9934EB0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of Higher...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15758-115D-40A1-96C5-563DFB5D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6F062-016D-4F7D-88B4-76DFFE4C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E9074-706F-4866-9309-D60FDCBC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44AB-E2DA-4538-90D3-FC86F37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F5E0-835B-44D2-BD7B-00C9F4BA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1F67D-DCEA-4D03-96BF-7B73A0AA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685ED-96D6-4E51-B0DF-B428298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530FB-F167-4B75-AA53-AB460004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3025-9050-44EE-A56E-5A3A9114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D8927-D65A-4A04-8A33-E7FB7C0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97533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DA264-7464-4B1F-B393-C298F68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B4E41-4680-4C92-BE3C-5C5941C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F236C-8FAD-4F1E-9F73-8FB5F8F5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6BFE8-83D8-4768-9236-D0B45DE0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8F724-8337-4352-9957-3743D905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421A3-3F06-4168-9AF8-54764C68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C8B57-33D9-4197-BD6E-4E1BE5B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8BE96-8AD8-441C-9AED-E9F7EB81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947B-E788-43C5-A22F-E3CE212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74D18-E38A-4EE1-AFD8-645B760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EFCC8-B8F3-4BFA-B25B-B3DFDAE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09E4-D57F-4EA6-8BF6-23C9627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E3DA2-863E-4FAB-B344-A5248DB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94E7A-5732-4E41-BB41-9C7D8004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BE7E0-5B07-440D-B432-30402B8C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19A46-8F62-4029-B2FC-B79F34F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CF1AC-500E-4AE4-8369-30D566A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72AB7-660F-4915-9B7B-90D03F2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991DB-A873-456A-AF94-B4DBB658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70644-80DA-412E-B4B4-51623FD3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AE9B3-EE5E-4FED-AA1C-7398DB9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7DFD0-9617-4B6D-B2E2-4D9A96D9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4D90D-C423-44E5-B170-48475F5A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16667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AD2F3-882D-4133-91CC-52C274CD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E166A-A67E-4840-B8D2-EDB4561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30555-7B73-43DC-B9DA-1B51FFC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6C821-B9CB-4A7F-B94D-1C806B5A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5B4E4-A1E6-4128-A1FC-8F6A94A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2A055-699C-4022-A4FB-99309B04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4C4F1-76D5-42E8-8824-CA62948A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C613E-35BB-4FAF-A8E6-230726D8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52F74-5D50-4DBB-B8D8-E2B2B58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E3A31-FDD1-469D-9002-6EDB60D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DC9F6-B7EF-4BE0-9C31-1974DB9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2B4FD-076A-4A5E-B63A-ED0F4D9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1C077-C1B8-481F-BE90-A5F2696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58443-8843-4EAC-99C8-035DEC8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BE534-E440-4B68-8365-C1DCF43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47375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8AA51-3547-4632-A274-FD446F9E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C80DD-8E64-4BDE-BAB1-4AF9F7D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6DA6B-3020-4204-9EA6-1EFDD1E0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84F6D-459D-435A-8B8C-086106D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46748-CC96-44AE-A205-4A0548F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EC32A-FE0A-47E4-8C21-74DAECCB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of Higher Order (8Hours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E14C3-78C2-47CE-A484-8EEEF2D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2D4E9-CE88-4145-B175-00BC7E15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21A96-C1C9-4DFF-AA31-0EE782C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2A39C-1BAF-487D-9D8E-D9B6B2E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3A404-B756-4E2C-808B-A4A2441B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13217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1E05F-0B88-4F4C-BEFB-325F582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BD607-FD48-42A0-9853-46AD796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56074-82E1-48F0-AF2F-6A9256C6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73F02-843F-4B42-AF0E-ADCFAE0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52A67-ABFC-4A02-A67A-2889159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homogeneous and non-homogeneous equations (eax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459D6-1E7F-4856-ABE9-296D15C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homogeneous and non-homogeneous equations...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C8CB-FA31-4637-9A00-16B96D7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1240C-6ABD-4857-AD30-BE00DEDF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12A8B-7144-4A9B-8DD3-AF10617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E927-EE55-4712-BC2A-59A5495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B5808-6A0C-4C33-A320-8F588C3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7797F-6DFA-4719-9C08-08DB2C76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549C0-2555-46F5-B384-97482BAD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52217-610D-4CA1-9F3A-B77A815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59C00-184E-4CB6-8E68-9A48395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86DE-D1CA-47B3-9ACF-7F628E09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2037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44EC2-9ACC-4DF1-842D-8E19B960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79187-33ED-46FE-BA7B-35E1636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D697F-0D16-4D9D-AF00-3E0E7EC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A0877-79E5-4353-91CF-F43553D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CA73-18A6-4D52-ABC0-49C87B5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6CE5E-F135-427D-B7A8-401DEA4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92356-8DF0-4F8A-B979-B9D94708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41B2C-6356-47B5-BD10-A04286A1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60CB7-91BF-41B3-BC28-C6DCC8D6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homogeneous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7E69E-1B6F-4965-B616-06EC7551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9EB9-54BC-469F-B115-B490FF15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5DA86-F2BA-4CE1-B9E2-ED2426E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homogeneou...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01A1D-2F65-42A0-A173-613AC90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B7D82-62EB-48BF-95FD-78198360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C246A-D229-4100-9249-2EF00798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homogen...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44FD3-1D85-45BC-AE25-ECB9C23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F7F75-39D6-49DF-A6F3-436ADF9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480A6-3AD8-4343-8D50-489C01C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homogeneous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B4A22-D841-436D-9B98-9B6E331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17CCF-36FB-43FF-8AFE-526A7AC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33714-7821-4266-843A-EB72B40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homogeneous...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678E3-880B-4FC4-BF94-B3D978E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95528-5441-455A-B2FC-80757EE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8577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146CC-707E-45A3-97FF-3EDFD81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8870-FE77-4AE5-B9CC-0776CBDE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1CD9A-AFAA-4DCA-AA7B-0D4437CD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87075-91B5-49D5-882F-93E5E07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C817C-C3A2-4DE9-9CD0-C96787D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0456E-EEDE-4073-834E-3C87959E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9351-7FD6-4674-A3D8-D01C4867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7A1DF-A459-490F-921B-44159E0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A1C25-C2F0-49DD-9728-8AD58C3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C2B75-265F-41A7-AC0D-7D630FB1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06C83-2C2E-4F02-A5B5-8983E75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95A17-4141-4F94-94BD-0AFF9F5D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C9529-B0A6-48AD-B13C-F8AE477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CCBC2-F04A-4F2E-A5A7-21F8CCA1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D7972-64C0-4B5B-A3BF-EC6CE31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7773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8F037-0700-4607-809A-78700CC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92EB4-32E1-4AA2-B0C5-0ECAE12B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4D673-AA06-4335-A2F5-D8A0A06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A5AA7-D800-4322-8005-3012C1C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00094-5FA6-4E3D-9AE9-C6AB87E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446B3-3D75-493C-90E9-145DB070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homogeneous and non-homogeneous equations (eax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0E8AE-6FF6-4349-A8BC-82E655B3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6F875-C239-49D7-8008-4715455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F9CA4-FFEE-4EA3-A764-5D857C85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46F1-95B8-4810-960A-83CB18B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BCC9-0BA1-4600-A36B-5BB3C428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7943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7C046-60E5-4B26-AAB4-0B896569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AA85B-11CD-4BD1-9CE4-2038BEB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391A0-C482-425D-905C-6D7A04D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D0CD4-014D-4D58-8B14-C826417D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D1C59-73B1-4083-8769-3EAB27B6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80714-D9A6-4584-AAEA-227AE61B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sin(ax+b)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D2D31-4CED-4055-9D6B-779DC087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B34C-C8BA-404C-B32F-34B03466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DC058-26B0-4C85-8367-D42271B6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6E2FE-28D7-42A4-A745-2DC3612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219EC-1C1E-45A7-A852-32F2B606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03909-268D-4D72-B300-4FE8DBB3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6C434-068A-47AE-B1C8-3CAE3C4C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2566F-6635-4828-ABC0-1492104E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BF4DD-DDF1-45ED-94F2-199B7762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0924C-7C9C-4371-9FF9-2A5C7010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862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69C1C-3956-4042-B087-DAB52D5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71726-AA56-4249-9745-D567C35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AB47C-1FF0-4A80-91B9-9D60F53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07658-E4FC-4B6E-99EB-DDFF4DC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3A2E1-DCE8-4DFF-8641-BFDC39E9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51850-514E-4157-875E-80334511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690EF-7DC7-4C41-BE9A-2E0FD28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CF508-ECDD-4E6E-9882-EB10E2B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D71A6-3249-42A5-BE02-EB02DDA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sin(ax+b).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6507-458C-4FE2-B495-D928B1E8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A8684-CAA1-42DD-9034-56A7D3B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C0305-1DAF-4915-804E-E23A13D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sin(ax+b).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9DA40-AFB5-4F67-9971-EF048BDC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C71EA-3304-4A4C-B84B-51D7A3E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BE139-E9EC-4FAF-806C-C6573E8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sin(ax+...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71BEF-8DA6-4881-B600-7E37FEF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E10F4-6E01-4656-A149-8204A7F9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2F0A-53CC-4FB7-8A75-E0E813C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sin(ax+b).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590CB-8C33-4BAF-A576-601EA63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D237F-C4F6-467B-BA22-E842540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1AFEA-07AE-4D0D-A46F-C1020791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sin(ax+b).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5017C-EBA1-4B0D-937F-6F7169BB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4D71F-EA30-4162-9440-42C6938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502205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D2667-E654-4F86-A3CD-04BC471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0033D-9DD4-4BA5-8E78-4C46619F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76A52-FE51-49A0-8A76-74E24D07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CCE7C-DAAD-425F-8107-32907C7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BD18B-3E63-4EA0-A3E7-826BEC5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5EF7F-5689-4428-9700-3357F52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D5133-C965-47CC-A8C5-AD788EC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6D2FF-34B1-41C2-B8A7-26F4416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DBCBC-C2C1-4326-8CBA-C562DF72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CCC37-D903-4974-9643-C4A5443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26687-E7F7-45F7-8B21-BB054DD4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42C4F-844C-4902-A73B-2ED2F8A5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3486-2CE5-4866-A3B6-B123D0BC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4510D-E5E4-4D3D-BF90-0FB60D2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0C471-3CB6-49F9-AE41-0781D73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173880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A0F62-C5B3-4602-BCA9-79D05A43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FB3AF-C4F3-4E5A-85DA-7A4DC85A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677CF-EDA6-4845-8D8F-5713305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51B63-141F-47E4-B0E2-FCAA28F7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A019E-5C6E-4BC8-9D2A-944D435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89015-9ED4-445A-8262-E41CF2EB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sin(ax+b)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FD6A-5E14-4327-B61C-D1E1E73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967B6-0312-42C6-9CCD-34CB1634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ADE1B-06BF-4FBC-B4D0-854FBBE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4C50D-9AED-4B14-BABF-BADBD23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926EA-F6C6-4E93-AF48-1F66C3F2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332525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92B88-E8FD-4827-842B-E75E8DE3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55076-A52A-41CF-93A9-054A525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CAC66-BA50-428B-A1C6-B540623A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6B10A-8296-4948-9BD6-B3EF929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87531-7161-43C3-BD49-93EE260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B8D8-BE8B-4436-81E5-3657147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cos(ax+b)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846B6-AA57-4DA3-BE65-9E8E5189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B2C1A-21A7-40C4-B1E1-7E6901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39F2C-27F2-4BA3-8326-CF366B3F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5CF8F-B612-4277-92BE-7657BE7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5645D-3B78-4C8E-87C3-35D7584A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0533A-9145-42C9-9522-602CB5A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A68B8-A8BB-4051-A91A-4CF0AF9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7C4BC-5E9E-49D2-8555-C559B80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20C1E-7AF8-466B-AE31-C306A19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27277-AFB7-45A5-8685-988CA6C6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004472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00928-B41C-4433-8260-7D74951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15C7F-6F5C-487B-9490-F13DB0EC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97721-8F6D-4710-A696-A21CAE09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CC00-4AAC-476C-B9DE-78E1E606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E3D02-A243-49F0-A975-AB28438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5B2D9-3612-4C48-BCD3-F15DB097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B61D8-8BE6-4988-8BF5-D8439DCD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3A9DD-C4DD-4E90-90CA-897AFC7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B688B-5C77-42BF-8B65-B74BE0B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cos(ax+b).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8160D-AC85-4FC1-A4F1-7594A70E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47948-CD1F-415B-BF6A-CB65EC5D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52A30-A215-4C30-A95E-3FA18CA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cos(ax+b).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92864-98BC-4B10-A1C6-33E612F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8FF1E-D090-4C42-A111-ECBA7CF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9E892-2511-44E2-9760-E00F301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cos(ax+...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1D77B-67B4-47D9-A2E4-CDAD13A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2AFBB-09F2-45AD-AE5B-C181970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83648-974F-476E-BEF7-B35E09C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cos(ax+b).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708F1-F95F-491C-A83E-1731C6B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66221-6EBC-4D75-865B-8059FCC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E3EBD-F108-4E50-8366-996CC74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cos(ax+b).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30E1D-507D-439E-93E7-AFE8D25A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3D076-2BC4-4DD2-BA8A-8283383A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50757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C3F70-06A5-4367-94B6-14C55CF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F00B3-6A77-4067-9213-78F12E1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2D8D9-A249-47C1-AC93-1EFEE8D7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56177-42FA-47AA-A650-522015D6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6E478-B940-463E-9E86-D9BB09F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B9AD1-AA87-4DBE-9F91-396AE400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DFA66-4315-4E5C-AA69-9A3CCB2F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9E48C-944E-4480-96BD-09AD3FE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FB382-8BBC-471A-8FA8-44631F8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65212-992F-4F81-88CE-232C6236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2EE74-1D62-42DC-93F9-97FCFE5A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1815D-86B0-489A-8AD2-1F7E2A84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316FB-784A-4100-98EC-8B96BF8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0EB96-8FCD-498D-8B2D-E2EFCC3E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B1C97-8349-416E-BF30-FD322418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598263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5C954-1884-4248-86A9-E5C89FA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89710-50CC-4B3B-BDEC-DB7C1B61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8FF31-9CA4-4FC1-81EA-AA02C601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8CF33-BDB7-45DF-A587-F89CA66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5A94-12D4-4719-B0A1-954D30A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397D3-3EBB-484E-BA1B-6446CBB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cos(ax+b)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E3DA3-3852-4944-95BD-8074DF1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19586-D6F1-4373-8CBA-ABF4C45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DE37C-C70E-4783-BB17-AEE1242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4581A-3D41-40F6-99FB-812DD9E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EC19A-8B51-47DB-A2DA-0866DCC6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047272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35E59-F4E6-43A8-9C86-77780182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FA8DB-F1BD-489E-B35F-6DC03D2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56AA-A8A4-44A5-BB23-6E52F52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D414C-A04F-4E7B-8648-72F6779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6683E-2BE7-4F7A-9B29-DE4850A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3E788-D406-4CA1-B468-04C66DF5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Method of variation of parameters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C8CC-6E3D-4057-9B71-899B4816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B7370-DD59-470B-AF87-B78010D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2DFF-89E8-445F-8F54-24225CC5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16BD3-D231-44EA-A59D-1BEFC0AE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9F449-1F0C-4366-8AA7-04D52B0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A8C82-DE8B-432B-BD61-9F3CE91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14D6A-A71E-412D-82FF-BAD25B5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C36FD-E928-4206-80DC-99DEE3F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DA29D-4E8F-40A3-8F83-1CE85EE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C80BD-90C4-465E-949A-D141B5B4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518839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4108E-E4FA-4380-AFE0-F23D0BD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F6B8B-43FD-4613-8E66-712025A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A0AB8-2B7C-43AD-9127-75F7F78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8E583-65D6-4C39-AFEC-106103C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7DE85-D797-4BAB-B47E-87B27C6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C2886-5A11-4E70-BE91-A707C52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939BF-94E4-4D32-96F5-62E5AF72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46649-E71D-4D83-BDB7-89A7E6A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28481-E131-4FE3-871E-9BC5296D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Method of varia...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D7E13-0119-4840-BEBF-B402B24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0055E-FB84-4587-9D28-CB68EB7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BC478-27FC-47AF-B92F-031DD5D3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Method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EAA48-6792-4115-B224-FE5ECC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017B0-90A5-49BE-843C-D79ACE9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EEF7A-2190-4BA5-885B-23DE6EF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Method...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EDF2C-5A39-459F-82D0-0457472D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7B882-8ACA-453E-8988-0CB646F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B49D3-E510-44CF-8B34-E91482B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Method of var...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ECF3C-DC36-4641-A83A-9859F6D0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B42AB-C1EE-4144-B0B0-F6FF2C9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73E68-A7D9-4253-8D1C-E2198F83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Method of 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70E2B-A089-4845-9C6C-C628DAC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EECB7-A988-4338-92E5-B6060B1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665265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380B1-9D35-4634-9B42-2F71EC12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FD9F6-55EE-4296-9D1E-D96AED7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235F3-AE82-4973-9E95-610C867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1E3AC-8F04-4512-8B37-EE1EBD3D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516D9-A60C-48E8-877C-668484F3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1CEE2-47F3-4651-B2A1-2CDD2BF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9821-AC40-4CF1-AAC4-C65DC8EC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F0C42-D411-4281-819E-4A9A040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B6DEB-39D9-4B81-B1D9-9A7E7F0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96AE1-AA14-4155-B2BB-28370B3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DAF63-57B3-4D1E-A544-09785E5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B6871-BAC6-4B02-ACD4-80B0409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EF3B5-5940-420B-AF3C-3A21F8C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5BE2D-8500-4D4B-809C-296EF66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F7ED0-F6D9-4DAE-8342-4E29CBC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071360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23F63-9798-40B9-BD69-D893DC81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6FB0-E7A6-4996-A255-E80B1C1A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EE35-D91B-4069-9BF0-43D8A184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A1A3-8B7B-4DF3-A546-3435DB29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5FB03-4389-4E3B-BAB2-CD8C6B9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4F980-95F8-466D-B262-117693F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 of variation of parameters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22FE5-F979-456A-B349-6DF315A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6B2C6-8D19-43B1-991D-CD05D1E2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02784-C883-4CFD-BA26-F7BDAB3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0B58-0E58-4CC1-8CCE-CA19A44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82B18-2BAB-482B-BDC5-CBBC16C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157396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0D40-2597-4682-838F-7AC0663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89A7-6AB0-4EA6-96B4-C95FB6C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3247C-581C-492A-9646-57A5DA9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A51C-EB5B-4EA6-8182-FC2C1E8F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17C42-19F0-41BD-9B0B-4E05645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Cauchy's and Legendre's homogeneous differential equations. Applications: Solving governing differential equati...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5D3E-46FC-4D12-B0A7-365ED41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Cauchy's and Legendre's homogeneous diffe...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25115-6DFD-4FA0-9986-42807883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FDD74-4F67-49D0-97B8-C1CFA450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646CA-9981-476C-B842-194771B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ECC86-A9D1-4E06-8DEA-72D833EA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AB0C0-F25F-4F7E-A03D-80394875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4FA8C-4E88-406D-B810-AD45BDB1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3F002-E77D-4869-8E4C-A673FBE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00B00-FF20-4306-B7C1-6289585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6EA9F-8026-490F-92AF-1EB37B87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A1176-F543-464B-A925-7F1FCECF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14866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3ED1E-B792-4E23-B82A-514F857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1A1D9-BA08-472A-9943-CD876D5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98AE7-4C46-44B2-BB2D-FF55E55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71B8-4CB2-413E-AEB4-4AD4DF1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4FFDA-62F8-4274-A82C-C49765B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718F-F912-47CB-89E7-5B5AA607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CCE77-D0F1-4ED5-A58C-41399A3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B8389-3122-4A25-ABA1-482B39E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C998A-AFAA-415C-A359-4D50A89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Cauchy's and 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A0FAB-B98E-4EEB-BA36-3C6EA18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60BB5-5955-49CD-9953-1883C82A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F34D2-0FEC-43ED-AB55-15DB1DD3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Cauchy's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2B678-B2B7-45D9-B8F0-3924E256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21347-46F2-4EC4-9115-467DA8B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15228-5EF9-4EC3-A63C-FE22143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Cauchy'...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FE459-E0A7-4D16-A42C-D65E3C7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57625-AC2C-47B9-804F-BA2CB4F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17E8D-55D8-415D-B7BD-A4400B71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Cauchy's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38218-FB97-4E7E-9630-5930D941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558CC-2799-4032-8FCA-1CA21F7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D2C2C-04A1-4E50-8EA3-1188163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Cauchy's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7DD86-8167-41AD-AE14-CC6A05F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240FC-FAE6-4BE3-AF26-DC6C687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054589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9579F-F993-485F-952D-B65ABEB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A5C9-BA56-4001-B01B-6A76311A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6F602-61C2-4002-BFCF-B1DF0F82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3CD62-73A3-47F1-8D0C-CA50FB8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98C96-7D81-41DC-9168-38E2357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EB153-1629-407F-B645-E3B6707F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E45AE-C9C8-491E-BDC2-101AD8AB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4D5AF-D36B-406C-BF33-DF1814E7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B3598-BD3C-4A47-9EB4-07FEFBC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19521-4F33-43F8-BA36-382A82F4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4E177-2C0F-450D-92E4-3ECDA21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BEA16-45CF-4962-83EF-89ACFB74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69E9D-CA1B-4DA1-951D-65D6A8A0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5C15F-CF1C-45DB-8C2B-A00A7E9F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39881-7A3A-4984-924C-8D701036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837149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CE8A4-2819-470B-B079-65F6B9C8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E8FFA-20E2-4BD2-B707-20FD8A7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2EDFD-F1B8-4009-B741-9795328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35FA-DB0B-425C-89C0-BE7922C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655D5-DF3F-40F2-83C6-4DDF8835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B5757-DA66-480A-B137-6388326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Cauchy's and Legendre's homogeneous differential equation...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7C042-2418-435E-997F-CC868FC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B8C8C-DA37-4719-9080-E3F7AD3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1F1AC-2116-4CD0-88E8-F479BC9E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A0084-EC62-4757-8843-6FD20BA4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04154-20AE-497E-962D-5654733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735112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B0B0F-E3A8-4BE7-8EF4-11EE6B56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8D04A-53BF-4F05-85F7-CCBF777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AE2D1-212F-46AF-AD50-F2129370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5FBF-23F3-4E75-B1C7-0BCBFBFF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3AACF-926C-423C-97AC-052B92E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7C44B-AD93-41F1-9787-5E5B64B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728037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F0916-CAA5-42C7-925C-83AEA28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E13D9-A168-4C27-8389-3C54FB0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8DB9-E683-4DB7-B4FB-7E79B421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B72E0-3510-435F-8E95-C00ADA8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44E0-4DD5-4D8F-8314-A8CB4168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Higher: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ACE05-F8BF-426B-AC53-280597ED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673772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BC83B-217B-4DD6-BF7E-6465173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893D2-783C-4E9B-BC16-FC31574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E15DC-4773-42B5-BF4B-40FCBBDE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B3A0A-AC25-43ED-B183-DADA22D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F0838-A90A-471E-AFAC-7170528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F25ED-792A-434A-A119-8072A2C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829078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57740-51F9-40B8-B198-5FAD99B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E3F0E-224A-4803-B2D2-BCD4370A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7D7CB-179B-4E3C-982E-F5209BF9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67890-9E98-4A22-A18D-5B40CD6B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B00B-5577-472B-B1D8-51B5B250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22008-00FC-4679-AF7B-FB83A1E1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496713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FBEAA-577B-4768-B7CD-29E98C9D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62AB7-CE0F-4EDC-8B0E-ECE2BCC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8E47D-B371-4B86-8E47-BB663DB8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3509D-5883-41C1-86F2-FAFFEC27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4D510-6896-481B-993D-7E08EEE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of Higher Order (8Hours Theory) + (4Hou...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homogeneous and non-homogeneous equations (eax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sin(ax+b)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cos(ax+b)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Method of variation of parameters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E2811-FAC7-4C96-AB65-D690E462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A28C5-9006-4312-A315-4B8781D6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8D9F7-A312-44C0-B6F4-03748D3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860944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6FDAF5-A27C-498A-8093-EEFE6DCE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6455C-F97B-4424-8E9D-428E982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Cauchy's and Legendre's homogeneous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FBA0C-B132-4DFA-9CCA-9C91FFDC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D181F-DE5A-4F40-AD20-7C5FD38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5A2B0-1B15-4FD6-9281-B17D2601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D16CC-78E9-49C3-9123-2FA920A5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26E73-B468-4944-AD48-8E80BA2B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F2807-DB6B-4426-AC98-AA38D85E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5EB6-714B-4F8C-B64D-D01C18F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D4230-ADC2-449D-AB3D-D21E6932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393A2-5407-4AA2-A281-E26CBA30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CC1DA-0396-4AAC-8914-271C7974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C486D-33CC-4247-9E8E-E1693A7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FE3B1-362B-4B12-9943-3376F45B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B9F4B-5443-4316-B218-5BA8AF01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458C0-3BB5-492B-BCBE-064762C7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6072B-C6C6-4C5E-9BEA-85BA7645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F06FF-37D1-4C9B-A18D-3B1F33B6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2E72E-8E90-40CD-AD17-298FBB8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01995-18DB-493D-AAA7-B530CBB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D0EEE-EC42-4F69-8CFF-681C53C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49F55-A83A-4E85-89E5-4E6E5E2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CBA5D-03B7-41BE-A09B-E39E3543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A3627-AAB4-4119-9E6D-01DAD4B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11BA8-4557-4DE0-91A1-DF4A8759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58096-25E8-4F0D-BAB2-C348EFB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719FA-85AB-454C-BB07-25DBD84C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C2F9D-6D60-42F6-9748-F65E224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C5483-37A2-4C91-BB63-35B9B74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B1E53-11C7-4AC2-B6B8-BCE5255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1057D1-E817-4CD7-8C93-5CA5F42B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910ED-4D56-483C-82E4-5262A1DD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80784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A3B2E-09F3-47DB-A7CD-0FCFCED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B28C8-EA36-414E-9705-39167075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Higher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EF61F-0ED1-4B9C-9DE4-E76A9AC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FE6B8-1CFD-4DDA-82D7-FA2275C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F4D58-ECAC-4A41-AF08-6D93A7A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2C4D9-40E7-4894-833E-96D7899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A1E2A-7102-4D8F-A247-C6F9552C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1B5A6-028A-4316-931C-D68E2AEC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30CB9-6C6E-47F1-8F70-91CFBA6D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00AC6-F523-443C-B724-F3B85ED2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A89D4-296F-4A57-A5E8-78F34E3C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1C37-811E-42CA-88E2-79C6ED1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A6A12-ED5B-449E-9B0F-6AA12DA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412ED-1851-422C-9697-ADB2EAC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5B4E9-9278-48E5-9DE7-FEB2C1C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DAF7F-88D9-4FD1-BDC7-6FDE4F39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EAB59-2D7B-47F2-BD41-75C5E8F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CAAF0-D166-455D-A5B6-94CB8865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25E5A-F1C8-4A4B-BC4A-655B891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F9DC5-9716-410E-BC47-550DD25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242D2-2822-4F97-9479-49026C4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1C5E7-A68D-4B5E-89A9-B946590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62B99-0CD8-4B1F-BEF2-E47A4E4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426A9-4C4D-4E13-8F8C-992BCE9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DD956-C426-43C7-8A40-25FCCB1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26EDB-3B4D-4157-A3D5-8D3B1FC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E52ED-AFDA-4313-90AA-2C252C0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0BE25-B498-4FBF-A137-CD253E5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BFB2C-17DF-4028-A04F-5EA0870E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14A6D-2231-49F3-BD5D-994D536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3BC94-282F-4F63-9C62-08FC2A9C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C6B41-D5F4-4F62-B9EB-B2399F9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72344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A6AE2-6B7A-4CD5-9122-275C559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AFF63-416A-4A9C-8A47-ADFE7A5A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homogeneous and non-homogeneous equations (...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623BF-785F-4F27-AF69-91D4F739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53909-E1CC-4A36-B18B-0868FDE2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E8CC7-1469-4B32-AE5E-4FE49848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363A6-2299-4BF7-9ED0-3510EA7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88AD2-0069-4C26-9486-89BFA5FF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7BC38-A684-40DF-9A8B-87FA5614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94DE4-C344-46C9-B6B4-1E708B8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EB13F-4A19-4F05-9DC7-F3ED878B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717A1-C96C-4EF1-B25A-5E96CA0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75B17-4A2C-4AFC-9C52-73F7CECE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77A45-6538-485B-A684-9BDA313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8BCF0-894D-4B43-BF10-7E8832D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A5DD0-1735-445A-A242-4C6BE37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28852-7ECB-4131-AD83-CB6D706A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2A06C-BB43-4F6C-805D-6A71A4C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44B80-CCD4-4269-8507-D295BE1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4D30C-E833-4135-80C8-CEE4914C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B629F-E7D2-44A3-8AB6-8657156C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FE5C2-DDEC-4CEB-B77D-AD8D362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982DD-42B6-4F20-B001-09B1C18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B27EB-8E16-4D91-8602-EAAFC98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D6132-EC34-46C6-893C-ACD6C3B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0F7D6-FD78-427C-A4ED-1D085DDB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E8485-FC9C-49C6-83D2-D8BEF2A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713B57-87AD-478A-9B3A-88E8D34F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97216-18B8-4669-98EB-3629812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DFCB4-4F27-4E8E-BE72-B688079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98F68-827C-40D3-A339-06629BD0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55DDD-C2E0-440E-8E92-4C2B3204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AF66E-61AD-49DB-B804-3C1AA65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964226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D7D6A-22A1-4C12-90BE-5E904F0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A5CDD-B59B-4A2F-A4BA-875834A2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sin(ax+b)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0E3A6-14F0-482D-BA83-5F42D5B1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A4CB8-1ACE-4852-91D1-B188635F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87572-356C-45BC-8B4D-A4A42FA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A086-2A20-463F-AB90-B80CB77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624AB-709E-4EFD-9DF2-738C088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17949-7B07-4B0D-8A96-549A182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5D97F-302E-476C-AB35-989424F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7FA0D-081C-4829-A822-54520C92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590ED-185F-4618-87CC-570776BB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9906-4728-4F7F-8EE6-9BC405F9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AAC16-BEF8-4903-8CF7-714E2B8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23988-6CB7-4480-A323-1873587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591AE-A275-4FAA-AE0E-7963FAA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4CB1-3F43-4CF1-9D5E-E392B97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8E9EF-C9E3-4017-846A-5A1E98ED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63156-C731-4102-A82F-55FEBD10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078E5-3158-4987-81A7-193A898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EFED9-4C67-477C-B252-07F8837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D1C70-034E-44A2-BCE7-0DBBCCEC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62041-3906-4BFB-A7AB-C20BA11D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EECA3-1259-4BE5-9D61-860B1793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8B103-6694-4644-AD73-33AFCD1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08D3B-6A6F-4AAB-A2DF-F19A9E3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E0011-E934-4D08-9FA9-E79502B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BE165-107F-4C87-94CE-AC3CC4F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3A58F-633F-4DFA-93C7-2CDEC61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C04EC-0404-4E20-97F9-2521755C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DC9CE8-A34C-4F1F-A4DC-2895C7F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ED4CA-46BE-4FED-987F-49341654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D3515-1DF2-4D4D-A808-88F1057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63373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04D5A-1BFC-411B-B7C0-6B13714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89592-A326-4771-B3DB-CCF955E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cos(ax+b)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F51BE-C366-4EEC-9C6F-675B6CAE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E30C-48D6-44EF-B5BF-0115A43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3BFBD-2D47-4DDF-A6B5-A3A258A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C84FF-3475-4171-A697-9F1EFD6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5E9D-377A-41A5-96AF-1B5BB873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862C7-FA47-4A1C-B203-0E5E916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510E7-ACFD-4236-A3F6-8634520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8E77C-1D9E-403C-848B-807E8C1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00380-57C6-469C-9C01-47B19AB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214CC-D54D-48C2-AB26-0D6E07C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93840-0433-4EFE-8112-7CD919A8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411B0-CEC9-4D07-B887-E7FF5F1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185BE-2C44-43D3-BBA3-E2670D64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4E631-9B34-41BB-A05C-719CDCAD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E18E6-4028-4592-BF3B-BB36EB0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74AB3-297F-489A-BA3D-A5EBE6C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26FE5-65D7-462A-8C35-3201698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D9D62-BB9B-4630-A71E-194803C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3348B-6A8C-424B-9D95-62AB513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301C5-982C-473C-8DD6-8EA48CD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3AEBE-9A63-4C01-B760-70221DC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76E26-0FCA-425C-9499-B8D060E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D5C69-1617-4CB3-9D78-FF132868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7B278-0750-472A-A583-AFB953A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7E6EC-5B45-40E0-9F73-7D534B3E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BF2FB-8845-4507-A430-AC7C8250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AA947-4890-4FB9-9B0C-D2F2F74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26581-78EA-42ED-9FB7-BF6DD9D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39497-BA78-4CBC-8001-C952BB9B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D90457-C20F-4A1E-8505-734D1DE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25924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AFB14-501F-4FCA-B68A-22236BD5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CE668-680E-4DF2-81DB-0FCBDA46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Method of variation of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66741-5AC5-40B1-AC90-040E07CF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B68FD-D8D9-4894-AE12-279BC5BE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D2EFD-805D-4774-98DC-DD036C8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AD72-9290-47BD-8857-578B083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558D6-AF44-4A6D-BB9F-4F4FAB00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0FCA7-E994-476F-8D1B-CE8CB1A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6CC7F-F3F5-47F7-B778-46B1936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68C7A-BD86-474E-8CCD-E6C8B19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64C10-3919-4FB6-A3EA-664CA074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CE8F0-41D1-41E9-84A2-9F9A1D9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F4E37-FD81-4870-A895-EB5843BE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1060A-6C1E-4EA1-A46B-91F00A0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77427-C028-44C6-A7BB-9938B5E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AF158-6121-410B-A096-305EAE3D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88469-AAF5-461F-A420-78FB5D49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087C5-4F13-45E6-B299-1945E77C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DEE2E-A4B4-4795-8052-E78B4EF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79A89-2D0A-4E8B-B445-271D994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C4C37-B34B-463B-9505-26F660E6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CC39F-108F-468B-A09E-B7573B79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5C72D-858A-4109-81C1-834CE63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AB582-4F0A-4635-BCAD-1B9330BE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F1157-B6B9-4DCC-BA9B-70144AE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B560B-6472-4FBB-B09E-614479F9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E2D06-43F9-4D61-AB7D-C13F981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C0FE4-583B-4ACC-9FAA-6914BBFE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85DE1-57E1-4281-8C7D-3100BBA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62E128-77ED-4B66-825E-19602C3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AA3DA-586D-407C-8F40-4ECD39C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A9C85-82FD-47B0-B11B-CA8F7FB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55691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2026-08-24T16:02:57.3220000Z</dcterms:created>
  <dcterms:modified xsi:type="dcterms:W3CDTF">2026-08-24T16:02:57.3220000Z</dcterms:modified>
</coreProperties>
</file>