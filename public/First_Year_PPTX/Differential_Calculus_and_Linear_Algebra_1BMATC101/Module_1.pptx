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00597164294190" /><Relationship Type="http://schemas.openxmlformats.org/officeDocument/2006/relationships/extended-properties" Target="/docProps/app.xml" Id="R9916ffebc6b24fdc" /><Relationship Type="http://schemas.openxmlformats.org/officeDocument/2006/relationships/officeDocument" Target="/ppt/presentation.xml" Id="Rf92d6ccac8014a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c365cbb2f2481f"/>
  </p:sldMasterIdLst>
  <p:notesMasterIdLst>
    <p:notesMasterId xmlns:r="http://schemas.openxmlformats.org/officeDocument/2006/relationships" r:id="Rd3065b43ca1b4d1b"/>
  </p:notesMasterIdLst>
  <p:sldIdLst>
    <p:sldId xmlns:r="http://schemas.openxmlformats.org/officeDocument/2006/relationships" id="256" r:id="Rbb8543a95ca64203"/>
    <p:sldId xmlns:r="http://schemas.openxmlformats.org/officeDocument/2006/relationships" id="257" r:id="R0102f12161af43ef"/>
    <p:sldId xmlns:r="http://schemas.openxmlformats.org/officeDocument/2006/relationships" id="258" r:id="R5d247ad7e4ae4b70"/>
    <p:sldId xmlns:r="http://schemas.openxmlformats.org/officeDocument/2006/relationships" id="259" r:id="Rfb80f63341b84dc8"/>
    <p:sldId xmlns:r="http://schemas.openxmlformats.org/officeDocument/2006/relationships" id="260" r:id="Ra8f626c2e3a847ba"/>
    <p:sldId xmlns:r="http://schemas.openxmlformats.org/officeDocument/2006/relationships" id="261" r:id="Re8d670e633cc4ac1"/>
    <p:sldId xmlns:r="http://schemas.openxmlformats.org/officeDocument/2006/relationships" id="262" r:id="Red933a7498c14d02"/>
    <p:sldId xmlns:r="http://schemas.openxmlformats.org/officeDocument/2006/relationships" id="263" r:id="R8d471087444a415e"/>
    <p:sldId xmlns:r="http://schemas.openxmlformats.org/officeDocument/2006/relationships" id="264" r:id="R3b52f070840b46e5"/>
    <p:sldId xmlns:r="http://schemas.openxmlformats.org/officeDocument/2006/relationships" id="265" r:id="R3d9b26ded0e94d06"/>
    <p:sldId xmlns:r="http://schemas.openxmlformats.org/officeDocument/2006/relationships" id="266" r:id="R1eda71ae430d4bd2"/>
    <p:sldId xmlns:r="http://schemas.openxmlformats.org/officeDocument/2006/relationships" id="267" r:id="R67b2384d2dee41fd"/>
    <p:sldId xmlns:r="http://schemas.openxmlformats.org/officeDocument/2006/relationships" id="268" r:id="Rfb6b9c0e4ca6447a"/>
    <p:sldId xmlns:r="http://schemas.openxmlformats.org/officeDocument/2006/relationships" id="269" r:id="R0796b2573cb645f2"/>
    <p:sldId xmlns:r="http://schemas.openxmlformats.org/officeDocument/2006/relationships" id="270" r:id="R5c4942e39fc440e1"/>
    <p:sldId xmlns:r="http://schemas.openxmlformats.org/officeDocument/2006/relationships" id="271" r:id="R0dfebca0737b455d"/>
    <p:sldId xmlns:r="http://schemas.openxmlformats.org/officeDocument/2006/relationships" id="272" r:id="R98a7452cdb5f461c"/>
    <p:sldId xmlns:r="http://schemas.openxmlformats.org/officeDocument/2006/relationships" id="273" r:id="R76d53da308c541cb"/>
    <p:sldId xmlns:r="http://schemas.openxmlformats.org/officeDocument/2006/relationships" id="274" r:id="R3d7524785c894cb8"/>
    <p:sldId xmlns:r="http://schemas.openxmlformats.org/officeDocument/2006/relationships" id="275" r:id="R845eea7944f348f0"/>
    <p:sldId xmlns:r="http://schemas.openxmlformats.org/officeDocument/2006/relationships" id="276" r:id="R3b36d7fea613488f"/>
    <p:sldId xmlns:r="http://schemas.openxmlformats.org/officeDocument/2006/relationships" id="277" r:id="R55e483bb727d411d"/>
    <p:sldId xmlns:r="http://schemas.openxmlformats.org/officeDocument/2006/relationships" id="278" r:id="Red8e1114d28f4b08"/>
    <p:sldId xmlns:r="http://schemas.openxmlformats.org/officeDocument/2006/relationships" id="279" r:id="R2c8feb03630c4fab"/>
    <p:sldId xmlns:r="http://schemas.openxmlformats.org/officeDocument/2006/relationships" id="280" r:id="Rdec448a1ad9a48fd"/>
    <p:sldId xmlns:r="http://schemas.openxmlformats.org/officeDocument/2006/relationships" id="281" r:id="Racc37b44a9a44ae4"/>
    <p:sldId xmlns:r="http://schemas.openxmlformats.org/officeDocument/2006/relationships" id="282" r:id="R7dbaafccc8394f27"/>
    <p:sldId xmlns:r="http://schemas.openxmlformats.org/officeDocument/2006/relationships" id="283" r:id="R651829c948c34f46"/>
    <p:sldId xmlns:r="http://schemas.openxmlformats.org/officeDocument/2006/relationships" id="284" r:id="R6a20a935feb942f8"/>
    <p:sldId xmlns:r="http://schemas.openxmlformats.org/officeDocument/2006/relationships" id="285" r:id="Rc568204c22c24c98"/>
    <p:sldId xmlns:r="http://schemas.openxmlformats.org/officeDocument/2006/relationships" id="286" r:id="R430b068b2ee54069"/>
    <p:sldId xmlns:r="http://schemas.openxmlformats.org/officeDocument/2006/relationships" id="287" r:id="R54edcc1f00ac44b9"/>
    <p:sldId xmlns:r="http://schemas.openxmlformats.org/officeDocument/2006/relationships" id="288" r:id="R072abecc4bf94d52"/>
    <p:sldId xmlns:r="http://schemas.openxmlformats.org/officeDocument/2006/relationships" id="289" r:id="Rd8c6d508425440c9"/>
    <p:sldId xmlns:r="http://schemas.openxmlformats.org/officeDocument/2006/relationships" id="290" r:id="R920f32a6022342ae"/>
    <p:sldId xmlns:r="http://schemas.openxmlformats.org/officeDocument/2006/relationships" id="291" r:id="Rf45f4b1b202f4f22"/>
    <p:sldId xmlns:r="http://schemas.openxmlformats.org/officeDocument/2006/relationships" id="292" r:id="R556ba214ad514403"/>
    <p:sldId xmlns:r="http://schemas.openxmlformats.org/officeDocument/2006/relationships" id="293" r:id="R7dbbdd156459442c"/>
    <p:sldId xmlns:r="http://schemas.openxmlformats.org/officeDocument/2006/relationships" id="294" r:id="R03e8d78f13c4427a"/>
    <p:sldId xmlns:r="http://schemas.openxmlformats.org/officeDocument/2006/relationships" id="295" r:id="R8d99481204d14b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9ea4718e7640ff" /><Relationship Type="http://schemas.openxmlformats.org/officeDocument/2006/relationships/slideMaster" Target="/ppt/slideMasters/slideMaster1.xml" Id="Rc5c365cbb2f2481f" /><Relationship Type="http://schemas.openxmlformats.org/officeDocument/2006/relationships/notesMaster" Target="/ppt/notesMasters/notesMaster1.xml" Id="Rd3065b43ca1b4d1b" /><Relationship Type="http://schemas.openxmlformats.org/officeDocument/2006/relationships/presProps" Target="/ppt/presProps.xml" Id="Rd79660d8fc3f43ad" /><Relationship Type="http://schemas.openxmlformats.org/officeDocument/2006/relationships/tableStyles" Target="/ppt/tableStyles.xml" Id="R0c54f55e22cf4c7b" /><Relationship Type="http://schemas.openxmlformats.org/officeDocument/2006/relationships/slide" Target="/ppt/slides/slide1.xml" Id="Rbb8543a95ca64203" /><Relationship Type="http://schemas.openxmlformats.org/officeDocument/2006/relationships/slide" Target="/ppt/slides/slide2.xml" Id="R0102f12161af43ef" /><Relationship Type="http://schemas.openxmlformats.org/officeDocument/2006/relationships/slide" Target="/ppt/slides/slide3.xml" Id="R5d247ad7e4ae4b70" /><Relationship Type="http://schemas.openxmlformats.org/officeDocument/2006/relationships/slide" Target="/ppt/slides/slide4.xml" Id="Rfb80f63341b84dc8" /><Relationship Type="http://schemas.openxmlformats.org/officeDocument/2006/relationships/slide" Target="/ppt/slides/slide5.xml" Id="Ra8f626c2e3a847ba" /><Relationship Type="http://schemas.openxmlformats.org/officeDocument/2006/relationships/slide" Target="/ppt/slides/slide6.xml" Id="Re8d670e633cc4ac1" /><Relationship Type="http://schemas.openxmlformats.org/officeDocument/2006/relationships/slide" Target="/ppt/slides/slide7.xml" Id="Red933a7498c14d02" /><Relationship Type="http://schemas.openxmlformats.org/officeDocument/2006/relationships/slide" Target="/ppt/slides/slide8.xml" Id="R8d471087444a415e" /><Relationship Type="http://schemas.openxmlformats.org/officeDocument/2006/relationships/slide" Target="/ppt/slides/slide9.xml" Id="R3b52f070840b46e5" /><Relationship Type="http://schemas.openxmlformats.org/officeDocument/2006/relationships/slide" Target="/ppt/slides/slide10.xml" Id="R3d9b26ded0e94d06" /><Relationship Type="http://schemas.openxmlformats.org/officeDocument/2006/relationships/slide" Target="/ppt/slides/slide11.xml" Id="R1eda71ae430d4bd2" /><Relationship Type="http://schemas.openxmlformats.org/officeDocument/2006/relationships/slide" Target="/ppt/slides/slide12.xml" Id="R67b2384d2dee41fd" /><Relationship Type="http://schemas.openxmlformats.org/officeDocument/2006/relationships/slide" Target="/ppt/slides/slide13.xml" Id="Rfb6b9c0e4ca6447a" /><Relationship Type="http://schemas.openxmlformats.org/officeDocument/2006/relationships/slide" Target="/ppt/slides/slide14.xml" Id="R0796b2573cb645f2" /><Relationship Type="http://schemas.openxmlformats.org/officeDocument/2006/relationships/slide" Target="/ppt/slides/slide15.xml" Id="R5c4942e39fc440e1" /><Relationship Type="http://schemas.openxmlformats.org/officeDocument/2006/relationships/slide" Target="/ppt/slides/slide16.xml" Id="R0dfebca0737b455d" /><Relationship Type="http://schemas.openxmlformats.org/officeDocument/2006/relationships/slide" Target="/ppt/slides/slide17.xml" Id="R98a7452cdb5f461c" /><Relationship Type="http://schemas.openxmlformats.org/officeDocument/2006/relationships/slide" Target="/ppt/slides/slide18.xml" Id="R76d53da308c541cb" /><Relationship Type="http://schemas.openxmlformats.org/officeDocument/2006/relationships/slide" Target="/ppt/slides/slide19.xml" Id="R3d7524785c894cb8" /><Relationship Type="http://schemas.openxmlformats.org/officeDocument/2006/relationships/slide" Target="/ppt/slides/slide20.xml" Id="R845eea7944f348f0" /><Relationship Type="http://schemas.openxmlformats.org/officeDocument/2006/relationships/slide" Target="/ppt/slides/slide21.xml" Id="R3b36d7fea613488f" /><Relationship Type="http://schemas.openxmlformats.org/officeDocument/2006/relationships/slide" Target="/ppt/slides/slide22.xml" Id="R55e483bb727d411d" /><Relationship Type="http://schemas.openxmlformats.org/officeDocument/2006/relationships/slide" Target="/ppt/slides/slide23.xml" Id="Red8e1114d28f4b08" /><Relationship Type="http://schemas.openxmlformats.org/officeDocument/2006/relationships/slide" Target="/ppt/slides/slide24.xml" Id="R2c8feb03630c4fab" /><Relationship Type="http://schemas.openxmlformats.org/officeDocument/2006/relationships/slide" Target="/ppt/slides/slide25.xml" Id="Rdec448a1ad9a48fd" /><Relationship Type="http://schemas.openxmlformats.org/officeDocument/2006/relationships/slide" Target="/ppt/slides/slide26.xml" Id="Racc37b44a9a44ae4" /><Relationship Type="http://schemas.openxmlformats.org/officeDocument/2006/relationships/slide" Target="/ppt/slides/slide27.xml" Id="R7dbaafccc8394f27" /><Relationship Type="http://schemas.openxmlformats.org/officeDocument/2006/relationships/slide" Target="/ppt/slides/slide28.xml" Id="R651829c948c34f46" /><Relationship Type="http://schemas.openxmlformats.org/officeDocument/2006/relationships/slide" Target="/ppt/slides/slide29.xml" Id="R6a20a935feb942f8" /><Relationship Type="http://schemas.openxmlformats.org/officeDocument/2006/relationships/slide" Target="/ppt/slides/slide30.xml" Id="Rc568204c22c24c98" /><Relationship Type="http://schemas.openxmlformats.org/officeDocument/2006/relationships/slide" Target="/ppt/slides/slide31.xml" Id="R430b068b2ee54069" /><Relationship Type="http://schemas.openxmlformats.org/officeDocument/2006/relationships/slide" Target="/ppt/slides/slide32.xml" Id="R54edcc1f00ac44b9" /><Relationship Type="http://schemas.openxmlformats.org/officeDocument/2006/relationships/slide" Target="/ppt/slides/slide33.xml" Id="R072abecc4bf94d52" /><Relationship Type="http://schemas.openxmlformats.org/officeDocument/2006/relationships/slide" Target="/ppt/slides/slide34.xml" Id="Rd8c6d508425440c9" /><Relationship Type="http://schemas.openxmlformats.org/officeDocument/2006/relationships/slide" Target="/ppt/slides/slide35.xml" Id="R920f32a6022342ae" /><Relationship Type="http://schemas.openxmlformats.org/officeDocument/2006/relationships/slide" Target="/ppt/slides/slide36.xml" Id="Rf45f4b1b202f4f22" /><Relationship Type="http://schemas.openxmlformats.org/officeDocument/2006/relationships/slide" Target="/ppt/slides/slide37.xml" Id="R556ba214ad514403" /><Relationship Type="http://schemas.openxmlformats.org/officeDocument/2006/relationships/slide" Target="/ppt/slides/slide38.xml" Id="R7dbbdd156459442c" /><Relationship Type="http://schemas.openxmlformats.org/officeDocument/2006/relationships/slide" Target="/ppt/slides/slide39.xml" Id="R03e8d78f13c4427a" /><Relationship Type="http://schemas.openxmlformats.org/officeDocument/2006/relationships/slide" Target="/ppt/slides/slide40.xml" Id="R8d99481204d14b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63e1a57bcf46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d0d653424a4a79" /><Relationship Type="http://schemas.openxmlformats.org/officeDocument/2006/relationships/notesMaster" Target="/ppt/notesMasters/notesMaster1.xml" Id="R4ab8bece933d40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61a5557eab4453" /><Relationship Type="http://schemas.openxmlformats.org/officeDocument/2006/relationships/notesMaster" Target="/ppt/notesMasters/notesMaster1.xml" Id="R93081aac787e48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7cdcf678ae45ed" /><Relationship Type="http://schemas.openxmlformats.org/officeDocument/2006/relationships/notesMaster" Target="/ppt/notesMasters/notesMaster1.xml" Id="Rfe1e5c31d5af40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28b79e1f944097" /><Relationship Type="http://schemas.openxmlformats.org/officeDocument/2006/relationships/notesMaster" Target="/ppt/notesMasters/notesMaster1.xml" Id="R2465e5ebbc5048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b5bf2738844cde" /><Relationship Type="http://schemas.openxmlformats.org/officeDocument/2006/relationships/notesMaster" Target="/ppt/notesMasters/notesMaster1.xml" Id="R7a0eb11f599947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4cd0fd40484e9e" /><Relationship Type="http://schemas.openxmlformats.org/officeDocument/2006/relationships/notesMaster" Target="/ppt/notesMasters/notesMaster1.xml" Id="R550f27872c5042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c4e2f103f74f5d" /><Relationship Type="http://schemas.openxmlformats.org/officeDocument/2006/relationships/notesMaster" Target="/ppt/notesMasters/notesMaster1.xml" Id="R0c3aabd0e9d742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123a94a3ce4ede" /><Relationship Type="http://schemas.openxmlformats.org/officeDocument/2006/relationships/notesMaster" Target="/ppt/notesMasters/notesMaster1.xml" Id="R4c095074e3e244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3a8b7795aa4a1d" /><Relationship Type="http://schemas.openxmlformats.org/officeDocument/2006/relationships/notesMaster" Target="/ppt/notesMasters/notesMaster1.xml" Id="R51cb36c4576d43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392d492ee4476b" /><Relationship Type="http://schemas.openxmlformats.org/officeDocument/2006/relationships/notesMaster" Target="/ppt/notesMasters/notesMaster1.xml" Id="R98a6c6caaa4346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c6f6c1efe54ec3" /><Relationship Type="http://schemas.openxmlformats.org/officeDocument/2006/relationships/notesMaster" Target="/ppt/notesMasters/notesMaster1.xml" Id="Rb360a2ea519b43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90faedcec448e0" /><Relationship Type="http://schemas.openxmlformats.org/officeDocument/2006/relationships/notesMaster" Target="/ppt/notesMasters/notesMaster1.xml" Id="R08e70c075e2a47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d31c9f2eb941d9" /><Relationship Type="http://schemas.openxmlformats.org/officeDocument/2006/relationships/notesMaster" Target="/ppt/notesMasters/notesMaster1.xml" Id="R1353c623b0954a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7dbae1a13f4dfc" /><Relationship Type="http://schemas.openxmlformats.org/officeDocument/2006/relationships/notesMaster" Target="/ppt/notesMasters/notesMaster1.xml" Id="Rb39447054b2e41e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a50f3ac58541c5" /><Relationship Type="http://schemas.openxmlformats.org/officeDocument/2006/relationships/notesMaster" Target="/ppt/notesMasters/notesMaster1.xml" Id="R9f7255715e104d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11caa258ac479e" /><Relationship Type="http://schemas.openxmlformats.org/officeDocument/2006/relationships/notesMaster" Target="/ppt/notesMasters/notesMaster1.xml" Id="Rd68ed98d729e491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74ca2656b643cb" /><Relationship Type="http://schemas.openxmlformats.org/officeDocument/2006/relationships/notesMaster" Target="/ppt/notesMasters/notesMaster1.xml" Id="R81040c0e5c7d41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980cd3333d495b" /><Relationship Type="http://schemas.openxmlformats.org/officeDocument/2006/relationships/notesMaster" Target="/ppt/notesMasters/notesMaster1.xml" Id="R47a58fa7d1954f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ffc44ccf6c144c8" /><Relationship Type="http://schemas.openxmlformats.org/officeDocument/2006/relationships/notesMaster" Target="/ppt/notesMasters/notesMaster1.xml" Id="Rad399b171067441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564c5727c24d65" /><Relationship Type="http://schemas.openxmlformats.org/officeDocument/2006/relationships/notesMaster" Target="/ppt/notesMasters/notesMaster1.xml" Id="R29f1edb022524e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a8b7bb262048cd" /><Relationship Type="http://schemas.openxmlformats.org/officeDocument/2006/relationships/notesMaster" Target="/ppt/notesMasters/notesMaster1.xml" Id="R04a5747980694c5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c6652cd9bb84228" /><Relationship Type="http://schemas.openxmlformats.org/officeDocument/2006/relationships/notesMaster" Target="/ppt/notesMasters/notesMaster1.xml" Id="R5fb9ae7fd3684e6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2d4b0d0cb944224" /><Relationship Type="http://schemas.openxmlformats.org/officeDocument/2006/relationships/notesMaster" Target="/ppt/notesMasters/notesMaster1.xml" Id="R8e0587d0617d471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fbd2a554f024ad7" /><Relationship Type="http://schemas.openxmlformats.org/officeDocument/2006/relationships/notesMaster" Target="/ppt/notesMasters/notesMaster1.xml" Id="R7c1b26cbf49f434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5a920b8463542fa" /><Relationship Type="http://schemas.openxmlformats.org/officeDocument/2006/relationships/notesMaster" Target="/ppt/notesMasters/notesMaster1.xml" Id="R83e7c300e6b2415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324641240c401a" /><Relationship Type="http://schemas.openxmlformats.org/officeDocument/2006/relationships/notesMaster" Target="/ppt/notesMasters/notesMaster1.xml" Id="Reb1b4510d8524c2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b3f43040a8a44e6" /><Relationship Type="http://schemas.openxmlformats.org/officeDocument/2006/relationships/notesMaster" Target="/ppt/notesMasters/notesMaster1.xml" Id="R9d27538b7945475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da24112688742e1" /><Relationship Type="http://schemas.openxmlformats.org/officeDocument/2006/relationships/notesMaster" Target="/ppt/notesMasters/notesMaster1.xml" Id="R137d6444311c467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21c39435f3d4323" /><Relationship Type="http://schemas.openxmlformats.org/officeDocument/2006/relationships/notesMaster" Target="/ppt/notesMasters/notesMaster1.xml" Id="R86a45f6cb559494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f453ef4a57947f1" /><Relationship Type="http://schemas.openxmlformats.org/officeDocument/2006/relationships/notesMaster" Target="/ppt/notesMasters/notesMaster1.xml" Id="R208a04c1d46d464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d1ad75a8cbd4531" /><Relationship Type="http://schemas.openxmlformats.org/officeDocument/2006/relationships/notesMaster" Target="/ppt/notesMasters/notesMaster1.xml" Id="R42fa6fb576ae47e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15396badf7548ee" /><Relationship Type="http://schemas.openxmlformats.org/officeDocument/2006/relationships/notesMaster" Target="/ppt/notesMasters/notesMaster1.xml" Id="R71edc4a305e3433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813e8b382c74581" /><Relationship Type="http://schemas.openxmlformats.org/officeDocument/2006/relationships/notesMaster" Target="/ppt/notesMasters/notesMaster1.xml" Id="Re673cfd920a3486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799862d1a054837" /><Relationship Type="http://schemas.openxmlformats.org/officeDocument/2006/relationships/notesMaster" Target="/ppt/notesMasters/notesMaster1.xml" Id="Re1af4def66854c5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3571c949f414420" /><Relationship Type="http://schemas.openxmlformats.org/officeDocument/2006/relationships/notesMaster" Target="/ppt/notesMasters/notesMaster1.xml" Id="R3ee81e0cb98f4dd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0cb604c86bb456b" /><Relationship Type="http://schemas.openxmlformats.org/officeDocument/2006/relationships/notesMaster" Target="/ppt/notesMasters/notesMaster1.xml" Id="R425b1705e47a4ca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6a0b6f95281442c" /><Relationship Type="http://schemas.openxmlformats.org/officeDocument/2006/relationships/notesMaster" Target="/ppt/notesMasters/notesMaster1.xml" Id="Rc9135109acc440b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e8c53d513e44dae" /><Relationship Type="http://schemas.openxmlformats.org/officeDocument/2006/relationships/notesMaster" Target="/ppt/notesMasters/notesMaster1.xml" Id="R3824c25b3f6b422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b3535a363124220" /><Relationship Type="http://schemas.openxmlformats.org/officeDocument/2006/relationships/notesMaster" Target="/ppt/notesMasters/notesMaster1.xml" Id="R987e9a26183b44c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3705abfcc074c33" /><Relationship Type="http://schemas.openxmlformats.org/officeDocument/2006/relationships/notesMaster" Target="/ppt/notesMasters/notesMaster1.xml" Id="R49e31bdb0dd441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856aee2d84a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c7a38fb7044035" /><Relationship Type="http://schemas.openxmlformats.org/officeDocument/2006/relationships/slideLayout" Target="/ppt/slideLayouts/slideLayout1.xml" Id="Ra3578888b02d4a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578888b02d4a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22c1e433d4181" /><Relationship Type="http://schemas.openxmlformats.org/officeDocument/2006/relationships/notesSlide" Target="/ppt/notesSlides/notesSlide1.xml" Id="R0d5c70909f3b49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dc8396146424f" /><Relationship Type="http://schemas.openxmlformats.org/officeDocument/2006/relationships/notesSlide" Target="/ppt/notesSlides/notesSlide2.xml" Id="R2ff18e85cbca4e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aceb8ae1449c4" /><Relationship Type="http://schemas.openxmlformats.org/officeDocument/2006/relationships/notesSlide" Target="/ppt/notesSlides/notesSlide3.xml" Id="Ra8ed7d9745b44e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3e91defd74641" /><Relationship Type="http://schemas.openxmlformats.org/officeDocument/2006/relationships/notesSlide" Target="/ppt/notesSlides/notesSlide4.xml" Id="R5e169e9f51af44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9601d6fa54747" /><Relationship Type="http://schemas.openxmlformats.org/officeDocument/2006/relationships/notesSlide" Target="/ppt/notesSlides/notesSlide5.xml" Id="R4a5c1a329b8e45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3656766b64777" /><Relationship Type="http://schemas.openxmlformats.org/officeDocument/2006/relationships/notesSlide" Target="/ppt/notesSlides/notesSlide6.xml" Id="Rdb3ae8a360d643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d38d2dbbd480a" /><Relationship Type="http://schemas.openxmlformats.org/officeDocument/2006/relationships/notesSlide" Target="/ppt/notesSlides/notesSlide7.xml" Id="Rd48cce53adac40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b70c491404cee" /><Relationship Type="http://schemas.openxmlformats.org/officeDocument/2006/relationships/notesSlide" Target="/ppt/notesSlides/notesSlide8.xml" Id="R2266a52543274f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17e8fe1274748" /><Relationship Type="http://schemas.openxmlformats.org/officeDocument/2006/relationships/notesSlide" Target="/ppt/notesSlides/notesSlide9.xml" Id="R7be78928b4d64e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d99e2ed7e4676" /><Relationship Type="http://schemas.openxmlformats.org/officeDocument/2006/relationships/notesSlide" Target="/ppt/notesSlides/notesSlide10.xml" Id="R69d48032954a44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2272a11b844f6" /><Relationship Type="http://schemas.openxmlformats.org/officeDocument/2006/relationships/notesSlide" Target="/ppt/notesSlides/notesSlide11.xml" Id="Re9d2440b89b349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eda68c9be48ba" /><Relationship Type="http://schemas.openxmlformats.org/officeDocument/2006/relationships/notesSlide" Target="/ppt/notesSlides/notesSlide12.xml" Id="Rf8668931792a4e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c11d1d45f4ce1" /><Relationship Type="http://schemas.openxmlformats.org/officeDocument/2006/relationships/notesSlide" Target="/ppt/notesSlides/notesSlide13.xml" Id="R9a28fc2a969b40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186b4bc2e44bb" /><Relationship Type="http://schemas.openxmlformats.org/officeDocument/2006/relationships/notesSlide" Target="/ppt/notesSlides/notesSlide14.xml" Id="R0ac187ce9e4042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bdb87f3884b70" /><Relationship Type="http://schemas.openxmlformats.org/officeDocument/2006/relationships/notesSlide" Target="/ppt/notesSlides/notesSlide15.xml" Id="R426025e8e3db4a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d090881164133" /><Relationship Type="http://schemas.openxmlformats.org/officeDocument/2006/relationships/notesSlide" Target="/ppt/notesSlides/notesSlide16.xml" Id="R1eba7e8d989a4f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012a721b045bb" /><Relationship Type="http://schemas.openxmlformats.org/officeDocument/2006/relationships/notesSlide" Target="/ppt/notesSlides/notesSlide17.xml" Id="R329dfb84a1ea48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e08a55b1f4fb5" /><Relationship Type="http://schemas.openxmlformats.org/officeDocument/2006/relationships/notesSlide" Target="/ppt/notesSlides/notesSlide18.xml" Id="R7ef01275266e48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0c9fdfab34b0e" /><Relationship Type="http://schemas.openxmlformats.org/officeDocument/2006/relationships/notesSlide" Target="/ppt/notesSlides/notesSlide19.xml" Id="Rd1329215fe084d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79e97a2fc4475" /><Relationship Type="http://schemas.openxmlformats.org/officeDocument/2006/relationships/notesSlide" Target="/ppt/notesSlides/notesSlide20.xml" Id="R5ea0f9b1bea444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9974f564342c4" /><Relationship Type="http://schemas.openxmlformats.org/officeDocument/2006/relationships/notesSlide" Target="/ppt/notesSlides/notesSlide21.xml" Id="R4b45294dbcc745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07e478e2545b5" /><Relationship Type="http://schemas.openxmlformats.org/officeDocument/2006/relationships/notesSlide" Target="/ppt/notesSlides/notesSlide22.xml" Id="R35ee2ce857284ec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33afa4f884024" /><Relationship Type="http://schemas.openxmlformats.org/officeDocument/2006/relationships/notesSlide" Target="/ppt/notesSlides/notesSlide23.xml" Id="R492cc411a62d4dc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d594dba4b4938" /><Relationship Type="http://schemas.openxmlformats.org/officeDocument/2006/relationships/notesSlide" Target="/ppt/notesSlides/notesSlide24.xml" Id="R0213044c1ee6437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76eb3d8a5462f" /><Relationship Type="http://schemas.openxmlformats.org/officeDocument/2006/relationships/notesSlide" Target="/ppt/notesSlides/notesSlide25.xml" Id="Rfdf8434b2bec46b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e6e6cc04e419a" /><Relationship Type="http://schemas.openxmlformats.org/officeDocument/2006/relationships/notesSlide" Target="/ppt/notesSlides/notesSlide26.xml" Id="R4b75450c35d2436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0af6c53764a57" /><Relationship Type="http://schemas.openxmlformats.org/officeDocument/2006/relationships/notesSlide" Target="/ppt/notesSlides/notesSlide27.xml" Id="Rd1d8379abf3f410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a7f6bf23d4909" /><Relationship Type="http://schemas.openxmlformats.org/officeDocument/2006/relationships/notesSlide" Target="/ppt/notesSlides/notesSlide28.xml" Id="R8465dbd57741425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acde0148144ca" /><Relationship Type="http://schemas.openxmlformats.org/officeDocument/2006/relationships/notesSlide" Target="/ppt/notesSlides/notesSlide29.xml" Id="R65a1063166384b9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803b12a184353" /><Relationship Type="http://schemas.openxmlformats.org/officeDocument/2006/relationships/notesSlide" Target="/ppt/notesSlides/notesSlide30.xml" Id="R460335d2c2d748c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34bd0b86f4bab" /><Relationship Type="http://schemas.openxmlformats.org/officeDocument/2006/relationships/notesSlide" Target="/ppt/notesSlides/notesSlide31.xml" Id="Rcc0970a21b2c4a7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52cdb441f445f" /><Relationship Type="http://schemas.openxmlformats.org/officeDocument/2006/relationships/notesSlide" Target="/ppt/notesSlides/notesSlide32.xml" Id="R6482590c609e440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c8fbfce7d43a8" /><Relationship Type="http://schemas.openxmlformats.org/officeDocument/2006/relationships/notesSlide" Target="/ppt/notesSlides/notesSlide33.xml" Id="Rd2f33758a34b481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44c08f97d4a7c" /><Relationship Type="http://schemas.openxmlformats.org/officeDocument/2006/relationships/notesSlide" Target="/ppt/notesSlides/notesSlide34.xml" Id="R327ea8c68efa4f2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f35dca3e247c9" /><Relationship Type="http://schemas.openxmlformats.org/officeDocument/2006/relationships/notesSlide" Target="/ppt/notesSlides/notesSlide35.xml" Id="R6e723e531c844df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e0e8b47af42c2" /><Relationship Type="http://schemas.openxmlformats.org/officeDocument/2006/relationships/notesSlide" Target="/ppt/notesSlides/notesSlide36.xml" Id="R631503e446784b5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bf4ecba5c40a9" /><Relationship Type="http://schemas.openxmlformats.org/officeDocument/2006/relationships/notesSlide" Target="/ppt/notesSlides/notesSlide37.xml" Id="Rf109f9bd1a6942b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8c6f584b743d4" /><Relationship Type="http://schemas.openxmlformats.org/officeDocument/2006/relationships/notesSlide" Target="/ppt/notesSlides/notesSlide38.xml" Id="Rb3e514f66c32478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7d424f6b940d7" /><Relationship Type="http://schemas.openxmlformats.org/officeDocument/2006/relationships/notesSlide" Target="/ppt/notesSlides/notesSlide39.xml" Id="R93ebb3c191f948c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bb94c32f24735" /><Relationship Type="http://schemas.openxmlformats.org/officeDocument/2006/relationships/notesSlide" Target="/ppt/notesSlides/notesSlide40.xml" Id="R3c89020297fc46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56F09-9F87-475F-B3A0-D766D269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A5A14-7348-4205-9C30-FC1C13E2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Polar Curves and Curvature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1CC83-3471-4C60-BC18-C0A05B05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1BMATC101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A43FB-DFD8-4D79-A298-308E76FA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60F66-7AC8-4168-A33E-D311579E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5B8C4-C8F1-472A-A3C9-1F411A7A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AAA0EA-5E38-485F-A070-02C9DD9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A6D77-85C6-4E2E-AB04-73730A86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35E16-4D48-45D5-A356-62A72DF6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A4AEA-3174-4DFD-91A8-29B6E709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B7C49-5F28-450F-8D58-C49A6542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6D103-37EF-4E93-8E95-75EC537F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ACF0C-8E06-4D60-92F4-0AA1B2DB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8850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92995-4F26-4EE1-B12B-E0C3747B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75A68-8BCC-4DCC-92F8-AE9202F2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1BFAE-4292-4B32-9EF4-BF44F302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F25D3-3BDA-41B2-B38D-B0B4E33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062BE-AC2B-40CB-8FA8-35A0D388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AD0DE-4F7B-4F8C-92F6-DD2C09D6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EF0DE-08B1-46A4-9676-5DEB3AB9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3121D-A60A-4923-A579-4E17EEEE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675E4-5A89-4B91-8806-60D4A794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202F8-C3C4-462F-A663-C09CA043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D80DE-007F-4DB8-875C-1B3923A3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9F4B3-5C40-4F94-8C4A-5E160D76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C4C8E-7269-4251-B679-0F891C02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0A621-8E38-46BC-B0A5-BC733BD5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9C88D-ADA1-4DE5-BC66-4A74147E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63659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D69E1-5CEC-41C6-B9F9-CA2B08CB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75DBB-6FA3-45AC-8C39-2B512D3F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30B47-273F-4D32-9AEC-427D7C32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72E53-3066-4A1D-B612-445E949F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08A6B-2511-4EA4-818B-DC7A3C02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1174-1715-4F36-B9B0-7EE23D84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6F39E-BAB7-4478-84FB-F91FE208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0AB04-6818-4226-A04E-2B15ACEF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8AC64-97AD-4F37-9DCB-28AC73CE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Polar Curves and Curvature (8 Hours Theory + 4 Hours Tuto...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0827F-74B9-4281-886A-D5758173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A488C-1CE3-49CE-882D-63D01AE0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693D0-06B4-4224-95C7-4CF23735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Polar curves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810AC-EE1C-4ACD-B665-9007F206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41B49-4157-4572-8B93-C42CA615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D6CB2-5DA8-4140-A46B-93D75BE0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angle between the radius vector and the tangent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BF4B5-D55C-4579-BEFF-3702FF43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3DE62-CBB3-4324-BC76-F3A7C6CA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75EA3-D45B-4DC5-829A-7767150C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angle between two curves. Pedal equations. Curvature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55CD8-DF96-44CB-B624-EAA6F035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DA223-32F5-4A1D-A2CA-39C97C45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E6164-2C5A-4FC5-9B52-F0F96DD1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parametric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22C34-1E6E-40F4-B19B-B0205E51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3C30F-A10A-42E7-8206-3BF97478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EF241-7AC0-45F7-8210-3E564630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polar and pedal forms. Textbook-1: Chapter- 4.7-4.11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BEB76E-4C1E-456E-AF9B-B77D01E4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B715F-8C7E-428C-9C47-DDCEE5D8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83109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D2E86-1EC6-418B-B072-F84753C9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A33A1-50DF-4954-9BEE-7470F2CC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B825B-330D-42D5-84FB-F9715BD6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93210-D8DB-436F-BB6D-9DE4C507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F0976-1DF0-4004-A11F-6498C073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540BB-BB2F-4BDA-ADDA-FA249CDE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A38E5-5ECE-413E-86B7-B7BC521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7DE95-3995-4B5D-98EF-07FB168F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Polar Curves and Curvature (8 Hours Theory + 4 Hours Tuto...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0AE79-E287-4246-B500-303127AF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91CFC-E7FF-4212-B861-478AEE22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F6FCE-869A-4D13-9FC1-FEE078B4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Polar curves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993EE-85A7-4EA2-B6F2-182D5FB6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3A855-FF95-4618-9B7C-FE29A277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C8493-96D8-4C1B-9D1B-CE48B7FB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angle between the radius vector and the tangent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CC945-A7F7-439F-8740-BE69A75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F1653-8D6E-47A4-B9FE-78BBBC08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36824-935D-4F5E-942C-CD8F8FBC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angle between two curves. Pedal equations. Curvature and....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215D7D-C89A-41AE-AD3B-CAC4375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FC233-68F3-43F9-8811-D3D1AB8E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504D7-0BB2-43B0-BC84-F228E8C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parametric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BBE7A-95B5-48FB-B87C-A4EEA2C4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F7B00E-12A1-431D-9E94-FD51A961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A676B6-6A05-4D50-A86E-CC5FE246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polar and pedal forms. Textbook-1: Chapter- 4.7-4.11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41C20-A0F6-4E74-9276-85149897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6A2EB-C49E-4098-8A43-9ADAC565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F014C-B6A8-4196-B044-FE4279F6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80056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CD65C-9AC7-42C2-A9F2-2E04ED6A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1B6A1-EF52-4A4F-963D-3BD69544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93089-2587-4AF1-A56E-75581552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D68B5-8C9F-40CF-8D54-27BAA9B3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94E0A-7FE1-4040-881B-2CE8743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DA72A-8141-43CA-BB7A-0026A91C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006DC-9CFF-476E-B1AE-513F0C8C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Curvature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F7385-A50C-45D1-BF26-A7711934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A2717C-8900-443E-B16C-1CF40578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coordinates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1B8E8-129B-4ABA-A606-56AEF1D8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angle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6265F-6B59-4FDF-AC09-F45F3A3D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radius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A4B4D-09C4-482A-9AFD-C1FFE798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02DD7-788E-4094-B2E0-D351990B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tangent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00D51-B049-4FA1-B48E-DCD045CE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A5179-3351-4639-8134-843F4B6E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2EA2F-14DF-45E6-92A6-BD34B66A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63451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DB0E3-91AF-43FB-8C28-A9D5D4BD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F67F3-1B7B-43A2-8FA0-D95BB261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949A5-1693-4BE6-8AE8-4775BC30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8A1A1-16D2-4335-AFD5-6322E43E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AC3A6-ACBC-487F-A507-8B791570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Polar Curves and Curvature (8 Hours Theory + 4 Hours Tutorials) Polar coordinates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BD180-4FB2-4A18-84CE-59A0212E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Polar Curves and Curvature (8 Hours Theor...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D4004-2704-4CFC-BE7E-51F63908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FD3C7-C0E6-44D1-A47D-E9BD6954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64EA4-6660-4159-8685-E9EA8498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95719-391C-46D8-AE02-807DAF4B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9DEF4-A914-4F7C-B067-147A50B4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94AE7-9116-4018-943B-9FE84625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9DD87-D4CE-4E4B-80B5-3A240B8A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172E5-A758-4564-A38D-828C30C1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1BD19-9BB5-4A3B-BFD8-BA28762A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35052-0E09-47BE-B288-687835D8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85045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1CD395-1160-41F2-8CEB-C01886CE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7D2C1-47B5-4175-B434-9CA4DB4F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C2CF9-2D38-40CE-A6BC-1F6034BE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2D491-2AAA-438B-8FEA-71E9E10C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CE6C9-38D5-400C-8F0D-71F63EF3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2B482-05B5-4F07-863F-BC501FF5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3C5EC-E573-4DAB-B96A-8AA4EBD2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3D4A2-F417-41C6-A78E-A749E96E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D6AC1-615A-4B67-A246-B4A9AF30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Polar Curves 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57882-08AD-40C4-95E6-ED7A750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53FADE-34BD-4071-B48A-028DF28B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CE291-669A-4A9A-A190-C0A7D6F7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Polar Curv...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01592-E5A9-4F64-8029-74BE0640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24057-644F-4000-901E-649364D5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6386B9-C94F-4B60-9DC9-0EE31232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Polar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9578F-D3C4-40F5-959B-92149918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E6A15-7FEC-4F22-BADB-E8E66C70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2603A-95A4-437E-8AD7-573FA151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Polar Curves...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756E1-E3F3-4FB8-8FD5-1AFA7149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296871-DF04-4C1E-B49D-D1C26589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406FA-FC40-4102-9440-5E332A14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Polar Curve...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09791-4AA5-4E3A-89F8-7738F144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8EDDF-BA9F-4E6F-82AF-E2AA618E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20820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E2EBD-975B-4B64-BE77-5E38CB8F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6E016-820C-4E1D-B5DB-73D6F162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454BE-F74B-4BA5-B9C9-5F716285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C30A5-67C5-4C6D-BED6-AA57BE2D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575CE-949F-4EFE-B7FC-1A4A3332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A4044-BF1E-49C5-AECC-6CAD36E9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CF9FF-DA7F-4BD7-B4EF-C0CB5BB3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B859C-89E2-463D-8473-D8239D5F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FEB80-2CE1-496A-9BF8-4956D60E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43116-D70D-40EA-BBD8-6C18D6D5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8FFDC-EF28-4D7A-881F-21D37E78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D09078-022B-4E5B-A793-6C9EE7B4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9D7AF-2967-4CB8-9D11-D2033B81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316CE-0169-4B4F-84BB-2F98C7F7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AC7CE-A634-49EC-9332-9FD25A1D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62986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C5BF5-DE47-490C-9155-5DA06B46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C0501-E377-4CC5-AD52-22301B56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30F6D-7A1B-4A01-B6E9-76C332FB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5838D-3BA6-4C75-A763-55CA2AC4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8179-08A0-4F99-95A0-B3A96534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15731-A3DB-4394-AD1E-F1F10115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Polar Curves and Curvature (8 Hours Theory + 4 Hours Tuto...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42653-D85C-4E90-B559-E61F3E5C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123C8-B8EF-4260-BB7D-865B0090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E908A-E3E9-4218-A33B-0AED8A19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EFF03-E661-418F-B65A-45B68F3A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4EDBC-B255-4A2A-A6C4-DF6EB48F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984992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90E3C-70DE-4CA1-A580-F9A7822B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5844F-A9E7-4007-BCB4-37ADA677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D9870-72E3-45E5-AAD2-319F5FF9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5E04D-9F25-436C-976B-1B31A547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BFA20-0870-4F73-A3B6-6C829842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Polar curves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23EA3-D947-4AED-B1A7-A07A7460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Polar curves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75D91-8FBA-4BCF-A26E-EE4E3FE3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42E32-8DA1-4375-8262-2CE741B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465A3-91CC-4F79-878B-6F55CB85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02043-5986-4C10-B2E9-63751053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A27C2-2C50-4484-A257-1ED4F940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AA58F-CC44-40ED-8636-9E81BD4B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D1F259-C2CB-44A2-9C45-89FEF551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86497-B231-47D2-8347-FD80EE01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07EE6-9992-41DF-B750-DA3D69AB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26C4F-0FE2-4474-B08B-A3B9E1C9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217817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E190C-6BD0-4538-BC76-89240ACC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1B0CA-1E19-42F9-82D7-F0C88F37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F0A24-3AC1-41BA-9C4E-4D1B70ED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6C6C6-58A3-4EAD-B80E-57F35D91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58CEA-01D3-49EF-BF32-2854D54B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B0DB3-D732-445E-982D-5F5DEECD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F40C0-EB74-4878-B43D-57E94FCF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4651B-4B33-47C6-AA1D-F995C454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1E0BB-EDD3-499A-92F2-B625C678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Polar curves.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B6185-D963-4ED3-9217-7625ADD3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603A2F-2DDE-404C-9AAB-D4033E87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65C6D-5D44-4322-984B-10D59AD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Polar curv...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DD569-DC59-4692-A5D7-50903214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069E0-E46A-4AAE-A930-3A4B784E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2B11B-8E63-4EB8-ABDB-7CA1A3A5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Polar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F0CF6-352B-43C0-9106-6645B02A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7B150-FB93-4576-8177-D4A65477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172A6-18AA-4D01-B42C-B1D3A573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Polar curves.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B2EC0-936A-4BB6-924E-9962441F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9FCEB-BDA6-47E8-AE63-F4471590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2D8D9-0F91-4C4F-BA8F-D85A8847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Polar curve...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525607-DCBC-4CF9-9F55-0177AE13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09A78-A734-4549-87FA-BF54109F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549852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E514C1-65ED-41B4-9586-1AD82CB5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DACEC-FF33-4369-864E-99D0774F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545C9-E201-4AAC-B358-4D28717A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F3113-54CC-48C7-953A-B793FEA3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76F31-829A-4B31-BED3-4EDC1A85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9988-2525-4837-AA23-C71CF118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EDA6E-DA34-4851-B972-6A161C2E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A9C4F-25FD-41EB-B724-646C4E9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F6C40-6838-4BDE-AD2B-742DE127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C9917-75B4-4039-8D35-B63C6300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1762A5-B49A-4497-BF9A-D6DE0655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82518-A8AA-4735-AFEE-0DC11942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6B6E4-0765-42FB-9D08-6A50A143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BD8AF-E459-4F2D-80E6-E022A265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C6958-0E8B-4240-A038-61E3102A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13834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81C57-D541-4A77-93D4-D965CF69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3A41A-002A-4436-B4C9-117187F3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F492B-B0AB-40D9-8799-2BB34962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E0406-2BD2-4F65-9CBD-977E60B7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A7A0B-F81C-41B9-9A4B-7EB2A472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F3194-7722-4E54-B6B4-E8FA7280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Polar curves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035E4-2995-4064-B929-7BC4F384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985D4-577E-46FD-8FA9-B47CE3E0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7C146-CAC5-40C9-B3B6-3601B458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E37DD-52BC-4880-8C13-B08A94A0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4EBF2-DBD3-4660-BEE3-0EE861BA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973863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67C3E-9875-4AC6-B3FA-C875096E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D6074-B829-4D0A-B0A7-C517568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D333B-0734-45DE-8B3E-A6C96E7B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9EF7D-2946-4385-A602-68917DB6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AB655-E072-4A26-A876-ED42DE4D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angle between the radius vector and the tangent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AD618-121D-4711-96F3-07BB0015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angle between the radius vector and the 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05FE1-5D72-4EC9-88DD-3E1F6552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3B133-F303-47AE-B760-82A7C1E2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CBCC7-417F-4189-9766-86DCAC35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5322C-BC71-4AD9-901E-A9315250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DAF5A-C106-44D4-9299-8FAC1588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C97AB-306A-4768-AAC0-33524D63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AE086-F8EC-4640-92A0-CFCD3466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BEB38-8600-4B20-952E-AA3CB74D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C3F79-2FA3-4B9F-BF8F-7889AAF0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F1F9B-DB69-47D1-B807-45FEF7C8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4962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5C074-BF3E-4CB0-893E-E76A45ED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672A4-FFCF-401D-955E-B440DB5B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D95B9-62D2-46BA-8024-98B9624F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13442-94C9-477E-9DEB-3851DD0F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6BDEF-27A5-4A89-A218-82502B1C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42B2A-5908-46B0-83C6-945A1E8A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97688-EE75-427A-8C0B-C9C3BECE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8045B-D7D5-40DE-B40A-14A091D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CFF9E-8408-465E-B23D-395753F1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angle between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A30E9-6736-4363-94B9-085BE40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F0ED1-A497-49B4-8563-3A1E68E2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D0F07-3D2A-4445-91D7-74DE0D3C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angle betw...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0463D-C168-4C77-8665-35D660AB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5DC35-7ADC-487F-BDB9-738D7C39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4F276-8353-4C07-8A68-DF23425D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angle b...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7A5B3-7A01-419F-A598-4C5120C4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E5FA3-CFAF-4159-AEA6-3265AC90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A6AC6-F88F-477E-8BAC-4569C38D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angle between...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605C0A-D3CF-4899-9F37-4498A151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D8EB2-B17A-4693-8D49-0F751E9F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0F7B81-4B3F-4115-BB40-81C14997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angle betwe...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8FF36F-F892-48E4-970F-C63286A8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10C420-B106-4A05-8D78-60335624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217915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B03FF-1B7F-4D92-B057-F5CFFBD5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AE0D7-6082-4C13-8C09-E22ED70F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B2700-C5C2-4B8B-833F-EFBCEB5D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07887-078D-4544-B1FD-1ECB4A86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E13F4-1DB3-4FAC-BF54-5581EB99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6F4E4-4058-475A-9EE0-33F79E1C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F30A4-6CF3-4882-8E3C-F03E5A7C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0338C-6F35-4170-A18E-E40BD8B6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F775B-58DE-45B5-9BF9-691D32F9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7E19A-E73C-4564-80A3-C562AD4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E42FC-A26C-4BA5-9F12-967AE02D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5EB82-1B26-4A6E-AC5A-22B4188C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5A51F-290C-4DBA-AF0D-AA7D684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B8284-5B80-45FA-96F9-1CBC8738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16B82-30F3-4FD9-B095-EC095137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419177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FEA90-110B-43DE-B803-04BED238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BD213-9BD5-4392-A083-4E0862E3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57551-11AC-4E59-B7EE-FD07A69C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ABCE7-CF19-479C-8A77-56657826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B7DB5-A370-46D2-9F19-0E027D09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9ABB0-5D16-4D30-9D17-2D832628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angle between the radius vector and the tangent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E03EE-125E-4165-BB76-42887142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033D1-9E11-404C-AB2E-E745B05C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F80F2-54EE-4931-A4F8-30707319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BEBF7-D7AD-4D47-B4D5-4A179734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83E91-EDD8-4A80-891D-D6672AC3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166424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51681B-C461-41AB-8B2B-1AC3BD48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14E77-545B-4A7B-AA8B-473B244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69A89-E46E-4269-A8AF-17987DDA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1A282-94B9-4BB7-872B-C9D9F7F6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8B116-D28A-422B-90D8-BD0F67DC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angle between two curves. Pedal equations. Curvature and radius of curvature - Cartesian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D1CBD-3916-4C25-AEA5-65174546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angle between two curves. Pedal equations...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90D4E-6E76-45BB-9A9F-C8BF1155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3308D-DCD8-4E46-B1A0-7C693DF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2B47B-150B-4D28-A956-8F8B6225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41302-BD26-48B3-9493-26D6EFAB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86047-A177-495D-815D-BFA2EC9C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5FC79-3DAE-4DC6-AA9F-1E5BFE6E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E8FE7-27AB-433F-9610-FA59BE9A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7DF62-12E4-48CC-8A0C-0D8CA73F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D7A7A-7AC1-418B-B62F-D6EA4550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7391C-ECAA-4AA4-BD7F-C4D47376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011169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C9B6A-5B6A-4238-82BF-68A79E4F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1E52E-646E-4CFD-894D-378E84AA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422E3-4C34-44CF-8EED-30B3AD07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A2576-C6E5-4277-96F6-CA3216C3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E4FA5-627F-4871-A34F-C2A3D3F7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D2A5A-5912-4515-A912-47EF239E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00D20-C84B-4F4F-B8D0-6B9C16AE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A9D76-9CB6-4CF8-822D-754ABA41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AD05F-F4D5-48B8-BD50-2B7AABFF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angle between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A3DD9-FE93-4F5A-A9A8-AADFAC85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AE766-34A0-4563-90C2-B899F1EA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9068F-3630-4BD4-BDFA-6D59DA5A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angle betw...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66B83-96B3-4850-982E-30713C9D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4C738-33F5-4AA9-95E1-16745A0C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80280-D890-46E8-A0F3-04FAAC26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angle b...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E5010-B4A2-4585-AD1E-79CF451A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63DCF-5894-472C-A8BE-8C17C9C5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025DC-B228-4998-B0A1-CA63DF79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angle between...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A859B-0D75-4F51-AF19-37C0F6C3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C18C4-7AF2-46F9-8BDE-A14FD768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87AB5F-FE78-4C5A-B303-FFD2CC64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angle betwe...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55BA6-4774-425C-BBD4-050CA070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7936E-8715-478A-A7BE-05AF799C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203517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760EC-CD94-4499-B412-8305698B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39792-2AFF-41C1-AF26-98F09DA6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BC2FD-749F-4F8A-A332-D10FB217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0F941-BA4B-4B18-A28B-3C6149A2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EBCA6-697B-4DA7-8D54-AFC04E75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49FFB-8A24-4B9E-8FAE-E34884B2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B7A23-D46B-4032-9D6F-D00F7297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C54B4-75EA-4F01-9E76-D33F821F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3F05D-79E3-443F-8423-56F4C278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534FC-F180-42BF-80F9-5DB42872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92647-C437-4A15-B306-2CF63927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DFE76-23A9-46BC-8A0A-8B1BA823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20474-B6EA-4EF1-85EA-B5313977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6EE53-B026-4B53-B83A-D83FACF5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2FC98-1B59-4B34-85C1-9F0930ED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421385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06F42-A8CC-4809-BA85-19548F20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C05E9-90AB-4AAC-8A88-E361D18C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711EA-01E2-47D3-A8C4-85AC37D4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A2316-17F9-4985-A46F-450E32DA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D9137-C101-4601-AFB7-C3C17198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DF892-DBCE-40C6-9DD0-4D643026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angle between two curves. Pedal equations. Curvature and...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CF528-D58A-449D-875C-3B99F21B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B3C2C-F3AD-41BE-B50D-4714BD27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3A589-56E2-4456-8C16-13205BB5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4136C-8145-47E3-990A-3F60C031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5876C-D7AD-488E-9B57-3017B6DE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199986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97AB6-F987-4B2B-AE9C-31B7A332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3EF8C-3A24-454A-A1D0-C4D080DC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C8FB3-FBFC-4AC5-9E83-89C83794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28322-EF01-4B1B-AC56-4C4AD504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AA95A-6661-4AFA-A5BE-01D57596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parametric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F0345-5928-4FF6-A19D-3BB7331F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parametric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99E7B-4D1C-467D-A66D-F57B3FB9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EC6ED-3D96-4688-863F-6A305357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0CCAF-3B43-4BAD-94B6-065A4A41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D2E9C-8B31-49BC-96E7-10413890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70FFF-59A3-4608-B541-E9975E8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634236-F231-4FE4-BDB1-EEC0C697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BFCF5-B9D7-47B1-B522-7F8E23DC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9B5FFE-51CE-4A7B-A70A-C853D738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B560E-3BCA-4899-B901-D8089CD6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4C6DA-2F8E-43AD-913B-D5D4F8BF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182264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E1AC4-91B4-461D-8791-D03F2D1F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35F8A-FEAD-49F1-9796-C5DDA2A6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20CCF-F26E-4080-AEA1-F1B5C7DC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F738D-3902-44CD-A9BA-7A5DFA09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306FA-32D4-4A43-A3BA-7CC1B99F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F89B5-B034-4177-A890-0F29B17A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893CC-B346-4669-89A2-3DB1636A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FD191-3BEA-4324-B5CC-A82C0401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4A281-2271-442C-ACAE-CA75BA35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parametric.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91DBB-23CB-41D8-ACB2-DF67104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E2BF6-5477-46D1-B6CE-E8081A90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ADA21-93DB-4376-8FEC-9CFA0420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parametric.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76AED-4E03-4301-B79C-3A447F25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988AB-BE06-44ED-9376-32CC5164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A4A57-A8AD-42A5-AFE1-EEC44908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paramet...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1789F-5A12-4233-9484-F194DEF9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E8FC1-73ED-4295-A305-E33499A3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57D8D-C402-4DCD-BCD1-30F5607E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parametric.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238BD2-5B3C-4C85-BDE1-48BF91C8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E4068-48D7-4717-9325-2813AE4D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38E553-BB61-474D-84EF-A2AD3A46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parametric.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C5AC5-7906-4A56-9799-6CFE1A8D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694C1-DCB5-4941-88DE-BA57F547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820366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9EB20-C3FF-4D04-939D-62C247FD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92489-9000-4966-8E59-971A1399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0C9B2-863C-468D-9D9A-0DF1CAA8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AF83D-E2A7-47B1-92F2-64B9057D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68A24-CD0F-4857-B874-0214BDF9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1A422-DB02-4E14-88C3-CA643A16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4730E-64BC-4E4E-8C9A-5BD8AA22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9BB91-3B51-4D6F-B96F-700A67F6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9AD7E-D418-4CE6-9C10-166C9489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7635A-96A5-47A2-8963-B4D92F68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7D3F4-6D40-4487-8909-8263AC83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ABD4E-752A-4EAA-B5EF-6E60430F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3C0B7-C1C5-4738-92DF-FCC6A08E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5DBE7-6644-44CC-B110-B44BCF70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93786B-7C97-44EA-9E56-8CC083B3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224372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3A254-961E-416F-B244-404C7CFC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E5161-E066-4D7E-9D0F-8D9FF0F2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B1691-3E1E-49EE-ADB8-85CB9471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2E8B6-B77B-4710-8D15-39E85D55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80E2A-D309-47F8-8CBA-2A77ADD6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B6C17-7AB6-4B27-9D55-DB27DFA2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parametric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BA70B-16F5-42A4-9BC0-CA16D243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BD3B4-9A3A-4514-8839-FDF5402B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11F0B-0815-4492-9272-7327D520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133B0-25A8-4ECB-B8EE-1283BA7B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52B9E-456C-4CCB-9A79-8AEBDA27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4117382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C2293-EDA3-4664-960A-51EBB55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9536B-5276-4F55-9740-92069057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1645C-3737-462D-8151-A1766742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7A53C-9446-4D6D-A54C-9FD4397E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52EA0-7E5A-4B6F-8C2A-4B5DEB15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polar and pedal forms. Textbook-1: Chapter- 4.7-4.11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14A12-8C6F-46E0-8844-D3AAD2F3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polar and pedal forms. Textbook-1: Chapte...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4F81B-7D9E-4AF7-BB1B-EFD9B3C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D233E-D9A0-4A70-8E03-CF1FF38E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C334E-A23E-4E9D-B402-A8A7DC65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5D859-EBF0-47FD-B5C5-44ED293E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C2118-2EA1-4EC4-BF74-C2DFEF47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D43C0-A6BA-472A-AC9C-D027952C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5043A-7D96-4A66-8AD6-D4342764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DE26B-26D3-47AA-84AD-FA094BA6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AEA26-D381-4975-A54F-13A754B2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E6815-ABE1-4292-B791-86648062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715637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08E211-7FC7-49BA-B528-0564454E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0F15C-83AA-458D-AF82-35CC97D0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8D98D-BB83-4A61-BF3C-FD3EBD84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7FF2F-D7F4-4004-AFC9-110DC07E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3B18D-B4DF-43F2-9AA2-F4E2826C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DC3F0-6AC7-462F-B6EA-25BF17D2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7B1B3-34F9-48D6-8E2D-F865AE1C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59443-EA4A-4F3E-BB40-4AE180C9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390C3-CB6A-4318-84FC-F9713E00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polar and pedal...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86012-B2C9-4EA1-BCB6-5C8C978B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3EA58-8954-480D-A9F8-F52DE5D6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57439-C40B-4EE6-84F5-2C0BB0F4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polar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83547-5377-4614-952B-3586513D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0F780-1A11-4F99-99D7-18DECA92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06A63-1E16-4C15-8F18-A3152AA2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polar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A78BF-64CF-4356-A466-31CAFE2C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0E4AD-44DC-469C-91EC-4A28EE42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F2375-EE81-4659-A06F-ED8CAA2B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polar and ped...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3085D-4440-431E-B56C-AC0F9B7C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70BD6-AF6F-485A-A75F-EF3F3D45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00D99-9F12-478F-A371-BD624CED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polar and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880AD-23E8-4CCA-88B1-91F17C20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3E520-2BF5-4096-8E10-7969A7D8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116655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132EE-E638-47DF-B379-02AFAD9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E7AC8-B5A6-4BBD-B2C7-F5A2F518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E6F99-240F-41B9-863E-EB161750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64BC3-44E7-4FC6-B0F5-E20A73C5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5F4A2-7A95-47AC-BABC-7F3891F3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4E9DC-7BEE-4168-92FD-B2B89B7C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9EAC2-14B6-4D6E-9275-9E83E2DD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C8979-FACE-42FE-A48C-12B7294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814AF-BB48-4BA9-B285-E21BD785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04658-AAEB-4FE6-AA98-AB8B1841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B73B3-BB54-4C02-A90B-81B74EE8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083A2-5142-459D-8D76-F4BE78ED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468FA-DC3C-495B-A06F-5932D3E6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67420-989D-4FC4-B6B3-13864487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84B30-55F5-4959-831C-9D595DC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7514041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D23CF-E3AC-4E45-AA2D-8623B7B6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8A6BB-FD33-4000-AEA6-25A12648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A9D14-4F5E-4F5D-8B32-39514BBE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FA6CB-4426-4974-93A9-DE8E69DA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A0F75-730C-4404-9E5A-A318BC46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32AB3-4AAC-4F1E-85A4-5DBE311C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polar and pedal forms. Textbook-1: Chapter- 4.7-4.11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FCCB2-EFAD-4F23-93E7-2C80CA56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4E266-FC99-4DEF-94B4-413D3525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8DA32-C716-43A9-81FA-2EE7F6DA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94B6F-C011-4445-A60F-C7CE6855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CCFA9-89ED-4CCC-800F-88CC6C6B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6622633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BED27-FB1C-4E06-B058-E2D3A614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EBB51-DC3D-4852-BC7C-3E26943C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C600FD-9FEA-4D78-A6D7-0933BFE5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A0AF1-7CD2-43AD-AF1F-C73B34CD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ADDE9-F28A-44C1-9D02-405A1228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18267-B1EE-42AB-A30C-405B09BD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1388643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05EBC-B5B6-4C2B-AE67-07C92EE3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8B717-4B15-48A3-847A-01C361CF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52FF8-408E-4EDF-A30D-370FB049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BE8F7-66BC-4C9B-B523-C3CB5525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FF56A-4926-49B7-9775-C7E27D0F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Curves: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Curvature: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coordinates: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9E69D-34AA-4106-8D53-B4556E9C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708121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37DC4-F3BE-409F-8A03-26322503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B7C96-04DA-4785-B9D8-2BEE17AA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CE09D-C2F5-4BD4-90DF-B7A07AB3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ED29A-DF23-4CD6-A8C7-792170D9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E19A3-4963-497D-9EFC-1E8A3AC5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1AFFC-E68D-4022-B4B7-37655B51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9200026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F00A8-4540-4457-9744-77E7BDED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96597-3AD2-4F37-9772-D596FB20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99D2C-DBDD-41AD-96A6-031B817F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71209-ED5B-4076-AB45-93F02057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626D4-0D66-4407-B920-1424F412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4D5A7-DA5F-4703-B2A6-BC28F95E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378924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8DB54-2A17-46B8-AC95-F1916112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906C0-FF7B-45D4-B5DC-122B4202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32003-D84E-4AD2-93EF-F7123458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12732-CFD0-4871-9CF4-FC61B03E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CBB38-4D03-472A-880B-7187E6B3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Polar Curves and Curvature (8 Hours Theory + 4 Hours Tutorials) Polar 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Polar curves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angle between the radius vector and the tangent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angle between two curves. Pedal equations. Curvature and radius of curv...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parametric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D7F63-3291-4010-8445-7EAAA553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45E35-1450-4CC9-9509-E30DBAF7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3F75A-EFF7-4D53-AAC5-39C56224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4519927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A1F376-4E70-4A73-B529-AD30C719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6A4FE-225F-472E-8DCB-39F8E5BC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polar and pedal forms. Textbook-1: Chapter-...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C1EC0-420A-42A4-8C5A-7F113AC6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83B99-0939-44B8-BD61-F1E69ABF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9AAFA-D485-4DE0-8D28-64B073A8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C5F68-0636-474B-90A7-4A2D0AAE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51A1C-A9C5-4294-9959-73E425C4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89342-CA55-4519-B2FD-D0372179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E8D91-F2D9-42A9-A194-A249D1B0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684FC3-9DDB-4B6D-AE05-BF487B37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437E1-E2C7-4E1B-BD5F-C37B168B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55A50-0DD5-4342-A1C8-C613440B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2314A-ED77-4703-82DF-170CC21A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A8B11-5D94-45AF-B836-1DB1D81A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93357-1F54-4CC9-8DE7-92FF9629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16DF4-C8AE-478B-B956-39F8E604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66F25-2318-4E54-AFB1-7AD5B0DE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73224-EABA-40A9-96A5-4A88B457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F8221-CC1D-48EA-A38F-148A567D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32E761-AEED-4573-B6F9-B25997EE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DC326-AFFB-4E39-90C6-A87DD081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F72EB-6010-4215-A840-6CACDE9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313CE-D82C-46C8-969E-84C55159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72215-0076-4881-835D-9F0B3A9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2BF9B7-DE94-40B2-85EB-068CB16A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323EDA-0B78-45B1-A944-D7552FDF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A76A2-62CA-4D1A-9A11-93E1E0FF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96B8A5-68D6-4F2A-8F3D-E4401E5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6790AD-C91C-4DDF-8041-B8331F12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045D34-7840-4217-9D90-20F87996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A0B1D7-753C-4628-B950-7E98F147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C29560-2044-4B33-A7B2-A2F54FB3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196228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20D341-4593-4D62-B845-D63A8943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935ED-1B5C-40C1-805A-97B0BF01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Polar Curves and Curvature (8 Hours Theory...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8A717-8070-4068-99A2-AB6E1F62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C297A-31AC-4AA5-BA4C-88ABDF37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D2A5E-874A-41C0-A95B-FD2D78DE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B5BFB-8CAE-4AB9-AEF4-F42043F3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C1930-38A1-4930-9026-EDCE55C4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038F6-BCE5-4623-92A7-56A90E96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3CDB1-216D-4492-8746-ECC561BC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8D372-261A-45B6-BCCC-FD6952E9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4FC5A-3441-4234-A822-7BEACF79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02FC3-55F9-4FF7-9B71-28817E20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D5419-00F1-4068-B1EA-33E16A78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421A3-5B3C-48E8-930D-84FB5FC7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57AF5-6F89-48E6-A696-12EEF534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2BD2F-11B7-4611-B444-A0F97E4C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2E6745-791E-421C-B07A-13DF1F67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28327-0A9A-4FD0-917E-99A9979A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0E803-CDF3-4A3B-AA56-AFC7D599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0D82D-5738-4CFE-BCAF-A3D09BA2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15286-9F8B-43B4-8432-8A5C7AB4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ECE91E-51B0-4290-868B-29DAD46A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6F24C-6FD1-4095-AA78-AEA5B1AD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2778D-6DFA-45E6-8EC9-63FCFB5E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591BAB-122D-4454-85FF-B5B5FD68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16E2E-ADE6-4B1E-845B-41BFF779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ED5C6-3BF1-4AD2-B4B9-2108CA33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82A5E9-44BE-4AF7-8034-9281F89D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828694-94A2-47F3-B4A1-74279821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026902-2EB6-406D-BCE0-E1B173B1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22D54-9A28-4402-BD64-E5DA9FE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FCE071-09F7-4E64-9EEE-38BB1E4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94438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4B4D1D-CE80-4309-9E47-69B8B76A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AFF07-440A-4A62-8A71-31956382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Polar curves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727A4-7FB8-4954-BAF0-93278D7A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DB716-EB84-4C70-9250-BDAA69D1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AFBF2-F233-42B7-9C30-5E5A1ACD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F4C33-1E2E-425E-8071-D11A767A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4755-EB74-445B-9A45-7A720708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4B349-A459-4E1A-921E-E30D1DB9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FA743-C6EA-4063-B9C1-02C9C245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858C9-F831-4E3D-A192-0103F68C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27F65-C840-49A0-AC66-FCDB1EA0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D3194-9734-4388-B660-F2D00043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A1EC5-CF1B-4415-B853-D18FC297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5FBC1-5147-42E5-B4C5-07A57F5F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A9FDB-8AFE-415A-A658-29C15870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8D08E-C28D-4F28-8F04-ECBC0C09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3E662-725F-444D-A254-EC6142D3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687C1-03F8-4BE4-9643-2417A18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07F0B-8187-4123-84D7-F9DB9453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E12A4-9E85-4008-8368-EEAF26DA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5A675-C4BF-4171-ABA6-4B147079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1D1778-9D57-4394-986F-B8480E4C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15E4D7-EAA4-4897-9731-DD3AF187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9465B4-7416-465F-A554-19D9A631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0CAD9-0D95-43F6-97E2-CA68D5AC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76E74-7F2E-4C0B-A774-637EEB88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3EF34-B39C-492F-BC96-619FE51A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57D37-BE5D-4EB6-8941-D571D26D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00758-9988-42EB-B95C-B70AC1E7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33BF78-2CF8-4DBA-9C8A-F94325B6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17B25C-7941-4495-BDAE-47FFD59D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77676C-8E13-43F4-B78A-A2131701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1230854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E4AC7F-1757-4831-B4DB-158AE650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C03B4-921F-4BB5-BE94-559FFA30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angle between the radius vector and the tan...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6A7D8-3B1F-4E88-A3A3-C3C05054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EB3A-EBB5-4130-BC10-EA6B032A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BF762-776C-4F23-A321-E8E451EB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89C92-FD90-4AD0-8C53-5C833815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F4282-9023-4251-B347-1F678508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86BB3-92BF-49BF-A112-4AC830B6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7D4B90-720D-4A10-93D5-C981F628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79478-6A1C-4DF2-9041-F2ACBC6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FD1A3-2959-4628-B463-9905D79C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62B54-A110-4CCA-993A-A5E3A006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A375B-9C1A-4720-B19F-5E231D12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6198A-8925-42B1-A799-BB5966ED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9CF31-4971-4A0C-BA98-CE235E6A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68A63-3869-44DA-80C8-D71000EF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D2E2C-6BD6-40E8-BF7B-4EB327A6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F30B3-CBDB-48E8-A86F-B69EED10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F90C3-CC6C-4C66-8B9E-0F553379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B154D-E672-4552-BC1E-4AD296EF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6BDFD-1A23-42D0-8D61-6CD75B12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48427-E8DA-4224-9B82-3EFCEF9E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9203AD-60CF-4453-B487-350CB039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2C5B3D-198E-479C-90E1-4295C1CC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B09D2-08F4-4BB0-96F5-D9DA5012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5BEFD9-8109-46A9-87E2-FE43B337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C2E73-6E35-42D6-915D-E72B1A80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3B7C26-EF84-46B7-977F-C0D6BE59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1D6FC-7064-4B9B-B31D-F30489A1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02F917-277D-4C2E-A627-684FEA64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D1890C-D257-4741-870E-5AEBBCDB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28311D-7FE1-4776-8834-79738BA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4488313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8EF1FD-7126-4974-9FD4-2C05254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33459-D456-4CE6-B9F4-0C915E2E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angle between two curves. Pedal equations....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780B3-0AB6-4D90-8EF5-186C1164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8BE41-100C-44D8-8A63-616C754F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375A8-E1FB-447C-8FE7-A0570757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5319A-C553-474B-BADA-B841ADF2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28AB1-C804-4A14-90DF-79E84293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D339E-66FC-483E-B0E4-739BECF7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E0210-D916-4B06-BBB8-69201051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CD393-BB90-4BEC-8360-FEE59876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D564C-B9E1-432E-B8FD-CE2BBBC9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50960-7A36-4B82-91C8-D5DF76C7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907AC-E4BB-4B96-B725-C6EFBE7B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4CDB1-58B3-460D-8D21-B6901656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0B2EE-0FA8-43C4-AAC4-9C790C16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DA3A1-0868-45CC-B4F8-7C4CB61A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309A7-CD9F-41B3-B408-D5EE185C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E4188-3E20-42A6-B326-0AB961E1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AB5C3-25E2-463B-B2C4-D7F953B7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E529-A40A-4540-95F5-CE76FBDE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B1BAA4-1843-4B8C-98A6-A81F8E78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C5D57-7638-4769-AD25-D66AD01E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F4A76-73CE-4E79-B3CA-7D1A3888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24BB0-3EB8-4EC6-846D-13491D22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32528-3D97-41BD-ACC8-906A807A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E5BF1-F415-4A95-990B-FBD1409C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D8E72B-58F3-4727-834C-E37A1495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AC208-4FF0-47C6-A840-92CC6BA4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0ADFF-99C9-405B-AAB0-1A4ED4AE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E6D99-3A3B-44D9-BE8B-65518226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E6D58A-DDDD-449B-AE75-70C546EA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95307C-C6A9-4476-85F3-6EC65D43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51843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F2843B-34CE-4996-982A-C698B20B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4189E-19FA-4E66-821D-F6059FA6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parametric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0D500-ACD4-4AAD-918F-325B37BB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5E170-5C2D-4A76-8F80-E543A3B8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932EA-D3C9-4FB3-A919-8C7E47D0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8A4EE-A67E-4E85-AA60-57DC4DA0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04B7A-480E-4EC6-9300-40D2C039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1E148-2FC3-4DAC-9F53-F092E9DB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BF424-E516-4E59-B82B-ACE1BDD1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4A109-F23A-417A-86FD-5B65B855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6DA20-8109-4E98-B034-A0EB548B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A7697-41FB-4DFC-A1E0-07513E4D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BE55B-2B2C-44DD-A4D3-25E6171B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40309-DB28-48B6-8C03-B919AF0E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15A13-50A8-4172-BEC4-F9C39D40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CD210-1F01-4756-AE11-1E2CCE22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046C1-CAD9-4B31-B491-0CCDB5E5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D57B7-94ED-483B-B5BC-A47D075E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7A638-DD8F-4C9A-91B0-E2CF4033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FF387-69C9-4B36-BB89-9FFAD464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90A2B-6ACD-4E21-8466-D676B451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17A30-6D9F-42BA-B222-BA7A6D8E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FAC3D-D30A-4728-8554-36EDD155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7F6217-A4FB-4ADD-91CB-FA3BEBFC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8A02F-C578-4850-9C6E-0776C787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CAFF0C-B754-4E1C-97AD-AE39157A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8A7831-6E42-494A-A33E-57EFEC27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4A0B4A-4496-4173-B152-DB9B83F9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B4B8B0-E718-4FF6-BA9F-19FBADB3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D8D8AD-A153-47FB-9599-43A15AFE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DB2C29-4D69-4CEF-85B4-FA6329CE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ED3BEA-DD8D-4246-809E-40522C47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53042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2026-08-24T16:02:56.5380000Z</dcterms:created>
  <dcterms:modified xsi:type="dcterms:W3CDTF">2026-08-24T16:02:56.5380000Z</dcterms:modified>
</coreProperties>
</file>