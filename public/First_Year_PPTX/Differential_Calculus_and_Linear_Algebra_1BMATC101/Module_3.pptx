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844a224234de4" /><Relationship Type="http://schemas.openxmlformats.org/officeDocument/2006/relationships/extended-properties" Target="/docProps/app.xml" Id="R0b3007027f754157" /><Relationship Type="http://schemas.openxmlformats.org/officeDocument/2006/relationships/officeDocument" Target="/ppt/presentation.xml" Id="R8361b23f393a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fb51eb54d94290"/>
  </p:sldMasterIdLst>
  <p:notesMasterIdLst>
    <p:notesMasterId xmlns:r="http://schemas.openxmlformats.org/officeDocument/2006/relationships" r:id="R4f984ed521144000"/>
  </p:notesMasterIdLst>
  <p:sldIdLst>
    <p:sldId xmlns:r="http://schemas.openxmlformats.org/officeDocument/2006/relationships" id="256" r:id="Rdd1410d0b9044e7b"/>
    <p:sldId xmlns:r="http://schemas.openxmlformats.org/officeDocument/2006/relationships" id="257" r:id="R0277d47145404d51"/>
    <p:sldId xmlns:r="http://schemas.openxmlformats.org/officeDocument/2006/relationships" id="258" r:id="Rcc19f23a750c419a"/>
    <p:sldId xmlns:r="http://schemas.openxmlformats.org/officeDocument/2006/relationships" id="259" r:id="R3db824dd979a4d54"/>
    <p:sldId xmlns:r="http://schemas.openxmlformats.org/officeDocument/2006/relationships" id="260" r:id="R5c3e1735ce1b4d86"/>
    <p:sldId xmlns:r="http://schemas.openxmlformats.org/officeDocument/2006/relationships" id="261" r:id="R98a2d1c8a00e46ca"/>
    <p:sldId xmlns:r="http://schemas.openxmlformats.org/officeDocument/2006/relationships" id="262" r:id="R2379954cef4444a7"/>
    <p:sldId xmlns:r="http://schemas.openxmlformats.org/officeDocument/2006/relationships" id="263" r:id="R0f458a569edd48e8"/>
    <p:sldId xmlns:r="http://schemas.openxmlformats.org/officeDocument/2006/relationships" id="264" r:id="R2f97b11abdc040ae"/>
    <p:sldId xmlns:r="http://schemas.openxmlformats.org/officeDocument/2006/relationships" id="265" r:id="Re6cfe61ec1054292"/>
    <p:sldId xmlns:r="http://schemas.openxmlformats.org/officeDocument/2006/relationships" id="266" r:id="R653baef383084a5c"/>
    <p:sldId xmlns:r="http://schemas.openxmlformats.org/officeDocument/2006/relationships" id="267" r:id="R958b990590fe471a"/>
    <p:sldId xmlns:r="http://schemas.openxmlformats.org/officeDocument/2006/relationships" id="268" r:id="R219e08edbf2945a2"/>
    <p:sldId xmlns:r="http://schemas.openxmlformats.org/officeDocument/2006/relationships" id="269" r:id="R3d218a70556242a7"/>
    <p:sldId xmlns:r="http://schemas.openxmlformats.org/officeDocument/2006/relationships" id="270" r:id="Rf3a64475d7f1485c"/>
    <p:sldId xmlns:r="http://schemas.openxmlformats.org/officeDocument/2006/relationships" id="271" r:id="R420ec1a19bc54c03"/>
    <p:sldId xmlns:r="http://schemas.openxmlformats.org/officeDocument/2006/relationships" id="272" r:id="R0f99e75acd3f4f38"/>
    <p:sldId xmlns:r="http://schemas.openxmlformats.org/officeDocument/2006/relationships" id="273" r:id="Rc9bf28854c8a4c21"/>
    <p:sldId xmlns:r="http://schemas.openxmlformats.org/officeDocument/2006/relationships" id="274" r:id="Rf2f8944052d34360"/>
    <p:sldId xmlns:r="http://schemas.openxmlformats.org/officeDocument/2006/relationships" id="275" r:id="R0f56bcec5d8e49b9"/>
    <p:sldId xmlns:r="http://schemas.openxmlformats.org/officeDocument/2006/relationships" id="276" r:id="Rf1e27442c9aa4a33"/>
    <p:sldId xmlns:r="http://schemas.openxmlformats.org/officeDocument/2006/relationships" id="277" r:id="R40c86d6b270b4e46"/>
    <p:sldId xmlns:r="http://schemas.openxmlformats.org/officeDocument/2006/relationships" id="278" r:id="Rf334a24f9d634d6e"/>
    <p:sldId xmlns:r="http://schemas.openxmlformats.org/officeDocument/2006/relationships" id="279" r:id="R832c451c58ae4fac"/>
    <p:sldId xmlns:r="http://schemas.openxmlformats.org/officeDocument/2006/relationships" id="280" r:id="Rbabdb078cb374137"/>
    <p:sldId xmlns:r="http://schemas.openxmlformats.org/officeDocument/2006/relationships" id="281" r:id="Rba68d053a00c4b74"/>
    <p:sldId xmlns:r="http://schemas.openxmlformats.org/officeDocument/2006/relationships" id="282" r:id="R7968e62a8844470c"/>
    <p:sldId xmlns:r="http://schemas.openxmlformats.org/officeDocument/2006/relationships" id="283" r:id="R49acd72bbda54d6e"/>
    <p:sldId xmlns:r="http://schemas.openxmlformats.org/officeDocument/2006/relationships" id="284" r:id="Rad62a9648c3c4846"/>
    <p:sldId xmlns:r="http://schemas.openxmlformats.org/officeDocument/2006/relationships" id="285" r:id="R72b0683f4a7d4468"/>
    <p:sldId xmlns:r="http://schemas.openxmlformats.org/officeDocument/2006/relationships" id="286" r:id="Rff07dbb74e904a78"/>
    <p:sldId xmlns:r="http://schemas.openxmlformats.org/officeDocument/2006/relationships" id="287" r:id="Rfdf187e00d6545ca"/>
    <p:sldId xmlns:r="http://schemas.openxmlformats.org/officeDocument/2006/relationships" id="288" r:id="Ra7a24c659378459c"/>
    <p:sldId xmlns:r="http://schemas.openxmlformats.org/officeDocument/2006/relationships" id="289" r:id="R9ef524aad4a342aa"/>
    <p:sldId xmlns:r="http://schemas.openxmlformats.org/officeDocument/2006/relationships" id="290" r:id="R02ebd51feeac45a9"/>
    <p:sldId xmlns:r="http://schemas.openxmlformats.org/officeDocument/2006/relationships" id="291" r:id="R1f56fd17413b4400"/>
    <p:sldId xmlns:r="http://schemas.openxmlformats.org/officeDocument/2006/relationships" id="292" r:id="R954f52f58a5348f4"/>
    <p:sldId xmlns:r="http://schemas.openxmlformats.org/officeDocument/2006/relationships" id="293" r:id="R82b9aad8acdf40a0"/>
    <p:sldId xmlns:r="http://schemas.openxmlformats.org/officeDocument/2006/relationships" id="294" r:id="R728eee9583cf4657"/>
    <p:sldId xmlns:r="http://schemas.openxmlformats.org/officeDocument/2006/relationships" id="295" r:id="R8b1933dd75d54c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f17d5b0a94518" /><Relationship Type="http://schemas.openxmlformats.org/officeDocument/2006/relationships/slideMaster" Target="/ppt/slideMasters/slideMaster1.xml" Id="Rbcfb51eb54d94290" /><Relationship Type="http://schemas.openxmlformats.org/officeDocument/2006/relationships/notesMaster" Target="/ppt/notesMasters/notesMaster1.xml" Id="R4f984ed521144000" /><Relationship Type="http://schemas.openxmlformats.org/officeDocument/2006/relationships/presProps" Target="/ppt/presProps.xml" Id="R5ce876c8f79944d7" /><Relationship Type="http://schemas.openxmlformats.org/officeDocument/2006/relationships/tableStyles" Target="/ppt/tableStyles.xml" Id="R78f3659e16a04107" /><Relationship Type="http://schemas.openxmlformats.org/officeDocument/2006/relationships/slide" Target="/ppt/slides/slide1.xml" Id="Rdd1410d0b9044e7b" /><Relationship Type="http://schemas.openxmlformats.org/officeDocument/2006/relationships/slide" Target="/ppt/slides/slide2.xml" Id="R0277d47145404d51" /><Relationship Type="http://schemas.openxmlformats.org/officeDocument/2006/relationships/slide" Target="/ppt/slides/slide3.xml" Id="Rcc19f23a750c419a" /><Relationship Type="http://schemas.openxmlformats.org/officeDocument/2006/relationships/slide" Target="/ppt/slides/slide4.xml" Id="R3db824dd979a4d54" /><Relationship Type="http://schemas.openxmlformats.org/officeDocument/2006/relationships/slide" Target="/ppt/slides/slide5.xml" Id="R5c3e1735ce1b4d86" /><Relationship Type="http://schemas.openxmlformats.org/officeDocument/2006/relationships/slide" Target="/ppt/slides/slide6.xml" Id="R98a2d1c8a00e46ca" /><Relationship Type="http://schemas.openxmlformats.org/officeDocument/2006/relationships/slide" Target="/ppt/slides/slide7.xml" Id="R2379954cef4444a7" /><Relationship Type="http://schemas.openxmlformats.org/officeDocument/2006/relationships/slide" Target="/ppt/slides/slide8.xml" Id="R0f458a569edd48e8" /><Relationship Type="http://schemas.openxmlformats.org/officeDocument/2006/relationships/slide" Target="/ppt/slides/slide9.xml" Id="R2f97b11abdc040ae" /><Relationship Type="http://schemas.openxmlformats.org/officeDocument/2006/relationships/slide" Target="/ppt/slides/slide10.xml" Id="Re6cfe61ec1054292" /><Relationship Type="http://schemas.openxmlformats.org/officeDocument/2006/relationships/slide" Target="/ppt/slides/slide11.xml" Id="R653baef383084a5c" /><Relationship Type="http://schemas.openxmlformats.org/officeDocument/2006/relationships/slide" Target="/ppt/slides/slide12.xml" Id="R958b990590fe471a" /><Relationship Type="http://schemas.openxmlformats.org/officeDocument/2006/relationships/slide" Target="/ppt/slides/slide13.xml" Id="R219e08edbf2945a2" /><Relationship Type="http://schemas.openxmlformats.org/officeDocument/2006/relationships/slide" Target="/ppt/slides/slide14.xml" Id="R3d218a70556242a7" /><Relationship Type="http://schemas.openxmlformats.org/officeDocument/2006/relationships/slide" Target="/ppt/slides/slide15.xml" Id="Rf3a64475d7f1485c" /><Relationship Type="http://schemas.openxmlformats.org/officeDocument/2006/relationships/slide" Target="/ppt/slides/slide16.xml" Id="R420ec1a19bc54c03" /><Relationship Type="http://schemas.openxmlformats.org/officeDocument/2006/relationships/slide" Target="/ppt/slides/slide17.xml" Id="R0f99e75acd3f4f38" /><Relationship Type="http://schemas.openxmlformats.org/officeDocument/2006/relationships/slide" Target="/ppt/slides/slide18.xml" Id="Rc9bf28854c8a4c21" /><Relationship Type="http://schemas.openxmlformats.org/officeDocument/2006/relationships/slide" Target="/ppt/slides/slide19.xml" Id="Rf2f8944052d34360" /><Relationship Type="http://schemas.openxmlformats.org/officeDocument/2006/relationships/slide" Target="/ppt/slides/slide20.xml" Id="R0f56bcec5d8e49b9" /><Relationship Type="http://schemas.openxmlformats.org/officeDocument/2006/relationships/slide" Target="/ppt/slides/slide21.xml" Id="Rf1e27442c9aa4a33" /><Relationship Type="http://schemas.openxmlformats.org/officeDocument/2006/relationships/slide" Target="/ppt/slides/slide22.xml" Id="R40c86d6b270b4e46" /><Relationship Type="http://schemas.openxmlformats.org/officeDocument/2006/relationships/slide" Target="/ppt/slides/slide23.xml" Id="Rf334a24f9d634d6e" /><Relationship Type="http://schemas.openxmlformats.org/officeDocument/2006/relationships/slide" Target="/ppt/slides/slide24.xml" Id="R832c451c58ae4fac" /><Relationship Type="http://schemas.openxmlformats.org/officeDocument/2006/relationships/slide" Target="/ppt/slides/slide25.xml" Id="Rbabdb078cb374137" /><Relationship Type="http://schemas.openxmlformats.org/officeDocument/2006/relationships/slide" Target="/ppt/slides/slide26.xml" Id="Rba68d053a00c4b74" /><Relationship Type="http://schemas.openxmlformats.org/officeDocument/2006/relationships/slide" Target="/ppt/slides/slide27.xml" Id="R7968e62a8844470c" /><Relationship Type="http://schemas.openxmlformats.org/officeDocument/2006/relationships/slide" Target="/ppt/slides/slide28.xml" Id="R49acd72bbda54d6e" /><Relationship Type="http://schemas.openxmlformats.org/officeDocument/2006/relationships/slide" Target="/ppt/slides/slide29.xml" Id="Rad62a9648c3c4846" /><Relationship Type="http://schemas.openxmlformats.org/officeDocument/2006/relationships/slide" Target="/ppt/slides/slide30.xml" Id="R72b0683f4a7d4468" /><Relationship Type="http://schemas.openxmlformats.org/officeDocument/2006/relationships/slide" Target="/ppt/slides/slide31.xml" Id="Rff07dbb74e904a78" /><Relationship Type="http://schemas.openxmlformats.org/officeDocument/2006/relationships/slide" Target="/ppt/slides/slide32.xml" Id="Rfdf187e00d6545ca" /><Relationship Type="http://schemas.openxmlformats.org/officeDocument/2006/relationships/slide" Target="/ppt/slides/slide33.xml" Id="Ra7a24c659378459c" /><Relationship Type="http://schemas.openxmlformats.org/officeDocument/2006/relationships/slide" Target="/ppt/slides/slide34.xml" Id="R9ef524aad4a342aa" /><Relationship Type="http://schemas.openxmlformats.org/officeDocument/2006/relationships/slide" Target="/ppt/slides/slide35.xml" Id="R02ebd51feeac45a9" /><Relationship Type="http://schemas.openxmlformats.org/officeDocument/2006/relationships/slide" Target="/ppt/slides/slide36.xml" Id="R1f56fd17413b4400" /><Relationship Type="http://schemas.openxmlformats.org/officeDocument/2006/relationships/slide" Target="/ppt/slides/slide37.xml" Id="R954f52f58a5348f4" /><Relationship Type="http://schemas.openxmlformats.org/officeDocument/2006/relationships/slide" Target="/ppt/slides/slide38.xml" Id="R82b9aad8acdf40a0" /><Relationship Type="http://schemas.openxmlformats.org/officeDocument/2006/relationships/slide" Target="/ppt/slides/slide39.xml" Id="R728eee9583cf4657" /><Relationship Type="http://schemas.openxmlformats.org/officeDocument/2006/relationships/slide" Target="/ppt/slides/slide40.xml" Id="R8b1933dd75d54c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83c9238ea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568f764fc4982" /><Relationship Type="http://schemas.openxmlformats.org/officeDocument/2006/relationships/notesMaster" Target="/ppt/notesMasters/notesMaster1.xml" Id="Rcff05acc7cfd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a1c7bddb54af3" /><Relationship Type="http://schemas.openxmlformats.org/officeDocument/2006/relationships/notesMaster" Target="/ppt/notesMasters/notesMaster1.xml" Id="R3136066a67424c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5b70c6814c4682" /><Relationship Type="http://schemas.openxmlformats.org/officeDocument/2006/relationships/notesMaster" Target="/ppt/notesMasters/notesMaster1.xml" Id="R421c42d9c294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4f5c5cede4178" /><Relationship Type="http://schemas.openxmlformats.org/officeDocument/2006/relationships/notesMaster" Target="/ppt/notesMasters/notesMaster1.xml" Id="R8ea25b0f01714f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309ce69e74f0c" /><Relationship Type="http://schemas.openxmlformats.org/officeDocument/2006/relationships/notesMaster" Target="/ppt/notesMasters/notesMaster1.xml" Id="R122813c40fe348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e8c51287243a4" /><Relationship Type="http://schemas.openxmlformats.org/officeDocument/2006/relationships/notesMaster" Target="/ppt/notesMasters/notesMaster1.xml" Id="Rd739331485b94c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cb582abafa4686" /><Relationship Type="http://schemas.openxmlformats.org/officeDocument/2006/relationships/notesMaster" Target="/ppt/notesMasters/notesMaster1.xml" Id="Rab081bab366944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9c41c090a54b37" /><Relationship Type="http://schemas.openxmlformats.org/officeDocument/2006/relationships/notesMaster" Target="/ppt/notesMasters/notesMaster1.xml" Id="Ra35b7cfe77e0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7c456ac9a64ab7" /><Relationship Type="http://schemas.openxmlformats.org/officeDocument/2006/relationships/notesMaster" Target="/ppt/notesMasters/notesMaster1.xml" Id="Ra3a26a9c192c4e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11877ecb454000" /><Relationship Type="http://schemas.openxmlformats.org/officeDocument/2006/relationships/notesMaster" Target="/ppt/notesMasters/notesMaster1.xml" Id="R4ad22222fa8349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426094b5954461" /><Relationship Type="http://schemas.openxmlformats.org/officeDocument/2006/relationships/notesMaster" Target="/ppt/notesMasters/notesMaster1.xml" Id="R9ee1b603ac1240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72917dc7ad4eae" /><Relationship Type="http://schemas.openxmlformats.org/officeDocument/2006/relationships/notesMaster" Target="/ppt/notesMasters/notesMaster1.xml" Id="R4259b054877c4f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3f2c306e604ed3" /><Relationship Type="http://schemas.openxmlformats.org/officeDocument/2006/relationships/notesMaster" Target="/ppt/notesMasters/notesMaster1.xml" Id="R4e926b5354dd4a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51203a8d6f4f7f" /><Relationship Type="http://schemas.openxmlformats.org/officeDocument/2006/relationships/notesMaster" Target="/ppt/notesMasters/notesMaster1.xml" Id="R197bad46a34e43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5338cf177a4dd9" /><Relationship Type="http://schemas.openxmlformats.org/officeDocument/2006/relationships/notesMaster" Target="/ppt/notesMasters/notesMaster1.xml" Id="R4bbb8eaa7b7940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1e8381544f4139" /><Relationship Type="http://schemas.openxmlformats.org/officeDocument/2006/relationships/notesMaster" Target="/ppt/notesMasters/notesMaster1.xml" Id="R320975945b9446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00e431fed348e8" /><Relationship Type="http://schemas.openxmlformats.org/officeDocument/2006/relationships/notesMaster" Target="/ppt/notesMasters/notesMaster1.xml" Id="R0f85fbe1bec344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175dbbf21c4a92" /><Relationship Type="http://schemas.openxmlformats.org/officeDocument/2006/relationships/notesMaster" Target="/ppt/notesMasters/notesMaster1.xml" Id="R28ad58846a604a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90b19ab0e34f86" /><Relationship Type="http://schemas.openxmlformats.org/officeDocument/2006/relationships/notesMaster" Target="/ppt/notesMasters/notesMaster1.xml" Id="R4a9290bb08f14f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767046925b4de0" /><Relationship Type="http://schemas.openxmlformats.org/officeDocument/2006/relationships/notesMaster" Target="/ppt/notesMasters/notesMaster1.xml" Id="R7489622f6cfe42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04b814d77a408e" /><Relationship Type="http://schemas.openxmlformats.org/officeDocument/2006/relationships/notesMaster" Target="/ppt/notesMasters/notesMaster1.xml" Id="Rc9d30ade557f45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4e50a060b94c58" /><Relationship Type="http://schemas.openxmlformats.org/officeDocument/2006/relationships/notesMaster" Target="/ppt/notesMasters/notesMaster1.xml" Id="R36b31b8b62c34c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a1d4b1bd274eeb" /><Relationship Type="http://schemas.openxmlformats.org/officeDocument/2006/relationships/notesMaster" Target="/ppt/notesMasters/notesMaster1.xml" Id="R567957a867b147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6e370fde1b4f68" /><Relationship Type="http://schemas.openxmlformats.org/officeDocument/2006/relationships/notesMaster" Target="/ppt/notesMasters/notesMaster1.xml" Id="R74b2c338b40342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dfd3be606a4c32" /><Relationship Type="http://schemas.openxmlformats.org/officeDocument/2006/relationships/notesMaster" Target="/ppt/notesMasters/notesMaster1.xml" Id="R04cdb90b4b6845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0ad0943d154025" /><Relationship Type="http://schemas.openxmlformats.org/officeDocument/2006/relationships/notesMaster" Target="/ppt/notesMasters/notesMaster1.xml" Id="R4a02dca33e8a44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1d13524aac4860" /><Relationship Type="http://schemas.openxmlformats.org/officeDocument/2006/relationships/notesMaster" Target="/ppt/notesMasters/notesMaster1.xml" Id="R2eec94ce4f4f43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e2179ad253f43df" /><Relationship Type="http://schemas.openxmlformats.org/officeDocument/2006/relationships/notesMaster" Target="/ppt/notesMasters/notesMaster1.xml" Id="R42804e93569246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5b07a3468244ac1" /><Relationship Type="http://schemas.openxmlformats.org/officeDocument/2006/relationships/notesMaster" Target="/ppt/notesMasters/notesMaster1.xml" Id="Rc0a659c3522843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30d946d0034e6a" /><Relationship Type="http://schemas.openxmlformats.org/officeDocument/2006/relationships/notesMaster" Target="/ppt/notesMasters/notesMaster1.xml" Id="Rac02723ce6d449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77d8bb176144935" /><Relationship Type="http://schemas.openxmlformats.org/officeDocument/2006/relationships/notesMaster" Target="/ppt/notesMasters/notesMaster1.xml" Id="Rcf90789c559b431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d06dbc297d24c3c" /><Relationship Type="http://schemas.openxmlformats.org/officeDocument/2006/relationships/notesMaster" Target="/ppt/notesMasters/notesMaster1.xml" Id="R52e9d191585b43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9d9cd8edf044b72" /><Relationship Type="http://schemas.openxmlformats.org/officeDocument/2006/relationships/notesMaster" Target="/ppt/notesMasters/notesMaster1.xml" Id="Reac642ef3aa3489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41f6d2342164e2e" /><Relationship Type="http://schemas.openxmlformats.org/officeDocument/2006/relationships/notesMaster" Target="/ppt/notesMasters/notesMaster1.xml" Id="R8c3ad8539ad5458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aa4cbb21b44c81" /><Relationship Type="http://schemas.openxmlformats.org/officeDocument/2006/relationships/notesMaster" Target="/ppt/notesMasters/notesMaster1.xml" Id="R953c0d8982a945b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d6aa51206ab4930" /><Relationship Type="http://schemas.openxmlformats.org/officeDocument/2006/relationships/notesMaster" Target="/ppt/notesMasters/notesMaster1.xml" Id="Rbde584e170e345d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f15b8699b54937" /><Relationship Type="http://schemas.openxmlformats.org/officeDocument/2006/relationships/notesMaster" Target="/ppt/notesMasters/notesMaster1.xml" Id="Rb00757c2a30d4c9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48939efcccb4a52" /><Relationship Type="http://schemas.openxmlformats.org/officeDocument/2006/relationships/notesMaster" Target="/ppt/notesMasters/notesMaster1.xml" Id="Rc6d7c4701df9462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3eee13b40bc42ac" /><Relationship Type="http://schemas.openxmlformats.org/officeDocument/2006/relationships/notesMaster" Target="/ppt/notesMasters/notesMaster1.xml" Id="Rbfcd1a81e9974b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97e28eb1f24dc4" /><Relationship Type="http://schemas.openxmlformats.org/officeDocument/2006/relationships/notesMaster" Target="/ppt/notesMasters/notesMaster1.xml" Id="R877223f8fd03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fa38485bb40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d4aec4dd074e68" /><Relationship Type="http://schemas.openxmlformats.org/officeDocument/2006/relationships/slideLayout" Target="/ppt/slideLayouts/slideLayout1.xml" Id="R47c5dd78ad3d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5dd78ad3d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b9df40a564b3f" /><Relationship Type="http://schemas.openxmlformats.org/officeDocument/2006/relationships/notesSlide" Target="/ppt/notesSlides/notesSlide1.xml" Id="Ra4877c2e08ef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deefc8e6f4442" /><Relationship Type="http://schemas.openxmlformats.org/officeDocument/2006/relationships/notesSlide" Target="/ppt/notesSlides/notesSlide2.xml" Id="R0e006aea328144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0a594d2e48fc" /><Relationship Type="http://schemas.openxmlformats.org/officeDocument/2006/relationships/notesSlide" Target="/ppt/notesSlides/notesSlide3.xml" Id="Rc798400fe40b4f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2c61d5824351" /><Relationship Type="http://schemas.openxmlformats.org/officeDocument/2006/relationships/notesSlide" Target="/ppt/notesSlides/notesSlide4.xml" Id="Rbcba9fb8fe904d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d7197798c4a2f" /><Relationship Type="http://schemas.openxmlformats.org/officeDocument/2006/relationships/notesSlide" Target="/ppt/notesSlides/notesSlide5.xml" Id="R07d75e7dd4ac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3c3323eed4fa3" /><Relationship Type="http://schemas.openxmlformats.org/officeDocument/2006/relationships/notesSlide" Target="/ppt/notesSlides/notesSlide6.xml" Id="Racc94e60c903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ff5520b2b48ba" /><Relationship Type="http://schemas.openxmlformats.org/officeDocument/2006/relationships/notesSlide" Target="/ppt/notesSlides/notesSlide7.xml" Id="R02a69ace807d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43d7398374639" /><Relationship Type="http://schemas.openxmlformats.org/officeDocument/2006/relationships/notesSlide" Target="/ppt/notesSlides/notesSlide8.xml" Id="Ra99f8f8a97aa48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8e41781a4974" /><Relationship Type="http://schemas.openxmlformats.org/officeDocument/2006/relationships/notesSlide" Target="/ppt/notesSlides/notesSlide9.xml" Id="R707a8aa6effc4e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0f029c5bf4a6a" /><Relationship Type="http://schemas.openxmlformats.org/officeDocument/2006/relationships/notesSlide" Target="/ppt/notesSlides/notesSlide10.xml" Id="R626ad385d6eb44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418f9f2724f47" /><Relationship Type="http://schemas.openxmlformats.org/officeDocument/2006/relationships/notesSlide" Target="/ppt/notesSlides/notesSlide11.xml" Id="R3ac26dff777142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e0029b4a5447b" /><Relationship Type="http://schemas.openxmlformats.org/officeDocument/2006/relationships/notesSlide" Target="/ppt/notesSlides/notesSlide12.xml" Id="R3b78dc2291084f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cdff64f444e93" /><Relationship Type="http://schemas.openxmlformats.org/officeDocument/2006/relationships/notesSlide" Target="/ppt/notesSlides/notesSlide13.xml" Id="R1be6dc9ee4a34e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5c87d41e6407f" /><Relationship Type="http://schemas.openxmlformats.org/officeDocument/2006/relationships/notesSlide" Target="/ppt/notesSlides/notesSlide14.xml" Id="Rcd042744c74d45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677f020624f2a" /><Relationship Type="http://schemas.openxmlformats.org/officeDocument/2006/relationships/notesSlide" Target="/ppt/notesSlides/notesSlide15.xml" Id="R24c8f79eb2b343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af81618c44988" /><Relationship Type="http://schemas.openxmlformats.org/officeDocument/2006/relationships/notesSlide" Target="/ppt/notesSlides/notesSlide16.xml" Id="Re72c190c321447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3509bf9a44ffa" /><Relationship Type="http://schemas.openxmlformats.org/officeDocument/2006/relationships/notesSlide" Target="/ppt/notesSlides/notesSlide17.xml" Id="Rc573cde669494a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d96d4b3594a93" /><Relationship Type="http://schemas.openxmlformats.org/officeDocument/2006/relationships/notesSlide" Target="/ppt/notesSlides/notesSlide18.xml" Id="Rc07035d7c91c4e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16a49a6374135" /><Relationship Type="http://schemas.openxmlformats.org/officeDocument/2006/relationships/notesSlide" Target="/ppt/notesSlides/notesSlide19.xml" Id="Rfdef7f4c778c4c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c5c31c1f4e76" /><Relationship Type="http://schemas.openxmlformats.org/officeDocument/2006/relationships/notesSlide" Target="/ppt/notesSlides/notesSlide20.xml" Id="Raf4da68803024f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40519218b4dea" /><Relationship Type="http://schemas.openxmlformats.org/officeDocument/2006/relationships/notesSlide" Target="/ppt/notesSlides/notesSlide21.xml" Id="Rcd3f4a0e7f4f44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188ec6d224ec3" /><Relationship Type="http://schemas.openxmlformats.org/officeDocument/2006/relationships/notesSlide" Target="/ppt/notesSlides/notesSlide22.xml" Id="Rd9cb7cf8e07b46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ddf4344c248dc" /><Relationship Type="http://schemas.openxmlformats.org/officeDocument/2006/relationships/notesSlide" Target="/ppt/notesSlides/notesSlide23.xml" Id="R641168e85fd144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9670619bd47ad" /><Relationship Type="http://schemas.openxmlformats.org/officeDocument/2006/relationships/notesSlide" Target="/ppt/notesSlides/notesSlide24.xml" Id="Ref4f6c12c7a949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886383364033" /><Relationship Type="http://schemas.openxmlformats.org/officeDocument/2006/relationships/notesSlide" Target="/ppt/notesSlides/notesSlide25.xml" Id="Rcd042f0ea7254b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d5280f68046c1" /><Relationship Type="http://schemas.openxmlformats.org/officeDocument/2006/relationships/notesSlide" Target="/ppt/notesSlides/notesSlide26.xml" Id="R957de5d85d3647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d0cc9c964624" /><Relationship Type="http://schemas.openxmlformats.org/officeDocument/2006/relationships/notesSlide" Target="/ppt/notesSlides/notesSlide27.xml" Id="Rbd81ea18667441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17bbcfd941a4" /><Relationship Type="http://schemas.openxmlformats.org/officeDocument/2006/relationships/notesSlide" Target="/ppt/notesSlides/notesSlide28.xml" Id="R2e805782ae444b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555054d22479a" /><Relationship Type="http://schemas.openxmlformats.org/officeDocument/2006/relationships/notesSlide" Target="/ppt/notesSlides/notesSlide29.xml" Id="R060ec072f19c4b8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c4da9bfa348e5" /><Relationship Type="http://schemas.openxmlformats.org/officeDocument/2006/relationships/notesSlide" Target="/ppt/notesSlides/notesSlide30.xml" Id="Rade66c4da11742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3223e9364e16" /><Relationship Type="http://schemas.openxmlformats.org/officeDocument/2006/relationships/notesSlide" Target="/ppt/notesSlides/notesSlide31.xml" Id="R4cf3e0275a594f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c99c6cf6a4922" /><Relationship Type="http://schemas.openxmlformats.org/officeDocument/2006/relationships/notesSlide" Target="/ppt/notesSlides/notesSlide32.xml" Id="Rc9dfbd01be6f45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ee987e0164ca5" /><Relationship Type="http://schemas.openxmlformats.org/officeDocument/2006/relationships/notesSlide" Target="/ppt/notesSlides/notesSlide33.xml" Id="Rea948efeccce49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3836e246b4eaf" /><Relationship Type="http://schemas.openxmlformats.org/officeDocument/2006/relationships/notesSlide" Target="/ppt/notesSlides/notesSlide34.xml" Id="R9393496345654c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c0ffcc44e47e5" /><Relationship Type="http://schemas.openxmlformats.org/officeDocument/2006/relationships/notesSlide" Target="/ppt/notesSlides/notesSlide35.xml" Id="Rede36772a9d5436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e16dcb96142ef" /><Relationship Type="http://schemas.openxmlformats.org/officeDocument/2006/relationships/notesSlide" Target="/ppt/notesSlides/notesSlide36.xml" Id="Rfe2ec2a8b9c5411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fbbdc22744065" /><Relationship Type="http://schemas.openxmlformats.org/officeDocument/2006/relationships/notesSlide" Target="/ppt/notesSlides/notesSlide37.xml" Id="R03a9e5afe09b4ab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c66e97ccc4dea" /><Relationship Type="http://schemas.openxmlformats.org/officeDocument/2006/relationships/notesSlide" Target="/ppt/notesSlides/notesSlide38.xml" Id="Rbc224cefae0d4f9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ca61d604445b" /><Relationship Type="http://schemas.openxmlformats.org/officeDocument/2006/relationships/notesSlide" Target="/ppt/notesSlides/notesSlide39.xml" Id="Rb197722d74c14b7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21d991daa4cf0" /><Relationship Type="http://schemas.openxmlformats.org/officeDocument/2006/relationships/notesSlide" Target="/ppt/notesSlides/notesSlide40.xml" Id="R28924520b85149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7DB59-A5CC-46A3-9FF5-B34DF3CA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8FB5-BB61-4C4A-858D-2F28B8EE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of First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0B9B-B381-429D-8B45-44A2C22E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98036-BD5D-42A8-BDA5-A7AC1E4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6D505-D602-40AD-90DF-384765B8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2B4AC-F520-4E5E-AA1C-B129BF3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E0877-4525-46BA-9F1F-C62CB875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3EF1-D51A-4D5E-82A1-8B310A5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B5A60-8B15-4ECA-9896-E518F5F2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49918-904D-42B6-B133-C33025C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BAFB0-5928-45BA-BC78-3065166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3EFC2-621F-44FF-A781-0578FF20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16D35-4020-4608-89EE-3C294051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7355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E6F0E-2561-4AA1-9D10-48ADBCE2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B1C6-6EF1-4176-8D5C-C307B37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66F68-59E6-487B-95CE-01E805DE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F6333-5EB7-4AC2-9D55-27F8A11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587F0-7B6B-4995-A52D-E7BA68DD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46218-99B8-4116-A05B-9B47210C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BE253-87F9-4D7E-889B-32A04B1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05F2-A045-4184-9AF4-C7B7C0D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5FAAB-4A12-4983-BC3C-DAC9913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2A5ED-0C64-4C47-8F85-F045941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2A5D4-92FA-4F82-9BC4-78B7757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57536-264D-4357-A2D3-FBD23FE6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5EA20-063C-4610-AA0D-713F70AB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A5F01-12EE-4F26-88E7-15CEE98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34236-5FD6-40C6-B897-C434889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9222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1D353-AC73-421E-B99A-B0485B55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48201-FA34-4F4D-9A3F-3EAD37C1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A265E-0E3A-4F6B-A2C2-32CF6C8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BE3B4-D48F-4754-923E-9903FDC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E3737-E5B7-4174-BDA3-BFB2CF8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D486-22FA-4A21-ACA0-245FEC9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86400-319F-4013-B2E4-C4C030C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0A827-52EC-49A9-9681-F626500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76993-04FD-4AD3-A880-938A7CC0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of First Order (8Hours 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C75CD-38AA-49EC-822E-74C1C60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86196-E401-4BB6-8886-9EE599CE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05A14-BAFE-42C4-A498-05612A6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Exact and reducible to exact differential equations with...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B01B4-B5BD-415D-96D1-D586A0A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28B84-5C6D-4B69-8898-49B90BB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61968-29CA-4A9E-85C9-2616C8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Orthogonal trajectories, Law of natural growth and decay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9934F-BD2F-4DEE-8547-1F277BDC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79108-BE14-4611-820C-B6CA9C52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96C94-2569-4BFB-9BD6-529E6DF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Chapter- 11.9-11.12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63EE6-400C-4208-B2E8-7FB29422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C5F36-CAA9-42AF-BF24-414F85A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3261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C1D11-2B24-48EB-A662-9AFE9337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5B16-4422-4CCA-BB66-34AB43A1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CF96B-D44C-4DCB-820A-9354A80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EB684-5178-42B6-9015-6FFA5F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9A6E-B9D4-4643-8C81-F9293F8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9CEA8-10D4-4BE0-8375-1E70792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59429-F7D0-4D81-8783-D928264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069B9-DDC9-43B3-B667-9D1282F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of First Order (8Hours Th...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95C6E-A9CD-44B3-B055-541ED4B0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20F59-4CAD-4981-865D-05949412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82DC-DDB1-4FCF-99A9-6379F302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Exact and reducible to exact differential equations with....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DF2AE-FB72-4A71-A639-D65403E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FC1D3-00A6-490B-85A5-042FE9C2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B5798-D52A-4A52-8691-6D0E71A0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Orthogonal trajectories, Law of natural growth and decay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27FEC-7D02-4529-9FD4-122F54C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10A53-BC12-48B4-AC10-221F680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B8B2C-0590-4E3B-94CC-4683EA5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Chapter- 11.9-11.12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227C8-41E3-4D11-990E-9A419B73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579D9-3C03-4A8E-8861-90E6B77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65EE6-E276-4AA1-8039-3B48B5C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5822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53934-7DF0-45DC-AD8C-AF87A07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27E7B-9C64-45FF-91C7-6D7EEE4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BA637-B54F-4985-8964-9017BAD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0E1A5-E8E3-41C5-AE38-8D07CA9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6C83-D776-456E-A354-523E022D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B5487-DE4A-4F80-92D9-61FBA1F1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3E62E-163E-4BE2-A1DD-F55CD64E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A4F4A-F353-472F-A702-AA8E1814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EA1B5-33FE-4B0E-AE3A-6FC4371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416F6-5D9C-4DB0-AADB-3B63C78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B6E7F-9701-4951-95E0-E03A435D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48D2B-968D-4539-B557-E134223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Bernoulli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CF46B-AE45-4375-81CD-44CDDF8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E9A6C-7E60-421A-A04B-5E22133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03527-4B8A-49CD-B24E-F631F9B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90701-AEC8-4B64-A398-B3864E4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59768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65DD1-FFDD-4C2D-924F-4948052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F1664-9328-4DB5-B962-975AF7E5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8A275-AB1C-4A42-ADD8-3CF59432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6F08-64BA-48EA-A563-98475F3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9BE3D-1E84-4554-9402-352DEB2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of First Order (8Hours Theory) + (4Hours Tutorials) Linear and Bernoulli's diff...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5C216-5864-4340-A0DD-B84E42FD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of First...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A06AB-50D4-4714-9F07-1798E594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549F4-3D57-43E2-A70C-07FCE9EA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E3675-FCBF-4AF3-A6B1-577C845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1D2D3-0A35-4626-BC00-E876618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C8C3-6D3A-4EF0-985F-F361722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89BE6-1916-48AE-BA3A-9FB51D9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17C10-2977-4099-BAD3-AACAAAEA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D4BEF-5A28-4BF7-952A-AA7B036D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3920B-CA3B-4F91-8E25-7779BE55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60AC2-47D9-4164-95CF-F79B9126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6021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10212-B874-4304-8D0D-6D7B280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5DCA-05EB-44F4-869F-3D55A71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03E56-271F-461E-80CA-B79449E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AE96A-4406-4C8A-B773-9AFA89E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915B-DA9D-4D77-803B-529983E4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8A55E-3290-4C8E-A4CF-A5D4A5B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9551A-0582-4E6C-AF98-9BE755D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6EE56-114A-42FE-B1F2-44BA2CE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42998-538C-4375-A359-B8CAEF8B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B9048-A990-4037-8B2E-8E66D04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0F72-4AC5-4A2E-B87E-CA190D4D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0D70D-734E-44CE-84F3-AED47FCE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78CDB-5D41-4116-BC18-3BF16E8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408C2-79CD-4990-8D03-753F5731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07FEF-092A-46AC-9AC4-42B65FD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138C9-1A19-4868-8F72-F3F3280F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E922E-DBEA-4F01-8317-2E1A15E3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86457-6706-42D0-B058-FBFB9183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8B51E-E0EA-4D25-8B87-26B5B08A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F0333-2748-4362-A1EB-98423ED1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D9778-745F-4904-8A30-616ADA2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40CFA-3988-48F4-B070-F6EE2A50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18BE1-C4F0-4333-9812-4FBC7AD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97761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EDACF-C6F6-4B86-AB9D-C08A3092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230BC-7434-4C14-9F2B-4FC899B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3523C-9FFA-4199-A564-7F5ADE33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492A7-BA31-4871-B2D9-FE5B2E2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24AE5-6328-4C38-875B-8405BA90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1C782-B2D7-4F70-9F1A-D1CD236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99867-4619-430B-BE2A-33A7D58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A77FE-2AEB-4529-B4A3-0AF9051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73B91-1299-489F-BCA3-AD057FF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7CFE4-272A-44D5-96AC-FE8807B9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40D38-98C9-4418-BAD6-BE1778CE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BFE13-DAEA-44BE-89E8-9DCEA52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FE81F-F45D-4DBC-92AA-4785500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0569-ACB2-447D-8A1B-29397B4E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B6C84-7337-4C19-8923-27B1CFA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28063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418FE-C509-454C-9591-976256E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B3570-2F53-4072-BE9A-477338C8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B210F-D86C-40E9-B17B-4C5FF91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2DF3E-18B1-4906-BF49-A1B5745E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0DD31-6C8A-4D75-9361-825B642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E98EB-A391-4573-990D-ABBBC3DA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of First Order (8Hours 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5190E-5787-4EE8-AFC2-ADD370F5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06822-182B-422E-9D24-D624906F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CDDA4-4107-4C48-964F-43EF03F7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7E0DF-1849-44A2-87EA-C9B807A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E9384-CF34-4F49-A9B9-1799B4FF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9760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17DFC-D42A-4898-9E0E-A579D514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2CAE5-A821-4932-823F-F6424E69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820C5-3847-4B0E-B64F-ACB35AA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D633-027B-4A97-8C8D-A0165AE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5DE81-0DE1-4C1F-B002-B3F1B49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Exact and reducible to exact differential equations with integrating factors - 𝟏 𝑵 ( 𝝏𝑴 𝝏𝒚 − 𝝏𝑵 𝝏𝒙)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00ADD-F964-4880-B575-00D5BFF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Exact and reducible to exact differential...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2ED37-DFF8-4763-A42D-C970A3F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AC9E0-25F9-412D-9DB6-990DE75A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178E1-BEF0-404F-935C-A17CB7C3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DA970-D253-4EBD-8616-05B2D12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27FB8-FB58-408D-B1AC-A6A5AE5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04AC6-7B68-4A21-B7E2-1D9880A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8E3D-F0DD-4B33-927B-926E473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D9475-7B51-4718-BDCD-14AE2D8C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6ACC0-2230-42AA-B6C3-F3CC9A0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6EFFC-24DD-45C6-A6CB-338E1322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75081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F78F7-62C9-47EF-9F47-E227FE08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39E3B-27D6-4696-9C19-662C5DA3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47215-E44D-4195-ABDE-78A48A1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9882A-01AC-42F9-9FF8-80543425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C697D-EFC6-4423-A097-DF1B079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CBBCB-57AB-42BA-B697-BCCF7F3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AB192-E92C-40CB-9E07-943FE23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C6F06-D8D5-4428-85BD-25DCE435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37D58-D7A3-471B-94A0-6BFC1C0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Exact and reduc...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5D14-D424-434B-BAEC-35CCD4B7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567BD-6B58-4A03-8475-59140D3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487AD-1579-42ED-9618-47336EFA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Exact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199CB-A2DF-4947-A99D-815D425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604F7-C142-4AE4-9E8F-122CA0D8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299FE-6706-4978-AFC8-8A574D3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Exact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126C1-882B-49DD-812E-0587DDB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899F4-C294-46B3-83D9-18DFFF3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95900-753F-46D6-9605-BF74D802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Exact and red...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32AE0-E554-44FC-B295-1B3716C9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4A0A-9189-4A25-A7E9-38830542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0FF09-3C59-4CCE-B7B5-89CACDC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Exact and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1FAC2-D847-4AF5-891F-9FF0B6C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68050-37DD-49FD-AA8F-C5E8D5E7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9143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9D7FD-5F34-4F14-A742-5729611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1F98E-E8B6-418B-AA9F-9B5A9E8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9A666-0D1C-4F48-9A8F-EDFE0F2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3A391-9C8A-48FF-8FF1-1E273B2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ADA5F-86C5-4AA0-9D8F-AF5E5F7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BDCDC-8C2A-47B0-822E-9E7F6EEB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9AAD0-5EEE-4598-941D-6B20084F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23567-584A-4149-B23A-D46A9190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1BA23-ACC4-42FA-8AAA-4D4B06C3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9276-F37A-4E61-A39B-2FA450FF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49E52-40B9-43C5-A42F-290EEFC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F644C-E7DF-483D-A9F8-38C1175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79EBD-8B90-4698-8601-69286CB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CA056-3332-456F-BB80-688DA28A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13BBC-D243-44F0-B688-307CEF0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66354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DF3FA-2690-4EA5-8076-D495195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D382-B190-4A28-9CC7-BEF036D8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4A115-552E-4E86-9686-48A35F0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72C0C-3359-40A8-9E30-D66DC38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C8B12-DB2C-4772-A29A-8971068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2C8B4-5186-44E3-A5E7-61957F4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Exact and reducible to exact differential equations with...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C419C-2B4D-4FD1-A22D-8215B03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4A0C6-929A-491A-9E8D-09C589A6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B15F1-7AD6-4999-B315-EF2EBB4C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ADBE1-B807-444A-AC5B-017C235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58202-46BD-4D79-A072-5CAE84C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681731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B2C05-FC20-4C0D-94DF-7ED7E464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90637-39B6-4885-A84F-B87E2AF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D6EBF-65D6-453D-956C-885A55A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8506-F451-41F4-9569-E7BA8BB1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92A71-6354-4628-8B07-F7AB3DB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Orthogonal trajectories, Law of natural growth and decay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FD1F7-EFEB-44C4-A71B-D1A28A6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Orthogonal trajectories, Law of natural g...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B533C-8DBD-48AB-8F53-AAB56501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17BB-7C38-4B72-BAB1-E89808B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B3C6F-6807-4716-BF05-355BFDC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85AA4-D7BE-444E-BB67-B8889195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C08EB-3446-4F35-91EC-5F13496C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D9D65-E12D-484B-9150-F3BF1B16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3BE78-DC09-4087-9668-5594EE0D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7868C-54C5-4037-A9C9-88AC7B3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76102-37C3-47F6-BB0C-FA3FD27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0D2B2-D12C-4B0B-B311-4D8F8BA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97857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7870C-5E69-4B1A-AF09-BAB3A5B4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C6AC9-54E7-489C-8C71-75072BD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1D14E-C549-483A-AF44-9538B29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B94E0-1E7F-4B2A-B7B2-64F9EDE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BEFF6-7C75-4FF8-B0AB-88CCE75C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7D46-63F7-4184-9D9F-0081426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FDCD9-B487-4D29-8A36-25BC5C41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A6827-295B-4569-8761-0D2D3EF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9594D-9B3F-4C03-96AC-5EF38EE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Orthogonal traj...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F9879-DB70-4EEE-AD80-48504200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45DEC-DA08-461A-B1BA-52CBB1B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5456E-E9AC-4BBC-B632-06F70957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Orthogonal...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267F4-8D0D-4142-B5E4-270CC7D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C6A4B-8F21-4AEC-A0EF-E5F01AD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0144A-4B4C-4415-ABCE-DA8D6C6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Orthogo...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FA9F4-34F3-4DE0-9D8D-ACFA9324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B6927-8327-49EA-95DE-2E6FE791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84AA5-87CC-4CC2-95C7-2492A2E6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Orthogonal 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34BF9-D69F-4652-90D1-09A6B36D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A8272-067A-4E67-9036-422E2D15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F8E27-8FFF-46D2-9144-6B1E9E5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Orthogonal...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06AC5-B7A4-45E2-A556-F4317167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76377-5598-4F95-BB71-9CB07C3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61653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98CD3-C3AC-4F08-9FCC-1B679D5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4BCC-C4B8-4A48-8B74-CDF754DA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19800-5A4F-460A-91B8-1E870D9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D7509-D9FE-4D17-9155-CD22C2B1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AD3E5-AA47-4C64-A109-01B2F91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4DED3-C0C4-4300-8150-23B4768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6E5D3-7558-47FF-8699-5432598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05103-B609-4A07-AECB-C10A9FF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3E91-FEDD-4D62-839F-3209F7B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69E2B-8C1B-4E43-9E47-A8BA954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2E865-4D0B-4177-83DF-2A3E73A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19E6B-6321-4C50-BA3D-106660E7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F94DE-38C3-4FBC-A38F-DA62F782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73C20-C584-47C2-A615-821F115A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52ABA-F780-4063-BF74-2674377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4297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BFE39-477C-45E3-AF2E-2FE37FB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47354-FA7D-473D-AF0E-C5985EB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7D0F-44A1-480A-A60D-2640D5F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9ECC5-FD37-4924-B997-3B10783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76EF6-CF7D-441B-8B04-8235F83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46F7B-15B1-490F-B0FE-D72154F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Orthogonal trajectories, Law of natural growth and decay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CC4E-CE23-4D86-A568-744E9291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110A2-EABE-40CF-BCE2-FB230B2B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7DF09-3EEC-4F05-86EB-7211FB6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35AF6-2EDC-4725-B64F-77347702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CFEF-19FA-4D8A-95BF-73132A1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08348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F48F9-EFC8-4D7B-B1AE-0AE0018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AD223-64EB-48C8-B937-B382DEA5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4D3E1-1595-489F-BF64-975D9ADB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DC8D3-ABC3-4949-8456-E99926C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D6C17-CE55-452C-BBE4-2BE72AD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Chapter- 11.9-11.12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F8A12-CA26-4632-BF0B-ACEFEB9E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Chapter- 11.9-11.12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09AE-515B-4DAF-A370-9BFDB245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C3FD6-EB9A-42AD-B03E-E6CFE907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8C23C-DF01-4A44-B8A9-203E03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C8BB2-F4E6-49A7-AF22-B5E6EC1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4804B-B293-450A-BFAF-53692FA3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52473-160F-41F7-A0D5-7F65EFF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16C86-7AE5-4FA0-835C-204D14F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51853-7DE5-4E5E-8DA1-FA828FD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DB682-88D8-4366-9E16-65A197A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C4316-6BF6-44BA-B870-6F81303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557738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09EBD-3792-4258-B4C8-EF5B399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8AD6A-89B3-4AD7-AC49-171899B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35B6F-3BB5-4C04-ABBA-0EB85CAE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D44CD-DFFE-4C64-BCD2-B478197A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05B4D-53FE-4F58-BAEA-4C6F3FB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0581A-EBF7-4F58-BC4E-430F31F7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A2122-E791-4B2A-8152-713CC41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4606A-4235-45B4-BB2D-75626B5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15489-DD4A-4422-8C74-701FFFB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6E2E2-C32E-44A4-8BA2-BBEC002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BE1BD-BBA8-402D-99B4-F8512D7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4CF79-4718-4716-B634-646D3D98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7F104-158F-4E3E-95D9-33A4BD91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2F5DE-418F-46AD-8704-8CDDD24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9CAF0-C89B-4917-A9F7-B121C270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8B4FD-B947-45C6-95CF-065718E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740B-989B-4958-89AD-89A9012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6CA06-4EA3-4847-AA68-E684B6D1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83F5F-58B5-4600-A52B-994D3694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634E0-B35E-43FE-A48C-315BB2F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DC6A4-CE87-4E61-B3E7-BFF8FF00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BCCB8-752F-4FAB-B5DF-9B4AF52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2A8C-E26C-4D8B-8DC3-45A1B5C2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5551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8BE37-2474-48CA-A72E-F58BE83D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14A99-7903-4760-B3A0-939F920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310BA-B587-4B08-9ADF-123F5A68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7F68A-5404-4E02-8ED5-5F56634F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29AA0-8307-408D-9F2D-1A829C0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69CEF-FD53-4959-BC86-6DA3EA7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95691-164B-44AD-A84A-A26EA216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FF473-4EF3-4F7E-8CBF-7371E718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F09A1-06C8-492D-BF7E-F6783934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85EAC-B960-4CE6-A0F1-90B0AA3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95A3C-ECA0-4981-ABE6-CED3DC0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F7A19-FF74-4E39-9898-54602A6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1A2DE-8598-4C3D-99DE-1F383515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B3E0D-9E37-48CE-A334-ED58328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F52D7-41E9-4A49-A352-7BDF18C8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1559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60927-BF33-40C7-8FB2-EA320B3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174A6-1AF5-476B-96F9-C4CC8D4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D241-0557-4DB4-AE65-496D108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8532-529D-4C2F-AC11-398DF95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93852-575C-4F11-9638-5C1F6E3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3572F-5F0D-42A0-9CB7-2F45DCA8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Chapter- 11.9-11.12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BE0C-0593-4260-8E4B-DCD1A56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EE53D-6A01-4F98-8733-2024178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E046C-40B4-4C33-877C-F0B14BA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222EF-E035-4D7B-8B76-F4D48C99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90012-88A9-46A1-ABAC-D353BEB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657507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2718F-ACB4-4F8A-9C97-234EA2BC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63FDC-1443-4D4D-8F8A-1297533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2281-6A9B-4500-A3D2-1AFBDB6F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45A7-1F63-44D0-8AF8-0C7A46AD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922C1-BF97-4679-99E4-DD280129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E94E3-CC7F-4D18-837A-DFAAA8E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256862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E2E3E-0E18-4466-BFCC-6D40D44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388DB-BABB-4281-8680-190B4A2E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3A582-7A2F-4A82-93CC-937F089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34A12-F7F0-4A6D-8F10-F30887A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4C76B-5E77-46C8-8695-ED41928D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First: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D9C63-437A-40D6-A30C-B72A4A9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16908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C3C45-3890-4FB1-ABBD-3879EB0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6AD53-8BE7-4755-B49D-AB67B7F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8B6FC-2468-463D-A8CD-97300EC7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3A25C-FF59-4B59-8FEE-4A4EF6F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9F143-0B33-4CC1-9E68-716BD242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C30B4-CAD2-47A4-ADE6-0BE271F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32844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04AB8-BF49-414A-B46D-FB94CF3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C75CB-8B11-4DBF-8463-55108E9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9669-8B8A-4A47-A1B1-4B48670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333A0-7C17-429E-B836-BCC22AF8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F0689-A1F3-4DC3-A530-158F4F0B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DBA8F-75BB-49DF-940C-DB7DAC1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02949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81590-AD54-4CBA-A71D-FCC0C789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5E640-E1FF-4F3D-A21B-9759CCB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FCF2B-4E7A-456A-84EB-B271152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A7B4-C4D6-4347-9B25-021FD25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D5C0-FF21-4896-A246-6A4DF918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of First Order (8Hours Theory) + (4Hour...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Exact and reducible to exact differential equations with integrating fa...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Orthogonal trajectories, Law of natural growth and decay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Chapter- 11.9-11.12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EA445-3FB9-4BEC-8D79-66371151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26E58-40D1-48B2-B57C-42CB09D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23B85-7BE4-44C4-83FC-58658384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996183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A31E-1155-4B60-94A1-FD167BC9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2BF66-B895-4B94-A776-9A45692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F4231-725F-47DB-92A4-C2FEABC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34846-9120-4AA1-AB17-18EE6D96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6357E-0C24-4724-A850-DD6C08B6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8A32-F13D-4B1A-8093-14690D5E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D60F2-98F0-4629-A4B2-F65537B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10E12-7D71-4C50-A349-B28E613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68AAF-1434-483A-80CB-9DD3D074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F0F52-40B7-4CA9-8D59-FC45303A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2A140-5C93-4D89-9F7E-B07F8B1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C0F13-D41E-4DF1-B2A9-7B49D97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2C4A8-2147-4A92-B95B-F62E077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62099-2EEA-4394-AD5E-9AE69A45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9B773-2CF5-4485-8A83-FF1A223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A076F-889A-45D0-AC1C-0568C70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55A5F-A96F-403E-9D25-7E77BAF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051CC-44A8-43BB-A251-088D1CAA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217A4-8908-421F-9949-8C3798D9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28CC1-DCDF-4B0C-BCFB-0D12539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50276-E79B-4772-9BE7-1EE3FF6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9DB1D-4905-4984-A4F3-1D803AD7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EEA9C-352D-4454-9133-746A5B2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BA600-8233-4DDE-82AB-FA0D697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AC0C3-6C3D-4690-A9E3-62C59C3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2236B-6DE0-4868-87F6-8262837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BF2F8-19AB-498C-9C4E-E8790482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03CABD-ACD8-4183-A713-F355057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AFDE8-61C1-40DF-8500-BA30043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2242BE-E47C-47B7-AA48-9F488C6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91646-6242-46E7-A2BD-4792DD5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DE73B-0D87-4DEB-9EB0-ED5E6F4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87836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03CFE-CBBA-4401-9557-FEE31F9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661B6-6A97-444D-8B85-37E580F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gro...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560EE-AD71-4465-A30D-474AC07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C6636-8C2D-4F0F-960A-770A440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643BF-6070-4A10-B56B-03E0E26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DEE6E-219C-4F9D-A7B2-43AACDAE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72D20-75F7-4EB5-A45D-C1147F5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07B52-622E-447A-B5CA-D4A887D5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8D4DE-0F6A-46E8-872A-EBB7B13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1FE8-0189-40D3-B2B6-82DFA27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A4A78-2E33-4F75-A620-E3AEF777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EE7E4-CC02-42BB-B3F4-7E70949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2A3A4-3C00-4031-ABF9-3260CE9F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2F1F1-C57D-4FB8-B39A-9B1782E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38F6D-0099-4DBE-9EBF-14A10BD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9117C-236E-4DD6-A03E-55626F1B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6F808-F41B-4021-9E83-D8DBFAE3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B6EAD-4FAC-44F7-8563-0BA8E0E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4F783-78E6-47AB-9245-52AF6A6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43035-77BE-4B0A-8258-6C55BF69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EA16C-0422-40F0-8EAB-E91401C8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D99A1-5457-41A6-90E8-9C629081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5C81E-73F5-4779-A061-37A0D98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816D5-9B49-46DF-B978-B7E0680A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7D5DA-2C8D-4170-9E9D-FBE5DE7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F3F75-2C93-44C5-9487-522C02D0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1287F-95E0-4EF0-961B-533B0B34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ACB03F-A997-4636-9B3F-C2FE743F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B38E9-80D4-4F91-A05C-A2E677B3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C0DA4-49AE-4E34-83C0-8468F4F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F9B5D-569D-4519-9753-B438138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07FD4B-B94F-4616-B271-437837A1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993341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64368-D4C7-4167-B8FD-F2B4462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96679-303D-413D-BE34-FB01CE8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Chapter- 11.9-11.12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EF13A-0062-4184-96E2-5E6CA6E3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E6B32-D9A0-4CB3-995D-06512874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81874-E228-431E-8765-E1AA0B3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549D-1BA4-4ADA-B236-8F4D4CA0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6C8C-95D9-4BF3-9BAC-08CD4B35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25734-5F8E-43F5-8F4F-E2F222B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C53BE-9EFA-491C-9178-56C87F6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E212-385C-422A-9D21-FC751D74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01DA6-66C2-4A50-98B2-9F85E74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E74A5-91C3-4C96-9A08-DC71D772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EB1AD-45F4-4721-98EC-70C4CB2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D0A69-C193-431D-92D7-470AB334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71C3F-EE33-4091-9071-D434E121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E8A0B-0318-4433-92C5-E313E8D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AC5C4-FD9D-4985-BEA7-D5C7981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639D1-269E-431D-AD51-0F9CA89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3A54D-50F3-47C0-AA82-7C7E4AA1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68DB5-0F6D-49B0-97B8-180B80A1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7C57C-1186-4ECC-8E21-37847116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18E8E-2FCE-41F9-90C1-DB8AD30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09F5C-4146-4A30-9D26-3517F623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DD32F-2102-4BB2-8460-ABD3F7CE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2F2EB-E05C-4FCF-8C09-C362EA6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94BC7-4C10-43A6-BB48-F2A13ED0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969A-C4C8-4D4F-AD79-79F7682F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E29C9-D273-4DBC-8941-358290E3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5DE9E-804E-4E5A-BF83-A8B37E6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DC9F67-3AB6-4BE5-B6AD-78EAC1E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11674-4662-4B24-8BAB-6DD86D4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DB330-7B83-4922-B52D-6572DD1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21671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C0F19-2DBC-49CB-A947-6CF5072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6B41-A843-4120-9D1D-CE883C25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1D127-838A-41EF-8CE1-1523AEA2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AFD7-F64A-45BA-890E-96B9833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D67B5-B8F4-472A-888C-405B8AE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0B7A8-0087-40C1-9078-119B67C4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6FE8A-ED15-481B-A037-39FE07D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CB507-3F5E-4368-A0D9-626498D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F3EB6-FA66-4E7B-8A26-7CDC9CF0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77CD7-40F4-4BE2-B306-D30421E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C2302-408D-49CC-B53F-EF641D1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611E0-A760-4B8F-B9F4-39FB721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EDCC7-7E3F-44E9-A309-44046D9A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8E0FD-CCF3-47E1-8B44-A9267C8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7A650-9FF6-4D99-A25F-1C98FEC6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2FE30-1C08-4B67-B86C-6E8BE94D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B8505-2C0D-4508-B3A3-4F18E33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8BBF4-D5C1-42C0-82A8-DF88E62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D1367-530C-4F51-B4F5-8263BB7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AE868-CE7A-4615-A214-EE90177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CCBFA-6A36-470D-A472-7F9942ED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BB138-1CEB-42F3-AAF9-5E8E19D3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37D0C-84BC-477A-9B7E-BDDD864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A0F40-FCCB-475D-BD9B-A288097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AA155-99E7-4BEB-A099-618602F7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F3EBE-3A07-4EEF-8A1E-C281D24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8AEBF-D152-4D40-BA5B-C461481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DA0A1-C2D4-4636-B1C3-0314FE7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5D96A-91D9-4E8A-8D2E-D6170284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C9303-745A-4B10-8D5D-E015E5CF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E526A-03A0-4390-9A47-52CDA6A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C1E338-BD60-4DC6-B723-A6736F4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647119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2C792-4A7B-420A-9DFE-5DCEEE1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6F330-B4F9-4E1A-B258-4CEED45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A5A56-45B0-4D12-B2F8-52B90AB1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E7731-97DE-4B4C-BED5-A546D30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7D223-9A92-436E-A276-2DAB0D5C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0C196-3E77-4B38-ABF1-7B632506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D2FBF-C80F-43CE-B20A-AE28D5D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76A34-829C-4AF7-BD82-86C1A07D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E7F2-FD1D-4059-B472-4F78CEF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AF3F5-52CC-43AB-9115-A53264CD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DF7C4-3D25-439C-A29B-D9E433A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4DE7A-E1CD-4ADC-B4D6-FF6A7F0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D7AB7-4B98-4341-911A-BEBE0D7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59ED0-46F9-4334-AFA7-9F24F59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9E2F5-0826-43C2-843C-AF91A1F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9E809-BEF6-4F24-9AB0-E6F878B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65476-ECC1-4E2F-B2D6-40B480D8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243C7-834C-41E7-BEFF-83BF2106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21295-D563-477A-B783-38EF227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8299E-085D-4C2A-959A-BA77B0D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360F8-4165-4941-85D5-E13C5B51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38ACB-0E5F-4111-914A-E333B7E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91825-6621-4E88-9655-2AB7185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74311-74CC-47E4-A425-C237BF0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CA94A-1C86-40AA-8C8F-BF9588B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22B51-37E0-4044-988C-F69910A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1638A-0DE1-4F00-9B9A-CC3CE859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AE14F-2E53-4461-8583-4FBFE6B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10E74-87E5-48AE-8950-D4EE004A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35342-CA8A-44BB-8429-D420608B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04F07-6955-44F0-8422-1773147A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672C8D-062E-4A26-ADD1-156580AB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13979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2916E-ACA9-489A-868A-630541E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A994-C11B-450D-AF97-B4C6C4F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gro...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08B4-A41C-4A36-8B3F-C22EC3DD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D898-27D5-4570-A1D2-3FEF8D19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17D6-D6B0-4962-9985-EC1637F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93BDB-011F-4232-9E7A-A733AE1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56973-F89C-4EF6-8C1A-431BB70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D546-4986-440F-B463-E4A8EBBC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E929A-C197-469D-92A5-FFAEF53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4B1B1-4336-4C05-B207-1AE53FA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06004-E964-4DB4-A9F1-A34EC873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71DD2-445F-4F4F-B856-70603130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6668A-56E6-4928-8B3C-83D49B9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54516-F863-4590-92D4-A7C3D2F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810EA-2971-4D71-97F2-2CEDCDA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AA058-EB78-49E4-950B-D4918EE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E8DEF-4B79-4EC8-9D1F-1420C36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F4900-C33C-4077-9CB9-0076D44F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FD86D-63AF-4757-A908-8C9D01B9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7FD1E-B8C7-48F9-9878-F41EAEF6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0A2D4-A9B9-4213-A5DA-4752F965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CEDD5-DA8B-401D-BFCE-409616C9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C8A56-5B4D-4804-8306-7330B96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7C400-D505-4FD1-9FFC-0E047F2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E594E-0804-4664-85F6-315D834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4533A-ED46-4557-A1C0-FC1DC6F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EC90E-BDF2-49FA-847E-26BF30FF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BB361-282F-4C36-8A79-806E922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EE36C-E029-45F6-BF72-924095F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100F41-BD84-4F88-A43B-D7DF378D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49A7BC-E0D4-435B-9695-987016C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1B96BB-489A-43CA-A40F-E70299D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6762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93B1F-4212-4FC8-A68C-DBBA833F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4926F-59CE-48F7-9374-BAED372C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Chapter- 11.9-11.12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38F4F-A2BB-4B9F-9A2A-5CF185FD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00B18-7E76-4B05-A43B-19CC15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A5662-7624-4612-90B7-E99BE05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03FB6-0579-48CE-99EE-9411AAE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7B2DB-2116-4F45-90B0-355D9C8B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36CB4-18D7-4BB0-B298-AC5F881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B285C-5009-44BA-9DD5-D43162B8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D84D8-C5B1-423F-95ED-034FBCC4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A7595-828D-488A-8AE7-8373110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76D6A-3DF8-47EA-9015-503A857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3E76B-DC6F-42A3-83AF-CE06680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86026-7329-43D2-8D14-37CE796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EF428-A5DD-4720-AE99-13B0E523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FBBB7-869D-4516-B2E3-AFFEC614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A7550-733A-4C21-B07A-42CF90F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FBCD4-7922-4BB3-83C8-7D203D45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2D2D6-E79A-412B-AE55-07AC2B22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930BA-C0D2-494B-8058-A1438EB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29701-0B44-4058-A7EE-03D222AF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D04E0-C276-4D8D-B7AE-39FD8A6A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46BA2-85D1-44F5-9681-23A93C9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877C1-BF71-43EC-B395-595D784D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FE9F1-FC52-4AC2-B57C-5808ACDF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4C326-CB63-4D4B-BB94-744A96F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0B273-DF27-4569-8D82-0BE4D02C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8B9A9-FEE0-49CC-9B26-B9376E5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B3A67-472D-48EE-A121-BFCD405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5D7DC-06A4-438F-8723-4A46E80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2BD56-6C2A-41DC-96F0-BD39DDE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8C9CC3-8515-4119-B88C-F221BB1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276536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17FF2-78B3-43CF-824D-0A3BD08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3DBA1-F666-487E-8F4A-129E2C70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5BA12-1FF9-4113-87B2-B3A4B00D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E0B60-2060-4FD1-889E-ED1315F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C5F4-9695-49D0-A6B5-69A637B3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FEFCE-225B-4E2C-B729-903B69E7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2F318-E994-4294-94C1-5154AB0C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A7803-C59E-49F8-89EC-47A81651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BEBC9-0AAF-42B2-AB82-F67C77B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619F1-59C8-47E4-B454-F0CD58F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7FB84-597D-4B93-A1B3-4B4CD4C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E106-196C-441C-A194-3994D45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1A1D6-14B6-4C34-B744-173A6DC4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4CF80-6EB1-412C-9AF2-BF57DAE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618AC-0801-4C05-BCB4-E4DA3E85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2B596-A1FE-41E9-AC7A-D9168D5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92281-CBBA-4D56-96D1-0272A7E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C70C9-02C0-4A46-B1D0-3119F806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66888-8F8C-4B5F-8DB4-1C05163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E5003-ED94-4816-97AD-909103F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49AFE-EC2D-4664-B9CE-DECDA8D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6017F-8B4D-4861-A265-18592871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A76E5-1654-4A63-ADAF-B23BD70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B755F-81A9-4559-A55E-DAA54710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E6EB9A-4B5F-4036-B2CD-8911161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7C028-F4C4-4AB4-A5B8-BA389A1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927EA-D71F-4263-81ED-FAC8E8E8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6AD3B-A5FA-469F-A1A3-84B0E45F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96ADD-E057-4C78-B34E-FF7CCA5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B6BC1-A432-4CF1-98B3-98B0C2B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8CE2B-D454-41DF-B901-A369E41A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DD89C-746B-4045-81B7-FB3A15B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40283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1ADD7-2BFC-4EB5-B5ED-DC81AB2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A00DE-E42E-4B9A-BE75-5A13F058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8A2AA-E91A-45AA-B25C-EF24F567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43E61-6D83-436D-AA9A-3F030E09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722C8-78F0-4C6F-A352-E0602CB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34FAC-D18B-45AF-90DA-A96BEEB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39909-94A3-4F7E-A91C-DFF6308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488F2-4940-4E4B-8950-E15301F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146B2-A335-401C-BA00-E93E132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C32F3-538F-413C-94CC-A9C7FEE7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757D0-C22A-4CCB-B2D9-F605CFD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E1782-A42A-41B2-9177-4693042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D1615-BD85-43E4-9BE7-6A6632D4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BA2EC-DBAA-496D-A7C8-E160AF51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128B7-B377-4C5E-92BB-DE9A1711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2DF34-3ABC-4D49-A7E4-5052B03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8DD7C-BE62-4ED2-AD9E-C9C4544F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241D8-A406-42FF-B8FD-3FF6F26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67E4A-E3C4-47A4-8B3F-479A2D22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27213-59B7-46E4-8C4D-7175D65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CA6BE-49FB-45F2-9E32-463C173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374FA-1813-4B14-9655-47F4B97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C9DE1-48A2-4FFC-AD52-5089840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95227-FC55-4461-A994-7371EFDD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A378E-C2C6-47B1-8AE7-2B00A5B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930C7-BEFB-441D-96DD-D809885B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33C61-3BBD-49F4-98D5-8CD9DAE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2B36E8-2A6B-4338-ABE1-15CBB304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6A1F1-DE0D-4749-9025-37462B4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FD365-A0B2-4644-8FBA-C7EEB5D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ECDF72-7589-4031-9EB5-3588F3A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13803-DC65-4760-9BBF-4340B1D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194155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3E298-5178-4EE5-B779-3E625582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4CF29-24D7-48BB-89D1-9672AB1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gro...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FA97D-9020-49D9-A045-B8D171BC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FF03E-1084-491B-AF9F-F4D58A2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39EF0-E59E-4CA6-B681-307F1DD1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128F-0FEC-441C-973B-CA2A1455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FE6D4-1841-47B3-8C52-C70E3523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77C59-F65A-4AF3-B605-292F4863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B8284-10EE-45B8-88EC-4CAD717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80BEA-BB07-47CA-BCA9-9A7FD69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687CF-6FF6-4903-AA4D-41CF661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036D2-5C14-4231-8523-AD01E62F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7E313-6EBE-4D14-A874-AC9B634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0EF21-9E9B-4116-963D-58FF9885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E0BD5-8B65-4F23-A22F-5D26126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58250-227F-4277-B91B-17B86F24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6488B-BFCC-40F7-98BC-2232B50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7B307-5A31-4FAE-B3E4-4902F516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0D075-8129-4D39-AB1D-B19C556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09551-17D5-4920-94CD-EC1E7CF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0B5BD-90EE-44EF-B674-A96DA8DF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8C816-1FD3-4FE2-AD89-F68D27C7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8C5F1-C4E4-48F3-ADD7-E90BD144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4ADB0-C573-43B9-A921-3D38E0D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FC6AC-6444-4571-8389-8B0D38FC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1554A-7B65-4068-86CB-655B6AB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B23A3-D1D7-46ED-B9C3-80DE831E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229BA-F2B3-46BE-A9EA-3FA3A194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87D98-4512-4288-91E9-0002022B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A72A6-16DC-44F5-BA9C-D6A99A52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B1418-C0F1-47A5-A151-AFF06CB5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6AD3A-B3BC-47F5-9B1D-D6D97316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8554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41A3C-4F3D-460B-B314-880C250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39D74-D0C7-4DCA-AAE2-9A5D3CE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Chapter- 11.9-11.12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C860-429C-4849-BB02-2B6A8C97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3C74E-0A3C-492D-84D8-C11395C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8A358-9574-4626-91E0-A4AB40F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C64EA-40C2-41C6-8824-7F56162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3D69B-727E-49D7-A4F9-63F3706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7A744-1A7E-459C-92BF-8073A2E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97723-79FA-4D92-8170-BCD9F3FB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4EAE6-C8BE-401A-99DF-898B0BB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D3875-5E1E-427D-A175-9C2BDFA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E6BCA-A4A8-41D0-A8EF-0C4AAB0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79B4-D194-440B-8A46-C792C1C2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56185-7147-440D-B8A3-BD73C049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A849B-B8CA-4969-9066-1BCB366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B4E51-767C-449C-932E-17EC960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49E83-83D8-4872-BEFF-44F2BF5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654AC-B570-47C3-A647-B806AE5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34A6C-5D5E-4641-97DB-36380038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BFFBC-3A16-40D6-B7FD-9818DD8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3CD54-E4BA-4CA8-AD34-7B5C1B1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779C8-4670-4F1A-891E-BD6F3CD2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AE644-6A3A-4A6C-A812-D3AE088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AFF95-C276-458D-AA21-8487035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21407-E5C5-448D-AFBE-691EE7C7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52A47-C6CC-48DA-B544-4B1D8231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243D9-3E4F-4BC2-BF55-BE9E902D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8C78E-70C0-4C60-9400-7B4B3CA0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DF58F-9110-49F5-B3B8-1575E0D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3F4DB-CDE9-4A97-8BC6-0373FF9D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6CAAB-631B-4187-8B3D-48EE05B7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18E98-F9EB-4A50-B7E1-469C278C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442110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6A033C-DF99-4D67-9F3B-34E799D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FD923-773B-477E-BC29-0E223088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ACAAB-492B-4526-92FF-67EE753B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86DAC-FF10-4ED5-8342-15E045DC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6163C-169E-4F01-BE8C-7643B772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8D896-0A9A-4F04-A9F3-275E4F3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C517-6573-4E29-AC00-FE24D42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6DC32-5534-499E-B7C3-BEA043B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95720-9B7E-4741-B40C-68F6C37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B4006-827E-4E92-B03F-4D756DC9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00BD8-BDBB-4EC9-AB21-EE0BED7E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C584F-5801-4891-92EF-DFD9A05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D81EE-D794-47AC-B81D-2A63531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677A2-EBC8-41A0-BE38-83F11186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E665B-88DC-48A8-8037-DCA62E3B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3390B-942E-4D8B-9438-3438D53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8C9F3-135E-4D08-A825-7ECB5800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733ED-FB8C-46EC-BE0B-81B78EDE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5D27C-F2E8-405E-9AFD-36DBFCA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11A69-01B6-4489-A78C-FAAA055C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7E75F-C75C-480C-ADA1-E791708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61D81-5305-4758-BB77-F90E458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72D20-4E6E-452B-9FAE-D2927C78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084C9-46E1-4CBF-B863-1CB9DCD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FCCFD-3FCF-4DEE-9C41-AAF49424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D8601-FF97-4210-A6F5-1EB1DBC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75B40-F0D8-4090-A29F-C896F69B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EF004-29AA-4E4A-8F2C-EB6F5EA6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B19C0-5739-488D-98AD-349813E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78EEC-7163-460D-88FC-F12204F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2F9C19-C1D1-4784-8A09-37FF49FB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AA903B-A05F-4582-B5E7-B84D22A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210448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5478B6-CF53-446C-9F10-11B23A9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76E68-DED6-4C3C-9670-A23D997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05CF6-E794-4437-8AEA-536D01B2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BAD0-97F3-44EB-90D2-B3A54E3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0DD6-1D10-4848-B33B-9C37B4C9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51E12-09DE-4899-A4B4-142A818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3F98A-D70A-434C-8511-054C4FF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B08DA-D951-4851-B4E7-E890C17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A7376-2F5B-4B6E-A80A-D5804282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B6424-266E-4D20-BE43-90EEEAA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2542E-D58E-49E5-AE96-09B7F7D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B046E-3A60-4ADE-AE00-C239C88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1422E-AF61-4E5F-8D37-D15E946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6E1F0-F6B4-425B-95DF-C8E5FA5A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7A214-46BE-4069-9A2C-50782FE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D6691-2534-46EF-AA5B-402F08A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613DF-D079-4B36-A6FE-561754F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D60EC-A21F-46B2-A70F-24D519BB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01CD3-C37F-4232-9BF3-84DDE4F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8D28F-2630-4EAA-9615-587890E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29BC0-75C2-4EE6-9C38-C05FDFC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4679A-F345-462D-B5A4-47A8459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BD336-DC6B-4FFF-89A0-E692D42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58CDA-6D28-444E-82E1-A5AAA351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74F3D-E355-4083-B5C3-DFF371E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06273-5D49-4D71-B941-5189840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F16FA-7CDE-4C2D-9384-066F4B3D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BFD10-DEEB-42EB-BD9A-52D7A755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AEA3A-84CB-47E0-A036-9F2D320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30EE0-2C1C-467D-B0DE-4D05A01F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BDF89-8690-4A06-8AC2-3036F17B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A3CD6-59EA-46E0-ADB8-781BB26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344631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FF216-283F-489C-8007-50D5C2F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C77C2-993D-46E6-AB64-1D4F031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gro...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86D5B-36CF-4F58-BFDE-44AF3D0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A0604-4215-4837-B5B4-D2782F47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3642F-DB5D-4D64-AA49-5F85296D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63614-9EA6-4C27-96C8-13C1B5CC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49102-4393-469B-86AD-8072F623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EBC8C-D6F4-403A-AF83-3FC314F5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01BF-F61C-4E97-A0D3-DBB77245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10ABA-5411-4050-A984-CAECDC0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E4BD7-F55A-4314-BEBC-A7A963F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354F0-E026-48E9-8802-0887CF42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A3DB2-166A-4DB9-B938-6A7C4A7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D55FF-BE88-48A0-B0D3-8B25272F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0872B-547C-4D04-B798-AA42F05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1451D-98B8-4C6B-97C6-6235457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68EA6-BFE0-4DC2-9EF4-B9C2F52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AEC1D-8939-4941-BBD0-5F625D87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D2A56-AA8E-49A5-8503-1D4FBD0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03C75-164A-4F6A-8358-156FE1A2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1AF67-3429-4DDA-96DB-64C1FDC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A0BFC-D8D2-443F-A03F-7BE87EA2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5E3F5-7E27-4B66-9ADA-C3BFA6F5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8E769-BC8E-4600-8E64-D367612B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791CC-6000-4885-B35F-41F683F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25C69-FF1F-45F2-B158-38EBA09B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B44F5-F740-4786-99A9-5800CB4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10E81-EDC5-4067-B4F4-90F30F9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5FA77-2D3C-49F3-839D-DA3CC3C8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48B32E-93C3-460F-B8F3-B85D063F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CFB89C-3390-4F27-A44A-DD1E0F6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28A00B-EE91-4815-B60B-AD1D915D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9963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2026-08-24T16:02:57.0550000Z</dcterms:created>
  <dcterms:modified xsi:type="dcterms:W3CDTF">2026-08-24T16:02:57.0550000Z</dcterms:modified>
</coreProperties>
</file>