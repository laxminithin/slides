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39f1e963e349b1" /><Relationship Type="http://schemas.openxmlformats.org/officeDocument/2006/relationships/extended-properties" Target="/docProps/app.xml" Id="Refe8020904164733" /><Relationship Type="http://schemas.openxmlformats.org/officeDocument/2006/relationships/officeDocument" Target="/ppt/presentation.xml" Id="Re224082578b844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b4068339884229"/>
  </p:sldMasterIdLst>
  <p:notesMasterIdLst>
    <p:notesMasterId xmlns:r="http://schemas.openxmlformats.org/officeDocument/2006/relationships" r:id="R90a20a32ce7744dc"/>
  </p:notesMasterIdLst>
  <p:sldIdLst>
    <p:sldId xmlns:r="http://schemas.openxmlformats.org/officeDocument/2006/relationships" id="256" r:id="Rfe1f9e714a7640ff"/>
    <p:sldId xmlns:r="http://schemas.openxmlformats.org/officeDocument/2006/relationships" id="257" r:id="Rcb0bf7835e2d42ba"/>
    <p:sldId xmlns:r="http://schemas.openxmlformats.org/officeDocument/2006/relationships" id="258" r:id="Rff81b5b61a2e440d"/>
    <p:sldId xmlns:r="http://schemas.openxmlformats.org/officeDocument/2006/relationships" id="259" r:id="R177eeaea3ff046a8"/>
    <p:sldId xmlns:r="http://schemas.openxmlformats.org/officeDocument/2006/relationships" id="260" r:id="R5d8532bf36384783"/>
    <p:sldId xmlns:r="http://schemas.openxmlformats.org/officeDocument/2006/relationships" id="261" r:id="R29bc7451303c48be"/>
    <p:sldId xmlns:r="http://schemas.openxmlformats.org/officeDocument/2006/relationships" id="262" r:id="R00d78213000d40f8"/>
    <p:sldId xmlns:r="http://schemas.openxmlformats.org/officeDocument/2006/relationships" id="263" r:id="R98cdacb1b8e04f0f"/>
    <p:sldId xmlns:r="http://schemas.openxmlformats.org/officeDocument/2006/relationships" id="264" r:id="Rd165011787a04cc8"/>
    <p:sldId xmlns:r="http://schemas.openxmlformats.org/officeDocument/2006/relationships" id="265" r:id="R70aff998ce054f04"/>
    <p:sldId xmlns:r="http://schemas.openxmlformats.org/officeDocument/2006/relationships" id="266" r:id="Rf077a5f509af4d3a"/>
    <p:sldId xmlns:r="http://schemas.openxmlformats.org/officeDocument/2006/relationships" id="267" r:id="Re9eea6c4ae334e40"/>
    <p:sldId xmlns:r="http://schemas.openxmlformats.org/officeDocument/2006/relationships" id="268" r:id="R97bfcd1364ba45c5"/>
    <p:sldId xmlns:r="http://schemas.openxmlformats.org/officeDocument/2006/relationships" id="269" r:id="R1dd91b4d1c334090"/>
    <p:sldId xmlns:r="http://schemas.openxmlformats.org/officeDocument/2006/relationships" id="270" r:id="Rab81c0f6c8084b6c"/>
    <p:sldId xmlns:r="http://schemas.openxmlformats.org/officeDocument/2006/relationships" id="271" r:id="R37f59732538b4c50"/>
    <p:sldId xmlns:r="http://schemas.openxmlformats.org/officeDocument/2006/relationships" id="272" r:id="R79f45ca8dbf64804"/>
    <p:sldId xmlns:r="http://schemas.openxmlformats.org/officeDocument/2006/relationships" id="273" r:id="R01092490c5b04359"/>
    <p:sldId xmlns:r="http://schemas.openxmlformats.org/officeDocument/2006/relationships" id="274" r:id="R416a11219a344891"/>
    <p:sldId xmlns:r="http://schemas.openxmlformats.org/officeDocument/2006/relationships" id="275" r:id="R7869ea70a6954283"/>
    <p:sldId xmlns:r="http://schemas.openxmlformats.org/officeDocument/2006/relationships" id="276" r:id="R8bbe528805d74382"/>
    <p:sldId xmlns:r="http://schemas.openxmlformats.org/officeDocument/2006/relationships" id="277" r:id="Rcdf2fd10ccdb4779"/>
    <p:sldId xmlns:r="http://schemas.openxmlformats.org/officeDocument/2006/relationships" id="278" r:id="R16fbea5ee7224e8d"/>
    <p:sldId xmlns:r="http://schemas.openxmlformats.org/officeDocument/2006/relationships" id="279" r:id="R6f1a9329117b43c9"/>
    <p:sldId xmlns:r="http://schemas.openxmlformats.org/officeDocument/2006/relationships" id="280" r:id="R42b6a49ac58a45a8"/>
    <p:sldId xmlns:r="http://schemas.openxmlformats.org/officeDocument/2006/relationships" id="281" r:id="R32b84e6746774922"/>
    <p:sldId xmlns:r="http://schemas.openxmlformats.org/officeDocument/2006/relationships" id="282" r:id="R08c24690b92147ae"/>
    <p:sldId xmlns:r="http://schemas.openxmlformats.org/officeDocument/2006/relationships" id="283" r:id="R62a0b35f22a24c01"/>
    <p:sldId xmlns:r="http://schemas.openxmlformats.org/officeDocument/2006/relationships" id="284" r:id="R67b2b8d257f34c78"/>
    <p:sldId xmlns:r="http://schemas.openxmlformats.org/officeDocument/2006/relationships" id="285" r:id="R6a73fe879211412b"/>
    <p:sldId xmlns:r="http://schemas.openxmlformats.org/officeDocument/2006/relationships" id="286" r:id="Rd225b9b91cb5493e"/>
    <p:sldId xmlns:r="http://schemas.openxmlformats.org/officeDocument/2006/relationships" id="287" r:id="Rf536e5907a2948ca"/>
    <p:sldId xmlns:r="http://schemas.openxmlformats.org/officeDocument/2006/relationships" id="288" r:id="R92e7d38a6ceb4f93"/>
    <p:sldId xmlns:r="http://schemas.openxmlformats.org/officeDocument/2006/relationships" id="289" r:id="R5ec465c38cf64d32"/>
    <p:sldId xmlns:r="http://schemas.openxmlformats.org/officeDocument/2006/relationships" id="290" r:id="R3bdb892bf9cb45f0"/>
    <p:sldId xmlns:r="http://schemas.openxmlformats.org/officeDocument/2006/relationships" id="291" r:id="R214d117f2aeb4845"/>
    <p:sldId xmlns:r="http://schemas.openxmlformats.org/officeDocument/2006/relationships" id="292" r:id="Ra54ddc9fc2234ccf"/>
    <p:sldId xmlns:r="http://schemas.openxmlformats.org/officeDocument/2006/relationships" id="293" r:id="R272493e939dd48a5"/>
    <p:sldId xmlns:r="http://schemas.openxmlformats.org/officeDocument/2006/relationships" id="294" r:id="Rb1ef2d0548bf4fc3"/>
    <p:sldId xmlns:r="http://schemas.openxmlformats.org/officeDocument/2006/relationships" id="295" r:id="Rb7f280d620bc4e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5b1191562943ec" /><Relationship Type="http://schemas.openxmlformats.org/officeDocument/2006/relationships/slideMaster" Target="/ppt/slideMasters/slideMaster1.xml" Id="R2db4068339884229" /><Relationship Type="http://schemas.openxmlformats.org/officeDocument/2006/relationships/notesMaster" Target="/ppt/notesMasters/notesMaster1.xml" Id="R90a20a32ce7744dc" /><Relationship Type="http://schemas.openxmlformats.org/officeDocument/2006/relationships/presProps" Target="/ppt/presProps.xml" Id="R67badf0dfd8c4094" /><Relationship Type="http://schemas.openxmlformats.org/officeDocument/2006/relationships/tableStyles" Target="/ppt/tableStyles.xml" Id="R07395ee78a894589" /><Relationship Type="http://schemas.openxmlformats.org/officeDocument/2006/relationships/slide" Target="/ppt/slides/slide1.xml" Id="Rfe1f9e714a7640ff" /><Relationship Type="http://schemas.openxmlformats.org/officeDocument/2006/relationships/slide" Target="/ppt/slides/slide2.xml" Id="Rcb0bf7835e2d42ba" /><Relationship Type="http://schemas.openxmlformats.org/officeDocument/2006/relationships/slide" Target="/ppt/slides/slide3.xml" Id="Rff81b5b61a2e440d" /><Relationship Type="http://schemas.openxmlformats.org/officeDocument/2006/relationships/slide" Target="/ppt/slides/slide4.xml" Id="R177eeaea3ff046a8" /><Relationship Type="http://schemas.openxmlformats.org/officeDocument/2006/relationships/slide" Target="/ppt/slides/slide5.xml" Id="R5d8532bf36384783" /><Relationship Type="http://schemas.openxmlformats.org/officeDocument/2006/relationships/slide" Target="/ppt/slides/slide6.xml" Id="R29bc7451303c48be" /><Relationship Type="http://schemas.openxmlformats.org/officeDocument/2006/relationships/slide" Target="/ppt/slides/slide7.xml" Id="R00d78213000d40f8" /><Relationship Type="http://schemas.openxmlformats.org/officeDocument/2006/relationships/slide" Target="/ppt/slides/slide8.xml" Id="R98cdacb1b8e04f0f" /><Relationship Type="http://schemas.openxmlformats.org/officeDocument/2006/relationships/slide" Target="/ppt/slides/slide9.xml" Id="Rd165011787a04cc8" /><Relationship Type="http://schemas.openxmlformats.org/officeDocument/2006/relationships/slide" Target="/ppt/slides/slide10.xml" Id="R70aff998ce054f04" /><Relationship Type="http://schemas.openxmlformats.org/officeDocument/2006/relationships/slide" Target="/ppt/slides/slide11.xml" Id="Rf077a5f509af4d3a" /><Relationship Type="http://schemas.openxmlformats.org/officeDocument/2006/relationships/slide" Target="/ppt/slides/slide12.xml" Id="Re9eea6c4ae334e40" /><Relationship Type="http://schemas.openxmlformats.org/officeDocument/2006/relationships/slide" Target="/ppt/slides/slide13.xml" Id="R97bfcd1364ba45c5" /><Relationship Type="http://schemas.openxmlformats.org/officeDocument/2006/relationships/slide" Target="/ppt/slides/slide14.xml" Id="R1dd91b4d1c334090" /><Relationship Type="http://schemas.openxmlformats.org/officeDocument/2006/relationships/slide" Target="/ppt/slides/slide15.xml" Id="Rab81c0f6c8084b6c" /><Relationship Type="http://schemas.openxmlformats.org/officeDocument/2006/relationships/slide" Target="/ppt/slides/slide16.xml" Id="R37f59732538b4c50" /><Relationship Type="http://schemas.openxmlformats.org/officeDocument/2006/relationships/slide" Target="/ppt/slides/slide17.xml" Id="R79f45ca8dbf64804" /><Relationship Type="http://schemas.openxmlformats.org/officeDocument/2006/relationships/slide" Target="/ppt/slides/slide18.xml" Id="R01092490c5b04359" /><Relationship Type="http://schemas.openxmlformats.org/officeDocument/2006/relationships/slide" Target="/ppt/slides/slide19.xml" Id="R416a11219a344891" /><Relationship Type="http://schemas.openxmlformats.org/officeDocument/2006/relationships/slide" Target="/ppt/slides/slide20.xml" Id="R7869ea70a6954283" /><Relationship Type="http://schemas.openxmlformats.org/officeDocument/2006/relationships/slide" Target="/ppt/slides/slide21.xml" Id="R8bbe528805d74382" /><Relationship Type="http://schemas.openxmlformats.org/officeDocument/2006/relationships/slide" Target="/ppt/slides/slide22.xml" Id="Rcdf2fd10ccdb4779" /><Relationship Type="http://schemas.openxmlformats.org/officeDocument/2006/relationships/slide" Target="/ppt/slides/slide23.xml" Id="R16fbea5ee7224e8d" /><Relationship Type="http://schemas.openxmlformats.org/officeDocument/2006/relationships/slide" Target="/ppt/slides/slide24.xml" Id="R6f1a9329117b43c9" /><Relationship Type="http://schemas.openxmlformats.org/officeDocument/2006/relationships/slide" Target="/ppt/slides/slide25.xml" Id="R42b6a49ac58a45a8" /><Relationship Type="http://schemas.openxmlformats.org/officeDocument/2006/relationships/slide" Target="/ppt/slides/slide26.xml" Id="R32b84e6746774922" /><Relationship Type="http://schemas.openxmlformats.org/officeDocument/2006/relationships/slide" Target="/ppt/slides/slide27.xml" Id="R08c24690b92147ae" /><Relationship Type="http://schemas.openxmlformats.org/officeDocument/2006/relationships/slide" Target="/ppt/slides/slide28.xml" Id="R62a0b35f22a24c01" /><Relationship Type="http://schemas.openxmlformats.org/officeDocument/2006/relationships/slide" Target="/ppt/slides/slide29.xml" Id="R67b2b8d257f34c78" /><Relationship Type="http://schemas.openxmlformats.org/officeDocument/2006/relationships/slide" Target="/ppt/slides/slide30.xml" Id="R6a73fe879211412b" /><Relationship Type="http://schemas.openxmlformats.org/officeDocument/2006/relationships/slide" Target="/ppt/slides/slide31.xml" Id="Rd225b9b91cb5493e" /><Relationship Type="http://schemas.openxmlformats.org/officeDocument/2006/relationships/slide" Target="/ppt/slides/slide32.xml" Id="Rf536e5907a2948ca" /><Relationship Type="http://schemas.openxmlformats.org/officeDocument/2006/relationships/slide" Target="/ppt/slides/slide33.xml" Id="R92e7d38a6ceb4f93" /><Relationship Type="http://schemas.openxmlformats.org/officeDocument/2006/relationships/slide" Target="/ppt/slides/slide34.xml" Id="R5ec465c38cf64d32" /><Relationship Type="http://schemas.openxmlformats.org/officeDocument/2006/relationships/slide" Target="/ppt/slides/slide35.xml" Id="R3bdb892bf9cb45f0" /><Relationship Type="http://schemas.openxmlformats.org/officeDocument/2006/relationships/slide" Target="/ppt/slides/slide36.xml" Id="R214d117f2aeb4845" /><Relationship Type="http://schemas.openxmlformats.org/officeDocument/2006/relationships/slide" Target="/ppt/slides/slide37.xml" Id="Ra54ddc9fc2234ccf" /><Relationship Type="http://schemas.openxmlformats.org/officeDocument/2006/relationships/slide" Target="/ppt/slides/slide38.xml" Id="R272493e939dd48a5" /><Relationship Type="http://schemas.openxmlformats.org/officeDocument/2006/relationships/slide" Target="/ppt/slides/slide39.xml" Id="Rb1ef2d0548bf4fc3" /><Relationship Type="http://schemas.openxmlformats.org/officeDocument/2006/relationships/slide" Target="/ppt/slides/slide40.xml" Id="Rb7f280d620bc4e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fe62b257be4d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5908966eef4ca3" /><Relationship Type="http://schemas.openxmlformats.org/officeDocument/2006/relationships/notesMaster" Target="/ppt/notesMasters/notesMaster1.xml" Id="R21765476d36b41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5c976555bb4226" /><Relationship Type="http://schemas.openxmlformats.org/officeDocument/2006/relationships/notesMaster" Target="/ppt/notesMasters/notesMaster1.xml" Id="R1011881b446f49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53fd83c6544666" /><Relationship Type="http://schemas.openxmlformats.org/officeDocument/2006/relationships/notesMaster" Target="/ppt/notesMasters/notesMaster1.xml" Id="Re89eec5b51174b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ae7b54be974b87" /><Relationship Type="http://schemas.openxmlformats.org/officeDocument/2006/relationships/notesMaster" Target="/ppt/notesMasters/notesMaster1.xml" Id="Rda94af1a00794f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65c6ed19e94add" /><Relationship Type="http://schemas.openxmlformats.org/officeDocument/2006/relationships/notesMaster" Target="/ppt/notesMasters/notesMaster1.xml" Id="Rc2b0a6d062904a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26dc4ae321429d" /><Relationship Type="http://schemas.openxmlformats.org/officeDocument/2006/relationships/notesMaster" Target="/ppt/notesMasters/notesMaster1.xml" Id="Rabd667337dc346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c34d5bad8545e2" /><Relationship Type="http://schemas.openxmlformats.org/officeDocument/2006/relationships/notesMaster" Target="/ppt/notesMasters/notesMaster1.xml" Id="R93589fafb0a240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77632287624ca0" /><Relationship Type="http://schemas.openxmlformats.org/officeDocument/2006/relationships/notesMaster" Target="/ppt/notesMasters/notesMaster1.xml" Id="Ra2d3297d4a7546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0e334ccb6f4723" /><Relationship Type="http://schemas.openxmlformats.org/officeDocument/2006/relationships/notesMaster" Target="/ppt/notesMasters/notesMaster1.xml" Id="Rc23d4fa2419a4d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23817b60944f7d" /><Relationship Type="http://schemas.openxmlformats.org/officeDocument/2006/relationships/notesMaster" Target="/ppt/notesMasters/notesMaster1.xml" Id="R3e8495bacac44c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8452200615427b" /><Relationship Type="http://schemas.openxmlformats.org/officeDocument/2006/relationships/notesMaster" Target="/ppt/notesMasters/notesMaster1.xml" Id="Rad2c3e301f7a40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9702fa5ab74ee2" /><Relationship Type="http://schemas.openxmlformats.org/officeDocument/2006/relationships/notesMaster" Target="/ppt/notesMasters/notesMaster1.xml" Id="Rbf39fb09e75246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5e90e83ad4461f" /><Relationship Type="http://schemas.openxmlformats.org/officeDocument/2006/relationships/notesMaster" Target="/ppt/notesMasters/notesMaster1.xml" Id="R0ebceef3777b4b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3bf4a005c7409c" /><Relationship Type="http://schemas.openxmlformats.org/officeDocument/2006/relationships/notesMaster" Target="/ppt/notesMasters/notesMaster1.xml" Id="R47e0d9ff952646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6905c039684904" /><Relationship Type="http://schemas.openxmlformats.org/officeDocument/2006/relationships/notesMaster" Target="/ppt/notesMasters/notesMaster1.xml" Id="R7ca7de05b5cb4d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b68985f9754561" /><Relationship Type="http://schemas.openxmlformats.org/officeDocument/2006/relationships/notesMaster" Target="/ppt/notesMasters/notesMaster1.xml" Id="Rdc8852084f6546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6b7e168fc842e6" /><Relationship Type="http://schemas.openxmlformats.org/officeDocument/2006/relationships/notesMaster" Target="/ppt/notesMasters/notesMaster1.xml" Id="R80b59343d2ed4e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3bc222a72f44db" /><Relationship Type="http://schemas.openxmlformats.org/officeDocument/2006/relationships/notesMaster" Target="/ppt/notesMasters/notesMaster1.xml" Id="Rfd105547252f4f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0834980baa4d50" /><Relationship Type="http://schemas.openxmlformats.org/officeDocument/2006/relationships/notesMaster" Target="/ppt/notesMasters/notesMaster1.xml" Id="R2ab97f1c97e34c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09a27fd1dc49c1" /><Relationship Type="http://schemas.openxmlformats.org/officeDocument/2006/relationships/notesMaster" Target="/ppt/notesMasters/notesMaster1.xml" Id="Rb7b90d6132844d9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16b483bed74582" /><Relationship Type="http://schemas.openxmlformats.org/officeDocument/2006/relationships/notesMaster" Target="/ppt/notesMasters/notesMaster1.xml" Id="R7e0597c54a6d4c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fd9f667f16402a" /><Relationship Type="http://schemas.openxmlformats.org/officeDocument/2006/relationships/notesMaster" Target="/ppt/notesMasters/notesMaster1.xml" Id="R33fa59b5c8554c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9e1f5423094451" /><Relationship Type="http://schemas.openxmlformats.org/officeDocument/2006/relationships/notesMaster" Target="/ppt/notesMasters/notesMaster1.xml" Id="R3bed82743b884f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17e98ac66ee4879" /><Relationship Type="http://schemas.openxmlformats.org/officeDocument/2006/relationships/notesMaster" Target="/ppt/notesMasters/notesMaster1.xml" Id="Rb692a79e3b0a4cc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c93669eaee40a7" /><Relationship Type="http://schemas.openxmlformats.org/officeDocument/2006/relationships/notesMaster" Target="/ppt/notesMasters/notesMaster1.xml" Id="Rf269a5891d24402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3452acb1864f1e" /><Relationship Type="http://schemas.openxmlformats.org/officeDocument/2006/relationships/notesMaster" Target="/ppt/notesMasters/notesMaster1.xml" Id="R69338079d6174c7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68ed495ab474def" /><Relationship Type="http://schemas.openxmlformats.org/officeDocument/2006/relationships/notesMaster" Target="/ppt/notesMasters/notesMaster1.xml" Id="Rb79535e3d9134ed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1c1746446844c5" /><Relationship Type="http://schemas.openxmlformats.org/officeDocument/2006/relationships/notesMaster" Target="/ppt/notesMasters/notesMaster1.xml" Id="R1002f7e914024fc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207938d4024546" /><Relationship Type="http://schemas.openxmlformats.org/officeDocument/2006/relationships/notesMaster" Target="/ppt/notesMasters/notesMaster1.xml" Id="R0280f5479a5f4cf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2bb326a9484188" /><Relationship Type="http://schemas.openxmlformats.org/officeDocument/2006/relationships/notesMaster" Target="/ppt/notesMasters/notesMaster1.xml" Id="Re660f511047546b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2bea446d124177" /><Relationship Type="http://schemas.openxmlformats.org/officeDocument/2006/relationships/notesMaster" Target="/ppt/notesMasters/notesMaster1.xml" Id="R75dca7866225417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b22b4e660b7493d" /><Relationship Type="http://schemas.openxmlformats.org/officeDocument/2006/relationships/notesMaster" Target="/ppt/notesMasters/notesMaster1.xml" Id="R75a26845d36348d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b1148517374d2d" /><Relationship Type="http://schemas.openxmlformats.org/officeDocument/2006/relationships/notesMaster" Target="/ppt/notesMasters/notesMaster1.xml" Id="R97e9851d00fd4d3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f9a5ecaf9aa4414" /><Relationship Type="http://schemas.openxmlformats.org/officeDocument/2006/relationships/notesMaster" Target="/ppt/notesMasters/notesMaster1.xml" Id="Rcc3c514e7abc44c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9c96c4d90694e53" /><Relationship Type="http://schemas.openxmlformats.org/officeDocument/2006/relationships/notesMaster" Target="/ppt/notesMasters/notesMaster1.xml" Id="R35be508a1efc4da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81cb5a71934e84" /><Relationship Type="http://schemas.openxmlformats.org/officeDocument/2006/relationships/notesMaster" Target="/ppt/notesMasters/notesMaster1.xml" Id="R60a6e3a5347e44f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b657e4761e440c" /><Relationship Type="http://schemas.openxmlformats.org/officeDocument/2006/relationships/notesMaster" Target="/ppt/notesMasters/notesMaster1.xml" Id="R7291741ce31d4fd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b09df007cae471c" /><Relationship Type="http://schemas.openxmlformats.org/officeDocument/2006/relationships/notesMaster" Target="/ppt/notesMasters/notesMaster1.xml" Id="Rc002155b31c24d0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295177bf5e74aef" /><Relationship Type="http://schemas.openxmlformats.org/officeDocument/2006/relationships/notesMaster" Target="/ppt/notesMasters/notesMaster1.xml" Id="R802c9afe88764c9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c2642ae84054649" /><Relationship Type="http://schemas.openxmlformats.org/officeDocument/2006/relationships/notesMaster" Target="/ppt/notesMasters/notesMaster1.xml" Id="Rf0ee1237823e4c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d3122e65a4f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19b0c639994e69" /><Relationship Type="http://schemas.openxmlformats.org/officeDocument/2006/relationships/slideLayout" Target="/ppt/slideLayouts/slideLayout1.xml" Id="R4ed819cdee1946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d819cdee1946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f383a778d46dd" /><Relationship Type="http://schemas.openxmlformats.org/officeDocument/2006/relationships/notesSlide" Target="/ppt/notesSlides/notesSlide1.xml" Id="R09fee5c2f60d49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8540a87a14392" /><Relationship Type="http://schemas.openxmlformats.org/officeDocument/2006/relationships/notesSlide" Target="/ppt/notesSlides/notesSlide2.xml" Id="R7ce2528dc06e4d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2c2cd8c5b47dc" /><Relationship Type="http://schemas.openxmlformats.org/officeDocument/2006/relationships/notesSlide" Target="/ppt/notesSlides/notesSlide3.xml" Id="R8fbca24e323c48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f0d0dcd494b85" /><Relationship Type="http://schemas.openxmlformats.org/officeDocument/2006/relationships/notesSlide" Target="/ppt/notesSlides/notesSlide4.xml" Id="R9c698983a4c048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560e4eced4f7e" /><Relationship Type="http://schemas.openxmlformats.org/officeDocument/2006/relationships/notesSlide" Target="/ppt/notesSlides/notesSlide5.xml" Id="Rdab45c7daa184a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b0b6a26254452" /><Relationship Type="http://schemas.openxmlformats.org/officeDocument/2006/relationships/notesSlide" Target="/ppt/notesSlides/notesSlide6.xml" Id="R237d7e6930cd44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7da379924948" /><Relationship Type="http://schemas.openxmlformats.org/officeDocument/2006/relationships/notesSlide" Target="/ppt/notesSlides/notesSlide7.xml" Id="R3527923e6d874e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a8234e71b467d" /><Relationship Type="http://schemas.openxmlformats.org/officeDocument/2006/relationships/notesSlide" Target="/ppt/notesSlides/notesSlide8.xml" Id="Ree5d4feca28f4f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1e9a695594012" /><Relationship Type="http://schemas.openxmlformats.org/officeDocument/2006/relationships/notesSlide" Target="/ppt/notesSlides/notesSlide9.xml" Id="Rdc09214934a849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2ae099b6f4393" /><Relationship Type="http://schemas.openxmlformats.org/officeDocument/2006/relationships/notesSlide" Target="/ppt/notesSlides/notesSlide10.xml" Id="Ra711c4b717524b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d8845b1704985" /><Relationship Type="http://schemas.openxmlformats.org/officeDocument/2006/relationships/notesSlide" Target="/ppt/notesSlides/notesSlide11.xml" Id="R6979a8faf7ac45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a22b92ae04937" /><Relationship Type="http://schemas.openxmlformats.org/officeDocument/2006/relationships/notesSlide" Target="/ppt/notesSlides/notesSlide12.xml" Id="R720c12e6cbae42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a492636894580" /><Relationship Type="http://schemas.openxmlformats.org/officeDocument/2006/relationships/notesSlide" Target="/ppt/notesSlides/notesSlide13.xml" Id="Raead553e81514e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350d9223941ae" /><Relationship Type="http://schemas.openxmlformats.org/officeDocument/2006/relationships/notesSlide" Target="/ppt/notesSlides/notesSlide14.xml" Id="Ra97334d71fdd42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5533ce16d4820" /><Relationship Type="http://schemas.openxmlformats.org/officeDocument/2006/relationships/notesSlide" Target="/ppt/notesSlides/notesSlide15.xml" Id="R26ba6c74f42c4a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a189a2f9c4942" /><Relationship Type="http://schemas.openxmlformats.org/officeDocument/2006/relationships/notesSlide" Target="/ppt/notesSlides/notesSlide16.xml" Id="R8829146fa75840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e51c512994d36" /><Relationship Type="http://schemas.openxmlformats.org/officeDocument/2006/relationships/notesSlide" Target="/ppt/notesSlides/notesSlide17.xml" Id="R74c6d86896164d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0f30af055428f" /><Relationship Type="http://schemas.openxmlformats.org/officeDocument/2006/relationships/notesSlide" Target="/ppt/notesSlides/notesSlide18.xml" Id="R6c82d9bbd3a54f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f6ff2762741a4" /><Relationship Type="http://schemas.openxmlformats.org/officeDocument/2006/relationships/notesSlide" Target="/ppt/notesSlides/notesSlide19.xml" Id="Rfd22bfcd325e44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7bfd373a249ea" /><Relationship Type="http://schemas.openxmlformats.org/officeDocument/2006/relationships/notesSlide" Target="/ppt/notesSlides/notesSlide20.xml" Id="Rd445e7f8f04346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3a4976a1a40e2" /><Relationship Type="http://schemas.openxmlformats.org/officeDocument/2006/relationships/notesSlide" Target="/ppt/notesSlides/notesSlide21.xml" Id="R1bf4acc93d3f4c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a2741aafe4860" /><Relationship Type="http://schemas.openxmlformats.org/officeDocument/2006/relationships/notesSlide" Target="/ppt/notesSlides/notesSlide22.xml" Id="R1e6078934bc845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2a836618a46b3" /><Relationship Type="http://schemas.openxmlformats.org/officeDocument/2006/relationships/notesSlide" Target="/ppt/notesSlides/notesSlide23.xml" Id="R16bec59cb25f45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8625b51d34d26" /><Relationship Type="http://schemas.openxmlformats.org/officeDocument/2006/relationships/notesSlide" Target="/ppt/notesSlides/notesSlide24.xml" Id="R5338cd3c1fa142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e066eb04945e9" /><Relationship Type="http://schemas.openxmlformats.org/officeDocument/2006/relationships/notesSlide" Target="/ppt/notesSlides/notesSlide25.xml" Id="Rdfb46bbf72fc41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b4548fb24a64" /><Relationship Type="http://schemas.openxmlformats.org/officeDocument/2006/relationships/notesSlide" Target="/ppt/notesSlides/notesSlide26.xml" Id="Rf4e26fb5457541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141b9aab0461e" /><Relationship Type="http://schemas.openxmlformats.org/officeDocument/2006/relationships/notesSlide" Target="/ppt/notesSlides/notesSlide27.xml" Id="Rf3804d51dd8c4b0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e7d1859ab4157" /><Relationship Type="http://schemas.openxmlformats.org/officeDocument/2006/relationships/notesSlide" Target="/ppt/notesSlides/notesSlide28.xml" Id="R2fdf8f08103d4f7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9295af987412a" /><Relationship Type="http://schemas.openxmlformats.org/officeDocument/2006/relationships/notesSlide" Target="/ppt/notesSlides/notesSlide29.xml" Id="R28cc93d1440b4f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d215183f94a8e" /><Relationship Type="http://schemas.openxmlformats.org/officeDocument/2006/relationships/notesSlide" Target="/ppt/notesSlides/notesSlide30.xml" Id="R444b1fe569a44a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b47c1048a4133" /><Relationship Type="http://schemas.openxmlformats.org/officeDocument/2006/relationships/notesSlide" Target="/ppt/notesSlides/notesSlide31.xml" Id="R2ca6faa1fdc64d5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848bd1b2547e5" /><Relationship Type="http://schemas.openxmlformats.org/officeDocument/2006/relationships/notesSlide" Target="/ppt/notesSlides/notesSlide32.xml" Id="R5028b512e55243e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1e937ac73475f" /><Relationship Type="http://schemas.openxmlformats.org/officeDocument/2006/relationships/notesSlide" Target="/ppt/notesSlides/notesSlide33.xml" Id="Rb8bba9031163456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fc06623a748b4" /><Relationship Type="http://schemas.openxmlformats.org/officeDocument/2006/relationships/notesSlide" Target="/ppt/notesSlides/notesSlide34.xml" Id="R3fe29e7b8f6f413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c6420f9b24ffa" /><Relationship Type="http://schemas.openxmlformats.org/officeDocument/2006/relationships/notesSlide" Target="/ppt/notesSlides/notesSlide35.xml" Id="R7ae36a9f8b1c4d7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93cc176cd4eef" /><Relationship Type="http://schemas.openxmlformats.org/officeDocument/2006/relationships/notesSlide" Target="/ppt/notesSlides/notesSlide36.xml" Id="R95ea8b82bdfe42d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bfcc221624dfe" /><Relationship Type="http://schemas.openxmlformats.org/officeDocument/2006/relationships/notesSlide" Target="/ppt/notesSlides/notesSlide37.xml" Id="R27a3b32e1194463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f9393dea14a63" /><Relationship Type="http://schemas.openxmlformats.org/officeDocument/2006/relationships/notesSlide" Target="/ppt/notesSlides/notesSlide38.xml" Id="R78a69c20a6a44f5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69e6badeb48ca" /><Relationship Type="http://schemas.openxmlformats.org/officeDocument/2006/relationships/notesSlide" Target="/ppt/notesSlides/notesSlide39.xml" Id="Rdeac759e49ea4fc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8aa806b9e40e8" /><Relationship Type="http://schemas.openxmlformats.org/officeDocument/2006/relationships/notesSlide" Target="/ppt/notesSlides/notesSlide40.xml" Id="R6977af25f31e44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E471E-9FCA-411A-A414-3142FC3D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05044-F559-40C2-A0CC-800C13CB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Series Expansion, Indeterminate Forms and Multivariable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BB469-217C-44FA-8584-0E351179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D7866-3DDD-43DE-9EBA-658E5E2B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F393B-288A-4FAC-8110-7CBECDB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0D174-5CBB-4606-81C9-87D18164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AC060-031A-4551-A8C4-18BD8470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75422-7A5C-4AF7-86EA-853C1641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597FB-629D-45AC-A147-B7C4C8F7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29169-B46E-4EB4-819B-23809A5D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E4120-81CD-4AE9-8EF2-C3FFF89F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4561C-3C82-40BA-BBFB-5330598C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8EE25-B083-464A-A77C-0BEAF7C0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9686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29821-A925-4692-8F9A-00080C43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C5D9D-810E-4357-B2BD-3E81D5E6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DA13C-4745-48C8-9E1E-FCE3A93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E0FBA-83A9-40A2-B818-9B5D36B6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21221-DB28-469C-9F64-3B49B8D7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2DD90-4263-4D6B-8BF8-DA0F7D0D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19147-0553-4A16-9F68-3AC52201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DE3CE-AC68-4DC7-AC12-9F06EA86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B7D1D-5EA8-4E5A-A215-2423903C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68545-AE47-4764-BD9C-A8733454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35BBA-341B-4244-9714-F4FE046D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D1669-6082-4963-B5EA-3A6E2C2E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2A84C-76D7-47AF-BAEC-A8DE015D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2808A-CBD5-437D-B8A3-89B0B30D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CCFF0-3B6B-45E0-B8E9-0FC36D40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61555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2C165-1E51-4095-A989-B0BB2B74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51AF1-D91C-45D4-81C9-FC25926A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3E520-BE64-44A1-B99F-B43B98A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62A07-21BB-4E73-84CC-0FD6F2B2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83F90-0324-42EC-809E-53C3F0C7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C2C69-8753-4F66-8E7D-DFADD1DF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3B159-5CD8-4556-A67B-797ED790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9C928-E28F-4971-8A8C-D389700E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C71D8-9C0A-474E-AC6A-C49AC3FD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Series Expansion, Indeterminate Forms and Multivariable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CF499-CD52-4AF5-BBDB-A00128A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B888F-53F1-4EA1-9881-ADDEC5A3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864C6-BB29-4050-B118-1E94578C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Indeterminate forms - L'Hospital's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C07F1-95FB-450C-AC40-7F0EFFF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60217-131D-4FD3-9B35-7DF6A040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0AEA0-1570-4D97-99AA-8546CDB6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Partial differentiation, total derivative - differentiati...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6B2B5-DCD0-4C03-8D57-3AC03459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2E5A8-9357-4477-8511-313D1CE1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872D5-8023-4D43-B877-206265D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Chapter- 4.4-5.11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6A062-48EF-4DD7-9DC6-BACF0D53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29749-26A8-43BC-9E28-E8168EFD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90989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86C74-D4B4-4A26-B72D-48B5FA5A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C927E-D4F9-4FDC-A11B-A010A868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A2B98-DD5E-4570-8DBF-ADADA665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07E23-0518-43D0-9D50-638686E6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F0A06-E5A5-4F04-A5F0-3855EA75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D4104-B766-4BE1-8329-1064115F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8EEDC-1299-4759-872F-C2721366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F8C67-AA67-4B23-BD20-0927DAA5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Series Expansion, Indeterminate Forms and Multivariable C...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3542F-413F-424F-B2DB-09D25889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A2EEA-C8B7-4776-BE46-FFD0E0A3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F225D-3E89-4591-840C-271F74E6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Indeterminate forms - L'Hospital's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5B77F-377A-40DD-9493-54336FDE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8D3E0-3DE1-4A65-B333-8721CD8A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91819-7C63-448F-AA8D-30085893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Partial differentiation, total derivative - differentiati...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D395D-9C05-46D8-B1DE-9D64ADE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56E1B-C3B7-45B4-A2BF-3781D073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21C04-DA58-489F-AC0F-CAA8A5C4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Chapter- 4.4-5.11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4200C-EE17-40A0-BFC6-002B832C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B1B62-01DC-46FC-88AE-96EB2FA7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24D55-E74B-489B-B53F-F4BE87A1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60011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4DD7B-A4DA-44FA-821B-B049AC3E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9BF7D-27C9-4A23-937F-A4F028B1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9E383-7D5F-4BC8-A78C-AD464BF7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03057-B71D-40FA-BD80-5652832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010BA-4E32-4438-9B62-1539D058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9752A-64C7-423C-B6AA-EA576EC0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Expansion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9A8E8-3D36-4A14-BEAC-E72AD9A4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Indeterminate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C5B13-C44B-4AA8-95BF-C0FD389C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36646-19B2-4809-A770-1754145F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Multivariable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44F06-9E52-4DC4-A082-54A224BF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4DA21-E0E6-41D2-BC8E-BCA3D51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B68A5-8820-46C1-8BE4-FDF01C56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9559D-F992-44D7-ADC7-571D434E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problems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47AAE-03C0-43DB-8154-A06E0A38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Taylor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E18B3-530D-47D6-9498-3C4BBEB9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CC243-F5EB-480C-A1C9-4109098C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336642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47502-5395-4782-AB0E-A8E36700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FAFA5-3AE4-4386-8FA7-40729795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F3358-58AA-4B84-BC12-0F374A1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C68D7-BE74-4780-8A70-D91F48C0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50F8A-96EE-4EF3-A35F-5683BC36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Series Expansion, Indeterminate Forms and Multivariable Calculus (8Hours Theory) + (4Hours Tutorials) Statement...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B385F-AC12-4BCE-A364-9F372C8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Series Expansion, Indeterminate Forms and...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CA3A3-8254-49A3-B9BF-EBB72432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8EE19-B33B-47FE-9BD5-54B6D73F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7A6DD-CCD8-4EBE-9143-F3220BA0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B9E39-1006-403E-8F36-4B234DD4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C676D-DC82-4FFC-BC8F-DAA4E20C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D4471-6D66-4B13-B0C1-DB4E550B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421AA-2E9C-470F-9E09-B5FDEF02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39AD3-E90C-4DD5-989E-87EB553D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97B84-10ED-4F40-BC8A-3DCC676F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F645C-D5C1-49AB-B859-995AC1ED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501849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93D80-0832-45E6-8DDB-E87EBE98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24208-4670-48E8-A34E-D625C398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E237B-391E-4575-9B43-C9619590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8864D-1FCD-48F7-AAD9-5ADD555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5B6DC-BB05-41D1-9F18-BE83F9AB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8B991-58F5-4B58-B306-1A004EAA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CD88B-CDCA-498F-ADDB-3A3E03E7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7B6D6-CD76-42E6-A54D-ED8B8650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54552-636A-4607-A7AB-9764FFED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Series Expansio...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79EBF-A97D-4DD3-9C22-6CAD946B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F2638-F2E2-4E1C-B92C-DE93DBA7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D069B-2E66-4467-9D61-74245D97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Series Exp...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BBC9C-14A3-4AA9-8F0B-8F4D6F1C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C6100-3B44-45E8-91A4-CFEA8F5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C0EC4-AA85-418B-A27F-62DD8709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Series...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DFDF6-550D-4CA8-BE06-C0BAC76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C06C4-F110-4C37-9894-FB20762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62D17-F531-48E1-A5D4-E5BC7BD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Series Expans...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A574B-4E2A-4165-A12B-94E92875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300B2-D18B-4FD0-9B93-6C4A23DD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466B4-3B04-4387-AD68-693E6D2C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Series Expa...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04791-B2CA-43EE-80FC-C62BC18C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BB3AD-5DB1-4C3F-AED2-43A219C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89822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314C1-5CB2-42BE-A9E2-04E3F318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1B2B1-7AA4-4841-924D-94B831E3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D8604-C647-4178-8B67-546B1467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6C099-339E-476E-BB78-26964BF0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E710-EF94-4492-9949-C204E717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57895-005A-4EDF-A4F2-62E8972C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81E53-E6F3-4D61-BFE4-73F2C090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58685-B09E-4B2B-A842-608502DF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B5FFA-086E-42BC-AFBC-01BD5CD2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8F1EA-FA4A-43E2-978A-9D1A47D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8DE5E-DDCD-4328-A1BB-898BAE9C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2385F-80B2-4B4E-BB3D-396D088C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F1CB9-3132-499B-A004-5D41C4FA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BD043-5495-4DD7-9192-F7A5D4C8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73438-129E-4331-8F70-47168C6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6981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3FF6D-3552-4F7C-AC5A-63123BDD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F9548-769C-4E40-A14E-71E1FB48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48ED2-3911-4546-8E67-ED8FE993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E0AA1-5B3E-4CE0-9F7B-A3BD8C83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52FE2-C809-40D4-B9BD-0AD983B6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0DCB4-06AD-485A-AB48-15DBD25E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Series Expansion, Indeterminate Forms and Multivariable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46194-63EC-468E-9E31-58268171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E1496-AEDB-4B67-A7DC-EFA72C81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678AB-81CD-44C7-9A27-881AABC0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98E6C-6F10-4FFE-8A94-2A884951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600AC-8498-42AE-9DBB-01665771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56439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85ACF-571F-4E03-9438-5AADDF77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3A3A4-A3F7-4F61-BB68-D00C510A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11827-AA54-4BD9-80BF-C8BCCA9D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1DA1B-CEC6-4042-AE6B-F5D6DC67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2EDA4-D0AF-4BE0-A20D-5DC907E3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Indeterminate forms - L'Hospital's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1AD0D-54D1-481C-BA4E-11314C57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Indeterminate forms - L'Hospital's rule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62C53-B718-4F12-8E29-DA2F6785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3574D-A36D-4E8B-87C3-311A911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5F509-F353-47C7-8BA8-9BB5819B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21391-D730-4BDB-B85D-A3EC6826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18AEC-0635-4E20-B4AE-E5AF5AD9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51A26-62C2-4801-BAD6-47457B9B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0FEF5-1C29-4088-B81E-130B38C9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1C0D3-747D-4298-973A-67E0B1E0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60F2C-4D74-4B41-9E02-75D77169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08D11-56F0-4702-A193-E587A8C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1345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C9B5E-703D-4949-813A-7A2AA2BB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1A31A-10B8-45DA-AB27-8DF68AC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CD13B-E509-4542-B9BA-46EF1B0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1BCA8-A1A2-40CC-A9BC-3104FBF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99E64-1A54-46FE-B08E-6C8355C6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7F71C-F1B6-47D9-89A4-DF4F4616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8477C-9197-45D1-AA66-BC380939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4E26C-CC79-4454-8F38-6249E215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3D0F0-23D2-483D-BA33-7A9DF912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Indeterminate 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78E75-0E8A-41B6-B8CC-70F3B699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50D0C-5CC7-4244-AB1E-C3921998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373F9-8D25-4C7C-9C2E-91F0C3F3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Indetermin...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8BF31-1FD0-4619-97F5-151DDD08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D38DB-3F20-4DC0-B5B8-DAF6425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A448F-FA30-41BA-8FC3-397614D3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Indeter...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039D0-216E-43FF-A7EF-77B9B8A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63018-AD44-486D-970D-6FECC469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DBEF1-31B5-48B6-AF38-F0212DA6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Indeterminate...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45A2F-9376-4797-A6C5-3760251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B3620-B2D8-4717-9732-E912D3D2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E262A-67DC-428E-BBDB-5BEAC312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Indetermina...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802BA-3E7E-4C6A-BD78-FD4C17D0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DFBFD-6676-468D-B01C-7F517A87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04744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CE6C6-BEBC-4D72-AB52-060200CE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66000-098A-49EF-97AA-F9EA6D71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E9234-E4D9-418F-8D02-708ABA25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3938F-887A-453A-9816-60A25CA0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3843D-D2FE-4CA8-AB8E-5CF85D69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D32BF-3D69-4428-B5B3-6E1604D8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954AC-BC74-49F9-8BCB-F9267111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92C44-3C2E-411E-AAFE-D35A9F54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37ABF-EC86-452F-95D6-E31791D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29E82-8EB8-4109-AEF8-19F416BA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3A262-901A-4933-94F6-20F14872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A1D05-9A76-4CC2-B8A1-E6E4E725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9188E-9C73-483E-8E84-F00E87ED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21AF3-AE9D-4615-97D9-1B37F907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E345A-6993-451C-A105-3AFC5924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469058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F2674-FA02-49C5-A704-D81CF1E4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6F5E2-58B1-4B22-8741-2A66C8B2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874E2-501D-4DD3-9909-967432F6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FAE59-3676-4159-9F3A-8253A71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857FF-640D-43BC-8F28-07E6DC8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1414A-59AF-4CEE-8248-678F9C86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Indeterminate forms - L'Hospital's rule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45FDE-E268-4FCB-A5AA-4A0E75C4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D6BA5-06F9-47EA-82EF-DD996648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906FC-8B82-4B3F-BEAE-D54C3178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74C1B-6662-41AA-B09E-E0D44CB4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CB24E-BA4D-4026-A9DE-26537567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870282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7C2D2-F589-48D1-9750-42A187FD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B0E5A-577E-4ED9-AD28-BFB7D5D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221E3-E6FB-4756-8C98-323D667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E8C94-B9C0-460B-BF1E-93D27E18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4E0F6-F8D3-46B8-A90A-F85AADD0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Partial differentiation, total derivative - differentiation of composite functions, Jacobian, Maxima and minima...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0638F-7105-4D8A-B3AD-525A4229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Partial differentiation, total derivative...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8F4DB-950E-48A1-8A6C-8764C6DC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CB32E-E342-43CF-8C65-E43EE6F1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0C180-600B-408A-A3C6-6527E9F3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9B2D3-366A-4AC3-8DF9-1BF3AFD5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60511-033C-447B-BCE7-1BD629C0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CFFD3-5571-4BC4-8B8A-0D9939BC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9DF94-FD5D-4215-9289-744A6BF5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B8C7E-D9B2-48F4-9317-9CB7543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D4539-C977-49E8-B2C8-0984E83F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8EE36-F8E7-40C4-BCFA-7DDA73C0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211694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44473-28C3-4E06-A84C-309CE8C3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FFED4-F4B4-4830-9EB2-693E6D71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8141B-7D4E-4AD4-A525-FDB7A9AF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BDA46-BAD0-46A3-AAE1-77CAD044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2CDC8-2336-4041-9B9E-73065F29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CFC92-5B2A-4B6A-8C43-A65F6C23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8B737-0553-45E7-8EDB-BD565A1E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918E6-AC84-417D-BF83-109097E1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84DB8-3FF3-4BAF-B7AE-2C07EEB8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Partial differe...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047D1-EDB6-4689-90B4-7F815B9A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DDDB8-DE32-48DC-99F5-B69D68E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6E7D6-B5FA-4A11-B3FF-7EAD8EA5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Partial di...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94544-9F8D-460B-ACCE-99B5DB2B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8FFFA-26F8-4FDA-AAE4-91071B0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D75CC-1C7C-44C7-98B3-B5586415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Partial...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D63F5-C4CA-4A0E-AF8E-A880AFE6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6E094-F473-4740-8248-2070CCC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3BFAB-0D53-4EF2-99D5-CA145E67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Partial diffe...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20C65-9392-4F2C-8834-AB43F883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B4E58-345D-4F29-81ED-89BBA93F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5BB5E-F3C6-4A6C-B1E0-D76A50A3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Partial dif...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4CBB3-312C-4B9A-B023-22376482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B228A-66DF-4BAD-98E7-52D22EF6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384706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A656A-5F38-4250-BC77-9E141858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BDBA4-6127-407C-82C9-89397544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66158-24AD-4036-BA3E-F9BFFF38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BD67D-6F7D-493C-AFDF-13EA4517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E5CC4-3FA3-4C33-902B-8E0EF43C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CE568-BB3A-4765-9DF1-6CC5AA3F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29F31-54D4-4673-B75F-930AA416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D5C11-E654-4F76-BCFC-97E98FCB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5817D-5C4C-4878-BC92-CA925423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DD012-D679-4775-A198-F3921A6B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D46FB-650A-48F7-AF30-FF5B5FEF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2577F-ED8A-4779-9025-E1587C06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CEBDE-4E99-4C1A-8CF6-85C2B99F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37919-0EE9-41C2-B451-0086EA3A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E487D-641C-4E87-AE18-9E205FD8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769768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53DD4-63BD-4B9E-BA3F-729D1A41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25D1F-2498-42D0-BC4F-2585CE5F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1703F-C3AA-4B15-88A4-9B401874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E5A25-CA30-4BA3-9600-13B28D07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ACEB3-84C6-480C-8BA6-E945C412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C593E-DB3B-4A9B-BDC1-EF475E45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Partial differentiation, total derivative - differentiati...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40F20-0E77-4A25-AC3E-558CD5CC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6FEF6-A908-4AD3-A264-047D195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D1B91-9521-4600-8A7A-0C7EAA8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DFF70-5BA7-4153-887A-3681ED15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EA09A-885F-429A-AFE2-915D27DA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140195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5079A-552F-4E8F-98C2-AACD5E4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C3AA7-46F7-453F-86C6-854DA052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904A3-B055-4433-8F05-067BF4E6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29687-A6A1-4AC7-A0FF-2D6FD585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D3EF4-9F3A-4EE6-9269-F5CA01C6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Chapter- 4.4-5.11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DF869-F3FD-4943-9B14-29F5326E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Chapter- 4.4-5.11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C772C-7581-4212-87F1-5A8F49F0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78629-0AB5-4CB3-A040-2925057A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6D116-74C1-4A4D-BCA8-BE38A674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76495-2156-4C2C-B74B-282B4E22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6CEC5-AE9A-4682-9C6B-A8EB466E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C642-156A-42C4-B34E-21B6263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4F58D-F8FA-4C70-8E0A-822EE2BE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A7399-2600-4032-B9A5-1F85B5AE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E8615-D39E-4060-8B93-D9B76CCA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1A3BB-7318-45DE-9002-4CECF063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365804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10CC23-FEED-438C-B9B9-91632D64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3BAE2-5984-4A85-9FF3-9004594D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9C9AC-E0FD-4FE1-A137-0CA608C9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71D1A-9ED4-4FE5-9F6C-6C31D5BA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A9864-8F4E-48EC-8DB1-F9BB6C34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F1ECC-17E1-4FD5-AB62-FB7E0C95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3D845-49C3-4FFF-8335-1E21EFFE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B5E4A-39E4-43E9-8E39-E1AEE01E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EC163-BF10-4DA4-A613-6DE3742E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9751D-2194-407F-936A-0294BC6B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D7192-42D9-42F2-A088-3DE49877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E107A-9C12-4C97-931D-BE9EF030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1DF16-B879-4153-9245-946E5FDA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DB202-C79E-4F49-B5D9-1C9178D8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78DA9-4DF4-4694-8BF6-D098ABD3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4FE56-6EE4-486F-92BC-4A604C92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78C68-E7E8-4CC0-AE7C-563AF6E7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15056-84B2-4B13-9914-1AFB6B81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D2CB-B631-4D39-BCE1-1207945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37648-979C-4661-911B-675409B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000D9-F0D0-4804-BE0D-0496955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1C7B5-0BA6-40A8-AB1E-8D3B83AE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B4652-587C-4653-824C-233B447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214677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2D673-7C96-49B0-AA9B-75CFF209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C8520-F4AD-4862-9B5E-84AE1821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74B5F-77B7-4FAB-A6F8-56B4DCEF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08D92-0CB3-4B4A-B37E-BBB00E40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7071A-18EC-407E-991D-17B9BE79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CE70B-824F-49C5-9612-6CB4F95D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62182-8BC4-48B0-90B5-5BDA8864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253F2-1950-4EB8-961F-369B6384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5887C-3964-4B8E-AAF6-CB7E6E82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2CE94-AD59-4FE4-8C6B-7CCC146E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18DB1-A1AD-4BB7-AEF7-7113E7F0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30401-0354-4FCD-8F74-33269930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0A306-CDB6-463D-85D8-2B7EA788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A367F-FF0A-4750-8F3B-08C6BD0B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C804A-A92D-4966-8B6F-2FA4B29E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333041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F13B2-8894-44B8-8C47-21F57446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2D6FD-3EFA-419D-8F6F-5196D3F5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07CF9-C313-421D-88D6-2F9F6091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21AE9-D190-4CBF-8DB3-1792F86D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43755-2302-4749-AFE8-789283CF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D4568-88B9-4D94-9255-F36A66EA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Chapter- 4.4-5.11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34874-43C9-449C-A887-E53B6404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C7FF6-87FB-4CB5-8BAD-E6463D42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DCF54-6D69-48E4-B970-8F19EFA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C19A7-15C2-4F59-80E9-60A99821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69922-A8C1-48E1-B380-922EB64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215157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630B4-0EF3-4A83-A07A-8A2BB7E5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8B938-9B5A-451E-95AD-B04EFA1C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C120A-7D12-4F53-861E-DC9ABC24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AD16D-7616-4221-ACB9-34C4FC0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8EF4C-B9C4-4074-A5F9-E03B9364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94858-BF82-4780-8F25-848E61B5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409663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98855-DBD0-4F1A-A9B6-6BDBC46D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368A0-89E2-46D3-883E-11DD43C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195EB-D2D8-4A42-93AC-4180BFD2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B9F08-4E89-4E1C-BFCC-2289D485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B3CBF-A4D5-420D-A79F-2F22E09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Series: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Expansion: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Indeterminate: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Multivariable: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C5DE-2FF2-4BAB-9A96-338B700D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75745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85670-EA4B-44FD-BC36-3119CD51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7C723-C650-4F61-8C6E-F56B68AF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4949F-8EA0-4DE5-A4F0-70D59201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BD69C-17B6-46FB-878B-67B592AF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7A867-B6CC-40F2-B575-0C97BA8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D26FF-94A9-4ABD-B312-874F77F4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977669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3FB36-25C6-48FF-9444-30F742E2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885DC-53AD-41AE-8457-8864F760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30B38-2BA7-4CDD-A797-5466D429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151E1-C574-4BD0-94FA-13E12847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9F497-BCE3-4C41-BBEC-EC9C2D3B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1E3BD-0843-4B8C-8C2E-8D84A1D5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594345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43F5E-52CF-4BBD-935C-03CF3997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8DA8B-FD1A-48C4-8862-F0641B3C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460CE-4C76-48C1-BE38-5A1A71CD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65338-40EF-4B25-91E6-C6A88557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D204B-6C06-4EEE-898B-E74A63CF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Series Expansion, Indeterminate Forms and Multivariable Calculus (8Hour...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Indeterminate forms - L'Hospital's rule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Partial differentiation, total derivative - differentiation of composit...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Textbook-1: Chapter- 4.4-5.11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A4F08-89C3-4D76-B7FF-293F7D6A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E8BC5-3D4A-4D1F-981B-1A87D9C9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9DF0C-11C7-4421-92B0-D34CF87B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8939310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0E5462-E7C2-4780-8CAB-E35ADF57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C90AA-2E6B-431D-A0C1-5960D16D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Indeterminate forms - L'Hospital's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4DE18-4923-48BC-B139-DDF7F111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1A19A-68B2-4ED1-9755-3B963B33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D01EF-AA60-47DF-977A-EE42D9C5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8722C-C8F6-49BF-AC51-71C21F3C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DBD81-D74F-46FF-8DA8-26386227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40990-F550-4652-904B-BA17119F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7076D-E02B-462D-8B7D-893FD176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77AA0-E41F-4B85-BD7F-5559A2D8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A5EFB-7A4D-49D0-BA82-0C816C39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2693B-6152-4965-98F5-AB2DA552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D0BF9-5908-45E9-B184-CDA2F0EE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F2F83-765A-4FFC-8981-FF112EE3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620EC-7C2C-4374-A58D-393E9D67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2A931-5CBE-44A6-8CC2-2ECDBAF4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341BF-F9BA-4C83-9374-4FAFD8A2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3349E-9782-40D5-9CB1-F9172824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BAB11-8DB1-4666-B6E0-E0B2D11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77214-5024-48F3-B096-D8FAD432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B5522-2A0A-45E3-AB60-FB0BE630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A24EF-7EE7-4D39-ACB3-1B165275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AE72E-BD76-459E-8AA4-5C304A5B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E4D83A-F50F-437E-AC5C-5B644B89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FD003-476B-4CD1-B729-5092139E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20F86-E7A0-491C-A750-9F22808F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AA4A1-B8E5-46ED-A41D-3D00157C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7B75E-90C3-4D30-8B0D-14A44E87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41859A-462E-4EA9-81B9-FC3B9180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B83151-0E20-4F77-9406-EC4FF615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DA9B21-ACDC-411D-892A-875A20F2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14366-0DD0-4AAC-A910-8A64DEA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832489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E40371-65CC-41AF-B766-375F10DF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BCC86-4538-4BB8-AE81-04D602FF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Partial differentiation, total derivative -...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53D3F-F028-4BC0-BAC0-278DF46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BBC7A-AC4E-46CD-A544-E3EF9207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3900C-6292-4EC4-BBF6-E5A6B1FB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636CD-5BA0-4C8A-8720-9BCB8207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6F830-688E-4EF1-84F8-C9ECE497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D3929-F659-4888-8053-176C7716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C5FE8-6CAE-45BD-8923-8F12F777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937E8-650B-4ABC-9AF9-433A3F8F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4AD34-283D-4BA9-9E92-8295F020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6A099-18B0-4F3B-B2B5-83189F34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11BBB-B59C-473A-B891-DB990CAB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C2F8E-030A-437F-9DAB-C1422BC5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5D058-EDB7-4104-BB9F-8D8CAEF9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96411-FEB3-4A27-BF27-E847475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3C843-6231-4698-8294-01727FE8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C6E6D-48B5-4864-97EE-4AE0CBA8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FA51E-8999-47D8-BC9A-931558B8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E4CFE-45B2-4278-A017-8BB30F32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91723-3681-4ED5-8A78-C5B86345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E1639-B468-47B0-9886-20E57240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5B33E-1CED-49C9-9169-FA660CA2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78B56-47C6-4AE3-90BA-316355D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EFBD7-4E92-4790-A2F8-81AAE22F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DC5A5-F0E5-4E2B-AFBC-AFDFB0E7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C9800-D591-47EC-9181-C2A2AEED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F26E0-652D-4717-A2BE-3463426C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E868D-C652-478B-A52C-E58ADAB6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92BA44-669B-4F25-99DC-1D7E14D0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DA016-ED3C-407C-BA3C-C66E3400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DAD05A-1729-4AAA-ACDA-56BFFDE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41589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8ED437-FA1B-4B66-B974-BD48C8D0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CD4AC-F8F3-4CAA-9F80-74C9B49D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Chapter- 4.4-5.11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02BF1-788D-4816-9C19-7715B9FC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03A2E-C0D9-47DC-86A6-4D273455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A56D7-B4ED-4F17-A6F1-BFAA6045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78B79-8FE5-41DF-9652-53D09521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698B-B956-4F6A-82BB-EBE7D4D9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873B7-46DE-44BA-9488-8477403B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464BF-B65F-49AC-A2C7-C0B538D1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15A0F-2CF5-4AB4-8CC7-981F41A3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E5F45-C6FE-444C-B6D4-54FB7AE3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3F397-B747-4160-B5C7-480991EF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D404C-92DC-4949-9227-37B7E701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259E6-6663-4136-AD6E-525CA71A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98C71-BE17-4D87-9D4C-89B20D7C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81533-D5E5-4DB7-B1F5-BB46407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6B6D4-5AC4-423A-92D9-BE4C2938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A082F-F0BD-4BFA-AD00-4A119F0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DBCFC-7305-4A40-907C-7793A0F9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D450F-583C-4A6E-A551-BA5E5B57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B347C-8882-4895-B1F7-BA17B2E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343F7-84C7-41A0-8DDF-2EC60A14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27B93-8329-4254-8524-9B1B1ADB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C1099-EC5A-4FDC-A921-6D7A633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46A88-3D53-4AD2-AA2C-1EE2F715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22003D-4101-45FF-8E8D-A1DE0161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C22602-E8C1-410A-A84D-2791262A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F6C2D-D261-4FFA-9EF9-F7D627F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1BE637-A221-4DE6-A791-34F8C7D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EF21A6-5A7B-4051-8111-5CF56DA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2911EE-349F-4C87-A7F9-3A2560E6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1A74A4-3163-454F-849D-9F4E4F78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62118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AFE3F-A6C7-4C31-83BF-27C97E50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F1D63-D59A-4F11-B883-B20EB009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Series Expansion, Indeterminate Forms and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A59AE-E62A-4F19-84F9-07B6A754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7CB65-F74B-459A-9421-5B5266B2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005C7-37DC-4AEA-8B41-CB3EBDD9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984FC-8788-4371-86BF-4A21C9B5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014FA-33B2-4697-AEC5-A87C6E60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EDCAB-ADE9-412F-B6F5-20D33F02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EF225-F05F-4C6D-B89C-D978864F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10036-D282-4E83-B376-CC431847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6C4E8-55E0-4BCF-A359-984A5918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4A2C0-E4E9-49B9-9983-1EBB86C0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597AC-1011-4603-A3E8-158BF974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DE3C7-EC51-4E0C-9530-0E6F36A9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5CF02-65E4-4156-BCF8-DDF3B92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C3B80-7FAE-469E-9B0B-AB7D6F48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8D638-A3CA-449D-92E5-D04F2DFA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33BDD-20CC-4C0D-B81B-5338C98C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5416A-A8A3-4B0C-925D-D2CA4F8D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C1669-53E1-4B49-8F97-A0DF6A3D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C2D6B-4A76-44F9-B9EF-3D56A1DD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FB16A-6FE5-4A36-A2BA-06560789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A597F-2EAB-41A0-A1E6-516915F0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3D64C-FB77-4099-8CC4-48D21A0F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95709-57A9-425B-BF8E-769B82A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4D23BF-2650-4FDF-B2F8-84C840AA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2E593-CF8B-412C-9641-303D7CFA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D51C0-ACD3-46E8-8A04-7839A8DE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C0576-BCF6-46AD-857F-49AC9ECE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CCDF1F-0784-4581-A977-57D480E3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BF2F8F-2BDA-49BE-AD37-2EC03CD3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3ADF21-E424-408B-A71B-EDD9F972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7176996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2D4059-1C20-4E95-8278-5C2242C4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4D775-701A-4D37-8528-4F714B1A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Indeterminate forms - L'Hospital's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E9713-2DAC-40B6-AB4B-F7B5F380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A6FED-31AC-4834-BA6C-C82B0EEB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4450E-90CB-4205-86CB-48F02714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776C-F836-42A8-81F6-7546F56B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803D1-D7C6-4240-9DEE-EB785583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65DEE-0383-4EAA-8998-C62BE280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D6972-D20E-4A5E-A8A5-B2C4DA0D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81677-A765-48D2-A566-A4011381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F240D-8F02-4E8C-A9A3-E597AC90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42DD2-8F44-466C-8F6F-ED5ADDA5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4DCF4-BC19-40CF-9DCD-BCC9AAE9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F14E8-0C90-4C53-8E51-B586DC8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4AD91-47E1-49BF-990C-EF192B81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D95C2-D273-4A2C-9736-AEBFD729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3DDAA-472D-4594-98D2-15D6B5E1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010ED-4F5A-4C39-AF20-3D5D998A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C26E3-5A04-458D-8049-D80F6536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7E4A4-7214-42DB-A74F-741DA7F3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B9673-BCF6-4036-B9F0-D0551B25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EBE07-EF20-423F-BEE4-BEC233D8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03C9D-75C8-4035-AF79-293BFD4E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FCB8DE-17CB-4EB1-83C5-4CFF31FE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6223FF-E235-49B3-A769-06CC707C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6A5AB-7594-4339-A24E-DE42358A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CF5E3-A5E0-4ADF-B9A7-6DDF0F7C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0F0A9B-F2BE-490E-8958-7FBD206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A8E027-B410-4C91-857D-91E405FA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E2DBBF-470D-4903-9A95-710D97D4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F0ED9C-673A-44E7-A619-495552AF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B3C640-C582-4C60-B8B3-3BE29FA3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850588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A70FBF-2C9E-4BFF-A67B-3FE9B771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446B2-943A-4DBD-830D-DE2C5746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Partial differentiation, total derivative -...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2111F-BEC0-419C-8839-A3FAE4A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25E57-4B99-4BCF-89DF-90DAE26C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B0B35-08E5-4757-AF52-AC94689D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341B8-F36D-4C73-80E2-04D572F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F42CA-99EC-4294-8BBC-5B48C78C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C1D3F-4F85-476B-AEB7-7B040599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BC4BA-34E3-4F1B-9FD1-B5B91DB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B9A72-989F-4ABB-8DCC-7A30DEC5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895ED-7478-41A5-A95E-679151C6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896AE-E678-4239-8084-08DB12A9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2F558-0B8C-4100-8227-18B671D8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CEC2C-C1BC-4FF4-8955-93301204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A7897-D05F-4E6B-A657-0B32FE3D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DEF29-738E-4F49-839F-A994E0A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4ADC2-0DFB-41CF-9341-B98C3CF4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1B5393-EBB8-44E4-B556-5D18E43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47179-554E-4EED-970B-993A8B48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33273-DE41-417B-A068-5A1143BD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146F4-1463-4751-9ABB-3A8B959A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9116A-CC84-451F-B8B5-1C308782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DBBA8-5FA7-4FD9-B313-8347FFB7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3541A-6CED-4798-BE4E-F38AB751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82B44-A466-4BB6-A433-164BA14B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14E14-C951-4EDA-91A3-CF66169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BFEE8-22F9-4A27-9042-FE84D34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837D58-B16B-468E-908C-49980648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6543F-9487-446E-B05A-F15377F6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F58710-660B-415E-8975-9FCAD3FF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EFB27D-2E47-4D39-8DCF-E64FCC8B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82E19F-AC30-46A2-AEA3-1DFC66E1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363667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C7CDA-D21E-4DC5-BC9A-3B134CD7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39451-B151-49B6-9CE8-2A9C8772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Chapter- 4.4-5.11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AF534-AA5D-4791-8BDC-383F06E2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C4826-BCEE-4D0D-9001-25EAFFED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9352D-63FB-46C7-AAE3-5A368E5B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6C1B1-D865-4046-A9FD-9FA8D46B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7A893-944D-4B11-BCA4-312C0A3D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E8768-2526-40C3-B342-9193B09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E077C-7E1D-4067-B8A6-18CA2F1C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FAE96-EE41-4081-A00A-1733ABAD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57190-1A8C-4D4A-BBC5-C3153607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23154-B594-4E71-8294-3CF5042F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F5C06-58E5-4678-99CB-5F274329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6E49B-E540-42DE-BD93-D727AA2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2370A-8476-4085-8480-0CA6D1E8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7E5FF-5092-4217-83A0-7A9D2A7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5FF49-F455-48E9-A22F-2E39B09E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44B78-0DB7-4768-99E2-92132156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D241F-A6E8-485E-9C12-E81097A0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0E6CC-1D9D-4760-8883-02F3E889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81745-9056-431F-B818-F0A4ECFC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3C2EA-0CFF-4120-82B9-A682DD28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D1AE0-8895-47DA-9966-47AEDB15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0B640-8882-4BEB-A097-12E641EA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C3E3B-143A-42EC-A43B-43DD56A8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6AD81D-5128-4A20-B326-14AAE920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715A31-FBCF-4519-9C83-0BC9AEEB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3442B5-8F62-400C-B45B-58CD4B25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CABF2-6151-4BB1-A85A-12F2EA6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18EF5D-A99F-4FA4-9D69-55363EC9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E821EC-9C20-4743-805B-BC7E6061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42339-CC57-404E-956A-80024D34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978879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284C68-98F2-4728-B3CF-CFA57FBD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E817E-B375-4435-A947-5D6BD5B6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Series Expansion, Indeterminate Forms and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03920-EB27-41B3-AF2C-CEA055AB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BD1E0-DCD2-4613-A20C-976DA818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A63C2-B800-4141-B19B-A7D5286F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D6C6B-AF8C-4AA6-9965-BBAD9A43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0B787-0875-4DE3-B989-B717CF8B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C7056-BF4F-4796-B795-4E4AD9F9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DDA20-9764-480B-90C2-CD537AC8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DFAA4-80F8-4676-A2EC-E0662B7F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86CE0-6F41-4A2B-A129-D302E9AA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8B334-932E-48FB-AA21-DB9EAA2D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DFBB4-3EB0-4CEA-925E-E6BB16A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DE9E7-4B24-48B2-92BF-AD86BB43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3E305-D9BA-4C16-875B-7F3DA19F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8002D-C069-4DAC-BDD1-72FC7E37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EF039-1518-447B-A93C-83DF96E1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2ADCC-BEE9-42DD-AD97-2D264C33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C1875-6F09-42E2-A0DC-C887AC8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C8FA8-DB2D-4652-973B-9DCD963C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0E8B5-74D4-40B8-B825-0AE711B6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80B04-917E-45ED-9D92-9670579A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667A6-793B-4A36-A9F8-8D66F5C9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B29C7-3ADB-4E79-B9D3-FCCBF985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C9D48-1819-43E5-B2D5-8C1FB47B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580E1-0A9B-4856-A7BD-C9044C92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35430-AFA2-4E71-B09A-751C33DF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3142A8-BCC6-487C-8971-D79AD218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0FC90-2B18-41AF-8645-8390CF25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E49987-2B42-4D9A-B942-3BFEB7DB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B422EC-02AA-4856-9235-6085A7D4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F7958-13AA-4780-8A74-C1CB6E7F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492194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01DDBA-220A-4E14-BF6D-C2AA8588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DFCD4-16D0-4D34-93DF-ABF42E41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Indeterminate forms - L'Hospital's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6D974-B62E-4CFC-8BCD-9439AD19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34067-831E-4F9C-BC7A-501CFDCF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53C09-C152-41C9-8728-97D4F252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C35C-951C-453C-93BC-F7DC243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34646-654D-4F3C-BFF2-97409F78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1F15F-4B7B-4027-9972-FE94A6AB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F7D60-4A48-4148-A062-A88ADE04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261AF-E1FC-4312-9547-FFFCE1A4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0C676-6B94-4FFD-8FCA-DC83D3F5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DC7F5-7C39-45B8-AD60-93B5FB15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67135-9D81-44FF-B4AD-A0AFCC61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24767-C29F-474B-8BA4-9369BEFB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62047-8666-4C16-A646-BD266916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A4678-C8BE-4418-8AEA-4015EBA8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58DE8-C483-491E-929D-F3CEDDEB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617ED-E8D6-4D6A-ACD1-F8A62A9C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19836-29E5-4A8F-9DE5-B2BDE562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58343-90EC-44F4-90FB-227182EE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B21E4-8008-4149-9755-CBA129E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8C8A1-63DA-47EE-9B76-F1F367B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9EA06-3788-4D81-BFD9-FBD3F3CC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B0A87-0ADB-445A-96BB-541099ED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113DD-6E5D-4EE3-84BB-28F4AAA1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5AD74-ABBA-4256-A12F-540C4DDD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3E673-8A59-4FA2-9F40-EED35468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C24C4-65F6-4631-B84C-04280FCD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D6A489-923D-497B-89AC-D8E68B4C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69A09-9F60-46DF-99C4-42DA4E60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F332F2-00BE-4F62-A3B5-8CDA1B37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E79562-BE69-4EEE-A4CC-870B0704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460198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ECE1D4-CBCB-40B5-B4FA-B62D8A56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1BAF4-95F1-4F0F-84FD-33CA0784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Partial differentiation, total derivative -...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89A9A-FD6C-44A3-9528-DFAFF3B0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FCA1F-7173-4613-987E-1F013438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12DE0-7A98-4484-8075-BA457F4A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F872D-8751-4668-A3B8-969CD5E9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10D87-CBE9-442F-BBC0-12412ABC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374F3-E443-4EEB-AA6C-32D0679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7EF0A-7161-486D-8E07-BFCFE771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D98AB-7B21-4EBC-A113-4735575D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81FA7-43CB-4219-884A-2BB19515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A8020-6E61-4E7B-B48A-8BBC18D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ECCF6-43B3-437E-8AE1-CCE3027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C3D85-EEED-4414-BD8A-2FEAD3DF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D6BB1-AA92-4E97-8A8F-F6F15285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424DD-5576-419E-A67C-D4D43B98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82737-AC1C-4FB3-AE62-735082BB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9584A-FA0D-44A7-B4DC-42AB83BC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E9787-0EAA-437C-A497-DB04DEF0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F49E6-C5D1-4181-9D93-B55C9417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289BA-749E-4D9D-A19B-1EB36CE1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E9768-D1BB-4085-B63D-544D413C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D94DE-8B0B-4978-9095-DB6D5916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E31B6F-D49F-473F-92AC-B9AF3FB3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891686-68AA-4235-AE16-C9FC9165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851E8-03F7-4E76-A0F8-CA605D34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889B1-C576-44E1-8BF4-67A108C3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FDD0AD-8FC4-4EC0-9A03-37D717A2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A602BD-51EB-4D9C-A403-06DF6361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249E4E-285A-4FE0-AF19-32DC275C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3B9963-5472-438F-97AA-0BE13D7C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092B8B-C6BF-494A-AF02-2FF25EF5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408548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C5BC3B-5966-4F8C-B7E6-33EDE0D7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18FA2-B412-417A-8F71-714699F6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Chapter- 4.4-5.11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A5034-0A03-456A-9BC8-D30B8174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739E3-19B6-4593-99FB-3340B69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EB9D5-FCAE-4AF6-8E4C-32E9AF42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7B1A9-A13E-4501-9D91-C475474C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846EA-AB57-4956-B7A2-6FABCB7C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EDFF9-1CE5-4448-BF7A-C29FA250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FF97C-6896-45D5-9879-1A9EDB7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CC6FC-FE15-4B82-82DF-8A76AB39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D3ADC-376E-4DB0-855E-95F19899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AB9C5-2269-4B9A-89B7-F9E29626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90928-D41A-4189-AA29-2801BB90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8999D-7AA7-4AE3-B381-CA13FF91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A6C9E-ECFD-48AA-B59C-53E57B5F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D4CB0-17BB-4609-989A-96453B33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5D848-5380-44BF-B7E9-B6091F3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BF329-D579-4FD4-A95D-C403AEED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8C15B-325D-40EE-B518-E2DF5A92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D59DF-4D58-4241-B1F5-16509377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BDF78-8C98-44B0-B134-D1945B40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2FDA4-4286-4F60-8E9A-9585927A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2D3FA-A27F-4423-8F7C-F395D75C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D3782-5F2E-4E08-9B81-AA2E7602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D530B-929B-46C6-B4AC-452566BF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E6013-B455-45F9-90EC-4E881AA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3507B3-6740-4894-B8C3-ABCC8D6A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D2B46-A83D-4B03-AD74-002421F6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976A0B-9FD0-45B6-8DA4-6AA6C69B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A5BAD-13BB-4CC5-9B8E-423E52FB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A6EB6E-D3E6-4B06-A35B-14A32DDB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C6B0EE-9CD4-4862-AFC0-83750C06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0892281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66852F-9787-4F6C-999C-59997991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0902E-9B7E-4C0B-9D2B-3CE05851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Series Expansion, Indeterminate Forms and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D18AD-DB6E-4A0D-9461-1BA5809C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648CB-7170-43B5-A135-B356594A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47FCA-04C4-4E8C-A404-5CBE8BC3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3D275-B73A-4A2C-8DEC-31B4B990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E0740-2F84-4407-9E51-CAEECAA1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47F64-F1FF-466E-8DCA-E0DAFA17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4D2EE-DF9B-42FC-B0AB-4FDB19CF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C26D3-9C3D-4AF0-B66E-D486A2F4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4D9C5-189F-46A1-8585-4FEF8EBC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19E1F-E406-4CFD-9671-F8CB2324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918AA-4EDA-43EE-9743-439B253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932A8-4E67-4BEC-8A61-6CDF578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B74B3-E8BC-4002-8CDC-6AE5A239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CE499-488C-4D00-AD93-A722D633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1056F-35A7-4693-87EE-1C649F0A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AC494-E980-4D54-BCAE-77C85AAD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5F643-2359-448D-AC6F-AB89BA78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29883-D0C8-4F9A-BEEA-D9786065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2369F-3CCB-476E-8EF6-00E891A5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23DF5-ED15-4DBB-B012-49F520AA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D5464C-38CE-4E4D-BC47-772AF84D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DBDB6-92C6-49A0-A187-FED46443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DE238-D621-4056-BD59-08446AF3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6B155-2DCE-4926-B334-D08ABD03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E38669-FB83-42BA-9DCC-9907301F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B49AF7-D5B2-439C-A7E2-85BEF62F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665546-F58F-49B9-9E62-18E8BA19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50D2AE-877D-4237-8A7B-206E72D0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B07823-8ADE-4257-9468-E1833AF2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9DE827-56DF-47F8-9554-4D30ECFC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7938778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8F3C5-D7B9-40A6-B563-037DDA0E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7448F-00D3-462D-B17E-CCF93D26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Indeterminate forms - L'Hospital's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C7077-1B91-4877-B85F-AE82C903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3B5AD-9963-4FA0-9348-021E5938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FC758-24D3-4BB4-84A9-E0C3D468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9F294-C3DE-4CE9-A81C-E4ACA0CF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808B7-F099-4296-9469-795069CF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A6C9A-E3A8-4F9B-8578-C06D5811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DCDFB-C421-488E-B71A-A039552F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3A884-083A-440F-8425-4E0B1FB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D90ED-488B-4DEB-915A-5D1C71D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36746-563E-43CD-A155-2DCD267E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7626D-FD23-4490-AF2E-0A513C9E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3F471-BF83-4928-86BE-7D03F7A1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4469E-9C1E-486D-B6A5-E720CACE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6431D-EE93-48C4-9D58-7587BB53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1F8D8-D260-4EDF-B7A8-73324B48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88957-3890-4350-A348-E0DC6F95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7EC96-2E97-45D7-BE0D-C26AFE53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A7E7A-DC28-4231-90F9-79C9171F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09427-B44A-42EC-AC7B-83A2EBF9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CB0B0-C3DD-4486-8F0C-FDE74FFD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4A5AC-55F3-47DC-AFAE-0B484ED1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39CDB-8E4E-433A-B306-8393F90E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62C87-A4BE-4C9F-99CC-C58D5776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49828-07A0-4C37-8266-643E97F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DC7E7-B01B-443D-A51A-50D9496D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5F721-18BE-46F7-8B38-0860A5DF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05E2AC-946B-4FFE-9DFC-C00B8607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2FBD0-87B9-4356-8ED3-7E8567C1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31F787-362E-45DC-B7BC-0ACA6703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143E1-6E38-4403-AEFB-78A11C21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1126804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BBFF26-750A-4400-99F3-045FA4EA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D2EEE-D927-4737-A8B2-1DA0585C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Partial differentiation, total derivative -...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B9D1D-5E20-4268-81CE-C4F1D2E2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99917-8A6D-407C-8E1A-B3704493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841C7-D3BC-4624-B27D-662D2377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B84EA-B8A1-4B17-A5BA-1AE38C04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80E5B-9618-42A6-9AB2-2A875A1E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BBA63-121F-4EE9-9210-A29E1191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534F0-75A6-4BF0-AFE9-795D6567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FBAA8-434A-4E13-876C-25E024C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9D6FF-4A97-401E-9673-5017D2CA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4B562-2D94-49AF-BF04-CD17E346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7F7B6-40F6-428F-8B69-1A8590B3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95F4E-FB71-4A57-8117-22E414EE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FDD8-6A33-40D1-84E6-D7044E1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F28CA-1623-4FFE-AF94-80034597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12D24-1FBB-4EED-9DD7-9551702C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37363-FC99-4F5A-9F68-15F3B406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04165-683A-451F-A8E2-50EEBD92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D0F3F-92F1-417C-91A1-0BE4B292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5F54B-4A98-402C-BDC6-306F8EEF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89566-2A4E-4085-981E-6A9DF516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31185-71D3-4C3C-82C5-2AABA2FF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8A88A-C7AD-4497-8C63-8830707B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068CA-8AB8-49E2-BAC2-D8546FD5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D21D6-AB92-411A-995A-6947EE83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6A5233-1CAB-4754-BF31-3CC8304A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FBE8C0-89C9-492A-82A2-BA87328A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FCC973-BC6C-421D-9A4E-4ECBC01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3E7C2-0B6B-45BD-9E54-388F6BDC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F9B9B-226E-4191-8BEC-6F12F5CC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5179BC-CBF0-49A3-BFE7-6AA48DB6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63855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2026-08-24T16:02:56.7870000Z</dcterms:created>
  <dcterms:modified xsi:type="dcterms:W3CDTF">2026-08-24T16:02:56.7870000Z</dcterms:modified>
</coreProperties>
</file>