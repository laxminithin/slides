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fe06bff5ba445d" /><Relationship Type="http://schemas.openxmlformats.org/officeDocument/2006/relationships/extended-properties" Target="/docProps/app.xml" Id="Rdbef5d86f39542a4" /><Relationship Type="http://schemas.openxmlformats.org/officeDocument/2006/relationships/officeDocument" Target="/ppt/presentation.xml" Id="R5eb6dc9f02f04f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548ceec91c4d8f"/>
  </p:sldMasterIdLst>
  <p:notesMasterIdLst>
    <p:notesMasterId xmlns:r="http://schemas.openxmlformats.org/officeDocument/2006/relationships" r:id="R4e98a12d13ba4289"/>
  </p:notesMasterIdLst>
  <p:sldIdLst>
    <p:sldId xmlns:r="http://schemas.openxmlformats.org/officeDocument/2006/relationships" id="256" r:id="R5a2594891ac14cd4"/>
    <p:sldId xmlns:r="http://schemas.openxmlformats.org/officeDocument/2006/relationships" id="257" r:id="R400e03b4c96b483e"/>
    <p:sldId xmlns:r="http://schemas.openxmlformats.org/officeDocument/2006/relationships" id="258" r:id="R36aabed752f94d61"/>
    <p:sldId xmlns:r="http://schemas.openxmlformats.org/officeDocument/2006/relationships" id="259" r:id="R026be8724fc84772"/>
    <p:sldId xmlns:r="http://schemas.openxmlformats.org/officeDocument/2006/relationships" id="260" r:id="R5cfa074043bc472e"/>
    <p:sldId xmlns:r="http://schemas.openxmlformats.org/officeDocument/2006/relationships" id="261" r:id="Radb3e31e32e04322"/>
    <p:sldId xmlns:r="http://schemas.openxmlformats.org/officeDocument/2006/relationships" id="262" r:id="Re8c48c3f2d68486c"/>
    <p:sldId xmlns:r="http://schemas.openxmlformats.org/officeDocument/2006/relationships" id="263" r:id="R2ac00ff672784040"/>
    <p:sldId xmlns:r="http://schemas.openxmlformats.org/officeDocument/2006/relationships" id="264" r:id="R166a373cca814e1f"/>
    <p:sldId xmlns:r="http://schemas.openxmlformats.org/officeDocument/2006/relationships" id="265" r:id="Ra1e42e61caf14fe9"/>
    <p:sldId xmlns:r="http://schemas.openxmlformats.org/officeDocument/2006/relationships" id="266" r:id="Rdaf0a2b2481349f5"/>
    <p:sldId xmlns:r="http://schemas.openxmlformats.org/officeDocument/2006/relationships" id="267" r:id="Rc97ecf6388244fdb"/>
    <p:sldId xmlns:r="http://schemas.openxmlformats.org/officeDocument/2006/relationships" id="268" r:id="Re3171eac66184fad"/>
    <p:sldId xmlns:r="http://schemas.openxmlformats.org/officeDocument/2006/relationships" id="269" r:id="R20e7fab6685f4af6"/>
    <p:sldId xmlns:r="http://schemas.openxmlformats.org/officeDocument/2006/relationships" id="270" r:id="R3e5b5255711544af"/>
    <p:sldId xmlns:r="http://schemas.openxmlformats.org/officeDocument/2006/relationships" id="271" r:id="R1b64204793db49b9"/>
    <p:sldId xmlns:r="http://schemas.openxmlformats.org/officeDocument/2006/relationships" id="272" r:id="R5ed29ec7b4fc4296"/>
    <p:sldId xmlns:r="http://schemas.openxmlformats.org/officeDocument/2006/relationships" id="273" r:id="R6b2ad46ef66a49a5"/>
    <p:sldId xmlns:r="http://schemas.openxmlformats.org/officeDocument/2006/relationships" id="274" r:id="R6523a49bb3ab4115"/>
    <p:sldId xmlns:r="http://schemas.openxmlformats.org/officeDocument/2006/relationships" id="275" r:id="R48faba136c404b55"/>
    <p:sldId xmlns:r="http://schemas.openxmlformats.org/officeDocument/2006/relationships" id="276" r:id="Rbabae7595faf4857"/>
    <p:sldId xmlns:r="http://schemas.openxmlformats.org/officeDocument/2006/relationships" id="277" r:id="R19112199510d4683"/>
    <p:sldId xmlns:r="http://schemas.openxmlformats.org/officeDocument/2006/relationships" id="278" r:id="Rf6ee4c85ad894816"/>
    <p:sldId xmlns:r="http://schemas.openxmlformats.org/officeDocument/2006/relationships" id="279" r:id="R94374e21b0cb482a"/>
    <p:sldId xmlns:r="http://schemas.openxmlformats.org/officeDocument/2006/relationships" id="280" r:id="R7d95688d4e444783"/>
    <p:sldId xmlns:r="http://schemas.openxmlformats.org/officeDocument/2006/relationships" id="281" r:id="R4131a54a7ff543b3"/>
    <p:sldId xmlns:r="http://schemas.openxmlformats.org/officeDocument/2006/relationships" id="282" r:id="R7165749bfdcf4af4"/>
    <p:sldId xmlns:r="http://schemas.openxmlformats.org/officeDocument/2006/relationships" id="283" r:id="R20295e3940574a3a"/>
    <p:sldId xmlns:r="http://schemas.openxmlformats.org/officeDocument/2006/relationships" id="284" r:id="Ra499479096144814"/>
    <p:sldId xmlns:r="http://schemas.openxmlformats.org/officeDocument/2006/relationships" id="285" r:id="Rf47e1dd4fd984038"/>
    <p:sldId xmlns:r="http://schemas.openxmlformats.org/officeDocument/2006/relationships" id="286" r:id="Rf2436be3a0cb4120"/>
    <p:sldId xmlns:r="http://schemas.openxmlformats.org/officeDocument/2006/relationships" id="287" r:id="Rc631d5a82b4349f9"/>
    <p:sldId xmlns:r="http://schemas.openxmlformats.org/officeDocument/2006/relationships" id="288" r:id="R35ecf7a83b7e45c3"/>
    <p:sldId xmlns:r="http://schemas.openxmlformats.org/officeDocument/2006/relationships" id="289" r:id="R8ad00f0b43744c27"/>
    <p:sldId xmlns:r="http://schemas.openxmlformats.org/officeDocument/2006/relationships" id="290" r:id="R930d801871974085"/>
    <p:sldId xmlns:r="http://schemas.openxmlformats.org/officeDocument/2006/relationships" id="291" r:id="R8830bbe3314c49d9"/>
    <p:sldId xmlns:r="http://schemas.openxmlformats.org/officeDocument/2006/relationships" id="292" r:id="Rce42e7e36b88407b"/>
    <p:sldId xmlns:r="http://schemas.openxmlformats.org/officeDocument/2006/relationships" id="293" r:id="R36ee3eedb7334712"/>
    <p:sldId xmlns:r="http://schemas.openxmlformats.org/officeDocument/2006/relationships" id="294" r:id="R2a46a1e5617b43bd"/>
    <p:sldId xmlns:r="http://schemas.openxmlformats.org/officeDocument/2006/relationships" id="295" r:id="R4b166119529d4e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3fbd8c70624ae9" /><Relationship Type="http://schemas.openxmlformats.org/officeDocument/2006/relationships/slideMaster" Target="/ppt/slideMasters/slideMaster1.xml" Id="Rd1548ceec91c4d8f" /><Relationship Type="http://schemas.openxmlformats.org/officeDocument/2006/relationships/notesMaster" Target="/ppt/notesMasters/notesMaster1.xml" Id="R4e98a12d13ba4289" /><Relationship Type="http://schemas.openxmlformats.org/officeDocument/2006/relationships/presProps" Target="/ppt/presProps.xml" Id="R320506c86cb343db" /><Relationship Type="http://schemas.openxmlformats.org/officeDocument/2006/relationships/tableStyles" Target="/ppt/tableStyles.xml" Id="Rfbd8551638bd4a98" /><Relationship Type="http://schemas.openxmlformats.org/officeDocument/2006/relationships/slide" Target="/ppt/slides/slide1.xml" Id="R5a2594891ac14cd4" /><Relationship Type="http://schemas.openxmlformats.org/officeDocument/2006/relationships/slide" Target="/ppt/slides/slide2.xml" Id="R400e03b4c96b483e" /><Relationship Type="http://schemas.openxmlformats.org/officeDocument/2006/relationships/slide" Target="/ppt/slides/slide3.xml" Id="R36aabed752f94d61" /><Relationship Type="http://schemas.openxmlformats.org/officeDocument/2006/relationships/slide" Target="/ppt/slides/slide4.xml" Id="R026be8724fc84772" /><Relationship Type="http://schemas.openxmlformats.org/officeDocument/2006/relationships/slide" Target="/ppt/slides/slide5.xml" Id="R5cfa074043bc472e" /><Relationship Type="http://schemas.openxmlformats.org/officeDocument/2006/relationships/slide" Target="/ppt/slides/slide6.xml" Id="Radb3e31e32e04322" /><Relationship Type="http://schemas.openxmlformats.org/officeDocument/2006/relationships/slide" Target="/ppt/slides/slide7.xml" Id="Re8c48c3f2d68486c" /><Relationship Type="http://schemas.openxmlformats.org/officeDocument/2006/relationships/slide" Target="/ppt/slides/slide8.xml" Id="R2ac00ff672784040" /><Relationship Type="http://schemas.openxmlformats.org/officeDocument/2006/relationships/slide" Target="/ppt/slides/slide9.xml" Id="R166a373cca814e1f" /><Relationship Type="http://schemas.openxmlformats.org/officeDocument/2006/relationships/slide" Target="/ppt/slides/slide10.xml" Id="Ra1e42e61caf14fe9" /><Relationship Type="http://schemas.openxmlformats.org/officeDocument/2006/relationships/slide" Target="/ppt/slides/slide11.xml" Id="Rdaf0a2b2481349f5" /><Relationship Type="http://schemas.openxmlformats.org/officeDocument/2006/relationships/slide" Target="/ppt/slides/slide12.xml" Id="Rc97ecf6388244fdb" /><Relationship Type="http://schemas.openxmlformats.org/officeDocument/2006/relationships/slide" Target="/ppt/slides/slide13.xml" Id="Re3171eac66184fad" /><Relationship Type="http://schemas.openxmlformats.org/officeDocument/2006/relationships/slide" Target="/ppt/slides/slide14.xml" Id="R20e7fab6685f4af6" /><Relationship Type="http://schemas.openxmlformats.org/officeDocument/2006/relationships/slide" Target="/ppt/slides/slide15.xml" Id="R3e5b5255711544af" /><Relationship Type="http://schemas.openxmlformats.org/officeDocument/2006/relationships/slide" Target="/ppt/slides/slide16.xml" Id="R1b64204793db49b9" /><Relationship Type="http://schemas.openxmlformats.org/officeDocument/2006/relationships/slide" Target="/ppt/slides/slide17.xml" Id="R5ed29ec7b4fc4296" /><Relationship Type="http://schemas.openxmlformats.org/officeDocument/2006/relationships/slide" Target="/ppt/slides/slide18.xml" Id="R6b2ad46ef66a49a5" /><Relationship Type="http://schemas.openxmlformats.org/officeDocument/2006/relationships/slide" Target="/ppt/slides/slide19.xml" Id="R6523a49bb3ab4115" /><Relationship Type="http://schemas.openxmlformats.org/officeDocument/2006/relationships/slide" Target="/ppt/slides/slide20.xml" Id="R48faba136c404b55" /><Relationship Type="http://schemas.openxmlformats.org/officeDocument/2006/relationships/slide" Target="/ppt/slides/slide21.xml" Id="Rbabae7595faf4857" /><Relationship Type="http://schemas.openxmlformats.org/officeDocument/2006/relationships/slide" Target="/ppt/slides/slide22.xml" Id="R19112199510d4683" /><Relationship Type="http://schemas.openxmlformats.org/officeDocument/2006/relationships/slide" Target="/ppt/slides/slide23.xml" Id="Rf6ee4c85ad894816" /><Relationship Type="http://schemas.openxmlformats.org/officeDocument/2006/relationships/slide" Target="/ppt/slides/slide24.xml" Id="R94374e21b0cb482a" /><Relationship Type="http://schemas.openxmlformats.org/officeDocument/2006/relationships/slide" Target="/ppt/slides/slide25.xml" Id="R7d95688d4e444783" /><Relationship Type="http://schemas.openxmlformats.org/officeDocument/2006/relationships/slide" Target="/ppt/slides/slide26.xml" Id="R4131a54a7ff543b3" /><Relationship Type="http://schemas.openxmlformats.org/officeDocument/2006/relationships/slide" Target="/ppt/slides/slide27.xml" Id="R7165749bfdcf4af4" /><Relationship Type="http://schemas.openxmlformats.org/officeDocument/2006/relationships/slide" Target="/ppt/slides/slide28.xml" Id="R20295e3940574a3a" /><Relationship Type="http://schemas.openxmlformats.org/officeDocument/2006/relationships/slide" Target="/ppt/slides/slide29.xml" Id="Ra499479096144814" /><Relationship Type="http://schemas.openxmlformats.org/officeDocument/2006/relationships/slide" Target="/ppt/slides/slide30.xml" Id="Rf47e1dd4fd984038" /><Relationship Type="http://schemas.openxmlformats.org/officeDocument/2006/relationships/slide" Target="/ppt/slides/slide31.xml" Id="Rf2436be3a0cb4120" /><Relationship Type="http://schemas.openxmlformats.org/officeDocument/2006/relationships/slide" Target="/ppt/slides/slide32.xml" Id="Rc631d5a82b4349f9" /><Relationship Type="http://schemas.openxmlformats.org/officeDocument/2006/relationships/slide" Target="/ppt/slides/slide33.xml" Id="R35ecf7a83b7e45c3" /><Relationship Type="http://schemas.openxmlformats.org/officeDocument/2006/relationships/slide" Target="/ppt/slides/slide34.xml" Id="R8ad00f0b43744c27" /><Relationship Type="http://schemas.openxmlformats.org/officeDocument/2006/relationships/slide" Target="/ppt/slides/slide35.xml" Id="R930d801871974085" /><Relationship Type="http://schemas.openxmlformats.org/officeDocument/2006/relationships/slide" Target="/ppt/slides/slide36.xml" Id="R8830bbe3314c49d9" /><Relationship Type="http://schemas.openxmlformats.org/officeDocument/2006/relationships/slide" Target="/ppt/slides/slide37.xml" Id="Rce42e7e36b88407b" /><Relationship Type="http://schemas.openxmlformats.org/officeDocument/2006/relationships/slide" Target="/ppt/slides/slide38.xml" Id="R36ee3eedb7334712" /><Relationship Type="http://schemas.openxmlformats.org/officeDocument/2006/relationships/slide" Target="/ppt/slides/slide39.xml" Id="R2a46a1e5617b43bd" /><Relationship Type="http://schemas.openxmlformats.org/officeDocument/2006/relationships/slide" Target="/ppt/slides/slide40.xml" Id="R4b166119529d4e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2dc77247d94e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2aacee71c74558" /><Relationship Type="http://schemas.openxmlformats.org/officeDocument/2006/relationships/notesMaster" Target="/ppt/notesMasters/notesMaster1.xml" Id="R3d1ee8bea02c44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f1965b956143f8" /><Relationship Type="http://schemas.openxmlformats.org/officeDocument/2006/relationships/notesMaster" Target="/ppt/notesMasters/notesMaster1.xml" Id="R47c68dcfa66540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eb1b3c791148c7" /><Relationship Type="http://schemas.openxmlformats.org/officeDocument/2006/relationships/notesMaster" Target="/ppt/notesMasters/notesMaster1.xml" Id="R31c8b4687ad94f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ae432f014b4f80" /><Relationship Type="http://schemas.openxmlformats.org/officeDocument/2006/relationships/notesMaster" Target="/ppt/notesMasters/notesMaster1.xml" Id="R7a2d855a4e2149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989435dc904967" /><Relationship Type="http://schemas.openxmlformats.org/officeDocument/2006/relationships/notesMaster" Target="/ppt/notesMasters/notesMaster1.xml" Id="R92fb842bcadf43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6d0bb48ccb4507" /><Relationship Type="http://schemas.openxmlformats.org/officeDocument/2006/relationships/notesMaster" Target="/ppt/notesMasters/notesMaster1.xml" Id="Rb284f63058384b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685fc7ea6b4749" /><Relationship Type="http://schemas.openxmlformats.org/officeDocument/2006/relationships/notesMaster" Target="/ppt/notesMasters/notesMaster1.xml" Id="R6a07b6fb4a7a4a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09cd83a6954ebb" /><Relationship Type="http://schemas.openxmlformats.org/officeDocument/2006/relationships/notesMaster" Target="/ppt/notesMasters/notesMaster1.xml" Id="R4762df15463f43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f1d8d3164749f3" /><Relationship Type="http://schemas.openxmlformats.org/officeDocument/2006/relationships/notesMaster" Target="/ppt/notesMasters/notesMaster1.xml" Id="R636671bacdda45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24ca19c1cb4e41" /><Relationship Type="http://schemas.openxmlformats.org/officeDocument/2006/relationships/notesMaster" Target="/ppt/notesMasters/notesMaster1.xml" Id="R5d8fd26faa4a42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f601f4941b4179" /><Relationship Type="http://schemas.openxmlformats.org/officeDocument/2006/relationships/notesMaster" Target="/ppt/notesMasters/notesMaster1.xml" Id="R22a6916f108248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cea4241a2a4d33" /><Relationship Type="http://schemas.openxmlformats.org/officeDocument/2006/relationships/notesMaster" Target="/ppt/notesMasters/notesMaster1.xml" Id="Rf4045f3bf53241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f4e5b7bd694906" /><Relationship Type="http://schemas.openxmlformats.org/officeDocument/2006/relationships/notesMaster" Target="/ppt/notesMasters/notesMaster1.xml" Id="R9cd030c7783d4b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414a6e7dd445c8" /><Relationship Type="http://schemas.openxmlformats.org/officeDocument/2006/relationships/notesMaster" Target="/ppt/notesMasters/notesMaster1.xml" Id="R8d210782b89f49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f6899ede7f47fb" /><Relationship Type="http://schemas.openxmlformats.org/officeDocument/2006/relationships/notesMaster" Target="/ppt/notesMasters/notesMaster1.xml" Id="Raaa8cbc0a4ac46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d57e301bd445cf" /><Relationship Type="http://schemas.openxmlformats.org/officeDocument/2006/relationships/notesMaster" Target="/ppt/notesMasters/notesMaster1.xml" Id="R53c751c061344b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6ce4166075404f" /><Relationship Type="http://schemas.openxmlformats.org/officeDocument/2006/relationships/notesMaster" Target="/ppt/notesMasters/notesMaster1.xml" Id="Re24890d47ac841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23d05134554e86" /><Relationship Type="http://schemas.openxmlformats.org/officeDocument/2006/relationships/notesMaster" Target="/ppt/notesMasters/notesMaster1.xml" Id="R7c82c88a612243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71d18436164d4e" /><Relationship Type="http://schemas.openxmlformats.org/officeDocument/2006/relationships/notesMaster" Target="/ppt/notesMasters/notesMaster1.xml" Id="R6eefaf53b870495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62af68f4ef4323" /><Relationship Type="http://schemas.openxmlformats.org/officeDocument/2006/relationships/notesMaster" Target="/ppt/notesMasters/notesMaster1.xml" Id="R5edfb91ea17c4b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e3aea191b394a64" /><Relationship Type="http://schemas.openxmlformats.org/officeDocument/2006/relationships/notesMaster" Target="/ppt/notesMasters/notesMaster1.xml" Id="R15aaf46c15e848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f5e0ab073a462c" /><Relationship Type="http://schemas.openxmlformats.org/officeDocument/2006/relationships/notesMaster" Target="/ppt/notesMasters/notesMaster1.xml" Id="R50e3546f59b94d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abf6fa7ed74dfb" /><Relationship Type="http://schemas.openxmlformats.org/officeDocument/2006/relationships/notesMaster" Target="/ppt/notesMasters/notesMaster1.xml" Id="Rbe645952febd416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73dfc4da4084bc5" /><Relationship Type="http://schemas.openxmlformats.org/officeDocument/2006/relationships/notesMaster" Target="/ppt/notesMasters/notesMaster1.xml" Id="R9f71174175f1486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fed888617f4351" /><Relationship Type="http://schemas.openxmlformats.org/officeDocument/2006/relationships/notesMaster" Target="/ppt/notesMasters/notesMaster1.xml" Id="Rc8e68502c08c4f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63598dddffa4b94" /><Relationship Type="http://schemas.openxmlformats.org/officeDocument/2006/relationships/notesMaster" Target="/ppt/notesMasters/notesMaster1.xml" Id="R2568ff34fde040d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30ea9017de94e11" /><Relationship Type="http://schemas.openxmlformats.org/officeDocument/2006/relationships/notesMaster" Target="/ppt/notesMasters/notesMaster1.xml" Id="Rb065acc13f6d447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30830001bf643b6" /><Relationship Type="http://schemas.openxmlformats.org/officeDocument/2006/relationships/notesMaster" Target="/ppt/notesMasters/notesMaster1.xml" Id="Ra3c96a9efc87487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b724c65bcc54a02" /><Relationship Type="http://schemas.openxmlformats.org/officeDocument/2006/relationships/notesMaster" Target="/ppt/notesMasters/notesMaster1.xml" Id="Rd38ea9ea0147407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303afb969c54d99" /><Relationship Type="http://schemas.openxmlformats.org/officeDocument/2006/relationships/notesMaster" Target="/ppt/notesMasters/notesMaster1.xml" Id="R2305be65fa3e460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e5d02ac9f2640f0" /><Relationship Type="http://schemas.openxmlformats.org/officeDocument/2006/relationships/notesMaster" Target="/ppt/notesMasters/notesMaster1.xml" Id="R394be8b8769c4d4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344b6b326864085" /><Relationship Type="http://schemas.openxmlformats.org/officeDocument/2006/relationships/notesMaster" Target="/ppt/notesMasters/notesMaster1.xml" Id="R1b5840c7173a4f2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974d1635e0d4bff" /><Relationship Type="http://schemas.openxmlformats.org/officeDocument/2006/relationships/notesMaster" Target="/ppt/notesMasters/notesMaster1.xml" Id="R200fe08ec124420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936cb02319b4dc5" /><Relationship Type="http://schemas.openxmlformats.org/officeDocument/2006/relationships/notesMaster" Target="/ppt/notesMasters/notesMaster1.xml" Id="R79609f04fec149d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86399d5445e43c8" /><Relationship Type="http://schemas.openxmlformats.org/officeDocument/2006/relationships/notesMaster" Target="/ppt/notesMasters/notesMaster1.xml" Id="R2166ab95e1e84f0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848bd606e6a4124" /><Relationship Type="http://schemas.openxmlformats.org/officeDocument/2006/relationships/notesMaster" Target="/ppt/notesMasters/notesMaster1.xml" Id="R5c8f51a1b1c949c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c05d04173a74b48" /><Relationship Type="http://schemas.openxmlformats.org/officeDocument/2006/relationships/notesMaster" Target="/ppt/notesMasters/notesMaster1.xml" Id="Rabbc13cd3ea6483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833075c875042ce" /><Relationship Type="http://schemas.openxmlformats.org/officeDocument/2006/relationships/notesMaster" Target="/ppt/notesMasters/notesMaster1.xml" Id="R633d3f0b2a3e448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a9a473eaa674195" /><Relationship Type="http://schemas.openxmlformats.org/officeDocument/2006/relationships/notesMaster" Target="/ppt/notesMasters/notesMaster1.xml" Id="R44e5c8b52dc5426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a9277c38eb2450c" /><Relationship Type="http://schemas.openxmlformats.org/officeDocument/2006/relationships/notesMaster" Target="/ppt/notesMasters/notesMaster1.xml" Id="R27e3a5afbe6746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bc2ec89a34c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3a82d872084a80" /><Relationship Type="http://schemas.openxmlformats.org/officeDocument/2006/relationships/slideLayout" Target="/ppt/slideLayouts/slideLayout1.xml" Id="R37d0af9280364a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d0af9280364a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f3bfdc64b4edc" /><Relationship Type="http://schemas.openxmlformats.org/officeDocument/2006/relationships/notesSlide" Target="/ppt/notesSlides/notesSlide1.xml" Id="R93a44a0dea3240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70ee804fb49df" /><Relationship Type="http://schemas.openxmlformats.org/officeDocument/2006/relationships/notesSlide" Target="/ppt/notesSlides/notesSlide2.xml" Id="R12fdef4c4e7f4e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02510693446bd" /><Relationship Type="http://schemas.openxmlformats.org/officeDocument/2006/relationships/notesSlide" Target="/ppt/notesSlides/notesSlide3.xml" Id="R75c04295ab924f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7b69227a34788" /><Relationship Type="http://schemas.openxmlformats.org/officeDocument/2006/relationships/notesSlide" Target="/ppt/notesSlides/notesSlide4.xml" Id="R8dbf70ad597543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d6dabe86e4197" /><Relationship Type="http://schemas.openxmlformats.org/officeDocument/2006/relationships/notesSlide" Target="/ppt/notesSlides/notesSlide5.xml" Id="R1f51b3b793de42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ccd5c929d4f31" /><Relationship Type="http://schemas.openxmlformats.org/officeDocument/2006/relationships/notesSlide" Target="/ppt/notesSlides/notesSlide6.xml" Id="Rfa8dbeb1d0b647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6223209294f3e" /><Relationship Type="http://schemas.openxmlformats.org/officeDocument/2006/relationships/notesSlide" Target="/ppt/notesSlides/notesSlide7.xml" Id="R2b7a7d8ba5114e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be06b7ab048c7" /><Relationship Type="http://schemas.openxmlformats.org/officeDocument/2006/relationships/notesSlide" Target="/ppt/notesSlides/notesSlide8.xml" Id="Rea1cb06a423740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fce5a6ce64512" /><Relationship Type="http://schemas.openxmlformats.org/officeDocument/2006/relationships/notesSlide" Target="/ppt/notesSlides/notesSlide9.xml" Id="R2a77455b8ae64d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5868a10254cf3" /><Relationship Type="http://schemas.openxmlformats.org/officeDocument/2006/relationships/notesSlide" Target="/ppt/notesSlides/notesSlide10.xml" Id="Raf96001e3e924e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4a6eff2574c9f" /><Relationship Type="http://schemas.openxmlformats.org/officeDocument/2006/relationships/notesSlide" Target="/ppt/notesSlides/notesSlide11.xml" Id="Ra9a82790ecc443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5ecd39788419a" /><Relationship Type="http://schemas.openxmlformats.org/officeDocument/2006/relationships/notesSlide" Target="/ppt/notesSlides/notesSlide12.xml" Id="R587c7d04caf440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d8313fe744fba" /><Relationship Type="http://schemas.openxmlformats.org/officeDocument/2006/relationships/notesSlide" Target="/ppt/notesSlides/notesSlide13.xml" Id="Rdccc5d5eb1a34b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61c852e554671" /><Relationship Type="http://schemas.openxmlformats.org/officeDocument/2006/relationships/notesSlide" Target="/ppt/notesSlides/notesSlide14.xml" Id="Rb8b6ab3813a248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6f289aaed438a" /><Relationship Type="http://schemas.openxmlformats.org/officeDocument/2006/relationships/notesSlide" Target="/ppt/notesSlides/notesSlide15.xml" Id="R824df25fdf1b46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c547039b84174" /><Relationship Type="http://schemas.openxmlformats.org/officeDocument/2006/relationships/notesSlide" Target="/ppt/notesSlides/notesSlide16.xml" Id="Rc925ca40b5c041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9c45c14124761" /><Relationship Type="http://schemas.openxmlformats.org/officeDocument/2006/relationships/notesSlide" Target="/ppt/notesSlides/notesSlide17.xml" Id="R8fe5d29b7cb640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eca6efb464f06" /><Relationship Type="http://schemas.openxmlformats.org/officeDocument/2006/relationships/notesSlide" Target="/ppt/notesSlides/notesSlide18.xml" Id="Rdd36d2d87fab4f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16021b45b4e25" /><Relationship Type="http://schemas.openxmlformats.org/officeDocument/2006/relationships/notesSlide" Target="/ppt/notesSlides/notesSlide19.xml" Id="Ree70cd32f72d4c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6c112792d44dd" /><Relationship Type="http://schemas.openxmlformats.org/officeDocument/2006/relationships/notesSlide" Target="/ppt/notesSlides/notesSlide20.xml" Id="R40bce33a6ddc49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3603540234ce2" /><Relationship Type="http://schemas.openxmlformats.org/officeDocument/2006/relationships/notesSlide" Target="/ppt/notesSlides/notesSlide21.xml" Id="Rd311ca4c19f84f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025f3186b4611" /><Relationship Type="http://schemas.openxmlformats.org/officeDocument/2006/relationships/notesSlide" Target="/ppt/notesSlides/notesSlide22.xml" Id="Rcf2573a63ed84c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9df3fb8f548ee" /><Relationship Type="http://schemas.openxmlformats.org/officeDocument/2006/relationships/notesSlide" Target="/ppt/notesSlides/notesSlide23.xml" Id="R9c2e90c7310d46a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6b76362714f25" /><Relationship Type="http://schemas.openxmlformats.org/officeDocument/2006/relationships/notesSlide" Target="/ppt/notesSlides/notesSlide24.xml" Id="R6b2c7787dd1043f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8a791f11947ae" /><Relationship Type="http://schemas.openxmlformats.org/officeDocument/2006/relationships/notesSlide" Target="/ppt/notesSlides/notesSlide25.xml" Id="Rc84d3aa004a748a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38d74854a4ee7" /><Relationship Type="http://schemas.openxmlformats.org/officeDocument/2006/relationships/notesSlide" Target="/ppt/notesSlides/notesSlide26.xml" Id="R8cc01b06f65b4a1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04d07fca044f2" /><Relationship Type="http://schemas.openxmlformats.org/officeDocument/2006/relationships/notesSlide" Target="/ppt/notesSlides/notesSlide27.xml" Id="Rf907d2cae82a4b9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2d74e16f54063" /><Relationship Type="http://schemas.openxmlformats.org/officeDocument/2006/relationships/notesSlide" Target="/ppt/notesSlides/notesSlide28.xml" Id="Rc525771528e949b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666236a60463a" /><Relationship Type="http://schemas.openxmlformats.org/officeDocument/2006/relationships/notesSlide" Target="/ppt/notesSlides/notesSlide29.xml" Id="R66a6b4944c96471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3d87de91c4d34" /><Relationship Type="http://schemas.openxmlformats.org/officeDocument/2006/relationships/notesSlide" Target="/ppt/notesSlides/notesSlide30.xml" Id="R0a08a1a2dcfc464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35a1f63e74b82" /><Relationship Type="http://schemas.openxmlformats.org/officeDocument/2006/relationships/notesSlide" Target="/ppt/notesSlides/notesSlide31.xml" Id="Rdf1a6478f7df422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97cf62716428f" /><Relationship Type="http://schemas.openxmlformats.org/officeDocument/2006/relationships/notesSlide" Target="/ppt/notesSlides/notesSlide32.xml" Id="R2f09c0ae8ea34d4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f54e1a59b4db8" /><Relationship Type="http://schemas.openxmlformats.org/officeDocument/2006/relationships/notesSlide" Target="/ppt/notesSlides/notesSlide33.xml" Id="Rec95760b67c04c7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58b5681064db9" /><Relationship Type="http://schemas.openxmlformats.org/officeDocument/2006/relationships/notesSlide" Target="/ppt/notesSlides/notesSlide34.xml" Id="R59a1554153e04e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678875c824da7" /><Relationship Type="http://schemas.openxmlformats.org/officeDocument/2006/relationships/notesSlide" Target="/ppt/notesSlides/notesSlide35.xml" Id="Rdb09b8cfa12043a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e6016b90b4c7c" /><Relationship Type="http://schemas.openxmlformats.org/officeDocument/2006/relationships/notesSlide" Target="/ppt/notesSlides/notesSlide36.xml" Id="Rcfbfc1a4faf5467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17270c1d7436b" /><Relationship Type="http://schemas.openxmlformats.org/officeDocument/2006/relationships/notesSlide" Target="/ppt/notesSlides/notesSlide37.xml" Id="R2770400d586442d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a93bdd005496a" /><Relationship Type="http://schemas.openxmlformats.org/officeDocument/2006/relationships/notesSlide" Target="/ppt/notesSlides/notesSlide38.xml" Id="Rabdb1a81ffa0475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1cedc73f642aa" /><Relationship Type="http://schemas.openxmlformats.org/officeDocument/2006/relationships/notesSlide" Target="/ppt/notesSlides/notesSlide39.xml" Id="R6afd13b46a02445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c82e803154d22" /><Relationship Type="http://schemas.openxmlformats.org/officeDocument/2006/relationships/notesSlide" Target="/ppt/notesSlides/notesSlide40.xml" Id="R395333496cf544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04205-44FF-4F10-964B-D60C9500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570C9-7B5E-466D-9E85-D1C4A3B1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Linear Algebra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A952A-0C41-4D5C-8105-0FD0E3BF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1BMATC101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BD53B-90BD-4CE1-B3E3-84C2E421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ED21A-E540-4714-88EE-231558B2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3FD69-8C8C-4123-8F71-40CF744C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B28EF-E63E-49AB-833B-FE54DD7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23A62-7E18-48AB-ADAA-A4DD16AD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0F644-2595-464C-B9EB-C4F01AB5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69593-4D57-4D70-8B4A-F4E03015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2DA56-3841-4ECA-AC11-648C8445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A8B36-D0D8-4C15-95C9-5C74EEE7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A5DC8-E3E0-412E-9B36-BA7A1A65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70565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12D4A-8028-4CBB-92DB-5796D193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2320A-6140-4124-9FF1-F9B300D6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0E745-B293-4A1D-8816-4A22C39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3BF4D-A255-4438-BF96-C7CA6172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78EC1-5F16-4172-BC4F-95EABFE2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61602-0C77-45E6-92F2-31DE9B83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1F0ED-D7A2-4688-9C00-BE8E595B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34FFC-DF74-495E-B7B9-DC678E15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D9056-3A97-4B5F-8837-97FAAA3E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9C756-16D4-4B43-915D-C51B0B62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5697D-93AD-4B5B-A74C-B94C08EC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B2615-1E04-4C5B-AAB9-4068F28C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052EA-5CB1-4EDE-B254-12F1BEE8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ED322-5EEE-41B5-BC05-3C8BB5DF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A9356-A750-4821-9635-37EA4F80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66953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E8153-BC8A-4F82-B921-A675B43F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E2C57-A273-49FD-9DF3-1BD87E0F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F3071-8913-4D84-9C8A-D12FE34F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86B0E-1CB5-4DCA-A561-B1A1E923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68C13-76D2-488D-AD20-C3DB2836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9E5D6-31F0-402D-B254-782B084B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3D517-96E1-40CD-88BE-F54012D6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43FD4-05A8-4B82-A646-877E2791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EDA93-9759-4D8D-A07F-0817312A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Linear Algebra (8Hours Theory) + (4Hours Tutorials) Eleme...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1F3FC-CE13-4264-A7DE-AEB9A80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09942-42A6-4FDF-83E4-6983B2E0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650C3-A22E-4BA8-AF2B-494AD788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Consistency and Solution of system of linear equations -...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AC5EB-9D28-411C-8675-78584A31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2D7C4-6DC4-4116-A6AD-3FFAD735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FECD9-9577-4121-9D0C-1B3ACBE8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Eigenvalues and Eigenvectors, Rayleigh's power method to...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8F8DC-4F28-40B1-A532-FF2FCEA8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09D3F-C4E5-4BF4-87E8-85497E2E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F5BCD-44BD-4F10-B2D2-B68C5B77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Applications: Traffic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54DBA-A58F-4E79-A31A-BA0F26B8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5E11C-3D1A-4668-926C-FB64A113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6C652-D505-4E09-BF66-FB19AD4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Chapter-2.7-2.13, 28.6-28.9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3D9B8-AABA-4F41-B06D-C4B7A450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381C3-9A94-4D7A-80E7-75B3E768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28165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9C6086-B98E-4B77-ABFF-E48A3DCA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CD234-3446-4361-8A15-9C9B06D4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3A0FD-6340-43EB-8739-C4C97C1D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EA0E5-9505-45E1-8FEB-B904AD3C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1FB6C-EDB4-4ED5-9E0C-BC8FE05D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054C-011C-4B50-B620-C895F654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FE13A-7A1E-402F-BD88-2E09662F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0806A-2FF1-49FC-8FBE-D52AB53B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Linear Algebra (8Hours Theory) + (4Hours Tutorials) Eleme...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51094-3EF2-46A1-87E0-C5DAE64F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7A825-706D-4465-99A6-A4B452E8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9DE4E-EF93-4297-A07E-5FAA6438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Consistency and Solution of system of linear equations -....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B5800-4071-42EB-A78B-18F196B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810C3-0D98-4AF0-8633-BF9CF70A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78769-0DBF-432B-B086-FF4F8E3B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Eigenvalues and Eigenvectors, Rayleigh's power method to....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65E98-C9E9-4334-AE92-C0AF129F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828E7-E7ED-4875-ABD1-1A0EDF97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34940-28F5-488E-9A4A-2C0F07FF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Applications: Traffic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89879-A9D6-4A9C-8CCE-B22510C3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7A966-B509-4B3E-806A-4C4500A3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ACFAC-D504-42E8-8718-020FCAC6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Chapter-2.7-2.13, 28.6-28.9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F2DA1-7C31-4535-9801-496B0969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EB98E-DBF7-4787-B44D-77ED7B95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59FB97-7951-403D-88ED-3114FC7B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45997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9B454-E54F-417C-A0B1-DDB4D593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01DBF-3890-467C-9B12-2CA6AAD6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FEFE9-1EF8-4367-8D47-24E8CEA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3A41D-D0CF-46F8-8BCA-EA27B5D0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71FB0-45B4-4FB2-B89E-3A01A7E4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E7DC0-3DEF-436E-A856-64493C0C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Algebra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D4D75-6524-4C9F-B8B0-706F0F7D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E4DCC-82B2-48A6-A149-54C06DA3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Elementary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1669D-7962-4DA4-B446-B146D405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transformation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A7889-B12F-46B2-9852-1FF5F06C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matrix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03139-17D0-45E1-BA77-78BAE594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3E526-4C82-408D-962A-F0CE1FAF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Consistency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92692-C9D8-4233-A894-61E2DE60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65101-BFDE-4411-872C-F1242BC9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3222F-AA0E-4F6C-8C5C-EE859ED2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0EEF5-1651-4C90-BE34-E674F630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0854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83B15-3B99-4C50-8FB5-3FCA1A51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92556-343D-4869-8E64-9E1571BB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17144-D84D-4134-A2B5-3436A190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38100-6EA3-4605-AE39-D18B4547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A82E4-5B95-4E5D-B9C9-00A78102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Linear Algebra (8Hours Theory) + (4Hours Tutorials) Elementary row transformation of a matrix, Rank of a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54BD9-5B47-41AC-A2E6-B51D1C8E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Linear Algebra (8Hours Theory) + (4Hours...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4B273-8F4D-4B9E-A77A-4ECF6516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D4F11-CA5C-4803-8CFD-0624DCF7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5DE3F-671D-4C68-9A03-BBBDAEBA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ECD3A-3DC5-4EE3-88C9-595F8F6D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927D9-ECD5-4377-B053-01F884D7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759CD-878F-426D-8B4D-89C91A8A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54CF0-41FB-46D3-B7F5-F936F889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56616-8FD2-4EE7-9EAE-F30548B7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70B65-7162-40B7-B612-438473D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71B7E-28B0-4623-B646-E2F4D837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39445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9B0034-DC45-43F5-8B90-250A0BA4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66FD2-957A-4863-8B82-546E0287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C0AF4-EABC-45F7-AF01-D0852DB6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FA659-466A-4F27-9794-801CBE9A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46B29-D319-406B-B708-897994F8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1E929-E57F-43E2-B4FB-0A91D0F4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04386-8499-4B38-87AD-08577ED0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78E2A-2147-4070-B090-9E8F7E69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6F03C-B28F-4066-AC2F-E7061627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Linear Algebra...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1B372-892E-4BAB-9AD7-F0E9107F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2D9DF-593B-4D24-A06C-8937431B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622C8-18DA-4616-9BAA-AAB7CD3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Linear Alg...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BB550-9DBC-4AA4-9C0F-F585F84D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6C364-F537-41C3-997A-2E1BF579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FD84F-9ADD-41AC-994C-74F09840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Linear...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02529-10CD-44D1-A199-5A35788C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9B87E-CACF-496E-94A1-E04EC9BE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3BABD-9F59-4F16-95F4-EDC16AE5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Linear Algebr...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01739-35F7-4339-9CF1-8F386B6A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04B8F-36CC-4A7F-AAFC-09B66FBE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472FD-88A9-43C7-B3BC-0A372536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Linear Alge...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BFB01-02F4-4B59-BA1E-0C32621C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DE9C3-06EF-4EED-A377-91B2B446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08022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4A17A-2DEA-4BFB-88DE-F365FC81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0FDF7-7869-4B86-9124-279B2363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089E7-1BCD-4C12-8760-18A884A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EC7E7-EFEE-48F7-860A-55B4AC52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B2D8F-9DB1-4C2A-85C7-2CDF3C2C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CD292-502E-45F1-AA5A-B95E6933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EE6DF-D1FF-4B8C-AEEB-BB85705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D29B6-7BF5-488F-8C83-97BCD8DE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DB2F5-5104-4A9D-810C-D2015528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B6E53-3F9D-4D6E-A722-9778133C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31CD3-3A3C-48EE-8D54-C4B4C404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6F927-C7F2-4019-9002-DEE5735C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C8676-C336-4DD2-A424-2DA01C86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5E38A-25C5-440C-B700-6774F696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8C762-A13F-4E9D-AFC2-41D4CF22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80256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F6150-729A-4AD6-9802-32201E02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ABFF9-9C47-4685-BF64-0191CCD6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3C581-F39B-414A-A549-BED0C62D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8594E-FFA3-45C9-97EB-2A2A551B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16B64-8818-47A8-9A98-1727F863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07D6E-532D-4244-864B-24A6990A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Linear Algebra (8Hours Theory) + (4Hours Tutorials) Eleme...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4B24C-2F57-4D26-A4FF-464314F0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61F1A-4A8A-4BC6-96B2-A6ED1FD8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DD3FD-ABDC-4054-BD27-283785CB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7C0FB-D41A-40EC-82C7-0DA575B3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5E277-43FD-4EC2-8C41-D78704E0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825938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B5B5C-D279-4023-9171-850B75EE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92841-EF73-4E61-81E0-A221A99E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036B0-1577-4364-8389-398FB706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D0FF6-DF08-4C49-B999-5B1D8C84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8D98B-4E81-451C-9375-0D3F846C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Consistency and Solution of system of linear equations - Gauss-elimination method and approximate solution by G...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3B142-2201-46DB-9F09-CF5AE761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Consistency and Solution of system of lin...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043BB-1FDD-4D7C-A5DA-93B983CF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1F79B-1CB8-4C76-9C26-2873AC43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0F467-4BB0-4845-9076-C9682589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A29E8-00E7-4F1D-85A5-A18658E8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B96E8-9008-4EB7-B585-778F578A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9EB0C-DB49-464D-A138-D499777B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D43F8-87AE-44B2-BDA8-0DD5BD4A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C001C-E742-425B-B345-CA9D32DA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91201-D75A-4CB4-81F1-7B3B26F4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EE7DA-E894-43C5-8516-B3E52E85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42303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BB556D-8C59-4CD1-8C2C-7BF0DF4F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23F4D-978D-47C9-BFB3-FE02C70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50847-8225-4BD3-A905-5C8254DA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2E7FA-38F8-4C71-BF26-8C919B63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240F4-25DD-46BA-917F-2B40DC8A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74C74-46AF-44B2-BAA5-15416699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4AA69-A291-4D4A-A484-3AAB5179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E7CA2-8160-46EF-8292-E6AF871E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29C82-5DB5-4023-9412-E7D33A1A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Consistency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CB0D6-90FC-461F-9DBC-4B4E4CB8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771B0-B74B-4BFB-9039-0A2F5B00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AF67A-F129-47A3-BEBB-3BCCC80B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Consistenc...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A25C2-102A-4800-8F8B-0C07B6BA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C3763-0CE4-467A-966C-6F740E19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A1D9A-86D3-4B66-8565-E7AA8F2A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Consist...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774C1-47B0-4575-AD62-C182BE0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6E348-B13B-4908-8651-D956CA99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9F082-8412-46FC-8A21-F625C5A4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Consistency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197AE-E2C3-4A42-9101-0B7686AE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6D387-3F04-491F-BEAB-749071FC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0BAE4-FBB8-46BC-88A5-50987C45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Consistency...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5C7FF-9AEA-489E-A25F-8F4DEFE2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96F10-3DAC-44B8-A3D1-52351A17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50331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37070-7802-4436-BC68-F7BE51DE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8FFA4-46BC-4C5D-84E3-9F306CC1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5DBE1-C3B5-4BED-A698-6ECBB43A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FE9F6-449A-4208-96C4-A6A04876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EB894-2484-44C1-BEA1-924E781D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4C601-C9D5-4901-8AC6-C83C29B6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6CF5D-B093-4BE3-9B92-936B8F8D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54B83-6885-4017-82B7-E0F546EE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59A39-FFFF-4EE7-9C3E-EB0A7114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2188A-D09E-412A-B9A8-C6EF3172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83C91-D5D9-48F7-905B-3DFC5E9B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F577E-6157-418C-8864-188B6654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6F2F6-A046-430F-BDAA-3D659140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E115E-EA6C-47DC-A26F-DF1AD20E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944E6-09FF-4174-B22E-58459DD1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182011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3CB42-88FB-42C2-852A-955B849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54558-4F53-4B28-987B-9F3977F3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6A067-25EC-4D39-BD61-29E70992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00DF8-5E39-4097-BF7E-93E560A1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2DD1F-FFF0-48CA-92DD-0E697BC4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C06C8-AC33-4D8C-A146-087F7B0D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Consistency and Solution of system of linear equations -...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DE748-A99E-4BE8-9DC7-2500B0D0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77C94-6552-4CDD-AACF-002AA24E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79FCF-73C0-402F-85A8-E6BC1C9D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7C797-05F8-464E-85D3-92CD44A3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3F0AD-2943-47F5-A4A7-42960D3C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077568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0DE2E-92C6-4E5C-BEF3-1230C66F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6F5A0-DB5A-45D6-A021-64FEC3B3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ED61A-2B50-42DF-A653-A46CA9FE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65BD8-C5B4-4C9F-AA68-1122E938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4EFF4-ABF0-4598-8D07-45237E77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Eigenvalues and Eigenvectors, Rayleigh's power method to find th e dominant Eigenvalue and Eigenvector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848D7-BCDE-479E-A39A-BE2AAD76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Eigenvalues and Eigenvectors, Rayleigh's...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8660A-CD69-43CC-AFE9-BB793EA6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3F7FF-48C5-444F-B2A8-9FBD2A3B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7D225-A7C2-4973-833E-5377726E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DE04B-486D-491E-8B1D-51920881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057F1-A221-4C84-82B0-73FD73B6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54B47-8DBA-4BEE-BCEA-695E60A3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B7EF8-44D3-44E9-AC42-D1208788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0F2C1-2682-492C-943A-EE6D915F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F4FAA-C24D-416A-B727-1302B9FA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1ED7C-A47D-464A-AA78-8C85A7B1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245563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59412-9AFF-4F79-9970-E0B46C6C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58AFF-41DB-419B-938B-0BF94F80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84C13-1384-4F7C-A338-50F2A432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7B91F-3BE2-42F5-BE9C-296D8736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751DF-8CFA-4DC4-B1F5-70E7B700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0CA28-FBD4-45EA-982C-F7AF5141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29366-ED3F-4951-A182-AC677C4C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5CB4F-66D8-4093-AD28-58834779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D38DC-CC2D-4498-84FC-B07CC8FB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Eigenvalues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723A6-2D8A-4BEA-9D0C-9FE62424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2BC96-E528-402B-B05D-E98DE1B0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88D9E-B483-4F3A-AAAA-00B1E516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Eigenvalue...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E6C63-9494-4DF6-A03A-C264254C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1A5B2-E819-4750-AC9B-48A22AE0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A15AA-4224-4107-A987-1A752A97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Eigenva...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145E0-A623-49DA-AF9C-3B3D8319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FBCB9-2965-498B-A93D-14B0FEF5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56B7B-91EE-445F-A162-66E4D96E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Eigenvalues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B86B3-C219-4BBC-AA38-DCC90F92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E50D1-19DF-4C4B-A94F-E0BE72D5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99FEB-BD70-4FC7-B332-D86798ED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Eigenvalues...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694A6-E279-4A59-82D4-EBFC47C8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25729-2DA2-490B-9B07-256CE295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112033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0D8C5-EC9D-4BF0-B3DC-F39E1F9A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C4EDB-2DFF-46BF-8E4E-5E5B60B9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ABE28-A6AC-4D48-8061-E55A8ACB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C874F-44E2-41A2-BA14-B6B5CF81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72A90-13C6-4683-9E6A-1B5DFABD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8D0CA-A314-4945-B619-921C9FF8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987C6-49CB-427D-B067-1E268451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0BC3E-F6C5-4EE5-BA06-3B6359A7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7CDCD-649D-4BD9-BD0F-D345C9D3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0B22C-BA54-421D-A943-DFD45B54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C320E-A0EC-429B-AF5A-40913CB2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1E18F-5770-4075-9D2E-ABD0B6B2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8D582-AA11-4ADC-8EF1-1C99429E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36310-01DE-42D3-90CC-CC841512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4BEBF-F4BB-4897-9F62-A6CE48C0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188713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9977A-EBA3-409B-AF63-3C20F0B9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4FD54-E701-41B0-8247-76109B12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54AD1-313B-4B36-9632-AF42247E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E6BB2-6E69-4CD8-A8E7-D8C8BD61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639C6-6EDE-4F20-891F-BEB4C2D2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2CB7E-0BC4-4A6C-A220-D3941EE9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Eigenvalues and Eigenvectors, Rayleigh's power method 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6429A-9194-48E8-9400-795C71BB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62679-9748-4F2D-ADC8-35C410AE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B1EB1-5BF1-4EE8-8FD8-3281C05B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9E1DC-BE09-4948-B87D-982B031D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7084C-2C69-4A04-9795-902BBCAA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429281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DD3BA-1E95-4287-9433-0C95F8D8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009BD-96CD-4371-8FE4-BE1DC3D6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A2794-1A77-42E3-96A7-2D046939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EE3A5-A076-41AE-81D5-37692A10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3C16C-BC79-48B6-9E17-72FF52BC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Applications: Traffic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E949-E990-4AA2-BAC3-62A3C478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Applications: Traffic flow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9B574-4399-47A4-9F44-05C87A4C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0991E-996E-4E39-90A4-50A6A09A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A62CD-46B8-4002-B110-94D7E117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6AF4A-E916-49AD-A017-91A8D164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32A67-CFE6-42B2-A7F8-3C3E198F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8C27B-E5D6-42D3-AD05-E6F03AB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23F6F-6486-4A47-8D4A-44E3DD61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4C661-0518-42D1-B59D-A3804D92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D1A49-5336-4FEF-ABB9-15D8903C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0816D-9EF4-42E6-8C0F-691E0CDA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602984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BEED6-D23F-4205-A93E-1F28B10B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376DA-8F11-46B2-B066-7AF56341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D30D6-D83D-44B9-9858-864976BF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AE560-8C32-496F-8130-5DA06367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86937-08C5-41B0-AE02-84A61027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FA172-326A-4349-AE41-10235E28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84B84-90EC-4BBC-B042-B61C2AD0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1981B-B852-45F1-9891-33BF06CC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63C08-829D-4CF2-B288-AFEBCCA6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Applications: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71404-1800-484C-A786-FE4AD7C8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90270-9C24-46C8-9F7F-D53A3BC2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93A53-BC2D-4C49-94BA-1DDE2DE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Applicatio...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9B463-D817-48AE-AA79-76290A5F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940D1-93EC-4084-8EE6-20020FF4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60161-1C32-44BE-B6B4-45FB05BF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Applica...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4F408-B284-4F24-96C7-F7219DB6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D3CDC-25A5-40F3-BE66-52D60913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30509-050F-42EA-9A6C-39E87820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Applications:...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B9F37-3353-4504-9CBA-EE9F7FD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EEFDE5-3315-4861-8920-6872AD61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DFE0D-79DE-432A-8344-3C0D1D86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Application...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59F6C-E6B7-49EA-9AED-EAAC472E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B7B46-F910-49B6-823C-B0E64F93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38530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22095-8011-4730-8B00-8D6E1E64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8F1B7-C673-417E-91F8-A355735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E385B-B911-4003-9867-E3F2AC0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B06C6-0E15-431B-B675-D0DF0F8A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D367C-A36A-4906-8306-6E5B4C40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B23C1-23F0-44D3-ABEC-41E3995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2AC57-EA3A-4360-84C8-DCEE3D62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FBB7D-F062-4BE2-8003-5D916432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F51C2-1187-4FEC-B177-CAD28C55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DDD2C-7983-4AEF-917B-237BE23F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E9CA6-105B-4EB2-ADB1-1972019A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F3DCB-3B7F-4EB2-844D-6723A132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0FF24-7D13-4E03-8F33-32C5CFF2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AE22-151E-466B-B785-7D686923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FD57D-F10E-4370-B792-1CDDF574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796979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34E87-47C4-4F3B-A694-04BF1BE0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965A2-B42C-4221-916A-D5055AFA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4A97A-1AAC-4F61-9A62-2D54AF63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98C5C-4094-4D12-A3C7-270D47AB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DA3CD-B0F5-4CE6-870D-DC6798FE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D0AC8-12F8-4BA7-988F-EFD975FD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Applications: Traffic flow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AD1F1-8689-4DE9-BD60-E6061E08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BE9BC-17FD-4822-A869-DEDCBA72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E8951-42C7-4AA7-AB3D-14B0F6F6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50ED3-7633-489E-AEBA-D6147AEC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63D70-0163-45C4-BE2D-532CF16A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348942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15826-3078-476E-9460-0137A040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FDC19-1F01-43D5-97BB-7F8D4911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E651C-FE1F-41A0-A34D-0316C426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1DBB9-28C5-4818-8567-F78206D5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32B0E-A647-4583-92F0-32C04B93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Chapter-2.7-2.13, 28.6-28.9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20DD9-1CC6-45C9-B498-5628EEF7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Chapter-2.7-2.13, 28.6-28.9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4C7B9-4FBC-49C8-859E-E74E47FC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30E11-F1E8-41DE-A797-F337332B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E6CA0-395B-44CE-A8DE-E65E914B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35AEB-7F49-4D7F-831B-B6B2A293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526EB-2E3E-4C50-85F2-C936ECD0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844C2-29AF-46AC-B24E-CEFEC607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95873-B27B-4769-9506-DC61CBA9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8CB80-E216-4C4E-A39A-65145B0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9D44B-5540-4067-9863-4FFAD9A2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F6086-DFAC-477C-8EC9-89E35CE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706512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15835-2E06-4178-B5B8-C89ACF99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F5AFE-3898-4F41-A9F2-FB5FA8B8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B97A8-2222-406B-9ECB-3F5E3B1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46DB8-D427-402F-954F-744CFD26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19530-B2C9-4C61-8AF7-822DB5BC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5AF8A-12A1-42B6-8AB5-820F280B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E2D1D-4875-43C5-980A-57A7C924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DC3AF-D47E-4911-BB3F-F80A7695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C065D-13D9-4D45-A9B8-5BCA2000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C1470-75D4-4B09-91A1-F927DFF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00B2F-461F-464E-8C50-338DFAB7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AD8F8-16F2-4AD2-8D5C-CE6DAC22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19843-C068-4D63-9668-06407BAA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1C283-BC4A-43FB-9849-BD24B461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0BDE3-75D9-4A04-8E1D-0FD3A1AA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25868-ADE4-4EB3-9414-D37EDBB0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6224A-65E7-4824-BA8A-A4A4BBE2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CD3D3-742E-4C4A-9291-5400ABF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2CACC-1EA9-461A-8C46-CB681D54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9ADB2-4335-48F0-9BDE-B57AF73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655D6B-85A2-4B2D-90D6-D10D11DD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9BD5F-56F7-46A5-8198-7708F4CA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76CA0-5614-41C6-817A-B7635568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460502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0668C-232B-4EF0-8F38-FA9EC2EC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13F8E-0E1C-44BE-B11E-FD5DF4D3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AD70C-E3EE-4592-A819-FB962BCE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52F01-4983-4BCE-BFDC-C70FAA66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43A65-9B6E-4A2D-A71B-87355444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B5636-DF12-43E4-8978-47C12126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2935B-8E6F-4EEA-9FDB-43BB1B7F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3D764-485D-4E93-B59C-9E037C75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AEB9C-DED7-4F53-9072-917EF2B1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D1742-B9A1-48B6-B302-48F70F04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1CBCA-4A1B-44A5-B0A5-FB2DC1D5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A10DD-D3B9-4462-972B-78FF99C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05B1B-E7A1-426D-9830-9B9F716B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0FDFD-D15F-48F7-A10E-557E06D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36DDA-252F-4266-9563-ADCA01C2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930956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B33FC-C341-42E3-A3D8-6944D0BE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EFC40-5AD7-4032-A0FA-D7D43B85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D7286-3237-40E5-B188-2FF8E82E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AAA14-2128-44A4-A6ED-9AB8D979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A9348-BAEF-4AEB-8917-9208B673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E8E5F-F68D-4BFB-A614-4A6CBAE7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Chapter-2.7-2.13, 28.6-28.9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72821-22B8-4AC6-AF15-FC33AB3C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92AFB-BADB-4A77-9388-F2084F3F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05C2A-27D4-4E50-A78A-840844D9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AFE21-40C3-4CF8-AB19-27DDB57D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A686B-ED97-422D-B4F4-0D4321DA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172438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30C59-5336-4424-AA8B-5CFE0F6F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B42E0-9FC0-4A45-91FC-FC1835DB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BE19B-B3AF-4B08-8354-50FA7BB7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04FB7-7667-4EA9-943E-AD3A7A0F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38FC6-4840-4DF4-BFB9-BDA761A3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73A13-5BB2-4BED-93D8-7BE90A57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693214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2ABAA-B149-4EF9-AD2B-5691D50E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C0576-A6C3-4866-AFFF-21D52C2C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3D650-2CD0-45E6-8F60-9E328F74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C82CC-1351-42F3-A5C8-9D85C5C9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6AC57-C7DA-403B-85C0-F9522E2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Linear: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Algebra: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Elementary: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transformation: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13405-316F-4596-8913-F4E4942E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837798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319DA-703A-4BFF-936E-795AF83B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CBB98-5826-4525-92E8-5E60CDF0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5A4C6-29A6-40A0-A075-A6A511CB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CA7D7-EFB5-414D-A66C-C3F29C9A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E9579-9B85-4981-9863-EE8C2BDF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4A9D9-64C1-4DAD-9723-D93BA0A6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811315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EC6D3-06F9-46CA-BDC5-ACEE8DE8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068A5-EC7B-4310-8E3B-9A9E74C5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37218-DFD2-4B2B-81B2-7376836F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99D21-07CA-4FD8-90F2-2F56C13E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45678-2DAB-41C4-8DC2-E2C3E289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779AD-C028-4F49-8084-E0E91AAF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959025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E7019-141F-4AEB-B334-E10E330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2B592-FA8A-4998-AD2A-83F0C422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CA763-02DC-4ADE-819B-40633719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8172B-C581-4FDE-9028-A3D1EFD7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ECB59-CBD3-46E6-8BCA-25243D9F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Linear Algebra (8Hours Theory) + (4Hours Tutorials) Elementary row tran...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Consistency and Solution of system of linear equations - Gauss-eliminat...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Eigenvalues and Eigenvectors, Rayleigh's power method to find th e domi...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Applications: Traffic flow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Textbook-1: Chapter-2.7-2.13, 28.6-28.9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EBE08-8DFE-4056-849C-9CE3041E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8F608-C5AC-4838-B643-16D963C0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BB967-CBDF-4783-9F41-2F098C20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7333842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5804D9-37C9-4692-AD44-DF8A26C9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5A5DA-36FE-4506-A1A7-3FF04DCC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Algebra (8Hours Theory) + (4Hours 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9A7B5-9DE0-41D8-BBE3-494C9A04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7D426-A698-4B3B-B54D-A238552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1B630-0254-45A5-813A-28E4DC97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05A21-45F1-4DDD-A9C6-E496D4D7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32B3E-1923-488E-865A-C553AC65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68F08-32C4-4ED9-8553-EA2BBA3F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5EDBF-A1FF-419B-8CB6-6685B3C3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ECC41-2B8C-4A26-A9E0-9C82B72E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59B55-26D2-474C-8F12-86FE6A22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D0723-CC9D-41B0-822C-D6A1C6DB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BFECA-3EB7-4298-B927-754E1371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7C373-FC0C-4DA2-BA19-4F0BB04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AD43F-3833-48C1-AE9B-EA890087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C453F-829E-4395-AAF6-6D1D1195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B04D8-8BAA-4CA2-BAC8-E6BCBBFF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AD827-213B-4AE4-A73F-3B41A81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41EE3-5104-4469-B4DE-CC896BC1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D0FDB-48B7-4214-996E-FB1E2266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FD5AD-4A90-4884-8AE1-501370BC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8DD0B-7DFC-4B0C-A4E3-3A5035A2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7705C-21B7-4985-B155-78971D9F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68922-0E97-486B-A62D-0C83DDAA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2A8C7-1FC1-4BD7-AEE4-4B0D1655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324DB4-6F20-43DA-BF87-A8E7E82C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FAE85-A6FC-449F-BE99-75EE0EDB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F4836-807F-4728-AB75-EE5E307B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E4DEBE-28A9-4325-A7D8-A10A6896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F77926-3748-424B-BDE1-11296C86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BC21E6-477F-4C42-B83F-B8E4B6E7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B7CE2-96F6-4CF1-9FE7-15B6AC3B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951875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1FC7F6-E481-40C8-9AF5-BD49E7E0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F82B0-49D0-401C-A37E-87A45713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Consistency and Solution of system of linea...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2AB5B-8A84-4581-B188-F36F3FD6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FD144-5E32-4E47-8853-5954B069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9E001-417F-4D7A-AA91-BB32DB7C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08A3D-271A-4DC8-81E1-D14AB19C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370E2-8CA0-453D-883A-0BEF69CA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91103-3A2C-4B9B-A019-D2767065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62260-F8D8-4FB5-A23F-CC5F1319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5ED4E-CA91-412B-8CBC-35BCAFC0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9C904-22B3-4FB7-9C67-A4AE9D06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F3A9A-3C5A-447C-953B-66C82256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BC533-EB74-414A-8F31-C1F7D724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322DF-1027-4ECE-A5B2-C387942B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7B0F3-8ADE-43B7-A0C4-A0F9DFFE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E05D4-6F92-48B1-91BA-717E9CAB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F899D-EF03-42DE-A726-D83EC795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2AA1C-53BA-4774-9CB7-A62C7A6B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7563D-85E0-4ADA-AD1C-87A6FFE3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BF9D5-2208-44A1-B917-B8BCDD9A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C047F-9983-4993-93B5-A33D69F5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83374-94AA-4F8D-8EE7-6F1C30F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978D1-1CD1-42CA-8E9A-8F4B0CB5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E36FC-021A-4306-BD05-8544AC0D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992D12-8E57-463C-83C8-73E050A6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1148A-3CDE-438D-91A7-78DAF271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C1B1CB-B3B6-4115-9CF2-50BF3ABB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47DBF5-A07D-4FB4-A4B8-52E1526F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F3B01E-2A55-4364-9D59-16A2E3FD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AC9AC6-F0C3-47EB-9016-F20D7BD1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17036-F05B-4807-B230-E8753B24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833E72-4E9D-414B-BCD6-A36E6BD3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5904835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7FBBC2-62C6-43B6-ADCE-1BB099A7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B1EF1-2838-4A88-9FEA-E4E60F53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Eigenvalues and Eigenvectors, Rayleigh's po...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C4C92-0BE3-4921-8053-3045CD33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AF720-15AC-47DD-BAB8-BEC31637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1C334-4365-4A54-8C10-97BA7ED5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22437-A26B-4990-B498-E3566EF1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62D3B-7FD4-4584-9CA0-AEE03787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9DD1B-D3E0-4387-9ACA-B6AE6AA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87DB6-2BFC-4EBC-BB37-DE5A754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4D217-23BC-47B9-B1AA-788D133B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ECC90-2139-4F35-975D-E6AB3A40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17D2A-6B92-4C8D-A823-71069E04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8FE69-EA77-43FE-A691-CCDEADA5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32774-5F77-459C-B664-38B2DD4A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58934-6B58-4FDF-8017-7F37C8B8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4EF7B-5559-419F-AC01-BDD0EFE6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C07B2-1210-459B-BBED-E06ADD49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5C83C-7EA0-4D15-B3AA-4E5AC86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374FD-EA5C-4E70-ACCF-8448C086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5C03A-C260-4A92-9456-5027D2DC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CE928-332A-478C-B823-E0B569C1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E04E0-CBBB-4B14-BD0F-26AE933A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3C296-624A-4219-9BA2-46C615D5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52BEF-F6ED-4FAE-90B3-9998E8C4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B0D49-7F16-4E63-8672-991F006A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3328D-DED5-4E17-B325-6349F32C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821E8-AFDA-43B5-ABCD-35990806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60D35-7ED2-4519-86D1-38F42E5E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691535-7C9B-4DA0-AFA1-88B8A87C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3E7E1-ECBE-4522-8CC6-97690DE2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480F1-7518-4A7E-A5BD-05A9F0D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D7C74A-52E7-48D7-8C26-205119A1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0634026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82B89F-F6F7-405A-B8D3-D842ACC0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6C569-E08A-48A9-B3E6-2BA5F8F6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Applications: Traffic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8869D-7D86-4AA9-A0E4-B039CC64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3F866-0A9D-41A1-8342-F2096EF9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DECF2-E85E-4C2F-AC3F-DC2B1C9C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658CD-09B6-4D15-996F-208DA2CF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DFC75-CDD5-40A1-A8E7-DAAFF09B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D3FDB-7BDC-4798-A69E-3DDA6E73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69EC2-3793-498D-924E-C9A74395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5B90D-2FE3-408C-9391-80975149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2D0E6-CD91-4597-825F-94A84E8F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2A15D-EB7C-4175-83EC-6200E456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E0A57-657B-45B4-9296-9DB8173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75553-33E4-4DA0-9607-F5F15AD5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D6AF7-8C43-414C-A654-809DF817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D9C46-E220-4B84-A0DC-54A9147A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FCD57-0113-4A7D-BF1D-1A344992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D4FF1-5FC3-4688-8DDA-1090B46E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574EF-075E-430B-B94D-5091ED5D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B9D5F-7D6F-48D4-8757-4B246A65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8FF92-06A4-4845-B7DF-B5C739F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426C7-56DC-4C8F-925C-8AF0B5D2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8F57F-F336-4D54-AC8B-7628B6D4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1F8F9-AE70-4AA9-9FA7-9711CFA4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7B492-FBAE-400A-B16A-816C4D12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4B71F-39D8-4ED8-88C7-78A59ED4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891DC4-5C2F-49C9-8CC0-96AAD2E9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FDDC1-A519-4530-8171-1A112E25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F7836-5E27-4C18-94A6-BBAC63FF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7E4F34-0CBD-492D-9C74-D175BE02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D0A41C-3F58-4CD6-85BE-6110B2AA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BC20D-EC57-4A5E-BB96-3E05E4F4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7286029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FA925D-9BB7-411A-8DA9-530033CB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47BFE-2878-4C63-8EB5-681042F6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Chapter-2.7-2.13, 28.6-28.9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44766-DE88-4D05-8F27-657A8196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B200B-5F59-4898-9A06-FA0A798B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5C361-C77B-4968-9C7D-100393B9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B1C16-312C-49E2-BC32-AB9481E2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9DF7E-8614-4C0B-A865-EE0C2852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8D042-EDB9-4810-A8CA-334D77D9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B4F1D-853A-427A-B298-17105858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6A5E5-793C-45B0-B360-32DD55B2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1D2B1-8924-4453-911A-B16316B0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B860F-38B8-4C1D-89EE-A5F19484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3EA76-43BA-4963-BC6B-4437B8B1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75C84-6057-4A88-B38C-385B780C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7213E-ECD6-4A4C-A106-C82DAD95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58BA3-DC31-4E23-BF87-387D46B1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91ECA-ADE3-4BD7-8C71-25879068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969C9-F5B2-4396-839B-E3D6734B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52261-F7D4-4E5C-88B0-F0C6C5D1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93FE8-67C7-41FC-8F08-EAD4E438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370B9-1D63-4F9A-8E76-5D046201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0B238-E9C0-49D0-BEC4-4163C8AA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1FA93-6608-4927-B0F8-AF62DEA2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43155-AD12-4E14-A5A3-F97C6365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CA041-4AE5-466C-8BBA-2A9BCAE6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DA9AB3-61E6-4691-B292-EA183E07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B4966-798B-4A92-913A-ADF0A2D0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4ECE1-DD8A-428C-A42F-8BA03247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E0467-4D18-4DFC-897C-B0D21569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BA8CB9-9A38-408C-98DD-3D8B7E7B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956DF5-DBBA-41CB-BC46-B1BDBC0B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606D7C-BECF-49E9-9F00-93417C8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726443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77FEBB-63AB-4DF8-A1EA-A40728A4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FB3BC-3914-46A8-B36C-7B17BE8C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Algebra (8Hours Theory) + (4Hours 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8721D-EF68-4E98-B3A1-32963281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0F2EF-E16C-474E-BAAE-3828827E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50680-BCFC-40AE-BA78-E830DF4F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D3850-F9F9-453D-95DA-63650BFF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776AC-1463-47D5-A377-D2ED8BE6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A1D1C-C6A4-4264-A8F1-ECB80558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F2F19-0241-4B4E-8D81-6827357E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CA121-6278-498B-AB35-216874F8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1AF8B-18D3-442B-A01C-6FBC18B2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A6D2F-31A7-4724-A53C-C8C4CCD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76681-8150-448E-976E-5A0A5A8D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5062A-8F3C-4E07-930C-0354B5A3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BEA97-1296-4F3C-9441-F15A64D1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FE597-1902-4F2E-8507-01438126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F6928-A73F-4030-B396-00F6F9A6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D4347-485D-49FE-983E-F87E382A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DC2C3-5FDB-461E-87D5-4E5C6BF0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FF360-CB12-4AB8-A3A2-D3B5234E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9E851-98E5-4A9D-AA74-054C0733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D06C6-0E60-4AAC-9F43-A7429341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9EFE4-A7FF-4965-AAA6-A8B749E2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CE603-4F49-4FE7-8775-E326D4A3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199DE-CBDF-40E6-B267-8C42F844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411D5-F566-4775-91FB-BB226599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9D502-26C5-423A-9B46-C8EEAED8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7AF1D1-3DEC-4A22-BE4D-AF3B0BD4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98AED-C370-4B06-A554-729AC3EA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19D3FF-F383-460B-9CD9-F9359DBB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E88D3-58A8-48B7-AE09-C5F5373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096264-800E-414D-B8FE-4B0B9C67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997736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66E09C-894A-4A16-8266-68A19F76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A0A18-B2F1-430F-9520-B8FB3650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Consistency and Solution of system of linea...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964A2-E804-4FBB-B8A8-DBEE1B69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43FCF-EA94-4F33-A4A2-EC335473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AF69A-227E-4099-949B-0B7C48F6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AAB64-8708-4571-933F-5D69B72C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BF923-019D-4A07-BD3F-6D5962D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3F0AC-6EA2-4641-8AAE-05B48AD9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380C4-CF0F-4B5C-8ED2-81BA48ED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CEF53-5D57-43E0-9DB5-7E45D384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FCC99-D146-47D1-921C-7B9D99E5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23723-F406-455B-93F5-2432EF6D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64212-0C4B-4349-95E6-1DEA4C52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63A7A-190D-4028-8914-C06027B0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6C666-6560-4590-BE62-64274C88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7E80B-FC14-4704-B4E1-57B804E8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C39DE-EE71-44DE-A762-08AA069D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598A3-E8E1-4336-828A-8727151B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C1456-F035-48F7-AC7A-B73D793C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CDBE2-C6DF-4DC5-8297-37ABFD11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039B2-AC53-49E1-8FD7-46D38977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8FEB2-D0BF-4C6A-9DC1-509DB24B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CF121-E5C8-4CE8-8336-D479DD6D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F657C-D370-4597-9F83-F16C175A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74AD4-184E-4D47-810A-5AE0B168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2E1BC-9477-426A-B600-D9FAD155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7320D9-032E-472D-96EB-6153DE15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8B534-D1ED-42C4-B0F0-F4E5DEFA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98550-10E9-466E-930A-38B5A39D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09C7A-8CF5-4D73-80DA-50286B9C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5D0D38-F86F-4BC6-B5FE-BD3C5D38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DCA0EC-F20D-4C41-B147-1941218F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54592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93D171-7929-445E-BC08-914299B5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565C6-40C7-4D13-B47C-7070F2D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Eigenvalues and Eigenvectors, Rayleigh's po...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F0463-246B-4201-BB61-F661C6CA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F3901-2A12-4820-A69F-90A8916E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350A4-ACDF-4F0D-92DA-2E2EC901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5F5E5-EC14-451C-A7D0-47BFAF02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37258-DB6F-4478-A2FB-A826FBA9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83DA3-952D-4ED8-BB00-1640BDF8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4FBC2-8CD8-4389-A553-A7393A0C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B991C-64D9-4DAB-B39B-90717092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9D579-8755-4F72-8EEF-BE2DE470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3AAA4-A8F8-4085-BC97-77B5A778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550C1-BC00-42A2-ACF1-BBEA80F9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77306-F5CB-492A-B1F6-709D57C8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D63CE-0D98-4B12-AC9E-7857054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30B3B-5148-458C-AED2-C15F0FF9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116B0-9AF4-4DC5-B402-A9C8DA5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5FE8A-8020-4063-AAE1-6F93F604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6C9F9-1553-4D86-897F-EE6B7400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69D522-E7D3-4700-8E82-729A9439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E95B7-5F4F-44A7-9D95-BE47D299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8844C-484E-4C66-AEC2-23146B5E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01DF23-B4A9-4739-BB8D-8F79C100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B5D7E8-6FAF-448F-8CEA-2A63B11C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D38E5-3E18-42B0-9F70-AF711ED8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4A389-77E2-4047-9000-52832E11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FF25D-0009-4E53-ACA7-26049A06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2DA22-0685-4FA0-B5D1-EE1A88D7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3EB0B-494E-4DC9-BF23-20B89BC8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B154AE-B09D-4A48-871B-7D746CBD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4603A-7C69-487F-B9E6-4C51815D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6C9530-9088-4554-B36E-74C0C647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9966065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E46B58-5DFF-4807-94E5-7DE25841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0A1A1-69B7-4E7E-B513-D87212EF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Applications: Traffic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5C9FA-E995-4965-AA82-DBACAA9F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CEBB3-32FC-4F95-B57D-D9F9008F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A864A-38F7-4771-82D7-5DFCA17A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899DC-E893-4868-9ED0-5C8AC14E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BD5C5-7C87-40A4-A90B-C6021395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D376B-104D-4895-A8C7-D3943C5D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55114-07E6-48D6-B331-E31F8287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CB7BD-206F-4434-8C4E-111E0727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88440-4370-46C2-B84C-4F67685B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BD250-FEF3-4C36-A927-49AADFD7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4DB49-0DE4-4DA3-A4F8-66CD6BE5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99E82-B61B-48FB-89D7-794AC3E3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7E572-BB3E-4CAB-B2E5-EC21AE84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7D4E9-C5FF-4779-A501-1A890102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5155D-8914-48CE-BF0F-8DE92769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1360F-6B66-40D6-BB75-C95EA4AB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4F3BB-2375-4FF8-A6C0-0668B5C3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BE079-CC47-4B5E-9F65-78453C82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40CC2-C11F-400B-A8A8-2DC8C14D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FD2FD-13B7-4095-80CD-3A021E18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E6B3A-BA2B-47CA-96B6-FC3E1F22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E26FF-80B4-4616-921B-9961CF7D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2DD616-5C4A-48F7-B3F4-C9F7D8D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47A73-64BE-41A3-9740-03C6607C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4E04CB-DC2D-4427-994F-33DF69BD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1D75A9-1873-44D7-9335-A873D374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D8D5EE-8311-4A8B-8F8D-753AB846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D83BE-EA96-4185-835A-AD684B91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01BE41-07AD-4539-B3CC-B45BE766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0A67A1-B5CA-4AFA-8AD5-ABBE6B7D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130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96652C-746D-4420-9DC0-A88E7279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AA8DF-A151-48E2-A17F-D74BD56C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Chapter-2.7-2.13, 28.6-28.9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9DA27-3B0E-401D-8309-9986A0D3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9B8DF-B6C9-41EB-861D-4DFBD17B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F596D-0DC1-4775-A520-F25E1A4C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7AE3A-1B64-4ED0-B8F9-492FF4E5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849E4-714F-465C-A6C3-0DFA9282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15365-A62D-4991-847B-85775CBC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53069-C020-4359-A62A-645A30C3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F4893-1EA3-416A-868F-9F47B0F2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B55C4-5F98-469D-8C91-35EB167C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7D3E3-F91B-419D-A872-19EEE046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1D8A4-5BE3-4B74-9A8B-01FF1A7D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072C1-FC1F-4F5E-A574-00C9E97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48BE8-373B-4CE9-9D1C-18647B49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47959-6A34-4C0C-B093-E6C95904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AC0E4-0128-4E5F-95FD-6CFF1A81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D4167-8FA0-4EF4-A5A2-D4C8DE87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BA98A-9323-4162-9543-2E226B33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BC595-9B78-4B39-801D-2D55B15A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124E1-DA91-45C4-82C7-B8D77E59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81472-8B7D-4DFE-A397-7D32D937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644A64-B077-41E3-8628-5FF0EA4F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DFAC51-20BD-49B1-A622-A2F8BF3A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798F4-DCB8-4EF7-BE52-63F4B009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3ADB97-CE46-451C-B319-AE7B2D09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963B6-11EC-49FA-B6F6-72E428E0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87014-5740-441D-B08D-5A823606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6AFB36-1452-4CCF-92C1-7D3CBA29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F9F9DA-F61A-472F-BBA6-E1C0179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7F849-BA2D-43D7-AB74-0A6302BF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BC8BE4-1559-418C-8E81-F31293A0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5818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2026-08-24T16:02:57.5670000Z</dcterms:created>
  <dcterms:modified xsi:type="dcterms:W3CDTF">2026-08-24T16:02:57.5670000Z</dcterms:modified>
</coreProperties>
</file>