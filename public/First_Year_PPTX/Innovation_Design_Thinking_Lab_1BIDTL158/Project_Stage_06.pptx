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4d1fed63b6450e" /><Relationship Type="http://schemas.openxmlformats.org/officeDocument/2006/relationships/extended-properties" Target="/docProps/app.xml" Id="Rc3f3dc67090b4496" /><Relationship Type="http://schemas.openxmlformats.org/officeDocument/2006/relationships/officeDocument" Target="/ppt/presentation.xml" Id="Ra4a4c2a010d6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78680de4e404e"/>
  </p:sldMasterIdLst>
  <p:notesMasterIdLst>
    <p:notesMasterId xmlns:r="http://schemas.openxmlformats.org/officeDocument/2006/relationships" r:id="Rd69f2628a0e64592"/>
  </p:notesMasterIdLst>
  <p:sldIdLst>
    <p:sldId xmlns:r="http://schemas.openxmlformats.org/officeDocument/2006/relationships" id="256" r:id="Rcdb3fdba857a4386"/>
    <p:sldId xmlns:r="http://schemas.openxmlformats.org/officeDocument/2006/relationships" id="257" r:id="R42c31647517f483d"/>
    <p:sldId xmlns:r="http://schemas.openxmlformats.org/officeDocument/2006/relationships" id="258" r:id="R34bab1ecc8024102"/>
    <p:sldId xmlns:r="http://schemas.openxmlformats.org/officeDocument/2006/relationships" id="259" r:id="Rdd11ba012b96490b"/>
    <p:sldId xmlns:r="http://schemas.openxmlformats.org/officeDocument/2006/relationships" id="260" r:id="R7ecc6db4bd8e44fd"/>
    <p:sldId xmlns:r="http://schemas.openxmlformats.org/officeDocument/2006/relationships" id="261" r:id="Rfba991fa6f724278"/>
    <p:sldId xmlns:r="http://schemas.openxmlformats.org/officeDocument/2006/relationships" id="262" r:id="R33c1fca224ad41d2"/>
    <p:sldId xmlns:r="http://schemas.openxmlformats.org/officeDocument/2006/relationships" id="263" r:id="R753b96fe822b4473"/>
    <p:sldId xmlns:r="http://schemas.openxmlformats.org/officeDocument/2006/relationships" id="264" r:id="R6ea521c7348e4749"/>
    <p:sldId xmlns:r="http://schemas.openxmlformats.org/officeDocument/2006/relationships" id="265" r:id="Re48afb567fe844cd"/>
    <p:sldId xmlns:r="http://schemas.openxmlformats.org/officeDocument/2006/relationships" id="266" r:id="Rd9175bb33d98491d"/>
    <p:sldId xmlns:r="http://schemas.openxmlformats.org/officeDocument/2006/relationships" id="267" r:id="R3a31d5419e7e4b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d14632adb245dd" /><Relationship Type="http://schemas.openxmlformats.org/officeDocument/2006/relationships/slideMaster" Target="/ppt/slideMasters/slideMaster1.xml" Id="R6a678680de4e404e" /><Relationship Type="http://schemas.openxmlformats.org/officeDocument/2006/relationships/notesMaster" Target="/ppt/notesMasters/notesMaster1.xml" Id="Rd69f2628a0e64592" /><Relationship Type="http://schemas.openxmlformats.org/officeDocument/2006/relationships/presProps" Target="/ppt/presProps.xml" Id="R976f3f3bcdc84f81" /><Relationship Type="http://schemas.openxmlformats.org/officeDocument/2006/relationships/tableStyles" Target="/ppt/tableStyles.xml" Id="Rf0962ae680dc4a5d" /><Relationship Type="http://schemas.openxmlformats.org/officeDocument/2006/relationships/slide" Target="/ppt/slides/slide1.xml" Id="Rcdb3fdba857a4386" /><Relationship Type="http://schemas.openxmlformats.org/officeDocument/2006/relationships/slide" Target="/ppt/slides/slide2.xml" Id="R42c31647517f483d" /><Relationship Type="http://schemas.openxmlformats.org/officeDocument/2006/relationships/slide" Target="/ppt/slides/slide3.xml" Id="R34bab1ecc8024102" /><Relationship Type="http://schemas.openxmlformats.org/officeDocument/2006/relationships/slide" Target="/ppt/slides/slide4.xml" Id="Rdd11ba012b96490b" /><Relationship Type="http://schemas.openxmlformats.org/officeDocument/2006/relationships/slide" Target="/ppt/slides/slide5.xml" Id="R7ecc6db4bd8e44fd" /><Relationship Type="http://schemas.openxmlformats.org/officeDocument/2006/relationships/slide" Target="/ppt/slides/slide6.xml" Id="Rfba991fa6f724278" /><Relationship Type="http://schemas.openxmlformats.org/officeDocument/2006/relationships/slide" Target="/ppt/slides/slide7.xml" Id="R33c1fca224ad41d2" /><Relationship Type="http://schemas.openxmlformats.org/officeDocument/2006/relationships/slide" Target="/ppt/slides/slide8.xml" Id="R753b96fe822b4473" /><Relationship Type="http://schemas.openxmlformats.org/officeDocument/2006/relationships/slide" Target="/ppt/slides/slide9.xml" Id="R6ea521c7348e4749" /><Relationship Type="http://schemas.openxmlformats.org/officeDocument/2006/relationships/slide" Target="/ppt/slides/slide10.xml" Id="Re48afb567fe844cd" /><Relationship Type="http://schemas.openxmlformats.org/officeDocument/2006/relationships/slide" Target="/ppt/slides/slide11.xml" Id="Rd9175bb33d98491d" /><Relationship Type="http://schemas.openxmlformats.org/officeDocument/2006/relationships/slide" Target="/ppt/slides/slide12.xml" Id="R3a31d5419e7e4b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e373efe58b4f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73d2e908544352" /><Relationship Type="http://schemas.openxmlformats.org/officeDocument/2006/relationships/notesMaster" Target="/ppt/notesMasters/notesMaster1.xml" Id="Rd9c84e93e23945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94df8857b14778" /><Relationship Type="http://schemas.openxmlformats.org/officeDocument/2006/relationships/notesMaster" Target="/ppt/notesMasters/notesMaster1.xml" Id="R99c57e2c55aa46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3bfa5879841e8" /><Relationship Type="http://schemas.openxmlformats.org/officeDocument/2006/relationships/notesMaster" Target="/ppt/notesMasters/notesMaster1.xml" Id="R6fd1431df50244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81e4ce6c3e49c6" /><Relationship Type="http://schemas.openxmlformats.org/officeDocument/2006/relationships/notesMaster" Target="/ppt/notesMasters/notesMaster1.xml" Id="R2e362cc5c4804f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f12c9605134e7d" /><Relationship Type="http://schemas.openxmlformats.org/officeDocument/2006/relationships/notesMaster" Target="/ppt/notesMasters/notesMaster1.xml" Id="R62df97e92bcc41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5ab989120c48cd" /><Relationship Type="http://schemas.openxmlformats.org/officeDocument/2006/relationships/notesMaster" Target="/ppt/notesMasters/notesMaster1.xml" Id="Rb6dd9bb9d4c74b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dfc55834144c7e" /><Relationship Type="http://schemas.openxmlformats.org/officeDocument/2006/relationships/notesMaster" Target="/ppt/notesMasters/notesMaster1.xml" Id="R124442a2107d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3445801d6b4ac9" /><Relationship Type="http://schemas.openxmlformats.org/officeDocument/2006/relationships/notesMaster" Target="/ppt/notesMasters/notesMaster1.xml" Id="Re3718732ddad49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e69ce4a6ed454c" /><Relationship Type="http://schemas.openxmlformats.org/officeDocument/2006/relationships/notesMaster" Target="/ppt/notesMasters/notesMaster1.xml" Id="R70f4cdb12f7345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50e68ec2544658" /><Relationship Type="http://schemas.openxmlformats.org/officeDocument/2006/relationships/notesMaster" Target="/ppt/notesMasters/notesMaster1.xml" Id="R5c38291404c440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bf352894b747ab" /><Relationship Type="http://schemas.openxmlformats.org/officeDocument/2006/relationships/notesMaster" Target="/ppt/notesMasters/notesMaster1.xml" Id="R381395aca44b42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c318cfa7514b2d" /><Relationship Type="http://schemas.openxmlformats.org/officeDocument/2006/relationships/notesMaster" Target="/ppt/notesMasters/notesMaster1.xml" Id="Raad5c20184c04d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fc079ab174c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234592372a499f" /><Relationship Type="http://schemas.openxmlformats.org/officeDocument/2006/relationships/slideLayout" Target="/ppt/slideLayouts/slideLayout1.xml" Id="Rc61963aa9ebe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1963aa9ebe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1e1d490a741c3" /><Relationship Type="http://schemas.openxmlformats.org/officeDocument/2006/relationships/notesSlide" Target="/ppt/notesSlides/notesSlide1.xml" Id="R5ec42bd0433042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45c5f63e548bb" /><Relationship Type="http://schemas.openxmlformats.org/officeDocument/2006/relationships/notesSlide" Target="/ppt/notesSlides/notesSlide2.xml" Id="R623528e7a6c542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b621f4c0b4de6" /><Relationship Type="http://schemas.openxmlformats.org/officeDocument/2006/relationships/notesSlide" Target="/ppt/notesSlides/notesSlide3.xml" Id="R4d1c9fe5042240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ad9fa78e94fa8" /><Relationship Type="http://schemas.openxmlformats.org/officeDocument/2006/relationships/notesSlide" Target="/ppt/notesSlides/notesSlide4.xml" Id="Rb01e49b15f474d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82c8ee9b947cf" /><Relationship Type="http://schemas.openxmlformats.org/officeDocument/2006/relationships/notesSlide" Target="/ppt/notesSlides/notesSlide5.xml" Id="R7f74fd22fb8144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f2ec25c5445ed" /><Relationship Type="http://schemas.openxmlformats.org/officeDocument/2006/relationships/notesSlide" Target="/ppt/notesSlides/notesSlide6.xml" Id="Re7a60ed5ba214f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06d19043749fc" /><Relationship Type="http://schemas.openxmlformats.org/officeDocument/2006/relationships/notesSlide" Target="/ppt/notesSlides/notesSlide7.xml" Id="Rf0c34d2a720548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f33aa70524b1d" /><Relationship Type="http://schemas.openxmlformats.org/officeDocument/2006/relationships/notesSlide" Target="/ppt/notesSlides/notesSlide8.xml" Id="Rb210f0cbfd5a4d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2d26302d344e5" /><Relationship Type="http://schemas.openxmlformats.org/officeDocument/2006/relationships/notesSlide" Target="/ppt/notesSlides/notesSlide9.xml" Id="R32ae41f68fd14e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90a0a51e942ab" /><Relationship Type="http://schemas.openxmlformats.org/officeDocument/2006/relationships/notesSlide" Target="/ppt/notesSlides/notesSlide10.xml" Id="Rec2e21d05a174f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4ad3b9f1649b1" /><Relationship Type="http://schemas.openxmlformats.org/officeDocument/2006/relationships/notesSlide" Target="/ppt/notesSlides/notesSlide11.xml" Id="R66bcd333547349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6468f44364160" /><Relationship Type="http://schemas.openxmlformats.org/officeDocument/2006/relationships/notesSlide" Target="/ppt/notesSlides/notesSlide12.xml" Id="R41d5ded8e13942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05625-DA8B-431E-97F6-A5EADBDB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C1095-42CE-481F-86A8-8A333BE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one faculty member shall be assigned to group of 60 students or one division.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78607-7509-48AB-88F2-70CE23CA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F71C5-F41C-40CB-AEE0-113BC0FB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1AB3B-D846-41CA-896F-AF3C6198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E2613-B4A1-4EC1-A99F-54874BF5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8575F-9233-406E-AA2A-673F242B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B942F-B732-4193-8B3E-C282239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DF656-17D9-488B-9B8C-49766CD0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BDA2E-FB42-49FC-B9F5-026BF8C7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E3267-40DA-4597-A86E-2CBC3531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F6BF8-4CD8-4EEC-99BC-48E02737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30BD2-7A10-4DCF-A6F3-49EEA291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51915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C92B0-7D87-43F5-A720-C054D76A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8BA6B-2D6C-409B-99FB-644A06C4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799E6-EBA2-436D-85D5-CDA8E093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A0487-679F-495F-858A-373EC916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633C2-A43F-4E3D-A2CF-606348D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one faculty member shall be assigned to group of 60 students or one division.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43946-25AF-4206-AF45-DAF204F1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960826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2296B-E4E5-4D09-A2C8-A3D543F0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0DF23-4AEE-41C1-A835-D07D8A6E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BDCB5-A2E0-4028-A8C1-F859F4BC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62E91-F3DA-4503-A74C-57565AF6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6D77B-6402-4789-BE3C-89842897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one faculty member shall be assigned to group of 60 students or one division..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D5A7E-9385-4903-B39A-C190D568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faculty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CF741-D419-4F09-BC62-ADE5F013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81CFF-C7D6-473F-AAD4-D9B3CD4F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985F4-216C-4648-80E0-C982A2B6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94173-D2F8-474F-A38F-EC4DCD95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shall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F49E1-4610-475F-A213-2DFE0554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922FC-1481-4FAA-8712-33F0D7ED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assigned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DDA4B-180E-4ACC-AA35-73891B4D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ED69A-6FEE-4B68-B1BE-A2C0B82B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F0C3A-97D7-48EB-9AE3-6456509D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067301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16AC2-4E48-4B8C-8624-8ACE7482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79BEC-1CBA-499F-AE9B-B4E390CE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E94AC-0790-4B94-A3B5-AEBD9155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B76D7-2230-4D49-9335-4F4B044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894BC-9892-424D-9E4F-55CB300D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92680-2B79-42D2-A873-6706084C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440044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A6B6E-969D-44EC-9216-22424B11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7CD06-5BC7-4F44-9C7D-6EE093B6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85024-0843-40D5-AFF9-A32EA414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AA30-A393-44D9-A8D4-C888E270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54387-15DD-49BE-8951-108CD572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3A54E-DAF2-48F6-A005-5EF180AD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334999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2AF77-A47A-446E-A5CA-E8E246A2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6CFEA-2B8F-459D-ABBB-2D42C6D3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67EB9-A91F-4554-9FBE-97BCA620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0D102-6632-4541-9789-BD583798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EA527-4A62-4D57-A678-F13310A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698D2-935C-4179-B3B7-5CCA0D3B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B0E15-7A53-4FDB-88C0-FA766667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0D845-9AEF-4409-ACBF-55B75BA7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1E4F1-C8E4-4E90-B20D-01346BC5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2C156-E373-4A82-8FE1-593BF329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0E1F4-8E94-4E0E-AEFD-8D739377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56A5B-559F-4C83-8FF7-6A72B9F9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736AA-EC1E-40D7-A094-3B7C42A1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941AC-ECFB-41EB-AADB-A9518DBB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3AAC4-C8D1-4661-98FB-429BE63C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138989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227A5-24F5-4983-8BA7-DEFDA7A6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DC0F4-4E47-406D-91AF-DFA07A87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98D15-C334-4EFF-80C5-991AF3A8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9C3D6-3D98-42EA-AC3C-588B6299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7A099-3B25-4F06-99F0-842C4A0E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03244-FE3B-4EC7-94B6-A11E269F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D131C-4CDD-4C7C-A7D7-A7242529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2F6ED-1964-4F7B-B7AB-44ACDAC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C633B-DC6C-497B-A6B7-035BD58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DBA51-4363-4094-A933-9DE501DF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12462-DA6A-42F3-8C7B-6E78167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1D743-D5CF-47E8-8576-6868D78D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DDB8C-09CF-46AD-9A03-DBA2324B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19B0E-D29C-4B93-9B5D-7F0B0B85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2A88D-EB89-4149-822E-AA9BFFC0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F2784-3464-4715-B12F-56A18BB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ECD43-D5F1-44BE-B17C-F22B36EF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772E2-7839-4CD8-AD1B-39440C8E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057AB-48F4-43BF-B6D7-528CC475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743D3-A247-483D-8293-6FA20965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4994E-933E-4378-8026-DDFFC225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4F8B3-50C8-4718-9CE7-EDEB80E9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836C6-C09B-4D08-9D66-CCD1EA37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C2D47-6B61-4ABD-9A64-E5B42EDA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B406D-928F-4592-A4E9-AD1FCAB8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894695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C6C5B-C7AD-4F4F-A1C1-A53783CC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65F73-3315-4F18-B0AF-8CDEBFB0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4AF87-17FF-44C8-915C-9794623C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6CF7C-761D-4FA5-9DC2-153FC51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5FE53-F65B-4180-BC2D-4F71BF4B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6C21C-4223-4902-8DED-CB36092D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413301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3E9AD-D67A-4E9B-8DE0-50DA09EB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B7665-E8FD-4AD5-A84B-BD9D3A8C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C7174-520E-43CD-8EEF-AF4C10E1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ABA90-7BED-4ACE-96B7-51A6A272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D8B20-603B-4B6D-985A-5E02EB01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A1CF5-CFEF-48C5-8B4F-17E233FA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903322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32D3B-A5FF-452B-A184-9ADF82E9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96A8D-9C01-4C74-820C-967628B7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BFBD8-D8F6-4872-9CDC-225A9292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8144A-571D-4870-A7E3-DC0CA3C0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CBAB-62F5-4DE2-8EB8-F2472E37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one faculty member shall be assigned to group o...?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225F6-B72F-4F91-B454-9388138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493819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1567E-A75F-488C-BD37-F342C43F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F39C4-5636-47B7-8949-20B4F89C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6F5D0-BD1C-4EFF-800C-CA1167C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613C7-03C1-4842-809D-9E8A3C10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AAF40-EEEA-4EDA-9B34-DA60200D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BD5F3-CA74-4CC4-9548-82A941CA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73445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EB894-2F95-47E6-B5E9-9E531171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6AC16-FD28-48A3-9DA7-0C052115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DC2DE-B361-493A-AEDF-CF54F5D4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5497B-6D79-41ED-902C-62247E57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D6884-029F-4455-9E23-B9BB46BB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833D2-B66B-464D-AFAF-5F071C77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45FC3-CF98-4507-89A9-29BBEC54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EAB4E-3819-491F-8D0A-E76EFA3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71D5C-A053-4643-8B3A-ED024508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1D6DC-3BC0-449B-8B89-D541E6E4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BCBDD-C1A2-44E2-AFF5-712616A6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B789E-2641-422F-AB58-EE77D194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4248B-98D2-4DF1-BE89-B0B416FC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64866-8E89-470D-8E00-5348F239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F4733-B932-4EEA-A247-B8590345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34A3E-7C87-49C3-97A8-FB092053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3AF5B-4189-4B18-9DE4-F666776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B68E0-DA8B-4257-AAC7-BE8BE2C2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F9295-D1BD-4ABE-AAB9-24F58C86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FD151-5C27-461C-A30E-E378101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9C38A-FA62-4712-B4B8-84A7235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31076-81A0-44E9-84FA-3DF3DC54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30404-DBBE-40EA-8C93-C2B25010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929639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2026-08-24T16:02:53.4720000Z</dcterms:created>
  <dcterms:modified xsi:type="dcterms:W3CDTF">2026-08-24T16:02:53.4720000Z</dcterms:modified>
</coreProperties>
</file>