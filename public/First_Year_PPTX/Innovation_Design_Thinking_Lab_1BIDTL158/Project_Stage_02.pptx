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a8717a09e43eb" /><Relationship Type="http://schemas.openxmlformats.org/officeDocument/2006/relationships/extended-properties" Target="/docProps/app.xml" Id="Rbaf8cc81ea5f4a88" /><Relationship Type="http://schemas.openxmlformats.org/officeDocument/2006/relationships/officeDocument" Target="/ppt/presentation.xml" Id="R9b2e7318120f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3603c4f3c4f8f"/>
  </p:sldMasterIdLst>
  <p:notesMasterIdLst>
    <p:notesMasterId xmlns:r="http://schemas.openxmlformats.org/officeDocument/2006/relationships" r:id="Rf5c1f164aa0d4fda"/>
  </p:notesMasterIdLst>
  <p:sldIdLst>
    <p:sldId xmlns:r="http://schemas.openxmlformats.org/officeDocument/2006/relationships" id="256" r:id="Rf89defa9cb1743a9"/>
    <p:sldId xmlns:r="http://schemas.openxmlformats.org/officeDocument/2006/relationships" id="257" r:id="R369293ff1b4b4745"/>
    <p:sldId xmlns:r="http://schemas.openxmlformats.org/officeDocument/2006/relationships" id="258" r:id="R68450f0f991f4fa8"/>
    <p:sldId xmlns:r="http://schemas.openxmlformats.org/officeDocument/2006/relationships" id="259" r:id="R0623c2fbfd424c7f"/>
    <p:sldId xmlns:r="http://schemas.openxmlformats.org/officeDocument/2006/relationships" id="260" r:id="R3fbf826180004143"/>
    <p:sldId xmlns:r="http://schemas.openxmlformats.org/officeDocument/2006/relationships" id="261" r:id="R74fcd302931149c8"/>
    <p:sldId xmlns:r="http://schemas.openxmlformats.org/officeDocument/2006/relationships" id="262" r:id="R4ab3ab4d81d1450b"/>
    <p:sldId xmlns:r="http://schemas.openxmlformats.org/officeDocument/2006/relationships" id="263" r:id="R46ca346e91bf4149"/>
    <p:sldId xmlns:r="http://schemas.openxmlformats.org/officeDocument/2006/relationships" id="264" r:id="Rd37c4dfcae094c05"/>
    <p:sldId xmlns:r="http://schemas.openxmlformats.org/officeDocument/2006/relationships" id="265" r:id="Re802af771d764de1"/>
    <p:sldId xmlns:r="http://schemas.openxmlformats.org/officeDocument/2006/relationships" id="266" r:id="R6330582105964479"/>
    <p:sldId xmlns:r="http://schemas.openxmlformats.org/officeDocument/2006/relationships" id="267" r:id="R7d08fcfde7cd45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d01cb2a03c42e4" /><Relationship Type="http://schemas.openxmlformats.org/officeDocument/2006/relationships/slideMaster" Target="/ppt/slideMasters/slideMaster1.xml" Id="Rcff3603c4f3c4f8f" /><Relationship Type="http://schemas.openxmlformats.org/officeDocument/2006/relationships/notesMaster" Target="/ppt/notesMasters/notesMaster1.xml" Id="Rf5c1f164aa0d4fda" /><Relationship Type="http://schemas.openxmlformats.org/officeDocument/2006/relationships/presProps" Target="/ppt/presProps.xml" Id="Rd84a170ddcc14eaa" /><Relationship Type="http://schemas.openxmlformats.org/officeDocument/2006/relationships/tableStyles" Target="/ppt/tableStyles.xml" Id="R208dd2ea2ebf4c1c" /><Relationship Type="http://schemas.openxmlformats.org/officeDocument/2006/relationships/slide" Target="/ppt/slides/slide1.xml" Id="Rf89defa9cb1743a9" /><Relationship Type="http://schemas.openxmlformats.org/officeDocument/2006/relationships/slide" Target="/ppt/slides/slide2.xml" Id="R369293ff1b4b4745" /><Relationship Type="http://schemas.openxmlformats.org/officeDocument/2006/relationships/slide" Target="/ppt/slides/slide3.xml" Id="R68450f0f991f4fa8" /><Relationship Type="http://schemas.openxmlformats.org/officeDocument/2006/relationships/slide" Target="/ppt/slides/slide4.xml" Id="R0623c2fbfd424c7f" /><Relationship Type="http://schemas.openxmlformats.org/officeDocument/2006/relationships/slide" Target="/ppt/slides/slide5.xml" Id="R3fbf826180004143" /><Relationship Type="http://schemas.openxmlformats.org/officeDocument/2006/relationships/slide" Target="/ppt/slides/slide6.xml" Id="R74fcd302931149c8" /><Relationship Type="http://schemas.openxmlformats.org/officeDocument/2006/relationships/slide" Target="/ppt/slides/slide7.xml" Id="R4ab3ab4d81d1450b" /><Relationship Type="http://schemas.openxmlformats.org/officeDocument/2006/relationships/slide" Target="/ppt/slides/slide8.xml" Id="R46ca346e91bf4149" /><Relationship Type="http://schemas.openxmlformats.org/officeDocument/2006/relationships/slide" Target="/ppt/slides/slide9.xml" Id="Rd37c4dfcae094c05" /><Relationship Type="http://schemas.openxmlformats.org/officeDocument/2006/relationships/slide" Target="/ppt/slides/slide10.xml" Id="Re802af771d764de1" /><Relationship Type="http://schemas.openxmlformats.org/officeDocument/2006/relationships/slide" Target="/ppt/slides/slide11.xml" Id="R6330582105964479" /><Relationship Type="http://schemas.openxmlformats.org/officeDocument/2006/relationships/slide" Target="/ppt/slides/slide12.xml" Id="R7d08fcfde7cd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8440a1b58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f9940af5043e3" /><Relationship Type="http://schemas.openxmlformats.org/officeDocument/2006/relationships/notesMaster" Target="/ppt/notesMasters/notesMaster1.xml" Id="R7a6db60738af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71b3c73694243" /><Relationship Type="http://schemas.openxmlformats.org/officeDocument/2006/relationships/notesMaster" Target="/ppt/notesMasters/notesMaster1.xml" Id="R9e679d97ac53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50573915194a31" /><Relationship Type="http://schemas.openxmlformats.org/officeDocument/2006/relationships/notesMaster" Target="/ppt/notesMasters/notesMaster1.xml" Id="Raef34a1f78204f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d0e95513cc43b7" /><Relationship Type="http://schemas.openxmlformats.org/officeDocument/2006/relationships/notesMaster" Target="/ppt/notesMasters/notesMaster1.xml" Id="R4ac0bcb3ea9244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2eaf7bc2e940d1" /><Relationship Type="http://schemas.openxmlformats.org/officeDocument/2006/relationships/notesMaster" Target="/ppt/notesMasters/notesMaster1.xml" Id="Rb3f0247d1f7143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ad561442f840c3" /><Relationship Type="http://schemas.openxmlformats.org/officeDocument/2006/relationships/notesMaster" Target="/ppt/notesMasters/notesMaster1.xml" Id="R8ef684db224f4d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984ae45b9442f" /><Relationship Type="http://schemas.openxmlformats.org/officeDocument/2006/relationships/notesMaster" Target="/ppt/notesMasters/notesMaster1.xml" Id="R08203cd33ea440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8d63ab14f84953" /><Relationship Type="http://schemas.openxmlformats.org/officeDocument/2006/relationships/notesMaster" Target="/ppt/notesMasters/notesMaster1.xml" Id="Rb734cd0a36284e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0a416e01614926" /><Relationship Type="http://schemas.openxmlformats.org/officeDocument/2006/relationships/notesMaster" Target="/ppt/notesMasters/notesMaster1.xml" Id="Rd232957df94549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54d9449712417e" /><Relationship Type="http://schemas.openxmlformats.org/officeDocument/2006/relationships/notesMaster" Target="/ppt/notesMasters/notesMaster1.xml" Id="R26d02b91502d4a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0860e7c1146b5" /><Relationship Type="http://schemas.openxmlformats.org/officeDocument/2006/relationships/notesMaster" Target="/ppt/notesMasters/notesMaster1.xml" Id="Rd773b27f454d43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b21af861514af0" /><Relationship Type="http://schemas.openxmlformats.org/officeDocument/2006/relationships/notesMaster" Target="/ppt/notesMasters/notesMaster1.xml" Id="R6f0fba4352ee49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905c85e91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09c748bc9449b" /><Relationship Type="http://schemas.openxmlformats.org/officeDocument/2006/relationships/slideLayout" Target="/ppt/slideLayouts/slideLayout1.xml" Id="R6fb8bbad1dd2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8bbad1dd2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52b37a6444cc2" /><Relationship Type="http://schemas.openxmlformats.org/officeDocument/2006/relationships/notesSlide" Target="/ppt/notesSlides/notesSlide1.xml" Id="Rf2073361eb4443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4038cbabc42d8" /><Relationship Type="http://schemas.openxmlformats.org/officeDocument/2006/relationships/notesSlide" Target="/ppt/notesSlides/notesSlide2.xml" Id="Ra70e2629140e4e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74e42b2714468" /><Relationship Type="http://schemas.openxmlformats.org/officeDocument/2006/relationships/notesSlide" Target="/ppt/notesSlides/notesSlide3.xml" Id="Raa8f218973b7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eababde314d2f" /><Relationship Type="http://schemas.openxmlformats.org/officeDocument/2006/relationships/notesSlide" Target="/ppt/notesSlides/notesSlide4.xml" Id="R7e38a31914504a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f207653434e2a" /><Relationship Type="http://schemas.openxmlformats.org/officeDocument/2006/relationships/notesSlide" Target="/ppt/notesSlides/notesSlide5.xml" Id="Rf3e62380edf4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5f214dcaa4c42" /><Relationship Type="http://schemas.openxmlformats.org/officeDocument/2006/relationships/notesSlide" Target="/ppt/notesSlides/notesSlide6.xml" Id="R9863d09a2a19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3027eea424928" /><Relationship Type="http://schemas.openxmlformats.org/officeDocument/2006/relationships/notesSlide" Target="/ppt/notesSlides/notesSlide7.xml" Id="Rd47cd44e492a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c30a266f74c32" /><Relationship Type="http://schemas.openxmlformats.org/officeDocument/2006/relationships/notesSlide" Target="/ppt/notesSlides/notesSlide8.xml" Id="Rafd2390b6acf4a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0a99da42f4f65" /><Relationship Type="http://schemas.openxmlformats.org/officeDocument/2006/relationships/notesSlide" Target="/ppt/notesSlides/notesSlide9.xml" Id="R9bfb9de9d98041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ada2e2a2e43dd" /><Relationship Type="http://schemas.openxmlformats.org/officeDocument/2006/relationships/notesSlide" Target="/ppt/notesSlides/notesSlide10.xml" Id="R4d1e8520b1bf45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403f3ef04afe" /><Relationship Type="http://schemas.openxmlformats.org/officeDocument/2006/relationships/notesSlide" Target="/ppt/notesSlides/notesSlide11.xml" Id="Rff32f0fbc2b746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d8eb37a714f0d" /><Relationship Type="http://schemas.openxmlformats.org/officeDocument/2006/relationships/notesSlide" Target="/ppt/notesSlides/notesSlide12.xml" Id="R0e5f83ad780a43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FFC43-AD9E-4933-93E5-68CD5C2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5B5C6-FB57-4CD3-8FD8-428E28C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Apply design thinking principles and multidisciplinary skills to develop user-centric solutions.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A833-E7CA-4CE1-AFE4-AB0566E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3A394-A60D-4C35-B56E-33A40413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1A20-5D4C-4389-B087-9CCEC6DD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AA29-4282-4632-BB50-1CA791D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6FBE-6273-4593-932C-B9BDF374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86384-6BAA-41A1-A4D2-8D84F03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9C26-AE8F-4AEC-B83D-EA5932C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A47A5-36BC-4122-8219-B034E0C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E1E2D-F948-46E3-BE8F-48B1E85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1F353-D5A2-4CC9-9908-E6219AA7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3535A-90AF-49C2-A00E-2A35467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23729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7CDB2-5B9D-48E8-A517-1AF0742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694C5-27E4-48EA-8CBB-E4572F10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3512A-D914-4B6D-A989-A30EE99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86232-84AC-46D2-B0F8-88AC1AD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AF1C2-E57E-4D97-AE77-49C8409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Apply design thinking principles and multidisciplinary skills to develop user-centric solutions.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02753-1750-4B20-B201-F457CE81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645006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789BC-0757-469C-BC41-7E6CE4E4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F1FA6-7D16-4C50-B6B1-4825E805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2C7D5-8224-4CDB-A4B6-17E0AC2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34EDF-EE81-45C2-929B-4A729AD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046EC-1389-4811-95DF-1D6A67A6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Apply design thinking principles and multidisciplinary skills to develop user-c....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7AD95-43F0-4F83-A618-02721A7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B55ED-4E28-4472-BA58-7E0BA0D7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3066A-4069-4F46-8A66-47C4A05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CD266-5FA7-4855-BEB0-72A8DAC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01EC-CF1C-44E1-84B6-52F70D2C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thinking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C4859-F9FA-4498-A097-3804665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A57B3-E887-47DF-99C1-A37B87E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E90D1-553F-4A32-9311-E4F1297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2C1C0-8019-46B6-8094-2C4D5DB0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multidisciplinary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C1AD3-C638-4140-95A9-EBBE0CA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108773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3D054-6635-41BB-94BE-C788BD0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A9DD9-3F11-4765-AFE1-AEEBEEF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B94D8-BBD6-4E9D-8D30-B6E65DA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0A63E-BDFB-45F9-8872-C28B03C4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2D89B-1A3C-4D30-A2F8-6A785168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F095D-55AB-4BE0-AB74-FB28B819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060073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7E0CD-B118-4D24-98A0-B86358D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C883A-1D28-49C2-B7AB-8B14E3D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20B39-E6CA-4CF0-85CA-26C6010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D6B74-9BAD-484D-8883-FF18F36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55420-09CF-491E-AEAF-148DA31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E534D-018C-445D-AC81-B725951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18541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DDE55-3742-4DE2-BBED-86C21832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21E0A-ED25-4783-86D6-508151B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42DA0-9D56-491C-9674-4CC5BF60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D8E95-F8D4-4FEA-9CB0-D3E9C66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D0B8B-8266-41C3-836C-433BDAF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D06B2-B0F6-4B52-9857-DF423044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D461F-898D-47B6-BEB7-C819698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FDC51-9569-4B90-AB54-05233CDD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DF714-5DEA-43CF-944D-E6112A9D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E88ED-827B-459D-80B2-74635FFD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050B7-A609-46E7-9B70-02179367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B0B34-3465-468E-870D-DCF942A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E0D54-E836-4C26-BE2B-580EE3B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82B29-E475-4D8C-96A0-59F35B0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5E7B1-2266-439A-BBA7-00E51FC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589979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6653A-7775-4205-BAA6-2EC27EF1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7EB0D-4D7F-4440-9F14-0759DCA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3BA13-DFA1-4873-8E25-004971BD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21A94-3701-4901-8745-2A5EBCBB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2E75A-2855-4154-899F-67C208B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F34C-4936-494C-95E0-AEDFD2EA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90D8F-66DC-4946-A2E4-1F058898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45D76-26C5-4720-A444-C4B1B538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2DEF-B426-49FB-B720-150985C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3BBF3-FE8E-4793-A478-D9DC7622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73C25-0F5D-4341-8CE6-A5BA204F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7AB06-D9ED-4B8C-BBFF-3280A59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8193B-3C09-44D7-9F07-425D2728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8A5DB-B1EE-4013-943B-4075B89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F1EAB-3113-4A30-ACF1-2D08CCF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F6AE6-0AFC-49B3-B319-F3DB3BE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11C50-DE09-4574-8D4B-C0A6DD8E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4DA8C-3FA0-4428-BB27-E12DB25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C6DB4-F2F7-4CC5-86FA-5F4BD4EE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45C0F-518B-48C6-9868-8637801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D871-AE0E-49CD-9FA8-BB6B7E1F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3AD2F-F7BE-41F7-A289-F06BEB7D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89AE0-C1A2-46FA-8184-8239FB26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2C014-0396-4402-8908-A6758A8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D6080-96B3-4E93-84A4-4CBA4274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460251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BAB96-8E90-4CD2-B744-A38760FF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EDE74-152C-4A54-A7E1-E35FB85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A5BFC-8482-46E6-ACA2-20127B5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46CC0-87FC-40A0-B17F-548F3A9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DDC3-6B6E-483E-9211-44A174F1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C904F-44F8-4CAA-9B98-FE757D1D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83104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EA30-76DC-40DE-9CE0-11569ED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EA339-4224-4970-A9B7-59BC730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D18E-512E-48C8-8F87-B6C2BFD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0FC32-2D1C-417C-814B-E4EC360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6FF6-B9DE-441D-BDB6-8B20D15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C79D0-9431-4694-B560-F79D538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65708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F7F5C-F353-40F3-A027-B9FF11F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63309-FA77-43CC-A909-5A3E00F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A179-B1D6-4F18-83FD-AA952FC7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E199D-FD6D-4263-8BFE-8E9852EE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87B66-E9ED-48B9-8349-C2CA5E1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Apply design thinking principles and multidisci...?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08F40-9274-4389-81A5-C5CF0287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745016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C2F04-8743-4474-9320-07B580E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CFEF-6FC0-4F8F-BBBB-2D962A36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CAEAF-042C-449C-9F02-B9F4500D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BD3A0-BEE2-47C3-B14D-1785D8F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4340-1665-4BAF-9784-372F4489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FC78B-7F2A-49FB-9695-679DDEAF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8730907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0F6D9-4C5C-4143-AB01-37A963C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5CB3D-7BC2-4F39-8E99-332CB6C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83023-00D3-4B82-B5E0-BFA45D44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15E24-02F8-475D-883B-7C3B4F6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D4B66-161F-4132-BBFA-D6292F7A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6178D-7E39-462F-94AA-F78D6E1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7CE3-3F8E-401C-8E89-2095B1AA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3BC65-09B4-45DD-BBCE-7195B3F8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CD93A-3DA6-48FE-9D24-C375338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2BE67-7813-4B93-8639-4BED986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71E22-21D1-4D58-991C-78FF8C73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AE2FA-759F-48A7-AA22-C4F89DA2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DFB27-EF10-4843-AF5F-21E4BD9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662D1-C623-41D0-A157-ACBCDB2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451C2-24AA-4A97-8EBB-C4E470E7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102DC-5001-43D2-BEF3-8555FFF3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86386-A8FE-41A8-B446-0F6746B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EADD5-F049-4798-81EF-86D43B36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1E27A-ADE3-441E-A038-9DAA510B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E6E0C-0BC0-4287-BF9D-D36D01F7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3D767-419A-4767-B3E2-529E6AB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3EF32-6AE8-48B9-B89C-958B6AC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3A5CF-84D3-4F26-9CCF-0B7206F2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851346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2026-08-24T16:02:53.2400000Z</dcterms:created>
  <dcterms:modified xsi:type="dcterms:W3CDTF">2026-08-24T16:02:53.2400000Z</dcterms:modified>
</coreProperties>
</file>