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7a60d7d65c49c3" /><Relationship Type="http://schemas.openxmlformats.org/officeDocument/2006/relationships/extended-properties" Target="/docProps/app.xml" Id="R38f07600f7f04f48" /><Relationship Type="http://schemas.openxmlformats.org/officeDocument/2006/relationships/officeDocument" Target="/ppt/presentation.xml" Id="R2cb68db8b660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8c9954266a47f3"/>
  </p:sldMasterIdLst>
  <p:notesMasterIdLst>
    <p:notesMasterId xmlns:r="http://schemas.openxmlformats.org/officeDocument/2006/relationships" r:id="R31808a0e76cf4e43"/>
  </p:notesMasterIdLst>
  <p:sldIdLst>
    <p:sldId xmlns:r="http://schemas.openxmlformats.org/officeDocument/2006/relationships" id="256" r:id="R8cde79eb20e14c4f"/>
    <p:sldId xmlns:r="http://schemas.openxmlformats.org/officeDocument/2006/relationships" id="257" r:id="R661990ebc1db4b6b"/>
    <p:sldId xmlns:r="http://schemas.openxmlformats.org/officeDocument/2006/relationships" id="258" r:id="R017297edba7a45d3"/>
    <p:sldId xmlns:r="http://schemas.openxmlformats.org/officeDocument/2006/relationships" id="259" r:id="R0f49b8d6868548a0"/>
    <p:sldId xmlns:r="http://schemas.openxmlformats.org/officeDocument/2006/relationships" id="260" r:id="R8aad9961e0d04ebd"/>
    <p:sldId xmlns:r="http://schemas.openxmlformats.org/officeDocument/2006/relationships" id="261" r:id="Rea5f52de9ded4cd6"/>
    <p:sldId xmlns:r="http://schemas.openxmlformats.org/officeDocument/2006/relationships" id="262" r:id="Rb830377b727e49e6"/>
    <p:sldId xmlns:r="http://schemas.openxmlformats.org/officeDocument/2006/relationships" id="263" r:id="R81baa124daf7464a"/>
    <p:sldId xmlns:r="http://schemas.openxmlformats.org/officeDocument/2006/relationships" id="264" r:id="R94b4a53520764439"/>
    <p:sldId xmlns:r="http://schemas.openxmlformats.org/officeDocument/2006/relationships" id="265" r:id="R4a82e98343134d62"/>
    <p:sldId xmlns:r="http://schemas.openxmlformats.org/officeDocument/2006/relationships" id="266" r:id="Re6bc68adef67410a"/>
    <p:sldId xmlns:r="http://schemas.openxmlformats.org/officeDocument/2006/relationships" id="267" r:id="R262ad80f0d0646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de091aecd34bd1" /><Relationship Type="http://schemas.openxmlformats.org/officeDocument/2006/relationships/slideMaster" Target="/ppt/slideMasters/slideMaster1.xml" Id="R8e8c9954266a47f3" /><Relationship Type="http://schemas.openxmlformats.org/officeDocument/2006/relationships/notesMaster" Target="/ppt/notesMasters/notesMaster1.xml" Id="R31808a0e76cf4e43" /><Relationship Type="http://schemas.openxmlformats.org/officeDocument/2006/relationships/presProps" Target="/ppt/presProps.xml" Id="R32435892733646da" /><Relationship Type="http://schemas.openxmlformats.org/officeDocument/2006/relationships/tableStyles" Target="/ppt/tableStyles.xml" Id="R40b045f4854a40e0" /><Relationship Type="http://schemas.openxmlformats.org/officeDocument/2006/relationships/slide" Target="/ppt/slides/slide1.xml" Id="R8cde79eb20e14c4f" /><Relationship Type="http://schemas.openxmlformats.org/officeDocument/2006/relationships/slide" Target="/ppt/slides/slide2.xml" Id="R661990ebc1db4b6b" /><Relationship Type="http://schemas.openxmlformats.org/officeDocument/2006/relationships/slide" Target="/ppt/slides/slide3.xml" Id="R017297edba7a45d3" /><Relationship Type="http://schemas.openxmlformats.org/officeDocument/2006/relationships/slide" Target="/ppt/slides/slide4.xml" Id="R0f49b8d6868548a0" /><Relationship Type="http://schemas.openxmlformats.org/officeDocument/2006/relationships/slide" Target="/ppt/slides/slide5.xml" Id="R8aad9961e0d04ebd" /><Relationship Type="http://schemas.openxmlformats.org/officeDocument/2006/relationships/slide" Target="/ppt/slides/slide6.xml" Id="Rea5f52de9ded4cd6" /><Relationship Type="http://schemas.openxmlformats.org/officeDocument/2006/relationships/slide" Target="/ppt/slides/slide7.xml" Id="Rb830377b727e49e6" /><Relationship Type="http://schemas.openxmlformats.org/officeDocument/2006/relationships/slide" Target="/ppt/slides/slide8.xml" Id="R81baa124daf7464a" /><Relationship Type="http://schemas.openxmlformats.org/officeDocument/2006/relationships/slide" Target="/ppt/slides/slide9.xml" Id="R94b4a53520764439" /><Relationship Type="http://schemas.openxmlformats.org/officeDocument/2006/relationships/slide" Target="/ppt/slides/slide10.xml" Id="R4a82e98343134d62" /><Relationship Type="http://schemas.openxmlformats.org/officeDocument/2006/relationships/slide" Target="/ppt/slides/slide11.xml" Id="Re6bc68adef67410a" /><Relationship Type="http://schemas.openxmlformats.org/officeDocument/2006/relationships/slide" Target="/ppt/slides/slide12.xml" Id="R262ad80f0d0646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7e81e09e3642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02e1021a82419b" /><Relationship Type="http://schemas.openxmlformats.org/officeDocument/2006/relationships/notesMaster" Target="/ppt/notesMasters/notesMaster1.xml" Id="R60f34090940241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725bd743be42c4" /><Relationship Type="http://schemas.openxmlformats.org/officeDocument/2006/relationships/notesMaster" Target="/ppt/notesMasters/notesMaster1.xml" Id="R87f0cc785ba5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f834c86b8043e8" /><Relationship Type="http://schemas.openxmlformats.org/officeDocument/2006/relationships/notesMaster" Target="/ppt/notesMasters/notesMaster1.xml" Id="R87f73a90ba59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36aff78ad4bce" /><Relationship Type="http://schemas.openxmlformats.org/officeDocument/2006/relationships/notesMaster" Target="/ppt/notesMasters/notesMaster1.xml" Id="Rc1642498eace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f22d22ea114d67" /><Relationship Type="http://schemas.openxmlformats.org/officeDocument/2006/relationships/notesMaster" Target="/ppt/notesMasters/notesMaster1.xml" Id="Rd1fdf69d816249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1cb80a992d444c" /><Relationship Type="http://schemas.openxmlformats.org/officeDocument/2006/relationships/notesMaster" Target="/ppt/notesMasters/notesMaster1.xml" Id="R791a980fc04c4e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d90a7284264573" /><Relationship Type="http://schemas.openxmlformats.org/officeDocument/2006/relationships/notesMaster" Target="/ppt/notesMasters/notesMaster1.xml" Id="R62dcfba5208d40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ce04aa39904719" /><Relationship Type="http://schemas.openxmlformats.org/officeDocument/2006/relationships/notesMaster" Target="/ppt/notesMasters/notesMaster1.xml" Id="R713f6c89292b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4eac0b9b6b4f46" /><Relationship Type="http://schemas.openxmlformats.org/officeDocument/2006/relationships/notesMaster" Target="/ppt/notesMasters/notesMaster1.xml" Id="Rfa71050e5a054b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9c13010a474ed8" /><Relationship Type="http://schemas.openxmlformats.org/officeDocument/2006/relationships/notesMaster" Target="/ppt/notesMasters/notesMaster1.xml" Id="R31db3cfbddd84f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7c84163ad74d5c" /><Relationship Type="http://schemas.openxmlformats.org/officeDocument/2006/relationships/notesMaster" Target="/ppt/notesMasters/notesMaster1.xml" Id="R5764c5f76a9d43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62f81c905e4c93" /><Relationship Type="http://schemas.openxmlformats.org/officeDocument/2006/relationships/notesMaster" Target="/ppt/notesMasters/notesMaster1.xml" Id="R88a1d8db73a44c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cb3fd1fa049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58ebdd0d6c4c4a" /><Relationship Type="http://schemas.openxmlformats.org/officeDocument/2006/relationships/slideLayout" Target="/ppt/slideLayouts/slideLayout1.xml" Id="R74784ec0eb43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84ec0eb43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17f8dbc67433e" /><Relationship Type="http://schemas.openxmlformats.org/officeDocument/2006/relationships/notesSlide" Target="/ppt/notesSlides/notesSlide1.xml" Id="Ra671a1dbbfae45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5ce3b57144570" /><Relationship Type="http://schemas.openxmlformats.org/officeDocument/2006/relationships/notesSlide" Target="/ppt/notesSlides/notesSlide2.xml" Id="Rf8b65e5280dc47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5f1709bd74115" /><Relationship Type="http://schemas.openxmlformats.org/officeDocument/2006/relationships/notesSlide" Target="/ppt/notesSlides/notesSlide3.xml" Id="R7057ae00769a4f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8708227b84d1f" /><Relationship Type="http://schemas.openxmlformats.org/officeDocument/2006/relationships/notesSlide" Target="/ppt/notesSlides/notesSlide4.xml" Id="Rb8a67d2389b4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749372e5f4092" /><Relationship Type="http://schemas.openxmlformats.org/officeDocument/2006/relationships/notesSlide" Target="/ppt/notesSlides/notesSlide5.xml" Id="R43fa84cf3e974c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90ae9bd8f4514" /><Relationship Type="http://schemas.openxmlformats.org/officeDocument/2006/relationships/notesSlide" Target="/ppt/notesSlides/notesSlide6.xml" Id="R38997ddc475c4e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286bb92a649c5" /><Relationship Type="http://schemas.openxmlformats.org/officeDocument/2006/relationships/notesSlide" Target="/ppt/notesSlides/notesSlide7.xml" Id="Rf327035af28340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624a30b4d492d" /><Relationship Type="http://schemas.openxmlformats.org/officeDocument/2006/relationships/notesSlide" Target="/ppt/notesSlides/notesSlide8.xml" Id="Re04b43ccb7354f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44f472b6a445e" /><Relationship Type="http://schemas.openxmlformats.org/officeDocument/2006/relationships/notesSlide" Target="/ppt/notesSlides/notesSlide9.xml" Id="R037d657925e44e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fc6daf34047b0" /><Relationship Type="http://schemas.openxmlformats.org/officeDocument/2006/relationships/notesSlide" Target="/ppt/notesSlides/notesSlide10.xml" Id="R5ebb863c2fc64d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b7a115e994d60" /><Relationship Type="http://schemas.openxmlformats.org/officeDocument/2006/relationships/notesSlide" Target="/ppt/notesSlides/notesSlide11.xml" Id="R6ee4e6c628bb4d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46e37583c4bce" /><Relationship Type="http://schemas.openxmlformats.org/officeDocument/2006/relationships/notesSlide" Target="/ppt/notesSlides/notesSlide12.xml" Id="R746fab03b5ef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E52A3-EA2A-4768-80B0-077CA4D2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140B3-29D8-4D71-BA94-A050EB6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Nature of the group shall be multidisciplinary. (Group shall be formed by sel ecting students from all branches)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2D44F-4E7C-4384-9134-FC34ADA9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A8CED-410E-41B9-940E-B2F64DD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86E72-52E8-4C5C-B710-8C0BCDDF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778AD-00AF-427C-BD5F-B3F973D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BCD4A-A990-4636-88A3-44330401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69CC5-263E-417F-8AD9-94EB3BA4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7F9A1-9E4E-4987-9E59-77CD5350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53F12-BC8E-48CF-A21F-9D1E534E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828D3-8508-4FC2-BE76-10DAC6BD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F5117-2E8A-4FFF-8393-792E3AD5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97370-C413-4801-B719-1CE692E3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886778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C625D-4B27-4E6E-99B3-90088E77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4EEB4-7C19-4605-919D-91EAA650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8AD34-0ECB-486F-AC8B-50C815B2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06EC7-D34F-451B-A4C3-2ABE9EFF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63F6A-92ED-4FC2-9D0C-1CBF8980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Nature of the group shall be multidisciplinary. (Group shall be formed by sel ecting students from all branches)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A97A6-05DC-4A09-97F0-D7B310C3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452433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B1901-3402-4931-8044-13E78168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56C5-66F7-4D7F-B4EC-5FDEFFCA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1983F-26D7-4FD1-B984-6B06A58F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73D48-DF18-42E9-A623-18DABF03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98493-5D52-4959-AB0C-90A78541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Nature of the group shall be multidisciplinary. (Group shall be formed by sel e....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31BBD-A004-422F-9537-DC3ABEC6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F78CA-6BE1-4AB2-A9FE-0C8F47F0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FBB06-2E37-4A1E-BBD8-97C0ADAF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2ABE9-FF0C-49B2-A125-0778E7C1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F431D-1E51-432C-BB85-E76DD27B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A596C-7DBE-45C2-B63A-0FC582E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93340-3AEF-46A5-9D1C-44774AC5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multidisciplinary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FDC12-C095-4595-AF5B-7C65C0D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9A880-E607-43BA-A023-61038C68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B8AF4-CF2E-45C0-B39B-E72DD090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767392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AE2D5-1690-4682-AFDE-DCBCC867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A439E-23A4-4DD5-A06E-598439C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0BA3A-18D1-4C47-BD67-5B1B6BEB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62F9E-A504-40C4-BCC8-3B66E414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E8317-BC8B-4847-BFC8-24E8DF62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38CFC-5280-469F-9144-163CC392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64483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61A70-F020-47F3-AEE0-F12ACB2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8FB31-16C4-419C-9698-20166013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D0F44-8F36-43E8-8905-3C323D6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AABB6-8BE3-4C12-AF71-8D028446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AA379-27EA-43C4-97B9-6E096E7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129CF-F137-4912-B5B4-A144A399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558543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FB1FF-A377-482D-82DB-2CC88C4C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A13B1-EC3A-4942-B193-2CCA40FB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DB145-0595-47B7-A376-6D33E928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81A40-5B4C-42CB-89A3-B8C823FC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D9B26-70E4-4970-8347-DD91BBE8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699E3-B160-4ACE-B73E-BA6CD1CF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FB0DE-5DC5-49B5-8005-4E8C38F0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EB051-A09C-4A18-99EA-B1D40BB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C103A-8D9E-426B-B99C-57D17F49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5B23A-1D0A-4C49-BCDF-03CC2893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A5318-E0EF-4CE6-9BF3-D8650756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9A6FB-A8E5-43B0-B8C0-CDD39A4B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8220E-8A88-4266-8756-B5E0C90C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2F5EB-EE9D-4A2B-AA15-5AF0C88A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079C5-80A1-4F8F-8A4B-0602370C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44345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6EEE5-24F4-41A3-B691-61AEDAC7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B79E3-5398-4A1B-AF17-230DE5E6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6BF25-1FA3-4B2D-A1B4-EE17E1E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0C62E-E0A4-49C5-A7D7-9ED29D96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3F6E3-5413-4F96-8975-DDA382B2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044F1-A8EF-4B94-8950-721D409F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41DEA-0D80-47D1-A9A8-97E73126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4CE91-5263-43AC-8931-4BBBBE1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6CE8C-1252-40FF-BBD4-BF06308B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41E21-9056-4911-A58A-C48A2CA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6E442-2285-446B-ABF3-C7CFF02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CB062-6CD9-4601-9DF7-D185A8DD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6B839-7C9A-4DC6-99E7-368C19FC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23FD0-6D45-4327-BB8D-1EBE6B7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B03FA-D49A-46EA-8889-3C614400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959E8-B423-4162-8303-6686080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BCEC3-F363-4E37-A2B4-4ACDBE78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588CE-AF79-45CE-AF72-ED594D21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F419E-42FF-42FC-9EB9-77F09F18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F0756-EDC9-49D3-8722-CB691E2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D89FC-F5CD-46CC-8A80-4F6CF9D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DC335-77DD-4289-942A-73201F21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87FC6-9A78-48B9-AC39-AA303461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5F6AC-DD00-479F-B9D0-B5F22B69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1C3B1-9299-431C-8347-61E82F05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43482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21433-1D0D-4DCB-AB54-55B8E9D2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E69E4-345D-422F-9E6C-8207CC86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5B21F-57AC-4D05-AB0F-D7EF899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D2F10-CDE5-4B5D-B628-B9AF38E7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DA76F-FCA4-4C66-96EC-F9EDB981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B8095-A3E2-4E24-8AA4-3E8690DF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113167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0B9D7-F9C6-4556-825C-5414E758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3AF96-1FA1-412B-A3B9-33B29B2E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A7075-1AAC-4AD1-A005-0858B9B8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74D07-53F0-4953-9593-7D856E9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D4EF7-5E5C-4E3D-B90C-095E7223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56218-9592-417F-9D12-03C57404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690929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7AAFD-D901-4592-BE9B-C4364D33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4C5F2-C6BE-404A-A341-29139EBA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F2091-F1FF-4DDD-8968-F31D2356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1B133-26F5-4A54-B1A5-6EE17660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EC29A-8C1E-4538-A283-0893A932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Nature of the group shall be multidisciplinary....?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C1C42-EFB9-4F76-99E4-15BFE1EC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209431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95487-A2D6-450B-B075-066E2862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A9031-B4F6-4431-9824-417F02D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D1970-D6B7-4132-840E-73B75BB8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31B83-DDA5-445B-BD94-0766F930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3F1C7-E217-4A7E-B4F8-64997575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A8165-EF9D-4869-A5B2-C6FECAA2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478821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62DAC-FB39-49A9-A991-876DDB08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C9B59-3C30-4E11-9038-93C9838D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FA7FA-F5F0-4A83-8F10-F2FD30C1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08D25-8AC2-4AEE-B752-206A954F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842CB-CF74-45C1-BC02-12C6D029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5EA27-B307-4BD1-A56C-1C89DB40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84AF7-69E1-4F2B-B62B-E911296A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8D267-1BCA-45CB-B949-D20EC260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8EB2B-E5F7-40FA-B5C3-BE31EDFC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60849-E5B1-494A-B228-2B2B8E68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CDB1B-3AA0-4D86-9145-E2FF1A1A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7FB9F-B11C-45CB-A6D9-F26A794B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A2ED5-999D-4554-87A1-8643C044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A6CAF-7008-432A-BA2B-9BD7ED23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F2B1D-9B57-4058-91FF-7A46F5E2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FC9FF-880A-4C19-A47E-AC13265D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A67FE-A149-4D21-BAC8-65E123B1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C3024-C42C-4BED-A273-6CCFE121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440D2-7500-4015-BEAA-CFE5ACEA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35E3D-0C2F-48E2-883B-B26BE7EF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0F435-A2A3-4486-AEED-C308139B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CA69C-330B-475C-87C5-3761831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D5C33-0B5A-47B7-82F5-B36E927F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912618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2026-08-24T16:02:53.5870000Z</dcterms:created>
  <dcterms:modified xsi:type="dcterms:W3CDTF">2026-08-24T16:02:53.5870000Z</dcterms:modified>
</coreProperties>
</file>