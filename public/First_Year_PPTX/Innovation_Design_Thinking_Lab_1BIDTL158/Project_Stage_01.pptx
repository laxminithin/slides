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7698c567a949ca" /><Relationship Type="http://schemas.openxmlformats.org/officeDocument/2006/relationships/extended-properties" Target="/docProps/app.xml" Id="R9447335c2c944962" /><Relationship Type="http://schemas.openxmlformats.org/officeDocument/2006/relationships/officeDocument" Target="/ppt/presentation.xml" Id="Red798f00519443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d0755560cf4e09"/>
  </p:sldMasterIdLst>
  <p:notesMasterIdLst>
    <p:notesMasterId xmlns:r="http://schemas.openxmlformats.org/officeDocument/2006/relationships" r:id="R187508df8e45487c"/>
  </p:notesMasterIdLst>
  <p:sldIdLst>
    <p:sldId xmlns:r="http://schemas.openxmlformats.org/officeDocument/2006/relationships" id="256" r:id="Rfd0f85be8c1b4c4b"/>
    <p:sldId xmlns:r="http://schemas.openxmlformats.org/officeDocument/2006/relationships" id="257" r:id="Re8ccc7722beb4210"/>
    <p:sldId xmlns:r="http://schemas.openxmlformats.org/officeDocument/2006/relationships" id="258" r:id="Rb2978898a6bb4d01"/>
    <p:sldId xmlns:r="http://schemas.openxmlformats.org/officeDocument/2006/relationships" id="259" r:id="Ra8735847b9d54304"/>
    <p:sldId xmlns:r="http://schemas.openxmlformats.org/officeDocument/2006/relationships" id="260" r:id="Re734297f91784528"/>
    <p:sldId xmlns:r="http://schemas.openxmlformats.org/officeDocument/2006/relationships" id="261" r:id="R37011e2cd6ec400b"/>
    <p:sldId xmlns:r="http://schemas.openxmlformats.org/officeDocument/2006/relationships" id="262" r:id="Rd7a7e2b416c14529"/>
    <p:sldId xmlns:r="http://schemas.openxmlformats.org/officeDocument/2006/relationships" id="263" r:id="R094965057ebe45f1"/>
    <p:sldId xmlns:r="http://schemas.openxmlformats.org/officeDocument/2006/relationships" id="264" r:id="R6dfea8fae1e246dd"/>
    <p:sldId xmlns:r="http://schemas.openxmlformats.org/officeDocument/2006/relationships" id="265" r:id="R9412df55551445c8"/>
    <p:sldId xmlns:r="http://schemas.openxmlformats.org/officeDocument/2006/relationships" id="266" r:id="Ra2d2748981e040fa"/>
    <p:sldId xmlns:r="http://schemas.openxmlformats.org/officeDocument/2006/relationships" id="267" r:id="R5226b973ba6842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6069196ba140fb" /><Relationship Type="http://schemas.openxmlformats.org/officeDocument/2006/relationships/slideMaster" Target="/ppt/slideMasters/slideMaster1.xml" Id="R08d0755560cf4e09" /><Relationship Type="http://schemas.openxmlformats.org/officeDocument/2006/relationships/notesMaster" Target="/ppt/notesMasters/notesMaster1.xml" Id="R187508df8e45487c" /><Relationship Type="http://schemas.openxmlformats.org/officeDocument/2006/relationships/presProps" Target="/ppt/presProps.xml" Id="Rfe80df0c603d4adc" /><Relationship Type="http://schemas.openxmlformats.org/officeDocument/2006/relationships/tableStyles" Target="/ppt/tableStyles.xml" Id="R1c8aab37f4404f0c" /><Relationship Type="http://schemas.openxmlformats.org/officeDocument/2006/relationships/slide" Target="/ppt/slides/slide1.xml" Id="Rfd0f85be8c1b4c4b" /><Relationship Type="http://schemas.openxmlformats.org/officeDocument/2006/relationships/slide" Target="/ppt/slides/slide2.xml" Id="Re8ccc7722beb4210" /><Relationship Type="http://schemas.openxmlformats.org/officeDocument/2006/relationships/slide" Target="/ppt/slides/slide3.xml" Id="Rb2978898a6bb4d01" /><Relationship Type="http://schemas.openxmlformats.org/officeDocument/2006/relationships/slide" Target="/ppt/slides/slide4.xml" Id="Ra8735847b9d54304" /><Relationship Type="http://schemas.openxmlformats.org/officeDocument/2006/relationships/slide" Target="/ppt/slides/slide5.xml" Id="Re734297f91784528" /><Relationship Type="http://schemas.openxmlformats.org/officeDocument/2006/relationships/slide" Target="/ppt/slides/slide6.xml" Id="R37011e2cd6ec400b" /><Relationship Type="http://schemas.openxmlformats.org/officeDocument/2006/relationships/slide" Target="/ppt/slides/slide7.xml" Id="Rd7a7e2b416c14529" /><Relationship Type="http://schemas.openxmlformats.org/officeDocument/2006/relationships/slide" Target="/ppt/slides/slide8.xml" Id="R094965057ebe45f1" /><Relationship Type="http://schemas.openxmlformats.org/officeDocument/2006/relationships/slide" Target="/ppt/slides/slide9.xml" Id="R6dfea8fae1e246dd" /><Relationship Type="http://schemas.openxmlformats.org/officeDocument/2006/relationships/slide" Target="/ppt/slides/slide10.xml" Id="R9412df55551445c8" /><Relationship Type="http://schemas.openxmlformats.org/officeDocument/2006/relationships/slide" Target="/ppt/slides/slide11.xml" Id="Ra2d2748981e040fa" /><Relationship Type="http://schemas.openxmlformats.org/officeDocument/2006/relationships/slide" Target="/ppt/slides/slide12.xml" Id="R5226b973ba6842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6023d2127a40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60b79014f04ce6" /><Relationship Type="http://schemas.openxmlformats.org/officeDocument/2006/relationships/notesMaster" Target="/ppt/notesMasters/notesMaster1.xml" Id="Rcdc5442e676545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04582eee4e4ce0" /><Relationship Type="http://schemas.openxmlformats.org/officeDocument/2006/relationships/notesMaster" Target="/ppt/notesMasters/notesMaster1.xml" Id="R5dde7bd83bb54b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d792eb97cb4163" /><Relationship Type="http://schemas.openxmlformats.org/officeDocument/2006/relationships/notesMaster" Target="/ppt/notesMasters/notesMaster1.xml" Id="Rff75680a3e954e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366ee1ace84818" /><Relationship Type="http://schemas.openxmlformats.org/officeDocument/2006/relationships/notesMaster" Target="/ppt/notesMasters/notesMaster1.xml" Id="R5edf39f8a66e49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bea0e0ed254aeb" /><Relationship Type="http://schemas.openxmlformats.org/officeDocument/2006/relationships/notesMaster" Target="/ppt/notesMasters/notesMaster1.xml" Id="Rf6364cc6ce584c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1c6b7701ac4d7f" /><Relationship Type="http://schemas.openxmlformats.org/officeDocument/2006/relationships/notesMaster" Target="/ppt/notesMasters/notesMaster1.xml" Id="R6b34f98a941a49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ff9efcad9c4831" /><Relationship Type="http://schemas.openxmlformats.org/officeDocument/2006/relationships/notesMaster" Target="/ppt/notesMasters/notesMaster1.xml" Id="R18ae4ffc913649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e71a1bb0994918" /><Relationship Type="http://schemas.openxmlformats.org/officeDocument/2006/relationships/notesMaster" Target="/ppt/notesMasters/notesMaster1.xml" Id="R13d856eff45048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477ab0ceaf4476" /><Relationship Type="http://schemas.openxmlformats.org/officeDocument/2006/relationships/notesMaster" Target="/ppt/notesMasters/notesMaster1.xml" Id="R6b1f519a52e745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f46403ec5e49da" /><Relationship Type="http://schemas.openxmlformats.org/officeDocument/2006/relationships/notesMaster" Target="/ppt/notesMasters/notesMaster1.xml" Id="Rd9b1aae118704a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0c16ac5d394310" /><Relationship Type="http://schemas.openxmlformats.org/officeDocument/2006/relationships/notesMaster" Target="/ppt/notesMasters/notesMaster1.xml" Id="R9a9f964ac3814c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138bcbb77c4fe0" /><Relationship Type="http://schemas.openxmlformats.org/officeDocument/2006/relationships/notesMaster" Target="/ppt/notesMasters/notesMaster1.xml" Id="R8479fded97dc41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a13736824c4f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0853b2bef14e19" /><Relationship Type="http://schemas.openxmlformats.org/officeDocument/2006/relationships/slideLayout" Target="/ppt/slideLayouts/slideLayout1.xml" Id="Rdd7e2286e32147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7e2286e32147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65262b0d6452a" /><Relationship Type="http://schemas.openxmlformats.org/officeDocument/2006/relationships/notesSlide" Target="/ppt/notesSlides/notesSlide1.xml" Id="Rdc3200d8589843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a81ddd5fd4c34" /><Relationship Type="http://schemas.openxmlformats.org/officeDocument/2006/relationships/notesSlide" Target="/ppt/notesSlides/notesSlide2.xml" Id="Rf92ea8edf23f4f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fe17cca5b4c14" /><Relationship Type="http://schemas.openxmlformats.org/officeDocument/2006/relationships/notesSlide" Target="/ppt/notesSlides/notesSlide3.xml" Id="R72964c92530847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c6338d2254a7b" /><Relationship Type="http://schemas.openxmlformats.org/officeDocument/2006/relationships/notesSlide" Target="/ppt/notesSlides/notesSlide4.xml" Id="Re181e738d36f42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1ebb342024605" /><Relationship Type="http://schemas.openxmlformats.org/officeDocument/2006/relationships/notesSlide" Target="/ppt/notesSlides/notesSlide5.xml" Id="R8c569fea6d3f4d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951a7a8a24c62" /><Relationship Type="http://schemas.openxmlformats.org/officeDocument/2006/relationships/notesSlide" Target="/ppt/notesSlides/notesSlide6.xml" Id="R23683f08cdd541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a29f5f6d04c8d" /><Relationship Type="http://schemas.openxmlformats.org/officeDocument/2006/relationships/notesSlide" Target="/ppt/notesSlides/notesSlide7.xml" Id="R3202138ac20a44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8749ce9a546c3" /><Relationship Type="http://schemas.openxmlformats.org/officeDocument/2006/relationships/notesSlide" Target="/ppt/notesSlides/notesSlide8.xml" Id="R1163d432e14d44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5859df4dc4f97" /><Relationship Type="http://schemas.openxmlformats.org/officeDocument/2006/relationships/notesSlide" Target="/ppt/notesSlides/notesSlide9.xml" Id="R4f4b6c58e4af48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00a4614d64842" /><Relationship Type="http://schemas.openxmlformats.org/officeDocument/2006/relationships/notesSlide" Target="/ppt/notesSlides/notesSlide10.xml" Id="R5240d7381b1045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7fb14fd99469d" /><Relationship Type="http://schemas.openxmlformats.org/officeDocument/2006/relationships/notesSlide" Target="/ppt/notesSlides/notesSlide11.xml" Id="Rc5c55405c6d14a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8c8c51a224903" /><Relationship Type="http://schemas.openxmlformats.org/officeDocument/2006/relationships/notesSlide" Target="/ppt/notesSlides/notesSlide12.xml" Id="R438f9c219efc42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DB456-9C2A-4186-986D-9D49FC83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39883-46F3-4D39-9C84-AA2A86BD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Empathize with community problems and define meaningful challenges.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982A4-D9B2-4B02-A9F2-1954EFAA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Innovation &amp; Design Thinking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1BIDTL158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91EBB-2CEC-4642-A0FA-E69F9BB4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6A7B0-E078-4A73-B74C-D824EA25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2B75E-EE9C-4A81-8D24-B784EDAA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75319-4D8D-4627-ACB7-F2A988C0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43DEE-F257-4D0F-9477-A1EF4A46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C30C4-92C3-4E64-9A15-8541FDEF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3A11F-5A9F-4C7B-97EA-D877E3FC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64FDA-D277-4277-B33B-D768AD5D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B09CC-EAC9-4E63-BEA5-74294892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5B0BD-AB81-456B-A0BF-3AFBA511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5407466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69AA8-CC42-4621-8497-05510D3F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9B272-AADE-4836-BD01-37E763D1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9542C-670B-49EE-8278-0E0B5109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0D435-498A-43D4-937D-C5B1173B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62630-9190-4E1E-8425-76B4BA31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Empathize with community problems and define meaningful challenges.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4F31C-86F8-46B9-95E9-3DAAF7FF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0224440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C7492-CA7D-47FA-B81F-C8C69091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E5ED2-266A-47C4-9065-2FCC0D5F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03DF3-404E-4C1E-A6A4-5B995E17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ECE4F-685F-4D20-A7AB-81602F89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9886F-0332-40B5-8776-42EA7C43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Empathize with community problems and define meaningful challenges..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B6FBA-656F-4106-B705-B12E3423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Empathize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CEACA-F9F0-4ADB-B6D8-32F8549F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2773B-D5B0-41CB-A840-A7045C05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community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AEEC2-C76F-4212-805A-39C31701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BA12D-7A54-40B2-A08E-8CDD4C78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E2721-E22E-4870-A96D-F7EAFB6C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BE8ED-6E53-4A89-A9FD-58E41B65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meaningful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BB207-B217-4986-8C6D-930A7D82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248E5-A269-42B4-AD0E-C16E1B5B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challenges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EFA1D-ACC2-4D22-8027-346654BA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564450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0DD06-8324-494A-B4DA-A8AA2FAC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CF271-9D41-42B2-A2EF-370607A1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F0310-7C96-4C55-B6F0-25BE0BF1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5EABA-5F02-470F-AF4D-1288C036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E30A3-287E-4F2A-A4D0-E8874633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889FF-5185-4193-9AAC-E7A02232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0174821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D9F8B-8085-443B-A8C0-8D61798D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B3EB0-D3F8-44FE-B7A0-7552CF75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08FE5-1F0C-40BD-B78A-52C1107C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509DD-A73B-4F6C-842F-3DA86AE2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EF8AF-EA60-4A7A-8F68-706BE9A6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93610-41B3-4FB4-9FF5-17BD34C6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034938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33EC3-50DD-4169-98EB-21CFC972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D2A4B-447B-4C2F-B546-C3B9128E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A2FAB-57EE-4787-B30E-48667935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C1D51-F7AA-4623-907A-0ED45303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C38DE-045E-4836-B087-443D7406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7E15C-633D-4EE8-AC0F-14D275B2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48F0B-A65E-48C5-B535-635D36D2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094B7-2052-4B5D-8420-D2FA9660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E9658-BB6F-4C8A-95BF-249474DA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819DE-8733-486E-B369-45F29395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D012E-3953-4452-AA6A-E8D7B11C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66827-8839-4FAA-B067-CDB0B868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0A843-DD90-454C-A3BA-C95222F0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EC0C4-051F-4BCE-82D9-FAEEEFF3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0A9C6-4BA3-4354-8035-84505CE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0544735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64A0B1-859B-4F0F-9297-2858C756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80BC5-A810-40C3-BD0D-5F61BFD6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8A731-036C-4A3D-BCDF-2DC97D20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B4F44-1C96-4961-B3F0-DC96D44C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60C12-D6F6-43BE-8399-DB1D58AE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D1515-3A64-4CA3-B80E-267578A2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1944D-215C-45EC-88EA-26F416F2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58987-AEFE-4AF2-A8BF-4CF48086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68CED-F6E0-47E4-91BB-A6D606DB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DCDD7-37A0-4B31-B291-A33B3402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70BF2-601D-45AD-888F-ECAC8DD6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123E8-4C3C-4A4B-83FC-B8EE2844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B07CA-0D95-4264-A136-95EF41DD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F1AAE-3FBA-4C14-A8EE-ECF73AAD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A9EDD-B0F6-4F47-B44D-E10E02E0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6F571-ADEA-4F84-83E8-DFC129A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3ECA1-46EE-4ECD-946B-B60946BA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43302-2866-45F2-A9C4-64891408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EF0B4C-B78C-40C2-8227-982D91AF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DA6A98-200B-4FDF-873A-50707C5F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39D33-8E78-401D-928A-50F663F5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8361A5-201E-4181-9D8D-4AE1DF9A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7FB7B2-A1E3-4D95-A09B-9C6EAEDD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670BB3-5D19-482D-83BA-3ECB8F80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051D47-0F71-4686-B3E3-8EFDDC68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3372357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C349A-9847-4BC5-9FED-05B4DD83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B6CA2-4F58-41B3-BB47-83E5C4C8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0CAD0-A94C-4140-82B2-EDFE3FDA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78FA8-AF82-4802-B0BB-3FD2A21B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782FD-988F-47F6-8A5F-6A21EE26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1574C-CCC4-42C3-A88A-07AF3E96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3475189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A5AF1-30A9-4293-A44B-097EB299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7773B-2D91-4B2E-8FEF-CB09D5E1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6E01F-4938-4D7B-8825-CBBF61B8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DBF22-61F3-479A-87A1-ED5918ED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7816B-080D-4E9B-9DAF-42F8CA7C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32A8C-6F77-4EC1-9FFF-02409E0B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1119529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DD4D5-7460-4C84-9C2F-2CA02ECF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1077E-0DD8-4C5A-BE20-E412B092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627A8-E1EF-4704-8743-8FEB68FB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B287F-D79C-451C-94E0-1BB67235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48C34-EA96-4F71-AE76-2DDCCFE0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Empathize with community problems and define me...?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2D9BA-8F3B-4C5E-BBE6-8308EB0D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1384932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15DBB-85C4-4974-8E43-5D7ED2AE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F2554-326A-423E-A48E-49CC8932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FC137-C848-441C-A220-6562B11A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B0BE9-84AC-4A70-8C9E-CAAE924B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1BD93-FD78-4140-BC8E-B95E378D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0A624-8873-418A-93A8-9228A8AF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5969353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746B40-3F27-4008-AE66-246BF4B8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8B0CE-A0BE-485F-9473-C9DBD108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0FEF9-14E4-430B-B092-0DEB70A9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A3EF8-E50D-4BCB-9151-784950D7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AC335-5A34-4BD2-9D7B-48B1AE93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307D8-9CD0-4CD1-8F69-CBDC53B2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0AF67-4031-4FC3-B052-B875CAF1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7D1AE-6BC7-4FD4-8C89-16F97E30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02036-833D-4BF5-8739-F16DEAD5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36368-CD95-4D6A-A20D-4384DD51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6E4D2-53EA-417D-8BBB-11F87E92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F7D1C-8549-4E5F-AE8A-8EFE141F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4D4C2-B6E5-42EF-8E07-0CED40ED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7AFD1-8D14-410B-90ED-A580A402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EE66E-EE82-492D-9991-EB9DCBB1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29632-1595-493F-A8AD-EEFC88E3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736E3-4A1A-49FA-9988-57BB8AC7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79268-F35E-4A6C-A7F1-DA05FDC9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13E59C-8E1D-4B52-A217-9797A478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F1D9D-40B7-4757-B5E7-9A2F971F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7E486-C957-420D-AF85-61536D4B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B52B40-6338-4A52-8FC6-AB153A9A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97ECD-9D9B-446A-B13E-EE2950E0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302430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2026-08-24T16:02:53.1830000Z</dcterms:created>
  <dcterms:modified xsi:type="dcterms:W3CDTF">2026-08-24T16:02:53.1830000Z</dcterms:modified>
</coreProperties>
</file>