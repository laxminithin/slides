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23a2dcbd784bbf" /><Relationship Type="http://schemas.openxmlformats.org/officeDocument/2006/relationships/extended-properties" Target="/docProps/app.xml" Id="R6b77a36b34f44282" /><Relationship Type="http://schemas.openxmlformats.org/officeDocument/2006/relationships/officeDocument" Target="/ppt/presentation.xml" Id="Rc2530d005f2648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ef1383d8d4ccf"/>
  </p:sldMasterIdLst>
  <p:notesMasterIdLst>
    <p:notesMasterId xmlns:r="http://schemas.openxmlformats.org/officeDocument/2006/relationships" r:id="R949e542592314c89"/>
  </p:notesMasterIdLst>
  <p:sldIdLst>
    <p:sldId xmlns:r="http://schemas.openxmlformats.org/officeDocument/2006/relationships" id="256" r:id="R85c04f2a737d4c24"/>
    <p:sldId xmlns:r="http://schemas.openxmlformats.org/officeDocument/2006/relationships" id="257" r:id="Re26fd0df8f194b93"/>
    <p:sldId xmlns:r="http://schemas.openxmlformats.org/officeDocument/2006/relationships" id="258" r:id="R7556007facd64bc9"/>
    <p:sldId xmlns:r="http://schemas.openxmlformats.org/officeDocument/2006/relationships" id="259" r:id="R761696f1e48b40c5"/>
    <p:sldId xmlns:r="http://schemas.openxmlformats.org/officeDocument/2006/relationships" id="260" r:id="R82f3bb8f07334006"/>
    <p:sldId xmlns:r="http://schemas.openxmlformats.org/officeDocument/2006/relationships" id="261" r:id="R21e031ba60174b59"/>
    <p:sldId xmlns:r="http://schemas.openxmlformats.org/officeDocument/2006/relationships" id="262" r:id="R2a313da1a12d4356"/>
    <p:sldId xmlns:r="http://schemas.openxmlformats.org/officeDocument/2006/relationships" id="263" r:id="Rae16b746f738451b"/>
    <p:sldId xmlns:r="http://schemas.openxmlformats.org/officeDocument/2006/relationships" id="264" r:id="R45401e2b5b4d4ca5"/>
    <p:sldId xmlns:r="http://schemas.openxmlformats.org/officeDocument/2006/relationships" id="265" r:id="R1c1c6746198f4b43"/>
    <p:sldId xmlns:r="http://schemas.openxmlformats.org/officeDocument/2006/relationships" id="266" r:id="R313d0fb8a5bd4894"/>
    <p:sldId xmlns:r="http://schemas.openxmlformats.org/officeDocument/2006/relationships" id="267" r:id="Rf640eb3b350943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e74d48276c4102" /><Relationship Type="http://schemas.openxmlformats.org/officeDocument/2006/relationships/slideMaster" Target="/ppt/slideMasters/slideMaster1.xml" Id="R731ef1383d8d4ccf" /><Relationship Type="http://schemas.openxmlformats.org/officeDocument/2006/relationships/notesMaster" Target="/ppt/notesMasters/notesMaster1.xml" Id="R949e542592314c89" /><Relationship Type="http://schemas.openxmlformats.org/officeDocument/2006/relationships/presProps" Target="/ppt/presProps.xml" Id="Rb4ccada9bdeb43e8" /><Relationship Type="http://schemas.openxmlformats.org/officeDocument/2006/relationships/tableStyles" Target="/ppt/tableStyles.xml" Id="Rbccffe4d36ca46e9" /><Relationship Type="http://schemas.openxmlformats.org/officeDocument/2006/relationships/slide" Target="/ppt/slides/slide1.xml" Id="R85c04f2a737d4c24" /><Relationship Type="http://schemas.openxmlformats.org/officeDocument/2006/relationships/slide" Target="/ppt/slides/slide2.xml" Id="Re26fd0df8f194b93" /><Relationship Type="http://schemas.openxmlformats.org/officeDocument/2006/relationships/slide" Target="/ppt/slides/slide3.xml" Id="R7556007facd64bc9" /><Relationship Type="http://schemas.openxmlformats.org/officeDocument/2006/relationships/slide" Target="/ppt/slides/slide4.xml" Id="R761696f1e48b40c5" /><Relationship Type="http://schemas.openxmlformats.org/officeDocument/2006/relationships/slide" Target="/ppt/slides/slide5.xml" Id="R82f3bb8f07334006" /><Relationship Type="http://schemas.openxmlformats.org/officeDocument/2006/relationships/slide" Target="/ppt/slides/slide6.xml" Id="R21e031ba60174b59" /><Relationship Type="http://schemas.openxmlformats.org/officeDocument/2006/relationships/slide" Target="/ppt/slides/slide7.xml" Id="R2a313da1a12d4356" /><Relationship Type="http://schemas.openxmlformats.org/officeDocument/2006/relationships/slide" Target="/ppt/slides/slide8.xml" Id="Rae16b746f738451b" /><Relationship Type="http://schemas.openxmlformats.org/officeDocument/2006/relationships/slide" Target="/ppt/slides/slide9.xml" Id="R45401e2b5b4d4ca5" /><Relationship Type="http://schemas.openxmlformats.org/officeDocument/2006/relationships/slide" Target="/ppt/slides/slide10.xml" Id="R1c1c6746198f4b43" /><Relationship Type="http://schemas.openxmlformats.org/officeDocument/2006/relationships/slide" Target="/ppt/slides/slide11.xml" Id="R313d0fb8a5bd4894" /><Relationship Type="http://schemas.openxmlformats.org/officeDocument/2006/relationships/slide" Target="/ppt/slides/slide12.xml" Id="Rf640eb3b350943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6f8911145246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ea8370e91b4d27" /><Relationship Type="http://schemas.openxmlformats.org/officeDocument/2006/relationships/notesMaster" Target="/ppt/notesMasters/notesMaster1.xml" Id="Rb0cc8565d5e84a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cf9a38900b4202" /><Relationship Type="http://schemas.openxmlformats.org/officeDocument/2006/relationships/notesMaster" Target="/ppt/notesMasters/notesMaster1.xml" Id="R6eb4834c289a46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578357890b4795" /><Relationship Type="http://schemas.openxmlformats.org/officeDocument/2006/relationships/notesMaster" Target="/ppt/notesMasters/notesMaster1.xml" Id="R26ab3dc7cf9c4c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86c14d64c34569" /><Relationship Type="http://schemas.openxmlformats.org/officeDocument/2006/relationships/notesMaster" Target="/ppt/notesMasters/notesMaster1.xml" Id="R6fe6495208a24d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b06cd5531d43fa" /><Relationship Type="http://schemas.openxmlformats.org/officeDocument/2006/relationships/notesMaster" Target="/ppt/notesMasters/notesMaster1.xml" Id="Rb2e0681292db40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1913eff5cf4a47" /><Relationship Type="http://schemas.openxmlformats.org/officeDocument/2006/relationships/notesMaster" Target="/ppt/notesMasters/notesMaster1.xml" Id="R25231f92352244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7c5df109848d1" /><Relationship Type="http://schemas.openxmlformats.org/officeDocument/2006/relationships/notesMaster" Target="/ppt/notesMasters/notesMaster1.xml" Id="Rfe70ef5f09e349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056bc426014ea7" /><Relationship Type="http://schemas.openxmlformats.org/officeDocument/2006/relationships/notesMaster" Target="/ppt/notesMasters/notesMaster1.xml" Id="R124a89082271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4983af92a94cb7" /><Relationship Type="http://schemas.openxmlformats.org/officeDocument/2006/relationships/notesMaster" Target="/ppt/notesMasters/notesMaster1.xml" Id="Rf381e779d9094a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aca5375f144903" /><Relationship Type="http://schemas.openxmlformats.org/officeDocument/2006/relationships/notesMaster" Target="/ppt/notesMasters/notesMaster1.xml" Id="Rdff88eb502894b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bd13ed5aeb4271" /><Relationship Type="http://schemas.openxmlformats.org/officeDocument/2006/relationships/notesMaster" Target="/ppt/notesMasters/notesMaster1.xml" Id="R128b7332afc145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dedbbad4334f9c" /><Relationship Type="http://schemas.openxmlformats.org/officeDocument/2006/relationships/notesMaster" Target="/ppt/notesMasters/notesMaster1.xml" Id="R81f99c05ed4a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6cfa1b26f48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84c9ca9e9479f" /><Relationship Type="http://schemas.openxmlformats.org/officeDocument/2006/relationships/slideLayout" Target="/ppt/slideLayouts/slideLayout1.xml" Id="R553312fbee214d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312fbee214d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1f57652954fa2" /><Relationship Type="http://schemas.openxmlformats.org/officeDocument/2006/relationships/notesSlide" Target="/ppt/notesSlides/notesSlide1.xml" Id="R1eab9a42c1a94a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a52d48209472d" /><Relationship Type="http://schemas.openxmlformats.org/officeDocument/2006/relationships/notesSlide" Target="/ppt/notesSlides/notesSlide2.xml" Id="R3e49017f42304d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4eb7f8c1549c8" /><Relationship Type="http://schemas.openxmlformats.org/officeDocument/2006/relationships/notesSlide" Target="/ppt/notesSlides/notesSlide3.xml" Id="Race397b2f7564d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4076f82e94631" /><Relationship Type="http://schemas.openxmlformats.org/officeDocument/2006/relationships/notesSlide" Target="/ppt/notesSlides/notesSlide4.xml" Id="R33b3c5c1598740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066b2119042ad" /><Relationship Type="http://schemas.openxmlformats.org/officeDocument/2006/relationships/notesSlide" Target="/ppt/notesSlides/notesSlide5.xml" Id="R76544c5980624a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49bde4d2b46fe" /><Relationship Type="http://schemas.openxmlformats.org/officeDocument/2006/relationships/notesSlide" Target="/ppt/notesSlides/notesSlide6.xml" Id="R957afa8a781648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21bca8e1f4645" /><Relationship Type="http://schemas.openxmlformats.org/officeDocument/2006/relationships/notesSlide" Target="/ppt/notesSlides/notesSlide7.xml" Id="R99692027e0d34d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8e1ef973a4481" /><Relationship Type="http://schemas.openxmlformats.org/officeDocument/2006/relationships/notesSlide" Target="/ppt/notesSlides/notesSlide8.xml" Id="R888678b4b0a44d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b9ca8e1664989" /><Relationship Type="http://schemas.openxmlformats.org/officeDocument/2006/relationships/notesSlide" Target="/ppt/notesSlides/notesSlide9.xml" Id="R74b7d1c2828d47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8dd37ced04812" /><Relationship Type="http://schemas.openxmlformats.org/officeDocument/2006/relationships/notesSlide" Target="/ppt/notesSlides/notesSlide10.xml" Id="Radbecf9214364c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4f24bd84846c4" /><Relationship Type="http://schemas.openxmlformats.org/officeDocument/2006/relationships/notesSlide" Target="/ppt/notesSlides/notesSlide11.xml" Id="R944f6330a8fa47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7073fb8a54c74" /><Relationship Type="http://schemas.openxmlformats.org/officeDocument/2006/relationships/notesSlide" Target="/ppt/notesSlides/notesSlide12.xml" Id="R425c8469d56540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9C069-83FC-4439-8DC2-C5E2293D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63E03-B00D-481C-A72E-86276BD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Build and test basic prototypes using tools available in the Atal Idea/Tinkering Lab or Makers 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58CBA-1FDB-4E2B-93DE-A56FD06B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DC09A-00D3-493E-85C3-EF6312FC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6542E-134B-47B9-9B70-0F68BE38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30584-F96B-4640-9019-E6A13B8F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DAE51-3D8C-465F-98D6-B4B2DBAA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37068-0AE7-4833-88E6-3431A329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B65AF-5131-49A8-86FC-F966B5DA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7A3B6-3685-4331-BFC0-E8162D9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72152-1599-4BA0-9E65-6E92F502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45824-BA40-4D95-A5F4-96792B48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592F2-236B-47DC-96FA-14709B5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0463402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C9506-B364-4647-87E5-AA06813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4E108-09CE-4341-B49A-E88E0D35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5A0F9-53FF-4059-908C-C3B2A7CE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DCA7C-805A-4D1E-97E8-C21FDB75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7F589-02AC-4C64-93F1-86CD72FA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Build and test basic prototypes using tools available in the Atal Idea/Tinkering Lab or Makers Space.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047E2-1B15-4BAD-A828-CD3352A6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840468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3A0AD-09E1-4075-B892-09475AE6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E2FD8-1B08-4D22-B73C-1AA27BDE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40591-3EB9-4F83-80DC-76D7D7E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EB3EF-CC3B-4C2F-A8FE-A9B4909A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B0C78-6AC4-4BC0-B34B-B0841305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Build and test basic prototypes using tools available in the Atal Idea/Tinkerin....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2C9F6-F691-41F5-B9E4-DFE7DCD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B11D0-CA85-4731-B071-6C3A4FA5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FF5FB-C541-46D7-920C-89128097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93048-9173-4E2B-B4F6-4C57835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FC4B9-D672-4F4D-B7AE-C915A43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prototypes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545F6-7DB1-412D-9F4E-3EF89339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D9C3-98B7-4D33-8657-43E46522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02279-6732-41C9-9992-4C974377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41981-0D25-44A9-A162-7DB3F6EA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1D76F-4ABE-4368-B39A-2D578FB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713399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D4B98-8220-4F71-A205-9DB6F874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BB231-514A-4958-A28E-C4FA4B15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65FC5-9FA8-4CBA-909D-AC3B8B52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465C7-A101-4C79-B768-4D7DE2A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45BF1-6B5C-469E-B7E5-5A0D457D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68909-A067-4277-9EA2-88F4EB97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574546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402D7-82B9-4550-99C7-56FF5F74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CE924-5095-4156-BF87-378096DD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B8FFC-D0C5-4635-AB02-0845E85D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A28AE-0A93-4F01-AA3C-1F4FCD8A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9DAE5-CAE0-4280-A9D6-03D3E9A0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59E3E-0395-4FDA-90DC-1B45B7A3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8681422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E7A2E-FD6C-42CA-AF65-B2696924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CA350-1E64-484B-8035-D53EFDA5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B27F4-655B-4730-9C7B-5E9C9EEB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B123C-FE45-4744-B6F8-61F4CD47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4DB01-1D5F-4F5E-9A9B-50EE7820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59FCA-58F2-4D8E-936E-2A86A79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8D445-666B-4DF6-B798-04A9CFC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D69F9-7718-4B3F-B6B1-27D2F239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8B7BE-9C01-4D8F-BFB5-DEBCF406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41D49-ED4A-408E-B396-A14A29D1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B37E9-BBAD-481E-9EDE-165DFDE5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06AA8-C578-4523-9D64-1AE2938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FFF09-5A3C-4B70-9500-5E85629A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D0D7F-F6B6-41C8-A205-7C186931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8F46E-3AEB-4B2D-B721-8812B7AB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653306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B6062-736C-43BC-BA42-DFBB4D93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77F6-DBEC-4508-B685-CFDB321F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A2423-327A-4B96-AB53-EC4C2AD1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F6AF8-5518-4BF7-9541-4DDFC9B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ABD10-0AB6-49DF-89AD-2D4EE32C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F9B41-78C4-4209-80B8-0C3CCE1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6A4DE-E8F9-45E2-92FE-968662F0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79AFE-799E-4B3B-AFAC-FF5682DA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103E1-768E-4AB2-B09C-58C3EA20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3A1F7-AFCC-4DF1-B05F-DE45791A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AC92E-0582-4816-BEED-555B65D0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C7152-5319-438A-973E-80F3E46B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3CABD-400E-4CB1-B374-9DD8A193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2D6CE-6539-4C73-B709-9E288E2F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16F47-E8E2-4AE8-842B-350EDD9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E6FA6-2DA7-43A9-AED5-00F01800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E4C3A-071E-4C38-82F6-218B6DC9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66C62-CE32-4B35-86CA-AB021B04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39402-F8F4-45A2-9146-8B585AAA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C8270-04AA-4230-A90B-00D4DD6A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F4423-7912-465E-9F54-8A3F0DD7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B3711-033F-4E22-82B6-779FE169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5556A-BB79-4A96-B948-A353686E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3877A-2DDB-4CEF-A43D-004404E5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D2A6D-0727-4C7E-96C7-F0B178F4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361103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0DDCC-9A7E-4C1D-80CC-D677248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62F92-FFAD-4414-ABE0-64ABEECE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CD052-FE55-4D7D-BDFD-9A384704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42C5C-C86F-4E96-B14E-ACFF4D2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E8AC6-935A-45B5-9252-522E49D6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84C98-FAF9-4FDA-B288-23A4DB02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707519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7331B-D0B2-40E5-9EE6-4B5D9D21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97FE9-A9BD-4465-978B-1A830072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9EFE5-DFC0-477B-81FB-E6DF5D3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A16D3-6DAB-4E39-B074-CDEE394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08F21-07F4-42BA-9FD7-461964B7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FDA55-D4A5-49F0-AC9F-3E76BB9E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112101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F9F80-E4A3-4FE5-AA7F-6D43742C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92076-190F-4EC2-A9D2-68B35E9D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0F7EF-752A-4B96-B872-DEA513C1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799A4-F893-4370-815B-912B1A49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C10DD-0908-409C-B5F7-8A1C4A7C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Build and test basic prototypes using tools ava...?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6105B-B9E5-4BFB-9EA3-4047EEE0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850491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389FF-C782-4658-B68D-56FE5299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41E14-029A-41F8-A058-0653295F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EC8F9-389F-43E8-9850-BCE5890C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E414B-0217-4010-AB68-BB4ACAD2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30FDE-4C8B-41B2-B1E3-B87C0D1E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B2D5F-BA6B-445B-902B-8140A275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440421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62A88-541A-4BE1-AC7D-611AB05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AB216-C4EA-4DC8-BF71-AB3880EC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2F91D-FC91-4B18-899B-D7E21089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1C683-1ACF-48A8-AFEA-85709939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BF56C-044C-491A-B2E3-0CC99980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304B0-71C9-42D7-9DCB-8671CF9C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33EA9-B0C7-4835-9060-C6632B2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8F08B-E0FA-42A7-AEC2-D966A8C9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9070C-CAB2-4B2A-AB9B-FC11B4F6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1D7D0-7D03-4640-B45B-9605129C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57B2E-DB13-47FA-A99C-5FB1CAE7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9511A-0260-4895-AD66-09500BA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2B19F-8946-43DC-A7BD-0B22A42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04F5C-991D-46ED-9DA6-9E76D59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46A5D-4892-4941-B009-4B3FE349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0EB1B-82BE-45C8-8E02-4D3B8713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B5F2A-5959-4E65-A586-D87D9211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7C667-D9F6-4C1D-87E3-211479B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4A94B-05DA-4C8E-9401-BA8B69EB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91D39-3A9E-4DB0-A16A-8D400420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72186-8D37-4E11-9F1D-E34EBD90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DEC47-8473-4268-8AD8-45A78287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53A51-5183-474F-8A81-2193EBC7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336280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2026-08-24T16:02:53.2980000Z</dcterms:created>
  <dcterms:modified xsi:type="dcterms:W3CDTF">2026-08-24T16:02:53.2980000Z</dcterms:modified>
</coreProperties>
</file>