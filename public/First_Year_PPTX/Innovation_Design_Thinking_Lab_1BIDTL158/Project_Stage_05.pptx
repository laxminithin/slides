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c1146f63a94cca" /><Relationship Type="http://schemas.openxmlformats.org/officeDocument/2006/relationships/extended-properties" Target="/docProps/app.xml" Id="R2c7813e2e0c344da" /><Relationship Type="http://schemas.openxmlformats.org/officeDocument/2006/relationships/officeDocument" Target="/ppt/presentation.xml" Id="R5337dce3753042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81ac62c004226"/>
  </p:sldMasterIdLst>
  <p:notesMasterIdLst>
    <p:notesMasterId xmlns:r="http://schemas.openxmlformats.org/officeDocument/2006/relationships" r:id="Rf7b280a74eb8417a"/>
  </p:notesMasterIdLst>
  <p:sldIdLst>
    <p:sldId xmlns:r="http://schemas.openxmlformats.org/officeDocument/2006/relationships" id="256" r:id="Rdde9d407721e4870"/>
    <p:sldId xmlns:r="http://schemas.openxmlformats.org/officeDocument/2006/relationships" id="257" r:id="R2bacb0ace58a4e20"/>
    <p:sldId xmlns:r="http://schemas.openxmlformats.org/officeDocument/2006/relationships" id="258" r:id="R5fe2c7a8575c4dbe"/>
    <p:sldId xmlns:r="http://schemas.openxmlformats.org/officeDocument/2006/relationships" id="259" r:id="R8aeb4d3f6b104eb4"/>
    <p:sldId xmlns:r="http://schemas.openxmlformats.org/officeDocument/2006/relationships" id="260" r:id="R8780f18361e243fe"/>
    <p:sldId xmlns:r="http://schemas.openxmlformats.org/officeDocument/2006/relationships" id="261" r:id="Rb60b8522419c4466"/>
    <p:sldId xmlns:r="http://schemas.openxmlformats.org/officeDocument/2006/relationships" id="262" r:id="R7de5a19731e44a37"/>
    <p:sldId xmlns:r="http://schemas.openxmlformats.org/officeDocument/2006/relationships" id="263" r:id="R4dc93288ee954d3c"/>
    <p:sldId xmlns:r="http://schemas.openxmlformats.org/officeDocument/2006/relationships" id="264" r:id="Rac05507cbecd45fe"/>
    <p:sldId xmlns:r="http://schemas.openxmlformats.org/officeDocument/2006/relationships" id="265" r:id="Rf9764f3652724d45"/>
    <p:sldId xmlns:r="http://schemas.openxmlformats.org/officeDocument/2006/relationships" id="266" r:id="R7ef74ca73379462a"/>
    <p:sldId xmlns:r="http://schemas.openxmlformats.org/officeDocument/2006/relationships" id="267" r:id="R1f089bd0b00549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58bf7455c4f08" /><Relationship Type="http://schemas.openxmlformats.org/officeDocument/2006/relationships/slideMaster" Target="/ppt/slideMasters/slideMaster1.xml" Id="Rc2081ac62c004226" /><Relationship Type="http://schemas.openxmlformats.org/officeDocument/2006/relationships/notesMaster" Target="/ppt/notesMasters/notesMaster1.xml" Id="Rf7b280a74eb8417a" /><Relationship Type="http://schemas.openxmlformats.org/officeDocument/2006/relationships/presProps" Target="/ppt/presProps.xml" Id="R2a045471f535434b" /><Relationship Type="http://schemas.openxmlformats.org/officeDocument/2006/relationships/tableStyles" Target="/ppt/tableStyles.xml" Id="R3bd1ffc8c0bc4a52" /><Relationship Type="http://schemas.openxmlformats.org/officeDocument/2006/relationships/slide" Target="/ppt/slides/slide1.xml" Id="Rdde9d407721e4870" /><Relationship Type="http://schemas.openxmlformats.org/officeDocument/2006/relationships/slide" Target="/ppt/slides/slide2.xml" Id="R2bacb0ace58a4e20" /><Relationship Type="http://schemas.openxmlformats.org/officeDocument/2006/relationships/slide" Target="/ppt/slides/slide3.xml" Id="R5fe2c7a8575c4dbe" /><Relationship Type="http://schemas.openxmlformats.org/officeDocument/2006/relationships/slide" Target="/ppt/slides/slide4.xml" Id="R8aeb4d3f6b104eb4" /><Relationship Type="http://schemas.openxmlformats.org/officeDocument/2006/relationships/slide" Target="/ppt/slides/slide5.xml" Id="R8780f18361e243fe" /><Relationship Type="http://schemas.openxmlformats.org/officeDocument/2006/relationships/slide" Target="/ppt/slides/slide6.xml" Id="Rb60b8522419c4466" /><Relationship Type="http://schemas.openxmlformats.org/officeDocument/2006/relationships/slide" Target="/ppt/slides/slide7.xml" Id="R7de5a19731e44a37" /><Relationship Type="http://schemas.openxmlformats.org/officeDocument/2006/relationships/slide" Target="/ppt/slides/slide8.xml" Id="R4dc93288ee954d3c" /><Relationship Type="http://schemas.openxmlformats.org/officeDocument/2006/relationships/slide" Target="/ppt/slides/slide9.xml" Id="Rac05507cbecd45fe" /><Relationship Type="http://schemas.openxmlformats.org/officeDocument/2006/relationships/slide" Target="/ppt/slides/slide10.xml" Id="Rf9764f3652724d45" /><Relationship Type="http://schemas.openxmlformats.org/officeDocument/2006/relationships/slide" Target="/ppt/slides/slide11.xml" Id="R7ef74ca73379462a" /><Relationship Type="http://schemas.openxmlformats.org/officeDocument/2006/relationships/slide" Target="/ppt/slides/slide12.xml" Id="R1f089bd0b00549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adc06992e4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25674d4a049ab" /><Relationship Type="http://schemas.openxmlformats.org/officeDocument/2006/relationships/notesMaster" Target="/ppt/notesMasters/notesMaster1.xml" Id="R7f194881fc17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6610deed34973" /><Relationship Type="http://schemas.openxmlformats.org/officeDocument/2006/relationships/notesMaster" Target="/ppt/notesMasters/notesMaster1.xml" Id="Rbc26bf87eb29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75436b2dce4e15" /><Relationship Type="http://schemas.openxmlformats.org/officeDocument/2006/relationships/notesMaster" Target="/ppt/notesMasters/notesMaster1.xml" Id="Rb5d956161e174a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a475b240f4f1c" /><Relationship Type="http://schemas.openxmlformats.org/officeDocument/2006/relationships/notesMaster" Target="/ppt/notesMasters/notesMaster1.xml" Id="Rcb11a353c4d7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f11bf39104a26" /><Relationship Type="http://schemas.openxmlformats.org/officeDocument/2006/relationships/notesMaster" Target="/ppt/notesMasters/notesMaster1.xml" Id="R15c66617b56a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67f777fdad44c8" /><Relationship Type="http://schemas.openxmlformats.org/officeDocument/2006/relationships/notesMaster" Target="/ppt/notesMasters/notesMaster1.xml" Id="R0e6f7612aff349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d83de0a0a74b68" /><Relationship Type="http://schemas.openxmlformats.org/officeDocument/2006/relationships/notesMaster" Target="/ppt/notesMasters/notesMaster1.xml" Id="R6c2c2af8a48349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916cb4b7bd4449" /><Relationship Type="http://schemas.openxmlformats.org/officeDocument/2006/relationships/notesMaster" Target="/ppt/notesMasters/notesMaster1.xml" Id="Rdd61786f1d94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465d2720234eb3" /><Relationship Type="http://schemas.openxmlformats.org/officeDocument/2006/relationships/notesMaster" Target="/ppt/notesMasters/notesMaster1.xml" Id="R9b63f378ad3242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762933776e4e21" /><Relationship Type="http://schemas.openxmlformats.org/officeDocument/2006/relationships/notesMaster" Target="/ppt/notesMasters/notesMaster1.xml" Id="R6a14b28b3a2f4e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b29a24ef174318" /><Relationship Type="http://schemas.openxmlformats.org/officeDocument/2006/relationships/notesMaster" Target="/ppt/notesMasters/notesMaster1.xml" Id="R0d3a611d0de548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fa9f198641497e" /><Relationship Type="http://schemas.openxmlformats.org/officeDocument/2006/relationships/notesMaster" Target="/ppt/notesMasters/notesMaster1.xml" Id="Rf978286e95c8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841dcc6e749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dcb56a893b4fab" /><Relationship Type="http://schemas.openxmlformats.org/officeDocument/2006/relationships/slideLayout" Target="/ppt/slideLayouts/slideLayout1.xml" Id="Rdcec5364402c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c5364402c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80a3bccea4995" /><Relationship Type="http://schemas.openxmlformats.org/officeDocument/2006/relationships/notesSlide" Target="/ppt/notesSlides/notesSlide1.xml" Id="R4d3e111a9a0d47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e591175f94a6c" /><Relationship Type="http://schemas.openxmlformats.org/officeDocument/2006/relationships/notesSlide" Target="/ppt/notesSlides/notesSlide2.xml" Id="Rd35b8bbc425e40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6e4209c974008" /><Relationship Type="http://schemas.openxmlformats.org/officeDocument/2006/relationships/notesSlide" Target="/ppt/notesSlides/notesSlide3.xml" Id="R4045544e09714f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c1cba72f24737" /><Relationship Type="http://schemas.openxmlformats.org/officeDocument/2006/relationships/notesSlide" Target="/ppt/notesSlides/notesSlide4.xml" Id="R3f9d566318d940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7088acc64ed9" /><Relationship Type="http://schemas.openxmlformats.org/officeDocument/2006/relationships/notesSlide" Target="/ppt/notesSlides/notesSlide5.xml" Id="R72fea70820e542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2475f3e934d15" /><Relationship Type="http://schemas.openxmlformats.org/officeDocument/2006/relationships/notesSlide" Target="/ppt/notesSlides/notesSlide6.xml" Id="Rd026923c88cd49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c260272c447c2" /><Relationship Type="http://schemas.openxmlformats.org/officeDocument/2006/relationships/notesSlide" Target="/ppt/notesSlides/notesSlide7.xml" Id="R37d346e2630042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f9661975e4b59" /><Relationship Type="http://schemas.openxmlformats.org/officeDocument/2006/relationships/notesSlide" Target="/ppt/notesSlides/notesSlide8.xml" Id="Rc9e1d6021d8f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10d6fc6b0409a" /><Relationship Type="http://schemas.openxmlformats.org/officeDocument/2006/relationships/notesSlide" Target="/ppt/notesSlides/notesSlide9.xml" Id="R7222db99134247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e78ec8b074df1" /><Relationship Type="http://schemas.openxmlformats.org/officeDocument/2006/relationships/notesSlide" Target="/ppt/notesSlides/notesSlide10.xml" Id="R8d68c6094c8a40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99c2612d949d2" /><Relationship Type="http://schemas.openxmlformats.org/officeDocument/2006/relationships/notesSlide" Target="/ppt/notesSlides/notesSlide11.xml" Id="Ra2727b72904342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399fd95294347" /><Relationship Type="http://schemas.openxmlformats.org/officeDocument/2006/relationships/notesSlide" Target="/ppt/notesSlides/notesSlide12.xml" Id="R6703c271323845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8EAFE-2713-496C-8E36-1D416817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F8BE3-CF3C-4FC1-8AF9-0130474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Collaborate effectively in diverse teams. Week 1, 2 &amp; 3: Orientation and Team Formation Week -1&amp;2: Introduction to Socia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7DD72-B753-4264-82BB-6A77FA22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AF730-1595-425F-87EA-8251CCCA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9204E-93C6-4CC5-9506-775313E1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A8C41-2F70-4320-9321-E51D4E7B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62CF6-7ADF-4B84-BB03-A1FC923D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A2E7-FCF8-4A15-A886-C6F6DABA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C9270-2FFE-4131-B5E2-2AFBADAD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6CE6E-6B26-4404-A41D-1C111766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DEA76-2EB2-49F3-B0C2-F52F880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CDF6D-1D20-4310-8C35-2A7A1499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4B5B1-6E3C-409F-B458-E9BECD9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58161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6C80D-9BBC-4168-B5EE-B8A6E91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F019A-AD5E-46EC-AF91-815DC395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D087A-2900-4BCA-BAC0-E8FFE54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8C723-E663-4428-AA1D-F706979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B551D-021B-4B24-9BD8-FD1BF6D3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Collaborate effectively in diverse teams. Week 1, 2 &amp; 3: Orientation and Team Formation Week -1&amp;2: Introduction to Socia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D7F2D-B453-49FB-8B5F-1327CA04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83399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DE64F-6384-4793-B727-21EA2DA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E45A4-7944-4251-9EB7-FFB74889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84D1C-300A-419F-968D-6A67B68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4555C-2A7D-4902-8BAF-B2F92DB9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5B723-5B90-40E4-B5DA-68290BD1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Collaborate effectively in diverse teams. Week 1, 2 &amp; 3: Orientation and Team F....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46597-BD6E-45D7-911E-D4693C8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Collaborate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24407-D6B6-4D52-8B9E-28783D3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9694E-8B07-4EEC-880B-994EDAB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effectively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63063-41E1-47F0-B520-38D58F19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7059B-39B7-4D12-A126-5C8F15A5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diverse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89F41-BF09-4F98-8DD4-9A2F544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8B320-FC25-4427-BFAD-EE2CEFBA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3D56A-161A-4AB4-9F03-B70B794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EB4C0-80C2-4C62-8385-2F7373AD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0C67A-3D70-4770-BA87-38997BDC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013213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FC35F-29E4-41DE-934F-241F6E1F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B4744-5C9A-487E-A468-65D9A04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DE5EA-5271-40B5-AB8A-DB5A301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9FA04-F733-4D8E-84AA-14BD80CE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67221-D1B7-456B-B16B-67CD3438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584D4-3EF5-47DA-8614-3524A2C4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321621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2D642-8664-43E7-8334-5050455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876BD-E118-46A5-95B9-BA2B7938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8F15A-182A-497F-92E9-3DA6F8E0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1B11-62C9-499C-B19A-A9BB8D96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A6AE4-6608-43C2-A056-149B066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EA52-8464-431C-A994-9A5B7A34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66655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B77AF-C6BF-4D23-ABF7-C0883296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8EBAF-DE37-47A0-95F0-062D513A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CACFE-2B6B-4CAB-A49C-FC73D91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FC7E3-7DC2-4297-840A-52EC70D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77EC6-5E97-45B0-A031-72713938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2665C-7B65-48D1-AFFF-4920D083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E0CC2-9923-45A8-8539-07017EF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90A84-2760-4539-BC4D-E34E4EFA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7C318-8645-4563-BADD-15673DA2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EA9A4-8D3E-4EF6-B9DB-80AEDFA1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299E8-26C8-486A-9FF7-D0C2616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2767E-9B14-4143-9742-9B9BC8C3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0CB17-6081-45D8-87CC-989F56C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E1E88-AF87-44A8-9D46-25A0EB3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5F085-538B-4D95-96CD-BB3ED7C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22646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92E68-2277-4221-A578-9D89344A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7B382-4A7F-4C96-8AA0-6BF188BE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C8E48-E578-4FDA-B58C-E26479A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EB4B5-966E-46C2-BBE5-99CD0ED9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6E98E-0260-443D-94A6-A69CA84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C9ACF-7591-45E8-B25A-3057CF5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544E-3399-4AED-A119-219B213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341D2-DD03-414E-ADA2-42D46D3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3F42-423F-45C1-B936-F45DE98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006B1-C464-46CA-A5C4-D9EF9B4F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FB205-DEC1-4E42-BA17-3AEF4D01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2B0A2-8420-43B0-BE55-C7FF10A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7F0EE-C608-49AD-B668-C52ADE1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52ED1-3F77-4CBB-802F-5BFA3FF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3517B-51AF-430C-AD2F-56B54FFB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55022-BA4E-400F-9D95-C2012BAD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ABB07-AA80-4438-AD8C-4D14F52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DECB8-A49E-4289-A248-6E52C6E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38F7C-2536-40CC-B0E8-C1FF08A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32F30-147E-4339-A3B9-8BF1DF3E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02F84-FC60-4C9B-8757-7BA47F2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8033E-05F4-48EC-8D8A-4CE557E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3AEE9-9D6A-4071-A34C-21BA7B83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87613-8F65-4E5D-8ADC-A9F5A9F3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1CA91-9031-4E78-AC1A-F49F7E1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536510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6F921-8A4F-4CC1-82D5-A4AAF319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90B31-51D0-4605-8CD5-FCCB2F32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FF36E-2892-477F-9BED-CD4834C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5B47-4A50-48A9-8A32-112E318C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782B2-F91F-45C0-B796-E5A2DCB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1704A-CACD-4297-A0DD-D2A38E5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42429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1E270-1BB1-44A8-B7DB-BD6F1F4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B9953-84AF-44AB-8C82-240FF7A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52FAA-FABD-41FD-B484-B78D2CE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545C-AF24-47A0-89A5-F2669D00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4CF35-5231-446E-A22B-9DDCC0FB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0ADE0-B5ED-4F6E-B0B0-76D7DFBC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165572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4F409-7D2A-4C60-AE97-98B57162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5FD13-F00F-4AFE-8252-70A09600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7EE10-33F0-4AA6-9505-32A8489F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51D92-1848-4E85-B713-342947E2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CD40E-150E-479D-BF82-93DE20E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Collaborate effectively in diverse teams. Week...?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90866-6E46-4B60-AA03-FF1104B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422210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0FE91-24CA-4A8D-9C92-8C99CDB4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3BE21-282D-4791-AF1F-3515E777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C49C9-4CB1-45D8-811C-B69E970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85CF8-2E5C-4501-BCCC-6288159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FE667-865D-418B-881A-9D67EF4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C6570-DBFE-442C-BC95-921E8914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383964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CD07B-4E1B-44EB-BFB0-9806EB4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0814B-0264-4C51-875A-EF6D495D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D6F32-7863-415B-B730-0755D36E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A537-E556-41C1-80D7-EC83DD1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C6907-3458-45CB-BC5C-B5B1865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F0BC4-4C24-4B68-990C-8FEAE89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C276A-68E1-4F7D-BF00-CCE51F8D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7EE20-604E-4998-93B4-53C1B3A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CC4EE-F233-40D7-AF29-B95CDE31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6B13E-4528-4DB6-B0C2-C191AEC0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3E319-D23D-4CD8-9BE8-DE6B5D5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841E5-826D-4965-94A2-BE18BCE0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2A43B-DF9D-47F6-9B2E-E8182275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4DFAD-95E0-46DD-A0C8-E8F291F5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C7A7C-3BF5-4479-8D44-45491A00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24570-C8FE-4B42-92A0-983FEF09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29D80-31F4-46E6-9C09-4EB6C0AB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D2159-F2E4-486C-9C9F-03EB86AF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E0B40-8364-4DA2-8786-9E06536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ED0FF-1C91-4109-8A25-BFF49FE1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EDE0E-C76A-4F2C-BCA4-57D577DE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26D6A-6AD0-44B5-98A7-56F8644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62556-569D-4BA0-BB66-483DEB8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90089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2026-08-24T16:02:53.4140000Z</dcterms:created>
  <dcterms:modified xsi:type="dcterms:W3CDTF">2026-08-24T16:02:53.4140000Z</dcterms:modified>
</coreProperties>
</file>