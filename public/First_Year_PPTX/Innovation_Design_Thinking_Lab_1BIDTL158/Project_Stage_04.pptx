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5f33b5446342b6" /><Relationship Type="http://schemas.openxmlformats.org/officeDocument/2006/relationships/extended-properties" Target="/docProps/app.xml" Id="R5c02e2e773e148e8" /><Relationship Type="http://schemas.openxmlformats.org/officeDocument/2006/relationships/officeDocument" Target="/ppt/presentation.xml" Id="R5b8c6cb7342a4c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71a7389f96451c"/>
  </p:sldMasterIdLst>
  <p:notesMasterIdLst>
    <p:notesMasterId xmlns:r="http://schemas.openxmlformats.org/officeDocument/2006/relationships" r:id="Rad220c0d0ae04eac"/>
  </p:notesMasterIdLst>
  <p:sldIdLst>
    <p:sldId xmlns:r="http://schemas.openxmlformats.org/officeDocument/2006/relationships" id="256" r:id="Ra489f95f56f34f7b"/>
    <p:sldId xmlns:r="http://schemas.openxmlformats.org/officeDocument/2006/relationships" id="257" r:id="Rcc803b5ba1774fb7"/>
    <p:sldId xmlns:r="http://schemas.openxmlformats.org/officeDocument/2006/relationships" id="258" r:id="R730834c379c547db"/>
    <p:sldId xmlns:r="http://schemas.openxmlformats.org/officeDocument/2006/relationships" id="259" r:id="R3e4b570c7a744e32"/>
    <p:sldId xmlns:r="http://schemas.openxmlformats.org/officeDocument/2006/relationships" id="260" r:id="Rd0135a8bff0e4cc8"/>
    <p:sldId xmlns:r="http://schemas.openxmlformats.org/officeDocument/2006/relationships" id="261" r:id="R949622174e744013"/>
    <p:sldId xmlns:r="http://schemas.openxmlformats.org/officeDocument/2006/relationships" id="262" r:id="Rf0f733355ec5456f"/>
    <p:sldId xmlns:r="http://schemas.openxmlformats.org/officeDocument/2006/relationships" id="263" r:id="Re114aca75946417a"/>
    <p:sldId xmlns:r="http://schemas.openxmlformats.org/officeDocument/2006/relationships" id="264" r:id="Rde05fc00afb04750"/>
    <p:sldId xmlns:r="http://schemas.openxmlformats.org/officeDocument/2006/relationships" id="265" r:id="R73529ee0ffb445f3"/>
    <p:sldId xmlns:r="http://schemas.openxmlformats.org/officeDocument/2006/relationships" id="266" r:id="Rcd3602572e264a72"/>
    <p:sldId xmlns:r="http://schemas.openxmlformats.org/officeDocument/2006/relationships" id="267" r:id="R57563a7c51204b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75d93e31084787" /><Relationship Type="http://schemas.openxmlformats.org/officeDocument/2006/relationships/slideMaster" Target="/ppt/slideMasters/slideMaster1.xml" Id="Rce71a7389f96451c" /><Relationship Type="http://schemas.openxmlformats.org/officeDocument/2006/relationships/notesMaster" Target="/ppt/notesMasters/notesMaster1.xml" Id="Rad220c0d0ae04eac" /><Relationship Type="http://schemas.openxmlformats.org/officeDocument/2006/relationships/presProps" Target="/ppt/presProps.xml" Id="R3c8014db3f2e497e" /><Relationship Type="http://schemas.openxmlformats.org/officeDocument/2006/relationships/tableStyles" Target="/ppt/tableStyles.xml" Id="R2deed4a10e7f43d8" /><Relationship Type="http://schemas.openxmlformats.org/officeDocument/2006/relationships/slide" Target="/ppt/slides/slide1.xml" Id="Ra489f95f56f34f7b" /><Relationship Type="http://schemas.openxmlformats.org/officeDocument/2006/relationships/slide" Target="/ppt/slides/slide2.xml" Id="Rcc803b5ba1774fb7" /><Relationship Type="http://schemas.openxmlformats.org/officeDocument/2006/relationships/slide" Target="/ppt/slides/slide3.xml" Id="R730834c379c547db" /><Relationship Type="http://schemas.openxmlformats.org/officeDocument/2006/relationships/slide" Target="/ppt/slides/slide4.xml" Id="R3e4b570c7a744e32" /><Relationship Type="http://schemas.openxmlformats.org/officeDocument/2006/relationships/slide" Target="/ppt/slides/slide5.xml" Id="Rd0135a8bff0e4cc8" /><Relationship Type="http://schemas.openxmlformats.org/officeDocument/2006/relationships/slide" Target="/ppt/slides/slide6.xml" Id="R949622174e744013" /><Relationship Type="http://schemas.openxmlformats.org/officeDocument/2006/relationships/slide" Target="/ppt/slides/slide7.xml" Id="Rf0f733355ec5456f" /><Relationship Type="http://schemas.openxmlformats.org/officeDocument/2006/relationships/slide" Target="/ppt/slides/slide8.xml" Id="Re114aca75946417a" /><Relationship Type="http://schemas.openxmlformats.org/officeDocument/2006/relationships/slide" Target="/ppt/slides/slide9.xml" Id="Rde05fc00afb04750" /><Relationship Type="http://schemas.openxmlformats.org/officeDocument/2006/relationships/slide" Target="/ppt/slides/slide10.xml" Id="R73529ee0ffb445f3" /><Relationship Type="http://schemas.openxmlformats.org/officeDocument/2006/relationships/slide" Target="/ppt/slides/slide11.xml" Id="Rcd3602572e264a72" /><Relationship Type="http://schemas.openxmlformats.org/officeDocument/2006/relationships/slide" Target="/ppt/slides/slide12.xml" Id="R57563a7c51204b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929a0d516646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36e9a083454ba2" /><Relationship Type="http://schemas.openxmlformats.org/officeDocument/2006/relationships/notesMaster" Target="/ppt/notesMasters/notesMaster1.xml" Id="R0554e6eea94e40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5f35e6b8504db9" /><Relationship Type="http://schemas.openxmlformats.org/officeDocument/2006/relationships/notesMaster" Target="/ppt/notesMasters/notesMaster1.xml" Id="Rc6caf86652f543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a8b7efec0043bb" /><Relationship Type="http://schemas.openxmlformats.org/officeDocument/2006/relationships/notesMaster" Target="/ppt/notesMasters/notesMaster1.xml" Id="Rd7e6ced6de5e48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3288536c5147bc" /><Relationship Type="http://schemas.openxmlformats.org/officeDocument/2006/relationships/notesMaster" Target="/ppt/notesMasters/notesMaster1.xml" Id="R461b5db2942f49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89a83c48494ee6" /><Relationship Type="http://schemas.openxmlformats.org/officeDocument/2006/relationships/notesMaster" Target="/ppt/notesMasters/notesMaster1.xml" Id="R22b2b64e9a2e4b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13d3d34ecc4103" /><Relationship Type="http://schemas.openxmlformats.org/officeDocument/2006/relationships/notesMaster" Target="/ppt/notesMasters/notesMaster1.xml" Id="Rc02200caf38d4b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96ac5fc09f437c" /><Relationship Type="http://schemas.openxmlformats.org/officeDocument/2006/relationships/notesMaster" Target="/ppt/notesMasters/notesMaster1.xml" Id="R897f6fa7a81f48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ceabc5f2f34322" /><Relationship Type="http://schemas.openxmlformats.org/officeDocument/2006/relationships/notesMaster" Target="/ppt/notesMasters/notesMaster1.xml" Id="R5e65413b627741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02766d7bf443dc" /><Relationship Type="http://schemas.openxmlformats.org/officeDocument/2006/relationships/notesMaster" Target="/ppt/notesMasters/notesMaster1.xml" Id="R564891acc37b46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59404c72e64f7f" /><Relationship Type="http://schemas.openxmlformats.org/officeDocument/2006/relationships/notesMaster" Target="/ppt/notesMasters/notesMaster1.xml" Id="Rb081a0800af44e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8fc37563ca4f7b" /><Relationship Type="http://schemas.openxmlformats.org/officeDocument/2006/relationships/notesMaster" Target="/ppt/notesMasters/notesMaster1.xml" Id="Rba29be1279f64f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6fd53c8bff429a" /><Relationship Type="http://schemas.openxmlformats.org/officeDocument/2006/relationships/notesMaster" Target="/ppt/notesMasters/notesMaster1.xml" Id="R5f9bbaf02a2f4d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a031fe997145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688be6f71046d4" /><Relationship Type="http://schemas.openxmlformats.org/officeDocument/2006/relationships/slideLayout" Target="/ppt/slideLayouts/slideLayout1.xml" Id="R1f63e3a22ccc47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63e3a22ccc47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3df19fd72410f" /><Relationship Type="http://schemas.openxmlformats.org/officeDocument/2006/relationships/notesSlide" Target="/ppt/notesSlides/notesSlide1.xml" Id="R100aba4414c94f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a6dc318ab43af" /><Relationship Type="http://schemas.openxmlformats.org/officeDocument/2006/relationships/notesSlide" Target="/ppt/notesSlides/notesSlide2.xml" Id="R6389c1678d6e42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1ac07086c4ea6" /><Relationship Type="http://schemas.openxmlformats.org/officeDocument/2006/relationships/notesSlide" Target="/ppt/notesSlides/notesSlide3.xml" Id="R8ef0a0ba591b48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392b620784178" /><Relationship Type="http://schemas.openxmlformats.org/officeDocument/2006/relationships/notesSlide" Target="/ppt/notesSlides/notesSlide4.xml" Id="Rd8d79e89152a44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5234a38114f8b" /><Relationship Type="http://schemas.openxmlformats.org/officeDocument/2006/relationships/notesSlide" Target="/ppt/notesSlides/notesSlide5.xml" Id="Reb1e382c683f42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0942b758a400f" /><Relationship Type="http://schemas.openxmlformats.org/officeDocument/2006/relationships/notesSlide" Target="/ppt/notesSlides/notesSlide6.xml" Id="R58599be71f1245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6079392e1407d" /><Relationship Type="http://schemas.openxmlformats.org/officeDocument/2006/relationships/notesSlide" Target="/ppt/notesSlides/notesSlide7.xml" Id="R417014ae15b84c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0b3d3575e4214" /><Relationship Type="http://schemas.openxmlformats.org/officeDocument/2006/relationships/notesSlide" Target="/ppt/notesSlides/notesSlide8.xml" Id="R5b7dba79f88448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fe008862c48d2" /><Relationship Type="http://schemas.openxmlformats.org/officeDocument/2006/relationships/notesSlide" Target="/ppt/notesSlides/notesSlide9.xml" Id="R9e31955dbdf64b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8073810f747c5" /><Relationship Type="http://schemas.openxmlformats.org/officeDocument/2006/relationships/notesSlide" Target="/ppt/notesSlides/notesSlide10.xml" Id="R9fc7e5201f294b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ac66cf4d24ddd" /><Relationship Type="http://schemas.openxmlformats.org/officeDocument/2006/relationships/notesSlide" Target="/ppt/notesSlides/notesSlide11.xml" Id="Rc7ce9bdf9f5a42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58f211d404190" /><Relationship Type="http://schemas.openxmlformats.org/officeDocument/2006/relationships/notesSlide" Target="/ppt/notesSlides/notesSlide12.xml" Id="Rf69fa2e06e6f4f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F3EFB-C03A-4C47-980D-DE4BDA4B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7196D-9948-4F70-9BD6-64B9BFB5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Pitch socially relevant ideas with scalable models.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A68E9-1D08-4055-920E-950ADDB9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Innovation &amp; Design Thinking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1BIDTL158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214EC-9BF0-4875-84D7-ABC34D34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402B1-EED8-43D1-B143-229A797A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F3CEA-BE40-4492-A63B-F7CBD1A6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DF080-21E2-4343-9687-609EA139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2A5F3-FBD1-47F4-8A77-831397CC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78174-5534-44D1-BA86-77AF6491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74949-1E12-464F-A9BD-B57622ED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89E0C-586D-44D7-BD5C-68CC9559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C0872-FFE6-4B80-9031-C850C88C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E700B-4E82-4DDE-9999-55B03AAD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6601585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F5B0F-16D2-4903-AF8E-9940C487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67FB7-A687-411E-A15B-4E7C6FDD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D914C-0FB8-49F6-9AF1-FBFDA3D8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29760-568D-4732-A2A5-282A31ED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A2E00-B9A0-4F06-8EC1-73ABB887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Pitch socially relevant ideas with scalable models.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B132A-1AFD-4335-8BBB-ABCAE3BD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240405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DEE36-8A2E-47B3-A964-B06A6C8B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C52E3-2EE3-462A-BD0E-CCF13831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C23AA-D314-40BC-9ABF-FE35561B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C40AC-3F47-4FF5-8830-9564B645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F7025-6F00-4B0D-938B-62F6148D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Pitch socially relevant ideas with scalable models..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0A88D-EF18-4BEB-93F0-9E9AC54B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Pitch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329AF-D39F-44C4-BB02-BAB3ECFD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ABFF6-6B00-4588-BE19-3691A308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socially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FC1C8-92BC-4F65-B729-BA86590F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129CE-EE53-4974-8F32-BBFBD10A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relevant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F30FE-2C12-45A1-ACED-D346FC30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30826-827C-47D2-B41E-FE310B06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2782C-C403-4AD0-8392-D4F58BB5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961A5-9A37-4EDE-BB6B-EBBE5984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scalable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8534E-61A5-4A21-AE59-7C2DB06C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776250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F1763-448F-473A-9C5D-E9D4D66F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6547B-AD07-44CC-811E-F207D262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1EFC5-410B-453B-9D21-6CA7486F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4D782-1186-4845-81CE-81192F7F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15929-9631-4EAD-B550-D45EA749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2A715-3EEB-4683-BF1D-7FC23609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999413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803CB-95AC-465C-9838-0ECD7782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72AA4-9661-4426-A832-817D8F57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1C2C6-FCC0-4A44-B595-BB4799C0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2CDEF-0E31-446F-9A4D-4C9D6583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F066C-E5F2-4F24-B782-8F950B8A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2BBF0-793C-485A-B9A3-6B98E1B7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3159978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063417-C4BA-49FE-AEF3-FBDC59A9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969D5-CF39-449E-BD46-DC4971D5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D0B3D-3A39-4054-9D22-4C03F723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48CB3-D411-4280-A6E9-69D4C18E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27CE9-FFEE-4546-8F9E-75316C45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B4EE9-CD10-4C46-8F4E-B5F681AA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9B5C5-CE6C-4819-93BF-F031D278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76D10-FFD8-45F2-A8E8-6195225E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71912-41E9-465C-AFB8-73B1DC82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DF40D-3816-4FE0-9B6A-9243D247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55CB1-D505-4B98-BA8B-281AFADC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AC183-1579-4A24-95AA-48C9B111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26E8F-D280-4CDA-A3FC-FFF3B906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1FE12-FA41-43A6-AEF4-39AD00B8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09608-2BB0-432A-913C-A720473D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7417545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4DE476-A643-4917-AC17-39DD6175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C15D1-ECF8-4384-9F93-2EB1DC1C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66C2B-0F07-48EE-BCC4-9A21A3AB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70C2D-CD71-474B-9C88-B26B427F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B9682-764D-4F7F-9794-20D2BAE0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5A6ED-C4F5-4655-95FB-1919ADB6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C61B8-9B61-4D9F-B66A-4CCBFBD1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7901C-51ED-488B-BBA5-D8A932B2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3F39B-CF27-4A75-8E6D-767FF964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F26CC-74E7-454C-8326-97FC15C6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A7B0C-B97E-4D18-B798-A3ADEBA7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F1406-D672-41B9-9AF5-095AA2EC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C6A29-C8A1-44B1-9133-880C4E83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21B64-B51F-429D-8FA3-C99CD069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A31B9-BD74-42C2-A9C3-E12F87FF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D5F1F-0A0A-443C-803B-CCC54048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D2B8E-C911-4658-A1FC-25EA8C18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67C35-03BD-48E7-AE13-57A3A0B5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5EC465-5917-4251-885C-EB8B9CB8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602DBD-5543-4779-9CCA-0207AC96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D4ACE8-BA08-485E-88C1-4402A59C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5F9B2F-CA4B-4AD9-B9DE-0CDEB0D3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3CF738-5496-4B90-8EA9-8FF8CC63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BF00B5-56F2-4301-8B5D-2D1DE9B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A0084C-4E59-4E7B-A7FF-9E774744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98037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50B14-BDEE-4DC0-A1FC-CE69EB22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7A687-8A43-4E9A-B6DB-3B0B215C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A5234-AC9C-444E-ABB5-31086A09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708CD-9374-4EA1-AF33-E3F8E4AF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1DBDB-C6B6-4ABF-8A24-D3E79A7C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7799B-A85F-48A3-A0EF-954ED84A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28422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492D0-49AC-445A-B146-14670E5B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AEEDD-EF1C-45B5-8D6D-983839A0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FC813-DB6C-4572-A7CD-0C77F308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20B86-6829-4293-9B15-F2C61E2C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98B73-9185-49B1-9560-1FBDC1F8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0D4CB-3BB8-47A8-B373-A813DEE8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0606747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FCA68-4024-4D50-9011-F3AD06AA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1E04D-2881-4DAA-A566-9453880E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A7CF8-1ED9-4285-9635-3FE380D6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F2314-C50F-4179-A5A3-80A7B7F8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65E93-C185-43E1-B1ED-B429355F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Pitch socially relevant ideas with scalable mod...?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ABE8B-AE1B-45DC-BD93-C8F03BBD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247398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BB327-1C71-4271-8B61-4668327A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BB978-EB14-4EAE-A981-8D3770D1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D9801-65A5-40BE-8D8F-9D0D18CD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3A524-AD9F-459B-9403-706E2469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150F5-2622-4A4E-B81C-F1C83756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F1318-4B62-4CF0-984C-A5281DF0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184263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DDACB3-DEC5-459B-8608-31794821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5A882-A169-48CA-96E3-531707A3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5151C-8E6E-4AC4-90BF-E99EF7CA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498ED-49C7-46DD-8904-0D176722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685DE-7EAE-4103-8E57-0901D6DB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9D929-8A22-40BF-BE3F-BB948F8F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63BEE-E327-499F-9180-0AE50EB2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7AA43-9B4F-4649-BE20-4CC2E845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3F89B-A4BC-41CC-A083-DE81866C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B32F7-810C-441B-A6BB-BD167C5B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19CC9-086F-4C5C-BC23-863AFFFA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6C191-50B9-4A9F-9B09-CFABD957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276F3-11D4-468E-BA16-C9B378AD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06A36-EC6A-46D3-8F93-71A1F6EA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ADFD0-2935-4775-A29F-E98D63CF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02EE1-A906-4BE1-B505-E47239CE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38DCE-31CF-4328-9C6A-EB5E20F4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EB5325-A497-4875-B62F-46349C8D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DB502-F942-480E-97D1-D4FDAC87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AA45DC-E419-422E-B1C7-8BE3867D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3A056-DF9C-4A8C-AC96-B8C28B18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8F73B-1EAA-45B9-A107-8EAA1A72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FA79EE-3564-4E71-A3A9-75FFD5EF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714995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2026-08-24T16:02:53.3540000Z</dcterms:created>
  <dcterms:modified xsi:type="dcterms:W3CDTF">2026-08-24T16:02:53.3540000Z</dcterms:modified>
</coreProperties>
</file>