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bef9b77dbb46c7" /><Relationship Type="http://schemas.openxmlformats.org/officeDocument/2006/relationships/extended-properties" Target="/docProps/app.xml" Id="Rf2aaf694fadf4369" /><Relationship Type="http://schemas.openxmlformats.org/officeDocument/2006/relationships/officeDocument" Target="/ppt/presentation.xml" Id="R87e422de758e45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8450712eb4d23"/>
  </p:sldMasterIdLst>
  <p:notesMasterIdLst>
    <p:notesMasterId xmlns:r="http://schemas.openxmlformats.org/officeDocument/2006/relationships" r:id="R7ede671dee724af2"/>
  </p:notesMasterIdLst>
  <p:sldIdLst>
    <p:sldId xmlns:r="http://schemas.openxmlformats.org/officeDocument/2006/relationships" id="256" r:id="Rd1d8aeb0c8d8431d"/>
    <p:sldId xmlns:r="http://schemas.openxmlformats.org/officeDocument/2006/relationships" id="257" r:id="R14e77898552f478f"/>
    <p:sldId xmlns:r="http://schemas.openxmlformats.org/officeDocument/2006/relationships" id="258" r:id="Reed402f812f44e65"/>
    <p:sldId xmlns:r="http://schemas.openxmlformats.org/officeDocument/2006/relationships" id="259" r:id="R37361d7dbeaf4ec5"/>
    <p:sldId xmlns:r="http://schemas.openxmlformats.org/officeDocument/2006/relationships" id="260" r:id="Rb9562264b4de49dd"/>
    <p:sldId xmlns:r="http://schemas.openxmlformats.org/officeDocument/2006/relationships" id="261" r:id="R9f754e5c4cdc4476"/>
    <p:sldId xmlns:r="http://schemas.openxmlformats.org/officeDocument/2006/relationships" id="262" r:id="Rf3679181fee545ae"/>
    <p:sldId xmlns:r="http://schemas.openxmlformats.org/officeDocument/2006/relationships" id="263" r:id="R57034e65628344c4"/>
    <p:sldId xmlns:r="http://schemas.openxmlformats.org/officeDocument/2006/relationships" id="264" r:id="Rf07c266e059d435f"/>
    <p:sldId xmlns:r="http://schemas.openxmlformats.org/officeDocument/2006/relationships" id="265" r:id="Re837da39ac9045cc"/>
    <p:sldId xmlns:r="http://schemas.openxmlformats.org/officeDocument/2006/relationships" id="266" r:id="Rfc87ec0045a946d9"/>
    <p:sldId xmlns:r="http://schemas.openxmlformats.org/officeDocument/2006/relationships" id="267" r:id="R6db9263840ee40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df2418bed04095" /><Relationship Type="http://schemas.openxmlformats.org/officeDocument/2006/relationships/slideMaster" Target="/ppt/slideMasters/slideMaster1.xml" Id="R7058450712eb4d23" /><Relationship Type="http://schemas.openxmlformats.org/officeDocument/2006/relationships/notesMaster" Target="/ppt/notesMasters/notesMaster1.xml" Id="R7ede671dee724af2" /><Relationship Type="http://schemas.openxmlformats.org/officeDocument/2006/relationships/presProps" Target="/ppt/presProps.xml" Id="Rde3d87252b604dd7" /><Relationship Type="http://schemas.openxmlformats.org/officeDocument/2006/relationships/tableStyles" Target="/ppt/tableStyles.xml" Id="R2b9cb1332c8247f4" /><Relationship Type="http://schemas.openxmlformats.org/officeDocument/2006/relationships/slide" Target="/ppt/slides/slide1.xml" Id="Rd1d8aeb0c8d8431d" /><Relationship Type="http://schemas.openxmlformats.org/officeDocument/2006/relationships/slide" Target="/ppt/slides/slide2.xml" Id="R14e77898552f478f" /><Relationship Type="http://schemas.openxmlformats.org/officeDocument/2006/relationships/slide" Target="/ppt/slides/slide3.xml" Id="Reed402f812f44e65" /><Relationship Type="http://schemas.openxmlformats.org/officeDocument/2006/relationships/slide" Target="/ppt/slides/slide4.xml" Id="R37361d7dbeaf4ec5" /><Relationship Type="http://schemas.openxmlformats.org/officeDocument/2006/relationships/slide" Target="/ppt/slides/slide5.xml" Id="Rb9562264b4de49dd" /><Relationship Type="http://schemas.openxmlformats.org/officeDocument/2006/relationships/slide" Target="/ppt/slides/slide6.xml" Id="R9f754e5c4cdc4476" /><Relationship Type="http://schemas.openxmlformats.org/officeDocument/2006/relationships/slide" Target="/ppt/slides/slide7.xml" Id="Rf3679181fee545ae" /><Relationship Type="http://schemas.openxmlformats.org/officeDocument/2006/relationships/slide" Target="/ppt/slides/slide8.xml" Id="R57034e65628344c4" /><Relationship Type="http://schemas.openxmlformats.org/officeDocument/2006/relationships/slide" Target="/ppt/slides/slide9.xml" Id="Rf07c266e059d435f" /><Relationship Type="http://schemas.openxmlformats.org/officeDocument/2006/relationships/slide" Target="/ppt/slides/slide10.xml" Id="Re837da39ac9045cc" /><Relationship Type="http://schemas.openxmlformats.org/officeDocument/2006/relationships/slide" Target="/ppt/slides/slide11.xml" Id="Rfc87ec0045a946d9" /><Relationship Type="http://schemas.openxmlformats.org/officeDocument/2006/relationships/slide" Target="/ppt/slides/slide12.xml" Id="R6db9263840ee40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f7a715890e46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81ac773df24b04" /><Relationship Type="http://schemas.openxmlformats.org/officeDocument/2006/relationships/notesMaster" Target="/ppt/notesMasters/notesMaster1.xml" Id="R0179626dbe2446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7cc1255e9a4f25" /><Relationship Type="http://schemas.openxmlformats.org/officeDocument/2006/relationships/notesMaster" Target="/ppt/notesMasters/notesMaster1.xml" Id="R22cbe480b18341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ca2e3b60934791" /><Relationship Type="http://schemas.openxmlformats.org/officeDocument/2006/relationships/notesMaster" Target="/ppt/notesMasters/notesMaster1.xml" Id="Rc118dd944b1e48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2ee74b439e439f" /><Relationship Type="http://schemas.openxmlformats.org/officeDocument/2006/relationships/notesMaster" Target="/ppt/notesMasters/notesMaster1.xml" Id="R8781a58ab80846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eca8206ac649bb" /><Relationship Type="http://schemas.openxmlformats.org/officeDocument/2006/relationships/notesMaster" Target="/ppt/notesMasters/notesMaster1.xml" Id="R450659c7646c4e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4a5720779442b8" /><Relationship Type="http://schemas.openxmlformats.org/officeDocument/2006/relationships/notesMaster" Target="/ppt/notesMasters/notesMaster1.xml" Id="R2660c9f051a547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84a353531f4b3a" /><Relationship Type="http://schemas.openxmlformats.org/officeDocument/2006/relationships/notesMaster" Target="/ppt/notesMasters/notesMaster1.xml" Id="R93fa61569afa4e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ab23c70a6648f6" /><Relationship Type="http://schemas.openxmlformats.org/officeDocument/2006/relationships/notesMaster" Target="/ppt/notesMasters/notesMaster1.xml" Id="Rced6d5b6735349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770ee6b9074a18" /><Relationship Type="http://schemas.openxmlformats.org/officeDocument/2006/relationships/notesMaster" Target="/ppt/notesMasters/notesMaster1.xml" Id="R96a0259015364e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0e05d168a7480f" /><Relationship Type="http://schemas.openxmlformats.org/officeDocument/2006/relationships/notesMaster" Target="/ppt/notesMasters/notesMaster1.xml" Id="Rb73b62bc910f45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01fb2474094644" /><Relationship Type="http://schemas.openxmlformats.org/officeDocument/2006/relationships/notesMaster" Target="/ppt/notesMasters/notesMaster1.xml" Id="R3a02a0456b4341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ceb719d0bb488b" /><Relationship Type="http://schemas.openxmlformats.org/officeDocument/2006/relationships/notesMaster" Target="/ppt/notesMasters/notesMaster1.xml" Id="R413fcdf884df4e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1b12cc71542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eb639923874544" /><Relationship Type="http://schemas.openxmlformats.org/officeDocument/2006/relationships/slideLayout" Target="/ppt/slideLayouts/slideLayout1.xml" Id="Rb7fa92bee5e043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a92bee5e043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184a80351451c" /><Relationship Type="http://schemas.openxmlformats.org/officeDocument/2006/relationships/notesSlide" Target="/ppt/notesSlides/notesSlide1.xml" Id="R2da94f928d6f40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322115d424f64" /><Relationship Type="http://schemas.openxmlformats.org/officeDocument/2006/relationships/notesSlide" Target="/ppt/notesSlides/notesSlide2.xml" Id="R3edbdb60411849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f1c00daed43ab" /><Relationship Type="http://schemas.openxmlformats.org/officeDocument/2006/relationships/notesSlide" Target="/ppt/notesSlides/notesSlide3.xml" Id="R535aab2d7e6f42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8a3dd51204ca0" /><Relationship Type="http://schemas.openxmlformats.org/officeDocument/2006/relationships/notesSlide" Target="/ppt/notesSlides/notesSlide4.xml" Id="Rd5d2bd20af5647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73bc103bf4b50" /><Relationship Type="http://schemas.openxmlformats.org/officeDocument/2006/relationships/notesSlide" Target="/ppt/notesSlides/notesSlide5.xml" Id="R2cac4d06c19841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7121ee64a47bb" /><Relationship Type="http://schemas.openxmlformats.org/officeDocument/2006/relationships/notesSlide" Target="/ppt/notesSlides/notesSlide6.xml" Id="Rbaf289f851344f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0361153794164" /><Relationship Type="http://schemas.openxmlformats.org/officeDocument/2006/relationships/notesSlide" Target="/ppt/notesSlides/notesSlide7.xml" Id="R3f5b6456129a42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2b14d6b574962" /><Relationship Type="http://schemas.openxmlformats.org/officeDocument/2006/relationships/notesSlide" Target="/ppt/notesSlides/notesSlide8.xml" Id="R67743d87f4cc42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1e9d42fa5499a" /><Relationship Type="http://schemas.openxmlformats.org/officeDocument/2006/relationships/notesSlide" Target="/ppt/notesSlides/notesSlide9.xml" Id="R82a30affabfb40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307965f3c4145" /><Relationship Type="http://schemas.openxmlformats.org/officeDocument/2006/relationships/notesSlide" Target="/ppt/notesSlides/notesSlide10.xml" Id="Rdc157dfc4daa4b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bb93dbd494621" /><Relationship Type="http://schemas.openxmlformats.org/officeDocument/2006/relationships/notesSlide" Target="/ppt/notesSlides/notesSlide11.xml" Id="R63313b9f35024a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6a999a4734a87" /><Relationship Type="http://schemas.openxmlformats.org/officeDocument/2006/relationships/notesSlide" Target="/ppt/notesSlides/notesSlide12.xml" Id="R8892ecd05fbc41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2BCD9-AFCF-4D01-80BA-0FD5E39E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4ED0F-2F52-4C27-962C-8F320030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Each group shall contain Min. 4 and Max. 6 students.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1D4F3-E15D-4D41-91C7-ACADF20B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8BCCF-452A-421F-9667-43AD455D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2D6E6-8D48-463A-9EA2-C3AE08DB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97F19-64A1-432B-B25D-3CAEA659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FD6C2-FB8B-479D-B1AC-3901285F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F45DF-D562-412A-BA15-588A7B98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29F80-4027-4D12-8CC9-7918CEE5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F0427-8494-4F53-AC43-AEFC0C92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85608-BA27-4F42-B8BE-87BFB6F6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646C1-F899-4630-88DF-C15329FD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742CD-E16E-4CF2-A3E8-67997748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680697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E96F5-33CE-4050-B44A-F3434718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8E5D9-D90C-4066-81AE-5B958718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6D081-838F-4F22-B34D-9017F948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853B1-3A39-4F20-A0B5-3BDBC63C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21A5C-1DCB-4C64-8587-5E128487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Each group shall contain Min. 4 and Max. 6 students.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B6C45-9F26-4A8E-938B-EEF86C1B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360958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C6867-01BD-4928-BA02-D6A120EE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58383-093F-41B3-B247-8ECDACF6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E41CF-13E2-49D3-828A-FD29FBBA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22028-93EB-442B-8214-4F28E130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BD605-3636-406A-956A-F82C58FB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Each group shall contain Min. 4 and Max. 6 students..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19DBE-BF32-4CB1-AD19-24294B37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80984-28AD-4106-B983-E7EC8248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5A888-9FC6-48B1-AF82-203E1114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BECCB-9F53-4D45-B8D5-978D168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0F2B3-46D8-4DE4-8E38-1FF23A55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shall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F52AF-A749-4673-B9E3-E1C2B727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1F3E9-900B-4BDE-9316-F4C2D85E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E40BD-FF4E-4BB3-A384-745C72BA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69D8A-9D11-4A30-8FDA-3217CD8F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students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C92FE-9D6E-4868-9679-5D9FABC4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466371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6914C-92B2-4C7D-982E-AF22E4E9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790A9-EDC7-48F5-919A-33A2947C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F6CDB-0439-4F42-9E92-CA9B5EDA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870CA-8BAB-49D9-B9A2-B1BDE334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A0253-DD7E-4240-9E63-3275B6D9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DDAB1-1694-43FF-9042-780588E1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393067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67FBF-6E74-4A20-87A2-F76A4C16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FCB54-BD6E-458B-BBF3-06851327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FA1DA-B35E-4A8F-9B94-3DB9B454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4F452-C782-4B56-95E1-6D242D10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72571-041F-461E-B945-59748591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44105-5B40-4B76-A42D-F6EE64BD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8552662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29982-AACC-4902-851A-05F16E5F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3BC9C-0A83-4150-8E7E-E761943F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4BDE8-2D11-4DE8-AE95-759E52DA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39A6A-16AA-456C-80ED-03A50B01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CB8FA-4CA0-4196-99A9-0EE97EE4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93B44-C11C-42AA-B104-F576AC2B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55E78-8D8D-433D-9CB0-33B19C1B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87CE9-0255-412B-828C-19002880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A8594-9AC8-4823-8658-D328C48B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383C5-905D-4046-89C4-A5513D17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08F10-6902-484F-8FE6-766B443B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63BE6-E7C3-41E3-9387-8E6E8CA4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A99C0-3EB4-4DC3-8AF8-10FAC8E9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FDE08-F404-4ECD-B820-AC583A9D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C301C-8A49-43C4-B3F1-62176F3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628449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10D760-26D9-4E37-8719-39E0C0EA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C04B6-F7A8-4827-A446-9B6A08BB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E4AC1-5D3E-414F-8C78-93B73B90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31E92-7F75-442E-8B90-F7165ACE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F5360-4B62-44F9-A927-BE53B0DB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76BAA-EE05-4526-A606-0E90E291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4C966-CB5E-489E-9BB4-E8BAB76E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4187B-7E53-47E4-997A-E8BFA08E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BED2A-3CC6-4FAB-AA13-0831ED78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38C2B-5BD9-4DC2-A7E7-11939E99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3B172-5404-4F8B-B4CA-027F35EE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A96A2-1E29-40A6-A7EA-F8C63D41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29D70-B28E-45FC-937C-1FC6F2EE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8F831-DB55-4847-9CE1-945716F5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43C2F-773B-41BA-AD33-90ABD87B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532D1-AADE-48A0-A467-298AFCE4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A1177-E04D-484C-80FC-225A768E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F3E40-0EA1-46E5-8791-B7E900A6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3ECB2-4DE7-44B3-BECF-FCAF43CA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03E99-4BDA-4EDB-B90D-71515C58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EFDD6-951B-4F3B-B7D2-51C30055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D3B6B-2D96-4EDB-89F2-084EAE77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CFFA6-BC5A-4C63-934A-D0B6EE24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58880-637A-4A52-84BA-C404B8A2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2B468-1713-47F2-B795-11BC62BC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020779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75CAB-FF26-444E-B7E8-F6F31F6F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0ED1C-FC8A-4029-8637-A4C880A6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2B00B-E197-40AB-A04C-175CC85F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34B4D-58FF-42E4-B544-F95DC816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974EC-F299-4993-A487-F7D242D4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36667-173E-484A-B973-F6E9F91B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8182372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8CC3F-4539-4789-B438-B15C4A0B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D664E-2234-4D98-9F24-23DC55FE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3EAF9-863E-4939-A1AD-3585C12B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A505A-BD69-4BB0-A839-59955AC2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FA1E7-C648-4611-877A-04F81ED8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44EB8-2DBF-4661-8309-7BE3800F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993795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4B7ED-3BB2-41F6-8C44-576BFDC2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0B773-A506-4C56-99F3-29F846EE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3B431-38B7-4C0E-B3D6-7E82DAE2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C2951-04B7-45CE-81C6-7C745CCF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756E9-BC6F-4E62-A028-29CFCB04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Each group shall contain Min. 4 and Max. 6 stud...?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21112-FA27-413F-8D0A-97047CE3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19063923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24B25-484B-4305-8384-42247B4F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F6AC6-2D40-49E9-BE8C-17CB245E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C4DB0-4E95-4D9B-A461-924BD75B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F6022-3E1D-4EBB-A8C3-76E2E184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7ABDD-570C-4C90-AF89-D2AB8BB4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B2DD5-31E0-420E-ABC4-05456D80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2109630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BF7468-339B-41D2-B243-77BCA98B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3368D-3F48-446D-8610-AD86C943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79D6E-D4CD-4199-99C8-D54EF7C1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00CA3-0AB7-4604-88C7-CF0DFE59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952B5-A53F-419A-8397-0D8DF021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6E761-3FD0-452B-9D03-5B371983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EFEC8-A081-4BC6-BB9C-87C5C86E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3CE3C-8E58-4BFE-B589-BD828B67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4FA58-118A-4613-B140-C4FDE5F3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37642-64A3-4FCE-A96F-F67AB8A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A6EAE-BDC1-499A-846F-4BA9A8EC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59FEA-D10E-4C6C-98DC-498C6D95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57051-1BCA-416E-800B-0D3BFCE4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4093D-CCF8-42DD-B439-2CEE5A02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167C1-27E1-4A7B-BBD6-4278A2C0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F0614-BE26-4FF1-9969-00769645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A4521-C863-4D1A-B254-E91C02DC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AD1D7-4F7C-4463-A576-E69B66C8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7CC79-73BD-4C89-B668-C285D013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64E6A-A074-4942-B1D2-51CD0E99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C60E0-96B8-46B4-BE6B-C5F14EE3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F42AD-417B-4DAA-9ED6-8BA6A69D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50936-8EE0-42AC-B4FA-78D19055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Innovation &amp; Design Thinking Lab</a:t>
            </a:r>
          </a:p>
        </p:txBody>
      </p:sp>
    </p:spTree>
    <p:extLst>
      <p:ext uri="{BB962C8B-B14F-4D97-AF65-F5344CB8AC3E}">
        <p14:creationId xmlns:p14="http://schemas.microsoft.com/office/powerpoint/2010/main" val="8996652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2026-08-24T16:02:53.5290000Z</dcterms:created>
  <dcterms:modified xsi:type="dcterms:W3CDTF">2026-08-24T16:02:53.5290000Z</dcterms:modified>
</coreProperties>
</file>