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e5d03ffcdf4fea" /><Relationship Type="http://schemas.openxmlformats.org/officeDocument/2006/relationships/extended-properties" Target="/docProps/app.xml" Id="Rffa792c7ff1d4036" /><Relationship Type="http://schemas.openxmlformats.org/officeDocument/2006/relationships/officeDocument" Target="/ppt/presentation.xml" Id="R3c820ea9a4af44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302c9a643843eb"/>
  </p:sldMasterIdLst>
  <p:notesMasterIdLst>
    <p:notesMasterId xmlns:r="http://schemas.openxmlformats.org/officeDocument/2006/relationships" r:id="Rb4c4181d3b8747c1"/>
  </p:notesMasterIdLst>
  <p:sldIdLst>
    <p:sldId xmlns:r="http://schemas.openxmlformats.org/officeDocument/2006/relationships" id="256" r:id="Re8e4250022bc4369"/>
    <p:sldId xmlns:r="http://schemas.openxmlformats.org/officeDocument/2006/relationships" id="257" r:id="Rca5b1d823a224f03"/>
    <p:sldId xmlns:r="http://schemas.openxmlformats.org/officeDocument/2006/relationships" id="258" r:id="Rb9d73e0ad2b742f8"/>
    <p:sldId xmlns:r="http://schemas.openxmlformats.org/officeDocument/2006/relationships" id="259" r:id="Rd8b387519fc04a58"/>
    <p:sldId xmlns:r="http://schemas.openxmlformats.org/officeDocument/2006/relationships" id="260" r:id="R31d0a1dfbf894dfb"/>
    <p:sldId xmlns:r="http://schemas.openxmlformats.org/officeDocument/2006/relationships" id="261" r:id="R68812b7f64954158"/>
    <p:sldId xmlns:r="http://schemas.openxmlformats.org/officeDocument/2006/relationships" id="262" r:id="Rdf8e0f6c558b4be2"/>
    <p:sldId xmlns:r="http://schemas.openxmlformats.org/officeDocument/2006/relationships" id="263" r:id="R1c4d9add38ed425d"/>
    <p:sldId xmlns:r="http://schemas.openxmlformats.org/officeDocument/2006/relationships" id="264" r:id="Rdd974fead23a4bb0"/>
    <p:sldId xmlns:r="http://schemas.openxmlformats.org/officeDocument/2006/relationships" id="265" r:id="R179275315de2452a"/>
    <p:sldId xmlns:r="http://schemas.openxmlformats.org/officeDocument/2006/relationships" id="266" r:id="R18424f0299084898"/>
    <p:sldId xmlns:r="http://schemas.openxmlformats.org/officeDocument/2006/relationships" id="267" r:id="Re8b598698f744209"/>
    <p:sldId xmlns:r="http://schemas.openxmlformats.org/officeDocument/2006/relationships" id="268" r:id="R039d97a178c04418"/>
    <p:sldId xmlns:r="http://schemas.openxmlformats.org/officeDocument/2006/relationships" id="269" r:id="R25fcf70b141c4866"/>
    <p:sldId xmlns:r="http://schemas.openxmlformats.org/officeDocument/2006/relationships" id="270" r:id="R453ec659ebbe4e02"/>
    <p:sldId xmlns:r="http://schemas.openxmlformats.org/officeDocument/2006/relationships" id="271" r:id="R47b4e945da8540f3"/>
    <p:sldId xmlns:r="http://schemas.openxmlformats.org/officeDocument/2006/relationships" id="272" r:id="Rb44f9e3230744277"/>
    <p:sldId xmlns:r="http://schemas.openxmlformats.org/officeDocument/2006/relationships" id="273" r:id="Rf441018183af49a3"/>
    <p:sldId xmlns:r="http://schemas.openxmlformats.org/officeDocument/2006/relationships" id="274" r:id="Rc74845ff00324675"/>
    <p:sldId xmlns:r="http://schemas.openxmlformats.org/officeDocument/2006/relationships" id="275" r:id="R2087736dbb444ba5"/>
    <p:sldId xmlns:r="http://schemas.openxmlformats.org/officeDocument/2006/relationships" id="276" r:id="R63848715faba4e8b"/>
    <p:sldId xmlns:r="http://schemas.openxmlformats.org/officeDocument/2006/relationships" id="277" r:id="Raf72863ea8a74d29"/>
    <p:sldId xmlns:r="http://schemas.openxmlformats.org/officeDocument/2006/relationships" id="278" r:id="Ra847af0c10bc466f"/>
    <p:sldId xmlns:r="http://schemas.openxmlformats.org/officeDocument/2006/relationships" id="279" r:id="Rca6f95c2c9ad4a2e"/>
    <p:sldId xmlns:r="http://schemas.openxmlformats.org/officeDocument/2006/relationships" id="280" r:id="R0133e366d3e149be"/>
    <p:sldId xmlns:r="http://schemas.openxmlformats.org/officeDocument/2006/relationships" id="281" r:id="R2e42641aa5994ddb"/>
    <p:sldId xmlns:r="http://schemas.openxmlformats.org/officeDocument/2006/relationships" id="282" r:id="R1b32788514954f58"/>
    <p:sldId xmlns:r="http://schemas.openxmlformats.org/officeDocument/2006/relationships" id="283" r:id="R34b29dc314e349e2"/>
    <p:sldId xmlns:r="http://schemas.openxmlformats.org/officeDocument/2006/relationships" id="284" r:id="Re23ca5f94efd48f8"/>
    <p:sldId xmlns:r="http://schemas.openxmlformats.org/officeDocument/2006/relationships" id="285" r:id="R3e144eef519b4a86"/>
    <p:sldId xmlns:r="http://schemas.openxmlformats.org/officeDocument/2006/relationships" id="286" r:id="R351190d7dc714491"/>
    <p:sldId xmlns:r="http://schemas.openxmlformats.org/officeDocument/2006/relationships" id="287" r:id="Rc0c48625387d4bca"/>
    <p:sldId xmlns:r="http://schemas.openxmlformats.org/officeDocument/2006/relationships" id="288" r:id="R86198ccdc31a4bbf"/>
    <p:sldId xmlns:r="http://schemas.openxmlformats.org/officeDocument/2006/relationships" id="289" r:id="Rfb3779f497e14a63"/>
    <p:sldId xmlns:r="http://schemas.openxmlformats.org/officeDocument/2006/relationships" id="290" r:id="Rf2ceabbcf8c24bfd"/>
    <p:sldId xmlns:r="http://schemas.openxmlformats.org/officeDocument/2006/relationships" id="291" r:id="R35a1ee29114446c5"/>
    <p:sldId xmlns:r="http://schemas.openxmlformats.org/officeDocument/2006/relationships" id="292" r:id="Rd793b1c70df64040"/>
    <p:sldId xmlns:r="http://schemas.openxmlformats.org/officeDocument/2006/relationships" id="293" r:id="R06cb3954ad384aaa"/>
    <p:sldId xmlns:r="http://schemas.openxmlformats.org/officeDocument/2006/relationships" id="294" r:id="Rdaccbfbbb4f44f8c"/>
    <p:sldId xmlns:r="http://schemas.openxmlformats.org/officeDocument/2006/relationships" id="295" r:id="R977553a5cb714ed8"/>
    <p:sldId xmlns:r="http://schemas.openxmlformats.org/officeDocument/2006/relationships" id="296" r:id="R6dc73ac8f181458f"/>
    <p:sldId xmlns:r="http://schemas.openxmlformats.org/officeDocument/2006/relationships" id="297" r:id="Rbadde50e7ad848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2bcdd0acb74608" /><Relationship Type="http://schemas.openxmlformats.org/officeDocument/2006/relationships/slideMaster" Target="/ppt/slideMasters/slideMaster1.xml" Id="R58302c9a643843eb" /><Relationship Type="http://schemas.openxmlformats.org/officeDocument/2006/relationships/notesMaster" Target="/ppt/notesMasters/notesMaster1.xml" Id="Rb4c4181d3b8747c1" /><Relationship Type="http://schemas.openxmlformats.org/officeDocument/2006/relationships/presProps" Target="/ppt/presProps.xml" Id="R380281f680f740a8" /><Relationship Type="http://schemas.openxmlformats.org/officeDocument/2006/relationships/tableStyles" Target="/ppt/tableStyles.xml" Id="R0bd77f48f7b3479f" /><Relationship Type="http://schemas.openxmlformats.org/officeDocument/2006/relationships/slide" Target="/ppt/slides/slide1.xml" Id="Re8e4250022bc4369" /><Relationship Type="http://schemas.openxmlformats.org/officeDocument/2006/relationships/slide" Target="/ppt/slides/slide2.xml" Id="Rca5b1d823a224f03" /><Relationship Type="http://schemas.openxmlformats.org/officeDocument/2006/relationships/slide" Target="/ppt/slides/slide3.xml" Id="Rb9d73e0ad2b742f8" /><Relationship Type="http://schemas.openxmlformats.org/officeDocument/2006/relationships/slide" Target="/ppt/slides/slide4.xml" Id="Rd8b387519fc04a58" /><Relationship Type="http://schemas.openxmlformats.org/officeDocument/2006/relationships/slide" Target="/ppt/slides/slide5.xml" Id="R31d0a1dfbf894dfb" /><Relationship Type="http://schemas.openxmlformats.org/officeDocument/2006/relationships/slide" Target="/ppt/slides/slide6.xml" Id="R68812b7f64954158" /><Relationship Type="http://schemas.openxmlformats.org/officeDocument/2006/relationships/slide" Target="/ppt/slides/slide7.xml" Id="Rdf8e0f6c558b4be2" /><Relationship Type="http://schemas.openxmlformats.org/officeDocument/2006/relationships/slide" Target="/ppt/slides/slide8.xml" Id="R1c4d9add38ed425d" /><Relationship Type="http://schemas.openxmlformats.org/officeDocument/2006/relationships/slide" Target="/ppt/slides/slide9.xml" Id="Rdd974fead23a4bb0" /><Relationship Type="http://schemas.openxmlformats.org/officeDocument/2006/relationships/slide" Target="/ppt/slides/slide10.xml" Id="R179275315de2452a" /><Relationship Type="http://schemas.openxmlformats.org/officeDocument/2006/relationships/slide" Target="/ppt/slides/slide11.xml" Id="R18424f0299084898" /><Relationship Type="http://schemas.openxmlformats.org/officeDocument/2006/relationships/slide" Target="/ppt/slides/slide12.xml" Id="Re8b598698f744209" /><Relationship Type="http://schemas.openxmlformats.org/officeDocument/2006/relationships/slide" Target="/ppt/slides/slide13.xml" Id="R039d97a178c04418" /><Relationship Type="http://schemas.openxmlformats.org/officeDocument/2006/relationships/slide" Target="/ppt/slides/slide14.xml" Id="R25fcf70b141c4866" /><Relationship Type="http://schemas.openxmlformats.org/officeDocument/2006/relationships/slide" Target="/ppt/slides/slide15.xml" Id="R453ec659ebbe4e02" /><Relationship Type="http://schemas.openxmlformats.org/officeDocument/2006/relationships/slide" Target="/ppt/slides/slide16.xml" Id="R47b4e945da8540f3" /><Relationship Type="http://schemas.openxmlformats.org/officeDocument/2006/relationships/slide" Target="/ppt/slides/slide17.xml" Id="Rb44f9e3230744277" /><Relationship Type="http://schemas.openxmlformats.org/officeDocument/2006/relationships/slide" Target="/ppt/slides/slide18.xml" Id="Rf441018183af49a3" /><Relationship Type="http://schemas.openxmlformats.org/officeDocument/2006/relationships/slide" Target="/ppt/slides/slide19.xml" Id="Rc74845ff00324675" /><Relationship Type="http://schemas.openxmlformats.org/officeDocument/2006/relationships/slide" Target="/ppt/slides/slide20.xml" Id="R2087736dbb444ba5" /><Relationship Type="http://schemas.openxmlformats.org/officeDocument/2006/relationships/slide" Target="/ppt/slides/slide21.xml" Id="R63848715faba4e8b" /><Relationship Type="http://schemas.openxmlformats.org/officeDocument/2006/relationships/slide" Target="/ppt/slides/slide22.xml" Id="Raf72863ea8a74d29" /><Relationship Type="http://schemas.openxmlformats.org/officeDocument/2006/relationships/slide" Target="/ppt/slides/slide23.xml" Id="Ra847af0c10bc466f" /><Relationship Type="http://schemas.openxmlformats.org/officeDocument/2006/relationships/slide" Target="/ppt/slides/slide24.xml" Id="Rca6f95c2c9ad4a2e" /><Relationship Type="http://schemas.openxmlformats.org/officeDocument/2006/relationships/slide" Target="/ppt/slides/slide25.xml" Id="R0133e366d3e149be" /><Relationship Type="http://schemas.openxmlformats.org/officeDocument/2006/relationships/slide" Target="/ppt/slides/slide26.xml" Id="R2e42641aa5994ddb" /><Relationship Type="http://schemas.openxmlformats.org/officeDocument/2006/relationships/slide" Target="/ppt/slides/slide27.xml" Id="R1b32788514954f58" /><Relationship Type="http://schemas.openxmlformats.org/officeDocument/2006/relationships/slide" Target="/ppt/slides/slide28.xml" Id="R34b29dc314e349e2" /><Relationship Type="http://schemas.openxmlformats.org/officeDocument/2006/relationships/slide" Target="/ppt/slides/slide29.xml" Id="Re23ca5f94efd48f8" /><Relationship Type="http://schemas.openxmlformats.org/officeDocument/2006/relationships/slide" Target="/ppt/slides/slide30.xml" Id="R3e144eef519b4a86" /><Relationship Type="http://schemas.openxmlformats.org/officeDocument/2006/relationships/slide" Target="/ppt/slides/slide31.xml" Id="R351190d7dc714491" /><Relationship Type="http://schemas.openxmlformats.org/officeDocument/2006/relationships/slide" Target="/ppt/slides/slide32.xml" Id="Rc0c48625387d4bca" /><Relationship Type="http://schemas.openxmlformats.org/officeDocument/2006/relationships/slide" Target="/ppt/slides/slide33.xml" Id="R86198ccdc31a4bbf" /><Relationship Type="http://schemas.openxmlformats.org/officeDocument/2006/relationships/slide" Target="/ppt/slides/slide34.xml" Id="Rfb3779f497e14a63" /><Relationship Type="http://schemas.openxmlformats.org/officeDocument/2006/relationships/slide" Target="/ppt/slides/slide35.xml" Id="Rf2ceabbcf8c24bfd" /><Relationship Type="http://schemas.openxmlformats.org/officeDocument/2006/relationships/slide" Target="/ppt/slides/slide36.xml" Id="R35a1ee29114446c5" /><Relationship Type="http://schemas.openxmlformats.org/officeDocument/2006/relationships/slide" Target="/ppt/slides/slide37.xml" Id="Rd793b1c70df64040" /><Relationship Type="http://schemas.openxmlformats.org/officeDocument/2006/relationships/slide" Target="/ppt/slides/slide38.xml" Id="R06cb3954ad384aaa" /><Relationship Type="http://schemas.openxmlformats.org/officeDocument/2006/relationships/slide" Target="/ppt/slides/slide39.xml" Id="Rdaccbfbbb4f44f8c" /><Relationship Type="http://schemas.openxmlformats.org/officeDocument/2006/relationships/slide" Target="/ppt/slides/slide40.xml" Id="R977553a5cb714ed8" /><Relationship Type="http://schemas.openxmlformats.org/officeDocument/2006/relationships/slide" Target="/ppt/slides/slide41.xml" Id="R6dc73ac8f181458f" /><Relationship Type="http://schemas.openxmlformats.org/officeDocument/2006/relationships/slide" Target="/ppt/slides/slide42.xml" Id="Rbadde50e7ad848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938845349b4c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126152168f4d40" /><Relationship Type="http://schemas.openxmlformats.org/officeDocument/2006/relationships/notesMaster" Target="/ppt/notesMasters/notesMaster1.xml" Id="Reb94e5effdc140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82cd2f29514563" /><Relationship Type="http://schemas.openxmlformats.org/officeDocument/2006/relationships/notesMaster" Target="/ppt/notesMasters/notesMaster1.xml" Id="Rae124601de7441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a1654ddec34693" /><Relationship Type="http://schemas.openxmlformats.org/officeDocument/2006/relationships/notesMaster" Target="/ppt/notesMasters/notesMaster1.xml" Id="Rfa0703704a6d4b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2decddc66f4bae" /><Relationship Type="http://schemas.openxmlformats.org/officeDocument/2006/relationships/notesMaster" Target="/ppt/notesMasters/notesMaster1.xml" Id="R2b0c2d9267cc43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dc735f511a4c25" /><Relationship Type="http://schemas.openxmlformats.org/officeDocument/2006/relationships/notesMaster" Target="/ppt/notesMasters/notesMaster1.xml" Id="R2df2507571c146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905736ffa44f58" /><Relationship Type="http://schemas.openxmlformats.org/officeDocument/2006/relationships/notesMaster" Target="/ppt/notesMasters/notesMaster1.xml" Id="R3a94020185f34b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ef55859a8b4357" /><Relationship Type="http://schemas.openxmlformats.org/officeDocument/2006/relationships/notesMaster" Target="/ppt/notesMasters/notesMaster1.xml" Id="Redad88efbf9444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b8cd7ee971408d" /><Relationship Type="http://schemas.openxmlformats.org/officeDocument/2006/relationships/notesMaster" Target="/ppt/notesMasters/notesMaster1.xml" Id="R0883c8fa7fe74a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3815af604c44bb" /><Relationship Type="http://schemas.openxmlformats.org/officeDocument/2006/relationships/notesMaster" Target="/ppt/notesMasters/notesMaster1.xml" Id="R877c00fadce04d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cd89cc8ee8441c" /><Relationship Type="http://schemas.openxmlformats.org/officeDocument/2006/relationships/notesMaster" Target="/ppt/notesMasters/notesMaster1.xml" Id="R3c679d587e534c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540c6d346e49d1" /><Relationship Type="http://schemas.openxmlformats.org/officeDocument/2006/relationships/notesMaster" Target="/ppt/notesMasters/notesMaster1.xml" Id="R82f4b3c1b8324a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eb93ce318842dd" /><Relationship Type="http://schemas.openxmlformats.org/officeDocument/2006/relationships/notesMaster" Target="/ppt/notesMasters/notesMaster1.xml" Id="Rd9e585c9ae944a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0442fe906b4828" /><Relationship Type="http://schemas.openxmlformats.org/officeDocument/2006/relationships/notesMaster" Target="/ppt/notesMasters/notesMaster1.xml" Id="R4bbdb234e55146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cf8356ef3b4758" /><Relationship Type="http://schemas.openxmlformats.org/officeDocument/2006/relationships/notesMaster" Target="/ppt/notesMasters/notesMaster1.xml" Id="Re4033ef57286450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39e1601f364269" /><Relationship Type="http://schemas.openxmlformats.org/officeDocument/2006/relationships/notesMaster" Target="/ppt/notesMasters/notesMaster1.xml" Id="R5a43dbac54a04a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f1c3077dfb4ac4" /><Relationship Type="http://schemas.openxmlformats.org/officeDocument/2006/relationships/notesMaster" Target="/ppt/notesMasters/notesMaster1.xml" Id="R356679aa3c8a4cb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c4149761314a20" /><Relationship Type="http://schemas.openxmlformats.org/officeDocument/2006/relationships/notesMaster" Target="/ppt/notesMasters/notesMaster1.xml" Id="Rec419cc86a0041e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fdf6288719d45ec" /><Relationship Type="http://schemas.openxmlformats.org/officeDocument/2006/relationships/notesMaster" Target="/ppt/notesMasters/notesMaster1.xml" Id="R1c17c5b808ba4eb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d68f2442f2f4721" /><Relationship Type="http://schemas.openxmlformats.org/officeDocument/2006/relationships/notesMaster" Target="/ppt/notesMasters/notesMaster1.xml" Id="R79e9420a003642d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aa374e469ad413b" /><Relationship Type="http://schemas.openxmlformats.org/officeDocument/2006/relationships/notesMaster" Target="/ppt/notesMasters/notesMaster1.xml" Id="Rb4ce5e0ca5ec4a0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c81abdaed0467f" /><Relationship Type="http://schemas.openxmlformats.org/officeDocument/2006/relationships/notesMaster" Target="/ppt/notesMasters/notesMaster1.xml" Id="Rf6111729036d439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81d77fce0ee4706" /><Relationship Type="http://schemas.openxmlformats.org/officeDocument/2006/relationships/notesMaster" Target="/ppt/notesMasters/notesMaster1.xml" Id="Rb0590851315b402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50bfdb19a7b4ccc" /><Relationship Type="http://schemas.openxmlformats.org/officeDocument/2006/relationships/notesMaster" Target="/ppt/notesMasters/notesMaster1.xml" Id="Rbe43062262c14f8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f557dc5ae714d4c" /><Relationship Type="http://schemas.openxmlformats.org/officeDocument/2006/relationships/notesMaster" Target="/ppt/notesMasters/notesMaster1.xml" Id="Re8b7c257d5984b9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18dc7bfc9d64399" /><Relationship Type="http://schemas.openxmlformats.org/officeDocument/2006/relationships/notesMaster" Target="/ppt/notesMasters/notesMaster1.xml" Id="Rc0cad659f0e5421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b9c7123f3a949ff" /><Relationship Type="http://schemas.openxmlformats.org/officeDocument/2006/relationships/notesMaster" Target="/ppt/notesMasters/notesMaster1.xml" Id="R509fa8ece073454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ce3e9fe83d7442b" /><Relationship Type="http://schemas.openxmlformats.org/officeDocument/2006/relationships/notesMaster" Target="/ppt/notesMasters/notesMaster1.xml" Id="Rc22425553844454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dc277ab860e4e60" /><Relationship Type="http://schemas.openxmlformats.org/officeDocument/2006/relationships/notesMaster" Target="/ppt/notesMasters/notesMaster1.xml" Id="Rc361ae3c22594d8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07db2e043264c23" /><Relationship Type="http://schemas.openxmlformats.org/officeDocument/2006/relationships/notesMaster" Target="/ppt/notesMasters/notesMaster1.xml" Id="R54336761a26045a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451ba97bbfd4818" /><Relationship Type="http://schemas.openxmlformats.org/officeDocument/2006/relationships/notesMaster" Target="/ppt/notesMasters/notesMaster1.xml" Id="Ref2d077926c14d2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35000726d2e403f" /><Relationship Type="http://schemas.openxmlformats.org/officeDocument/2006/relationships/notesMaster" Target="/ppt/notesMasters/notesMaster1.xml" Id="R888590dab3dc421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42f416fad75454b" /><Relationship Type="http://schemas.openxmlformats.org/officeDocument/2006/relationships/notesMaster" Target="/ppt/notesMasters/notesMaster1.xml" Id="Rf7adf7f1673c413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83b93fcf4e342c1" /><Relationship Type="http://schemas.openxmlformats.org/officeDocument/2006/relationships/notesMaster" Target="/ppt/notesMasters/notesMaster1.xml" Id="R9c53754ecb6d4f7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d088e52581044b8" /><Relationship Type="http://schemas.openxmlformats.org/officeDocument/2006/relationships/notesMaster" Target="/ppt/notesMasters/notesMaster1.xml" Id="Rae539a455599473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b0b3bc5eaeb4ff9" /><Relationship Type="http://schemas.openxmlformats.org/officeDocument/2006/relationships/notesMaster" Target="/ppt/notesMasters/notesMaster1.xml" Id="R73eae0b9395147d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f99be61300c4aa0" /><Relationship Type="http://schemas.openxmlformats.org/officeDocument/2006/relationships/notesMaster" Target="/ppt/notesMasters/notesMaster1.xml" Id="Re3e8f40f05ce461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863a5cfdcfa4c12" /><Relationship Type="http://schemas.openxmlformats.org/officeDocument/2006/relationships/notesMaster" Target="/ppt/notesMasters/notesMaster1.xml" Id="Rec14fffb0613404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732fc6381f242d5" /><Relationship Type="http://schemas.openxmlformats.org/officeDocument/2006/relationships/notesMaster" Target="/ppt/notesMasters/notesMaster1.xml" Id="R9ef8396c1220454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d2de257d2d84c22" /><Relationship Type="http://schemas.openxmlformats.org/officeDocument/2006/relationships/notesMaster" Target="/ppt/notesMasters/notesMaster1.xml" Id="Rb58e61f2c36f460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fe53f55564e4843" /><Relationship Type="http://schemas.openxmlformats.org/officeDocument/2006/relationships/notesMaster" Target="/ppt/notesMasters/notesMaster1.xml" Id="R447657a029134c8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2c1f16ea914473a" /><Relationship Type="http://schemas.openxmlformats.org/officeDocument/2006/relationships/notesMaster" Target="/ppt/notesMasters/notesMaster1.xml" Id="Rc1b8e558e3f4405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7b1f2de7dc54862" /><Relationship Type="http://schemas.openxmlformats.org/officeDocument/2006/relationships/notesMaster" Target="/ppt/notesMasters/notesMaster1.xml" Id="R712ad31441894b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751006a3642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278f6dc49c4aaa" /><Relationship Type="http://schemas.openxmlformats.org/officeDocument/2006/relationships/slideLayout" Target="/ppt/slideLayouts/slideLayout1.xml" Id="Rfe9d7e699ae645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9d7e699ae645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4fbe03d224f4e" /><Relationship Type="http://schemas.openxmlformats.org/officeDocument/2006/relationships/notesSlide" Target="/ppt/notesSlides/notesSlide1.xml" Id="Rbcb69c76c12746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215960ff04da9" /><Relationship Type="http://schemas.openxmlformats.org/officeDocument/2006/relationships/notesSlide" Target="/ppt/notesSlides/notesSlide2.xml" Id="R5235f99eecda4e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2e289a05049f8" /><Relationship Type="http://schemas.openxmlformats.org/officeDocument/2006/relationships/notesSlide" Target="/ppt/notesSlides/notesSlide3.xml" Id="R76a6f02e75d841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8732271e14339" /><Relationship Type="http://schemas.openxmlformats.org/officeDocument/2006/relationships/notesSlide" Target="/ppt/notesSlides/notesSlide4.xml" Id="R5b255a64c73d49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417dc3d044a4a" /><Relationship Type="http://schemas.openxmlformats.org/officeDocument/2006/relationships/notesSlide" Target="/ppt/notesSlides/notesSlide5.xml" Id="R695670d6b7a643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5659da0474349" /><Relationship Type="http://schemas.openxmlformats.org/officeDocument/2006/relationships/notesSlide" Target="/ppt/notesSlides/notesSlide6.xml" Id="Rf5723b5c827043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82be1daeb41b6" /><Relationship Type="http://schemas.openxmlformats.org/officeDocument/2006/relationships/notesSlide" Target="/ppt/notesSlides/notesSlide7.xml" Id="Rd5197b95bf3b42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f11ac9c3545b9" /><Relationship Type="http://schemas.openxmlformats.org/officeDocument/2006/relationships/notesSlide" Target="/ppt/notesSlides/notesSlide8.xml" Id="R5409bc35a64741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2348a867646c6" /><Relationship Type="http://schemas.openxmlformats.org/officeDocument/2006/relationships/notesSlide" Target="/ppt/notesSlides/notesSlide9.xml" Id="R947021af2a8a4d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717eaf5d74c09" /><Relationship Type="http://schemas.openxmlformats.org/officeDocument/2006/relationships/notesSlide" Target="/ppt/notesSlides/notesSlide10.xml" Id="Redbf92c6ecbc42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f2ba94c724695" /><Relationship Type="http://schemas.openxmlformats.org/officeDocument/2006/relationships/notesSlide" Target="/ppt/notesSlides/notesSlide11.xml" Id="R8794c0eabce941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486f14ceb4b33" /><Relationship Type="http://schemas.openxmlformats.org/officeDocument/2006/relationships/notesSlide" Target="/ppt/notesSlides/notesSlide12.xml" Id="R3137bcab69df41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0469e3ec84b5b" /><Relationship Type="http://schemas.openxmlformats.org/officeDocument/2006/relationships/notesSlide" Target="/ppt/notesSlides/notesSlide13.xml" Id="R66ce6922218747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d0fb737e348ff" /><Relationship Type="http://schemas.openxmlformats.org/officeDocument/2006/relationships/notesSlide" Target="/ppt/notesSlides/notesSlide14.xml" Id="Rc78752200f1b42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a7af1a6ef4e81" /><Relationship Type="http://schemas.openxmlformats.org/officeDocument/2006/relationships/notesSlide" Target="/ppt/notesSlides/notesSlide15.xml" Id="Rd50ca7a8db454df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281d7ecb74310" /><Relationship Type="http://schemas.openxmlformats.org/officeDocument/2006/relationships/notesSlide" Target="/ppt/notesSlides/notesSlide16.xml" Id="Rcb289c4ea4aa447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51bc24295411e" /><Relationship Type="http://schemas.openxmlformats.org/officeDocument/2006/relationships/notesSlide" Target="/ppt/notesSlides/notesSlide17.xml" Id="Rd826ed6e96d648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829a464bb49b2" /><Relationship Type="http://schemas.openxmlformats.org/officeDocument/2006/relationships/notesSlide" Target="/ppt/notesSlides/notesSlide18.xml" Id="Rfdf55acd8036481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00cd2d03e46ed" /><Relationship Type="http://schemas.openxmlformats.org/officeDocument/2006/relationships/notesSlide" Target="/ppt/notesSlides/notesSlide19.xml" Id="Ra82964fad6664da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df8e38bfc42a5" /><Relationship Type="http://schemas.openxmlformats.org/officeDocument/2006/relationships/notesSlide" Target="/ppt/notesSlides/notesSlide20.xml" Id="R325b31546c1c49a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0fcad7db5494d" /><Relationship Type="http://schemas.openxmlformats.org/officeDocument/2006/relationships/notesSlide" Target="/ppt/notesSlides/notesSlide21.xml" Id="Rc381061d36c3443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3a214fcd344a4" /><Relationship Type="http://schemas.openxmlformats.org/officeDocument/2006/relationships/notesSlide" Target="/ppt/notesSlides/notesSlide22.xml" Id="R06d0ad8eeb484bb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3e4c2578a4a93" /><Relationship Type="http://schemas.openxmlformats.org/officeDocument/2006/relationships/notesSlide" Target="/ppt/notesSlides/notesSlide23.xml" Id="R50f33fb8d8b344a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123e2cb4143cc" /><Relationship Type="http://schemas.openxmlformats.org/officeDocument/2006/relationships/notesSlide" Target="/ppt/notesSlides/notesSlide24.xml" Id="R56fc1bac822747a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9e0c027784bc0" /><Relationship Type="http://schemas.openxmlformats.org/officeDocument/2006/relationships/notesSlide" Target="/ppt/notesSlides/notesSlide25.xml" Id="R51a05641bd134aa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be41b661746df" /><Relationship Type="http://schemas.openxmlformats.org/officeDocument/2006/relationships/notesSlide" Target="/ppt/notesSlides/notesSlide26.xml" Id="R856ecc681306422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fbe2a53ac4862" /><Relationship Type="http://schemas.openxmlformats.org/officeDocument/2006/relationships/notesSlide" Target="/ppt/notesSlides/notesSlide27.xml" Id="Rfcfc89d32fe7411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4bea5e06f4a3d" /><Relationship Type="http://schemas.openxmlformats.org/officeDocument/2006/relationships/notesSlide" Target="/ppt/notesSlides/notesSlide28.xml" Id="R429817e7c8d84d0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9a654cb2648e6" /><Relationship Type="http://schemas.openxmlformats.org/officeDocument/2006/relationships/notesSlide" Target="/ppt/notesSlides/notesSlide29.xml" Id="R7944a40cea124b1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2ab8fa49d4046" /><Relationship Type="http://schemas.openxmlformats.org/officeDocument/2006/relationships/notesSlide" Target="/ppt/notesSlides/notesSlide30.xml" Id="R02cd4b669f004bd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08dddf1a44e8c" /><Relationship Type="http://schemas.openxmlformats.org/officeDocument/2006/relationships/notesSlide" Target="/ppt/notesSlides/notesSlide31.xml" Id="R5d65aacb5f5d4fb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4d7f34c8346b4" /><Relationship Type="http://schemas.openxmlformats.org/officeDocument/2006/relationships/notesSlide" Target="/ppt/notesSlides/notesSlide32.xml" Id="R37c34b54a1be4a3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5395407b74ae2" /><Relationship Type="http://schemas.openxmlformats.org/officeDocument/2006/relationships/notesSlide" Target="/ppt/notesSlides/notesSlide33.xml" Id="Rd6aac2eb85c34fd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f495ef29c449e" /><Relationship Type="http://schemas.openxmlformats.org/officeDocument/2006/relationships/notesSlide" Target="/ppt/notesSlides/notesSlide34.xml" Id="R1cd74a179ba04ba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5249513ea4677" /><Relationship Type="http://schemas.openxmlformats.org/officeDocument/2006/relationships/notesSlide" Target="/ppt/notesSlides/notesSlide35.xml" Id="R84ab0ec31d16486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d3c5fc04341dd" /><Relationship Type="http://schemas.openxmlformats.org/officeDocument/2006/relationships/notesSlide" Target="/ppt/notesSlides/notesSlide36.xml" Id="R994e47e8121f4e4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344f8d3284bfa" /><Relationship Type="http://schemas.openxmlformats.org/officeDocument/2006/relationships/notesSlide" Target="/ppt/notesSlides/notesSlide37.xml" Id="R5456483b087c499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86222c55b4306" /><Relationship Type="http://schemas.openxmlformats.org/officeDocument/2006/relationships/notesSlide" Target="/ppt/notesSlides/notesSlide38.xml" Id="R11e9d12a810d42c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b10792a1f4370" /><Relationship Type="http://schemas.openxmlformats.org/officeDocument/2006/relationships/notesSlide" Target="/ppt/notesSlides/notesSlide39.xml" Id="Ra6c2ceb075434d2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d9309bdc24df5" /><Relationship Type="http://schemas.openxmlformats.org/officeDocument/2006/relationships/notesSlide" Target="/ppt/notesSlides/notesSlide40.xml" Id="Rf0963d5969e54df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0cd92d8fc4c1d" /><Relationship Type="http://schemas.openxmlformats.org/officeDocument/2006/relationships/notesSlide" Target="/ppt/notesSlides/notesSlide41.xml" Id="Rfdae45c5ce1d4c3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2a28bf1884f64" /><Relationship Type="http://schemas.openxmlformats.org/officeDocument/2006/relationships/notesSlide" Target="/ppt/notesSlides/notesSlide42.xml" Id="Rd45391c2371448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4F620-1F71-4E26-97C9-88B771AC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E8FEF-5EDA-43DE-B66C-95D933F7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Basics of Biology: Structure and functions of prokaryotic and eukaryotic cells. Central dogma of Biology (DNA to RNA to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A09FF-8F91-44AC-B828-546416FD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Biotechnology and Biomimetics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1BEBT105/205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C48A2-358F-49BE-9471-15E1570F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7C934-C5EB-480B-A93C-4E21F166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07CDB-8EDB-456C-AEB4-7C5AFFF2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27B9B-465C-4B8C-9896-AB3AC0F7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DE307-F04B-4327-B77D-EB0A31AF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EE0EA-E7C7-4061-89B9-119CC6C8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0F799-7321-41F2-89EB-BCC23FD0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5AA95-A29E-498D-9DE7-D89D41C6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27E67-B77E-4B6F-979A-4897AC01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6C5C8-0383-47C5-BD4D-742011D6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3636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AD601-0AB4-4D29-B4C3-F0E1A71C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4C260-95DB-4398-AEA1-312D318F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80853-1EDE-4894-9954-773091BC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56610-2BE3-46EF-AC13-3A70D7C8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BDA15-35A2-4A45-B031-3CDDD755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7F82E-0D89-4F1E-87A6-CD809879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4F5BF-AB17-42FD-872A-698E556B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4A7B6-2322-4E22-AF5E-3A534666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81753-B533-47E7-8B24-4A70A061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4FABB-2B5B-4C21-9ABD-926D62BF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1738C-EFC9-4BCF-9CAD-D8278EAF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5C08E-1D79-4EFB-96A0-5B1E68B8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4D614F-7494-41BF-8B2B-AF21D7B1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AD230-3E8F-403F-9C42-CBCDE211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7A10F-2AE2-4BA8-92E2-DB3C5659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7155337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977B82-B0E8-4520-A071-865989D9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BFFBA-2317-42DC-BCD4-4338F2AA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4FBFD-8471-4284-ADAE-F5ABD220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2FD37-C39E-42AD-85CC-8CD0200E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F21D6-90D7-4626-ACC2-FF94178D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3BC7F-6CE7-4EC3-8100-777321D2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833E5-AD0E-4F9B-8250-7F2B91EE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C547F-7117-4CB1-ADBC-F6977721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D6838-64AC-4AF7-80BA-130E2D7A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Basics of Biology: Structure and functions of prokaryotic...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EB220-A3F4-48B0-8D07-1DBF6BA0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11E00-AE44-4368-A8FB-53C75EF1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31032-E6A0-4B62-B3FE-C1B9912C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Biomolecules of life - Carbohydrates (examples of Mono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B6A92-D4D9-4751-A87D-B5A84DD5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637D57-B24F-4D4A-8DDD-A76CF087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24A8F5-7DE5-4B4F-B156-33564A6C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Polysaccharides)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B372F-987B-4D84-B003-90301BF0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D9DC0-97B6-413B-8F0E-8F1523F5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A0AC4-83E6-46D7-B051-DF5EC8F3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Proteins (examples of enzymes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14FB1-EE66-4039-825C-D5925F23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D0D4B8-818F-4700-9682-124F0AF6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17B39-EFAB-4B5B-9663-6EC9411E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structural proteins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A424D-C0E3-4426-BD55-98BBF60C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F70F00-0FBE-48F0-9ED6-536D0ADB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F93C6F-32EC-4DA2-99A7-7DF32301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transport proteins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A83E18-8B7C-46C7-B8C1-18217CDE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ECCA8C-663F-4C8E-9830-544F1EAA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AB38A3-06D7-4F3F-ADD5-E56DDE0F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regulatory proteins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4F1415-2C74-4503-984B-A8FFC331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6C853F-5DB2-4E5E-891F-5F4A7915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877D45-9552-4468-A8DC-29B4F8C4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and hormones) 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FB115F-A100-4D5A-AC8C-FA4B1887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A8B8D0-7AFE-444A-B177-8AFA3E94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644084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CC7680-877C-4ED0-86BC-BD85AE31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0EDBE-8B1D-4DC3-BA60-CF72AAC7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03AAD-CC2B-4162-A708-0AA62E9B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C0747-75E7-471A-8005-5FAC5D85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BE9F8-3C86-404D-ABF8-9FE3158C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0B805-FA8E-4758-BCC3-DC1FE470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29AF1-3CE5-4BD6-B845-F669FA48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0FA78-3477-491F-81FE-15355E88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Basics of Biology: Structure and functions of prokaryotic...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A555A-EF7E-4C9E-8B62-11F7CAA6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8E7F2-6D74-4DE3-A772-CCDFB0D6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680A1-E3B3-409B-A9E5-24A9A052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Biomolecules of life - Carbohydrates (examples of Mono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BE964-E3D6-48E6-92E1-D2A21C28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25461-2334-4DB3-BB59-5E0144AB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CD88B-2BC9-4F89-A5DD-35649BA0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Polysaccharides)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95CE3-301B-49D0-BB57-BB09EC94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37AEA-EDA8-46A8-A77A-6F738167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3F17D-8083-4D23-870B-C08418DB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Proteins (examples of enzymes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E0776-25DC-4026-80C2-1AFB205B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C28390-94FA-43C3-843C-C4BBFBC2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E1D44-9637-4BC9-961E-435FE227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structural proteins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BBEB9-ABA2-443B-9CD4-B60C1184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19FF7D-F262-477D-9593-4C2ABD7E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BE784F-E227-4C61-B8D7-98B00DEA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transport proteins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2EBECD-6AAC-4182-8419-D58E5F34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5ED2C0-7A44-46E2-9923-4A0A555A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D27373-AA21-40E7-86B4-68454A58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regulatory proteins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C6E1B7-6C83-4056-BC30-127330FD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46558D-C3BC-48F3-8887-BFC3C2FE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ECB6FC-71C2-45DC-8967-38E9F842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1971591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04106-7113-427B-9EDC-F94510C4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19661-A745-4D2B-91A2-F0D22605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29A8E-1B33-4452-8988-9A8794D3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DCE9D-6EAC-4354-BD93-08BE7BA2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3D437-69CF-4AD6-B3EB-B176B1BE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Basics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6D666-EF62-4AB5-B28B-0B1608AF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Biology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4BC39-BAB8-4FFE-A423-196B0065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2D960-67C0-49EC-9499-A033AA36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46CBD-5133-47E1-A317-51A35D51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prokaryotic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B62FF-908F-470E-9928-130E2714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eukaryotic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1487B-38A7-4274-8B94-6A7B9F6A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cells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77A3A-81E6-4A85-8026-ACDEBB43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Central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10B8A-EDA2-42EF-92CB-CF1C62C1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dogma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F7DB0-4A64-4E9A-A4C9-D9421C94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Protein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75096-99D8-4DDD-B5F7-62DF42C1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4E415-87BD-4FCD-897D-51E0E3DE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3074371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B062B-D3B9-420D-BF9F-367B652C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5A2B0-F258-4AA2-993E-281589FB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542C0-499E-4C82-9648-D34DAC7A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19BF6-5036-495B-AAE8-10EDADE0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EE762-6AB7-4AC1-A686-21E429CD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Basics of Biology: Structure and functions of prokaryotic and eukaryotic cells. Central dogma of Biology (DNA 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B938C-E3DC-4946-945B-C8A0FF18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Basics of Biology: Structure and function...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5BF05-4CB6-48E5-9097-673F038B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36E83-6D6A-481E-B3C2-A650BCD0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371E9-16C9-4EEE-9924-E9D6BEE9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8A74F-D800-4B75-9070-B5D3346C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3149F-1692-4FB7-BC1C-0057839C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0BEEA-1003-4EF0-918A-E172B10B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50AF8-68CC-4F5A-A8B4-FBF05C54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85B8C-DCC1-4DD6-8390-CB6FB102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4A633-77A1-4327-92D2-FE1516FB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0C1DC-B7A0-4E7E-B3D9-89E1BC3F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6095470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0C0E6F-9C4B-4AEF-8D57-0B9BBAC3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E320C-6BBE-49B3-AC3F-EA189F97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92B99-9489-40BB-9216-4415FD3E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D0BA8-C2DE-4613-8954-4A606226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5B0D3-813D-4329-913E-ED2AAA69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26B24-DBBA-4E8E-A315-28959DE5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00583-A8B8-462A-AAF7-1DA740D4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3E562-EA9B-455B-B461-83AE9A63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93342-9EA0-482E-88CF-DB01CE49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Basics of Biology:...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2FC8B-AD69-403D-B75D-DD8E1203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16DF9-AEC0-4DF2-941F-5933883E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6C383-AEA5-477D-865E-C63C42B0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Basics of B...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A65F5-8419-49B4-8653-9AAA5393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68D29-5BFE-4D8C-BECF-112AA506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6C662-2FB6-4DF7-957F-A39FBD75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Basics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B4E25-E4A6-45BD-911C-4101C3B1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86CD7-792A-44AF-9191-873B6996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BB540-1451-4350-9686-928C2680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Basics of Biolog...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82432-8F7B-4A30-BD16-B975665F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12460-4192-4F92-A0B5-EE338B14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F4FC60-BBCA-4CAE-927F-2F675744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Basics of Biol...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45F5CD-BC8B-4DED-AFD3-711CDCEE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9B40BD-EB93-4A4F-9A10-98651A74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4416297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00C9F-E184-4688-9634-109253D1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E4724-A157-4F07-A1C8-05EB96FC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2B24D-61EA-4312-9F5E-2FEE4204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A54A6-A22A-409B-B833-64C91D6C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4A688-FF39-45E4-B7D2-BFDEDBA6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6292C-FB9F-4B6E-B1C7-5AF94500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F5E9A-8910-4AF5-9FBB-69063EDC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D3DAF-CAE5-4B70-A5B0-CB8C01DE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86D78-B3B3-41FF-A4F1-7FCE3934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EF194-68B5-4911-9B2B-1A04D8AC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9674F-CEF8-4B40-842F-128536CC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0AA4B-C4AA-49B6-8891-DD24841C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2DA18-20A7-404B-BAAB-B698A195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DC81E-3B7E-4565-B507-2DB76B62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FAB21-0192-44D2-9109-72416E9D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6174601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53EB0-57C7-4E49-99BE-E1F23B4E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6B807-29D3-492C-83E1-8E3898DA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1885A-6FC6-4C9B-9BAA-AFCE5650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45698-B421-49DF-9363-0A4296B0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72157-A514-43B7-92C5-B968C1F0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2BAB9-E209-473A-96F6-57EA4212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Basics of Biology: Structure and functions of prokaryotic...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FE7D0-EC1F-43E7-91DC-EEA6A40F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C31C2-D8F4-47F7-846F-A37C0375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3FFF8-FDA8-400E-B713-2476E9F5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E1D0C-FE2D-4DA3-A894-05CBEF48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ECBC3-BB42-4781-AF3F-6004179F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9475255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D7FB84-BF58-4E36-99D4-F0996AB5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8884F-386C-4DD1-BFF9-1B3A727A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E0ECE-DFC6-4019-80D1-414584EF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1F74C-93DC-4E25-A8D6-001533F7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CD08C-DD03-49B8-929A-93DBB3BF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Biomolecules of life - Carbohydrates (examples of Mono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A10C7-C80F-4568-BB0E-5716652E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Biomolecules of life - Carbohydrates (exa...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F7BDF-FC15-4347-B2EF-9816AC21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0F891-7EF6-4304-834B-1C2C9442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C5D46-955A-49DF-91D8-50657864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5CED0-7A58-40D4-B9AA-5E496DBD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5C9F9-9BDE-4309-9436-C69B1247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C05C2-74DE-48D8-AE6C-E9E103A6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952D0-688F-485C-A640-26A890FF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8FE59-02A3-4BE6-803D-E93887F0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AB459F-C0E5-4513-ABA8-27D8E9FF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DE64C-DC7A-46C2-B2EC-76CE88CD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235889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9F7459-CA5F-47A0-B4AF-1214590E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31C54-EA5F-4657-B788-DEC5E2EE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CFB0F-6671-415B-8BF6-04A43A7E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579D8-0B65-4E48-9278-F3FED5DD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8F146-12B4-4746-AEFD-4FF3EA23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A1AFB-43A5-41FF-9923-D787DB4E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8C04A-B157-40C9-8DE1-A987EE9B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A8AD3-04D6-4F5B-AE02-48F97B8A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64325-908F-4A1B-A6B3-CC6D29E0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Biomolecules of li...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E1008-3482-4612-8BD8-A1820AC4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4533D-B886-4233-B180-AADDC8EA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6F5B1-01DC-4FDA-A5C2-DD069A18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Biomolecule...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174B0-A8AD-441F-862D-7175A901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A59D5-1F72-4F53-B6EC-36DB3BCB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D6736-D405-433C-8234-A8D3D0E0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Biomolec...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8314B-1511-4915-9CCA-BE52C4E5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DCE41-F023-485E-B33D-35ED6104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21BCC-BFC9-4AD0-9B87-4187B242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Biomolecules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56661B-841E-4437-9672-80B6D260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AC4E16-592B-4CA0-960B-C42D36E4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6F88AA-81E5-4E9A-BD81-582870FC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Biomolecules 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5D2247-01BB-4FFE-8F60-32E9F9B1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B330F2-BBF1-48AB-84B7-48696D7D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4847600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443CA-8349-44B2-9DEE-FE160802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350C6-A008-4E10-B7C1-1D82D608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99EDE-EA9C-4000-9EA6-B3DF9B43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CCFC8-4E88-4CC5-A3FC-8673CB89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10DEA-F4A3-425F-BE95-7D8FFD11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3E0F9-0D5D-4793-9A37-8A545FEE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32E70-049D-4E61-A540-0C28438A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8F06B-56C8-456A-A84B-8EE2C8F8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99924-988B-4716-9682-0B100A61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AFB51-5BD7-4EAE-8195-66503947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56B56-662C-4A49-8250-69C10BF1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FB431-2F2F-4570-9BFD-A8114C50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43676-A30C-45D1-850F-7CE3FF02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D360D-9C0E-44F0-8E7E-2E123E8B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167BF-8510-49CA-938B-461AC210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6759290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C619B-020C-4EEB-B797-B9DD119B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46B16-C799-48F9-9D94-2B414FFB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DF765-E5DA-496F-9AEA-9E23B654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A7F19-43E2-4F9E-A850-B38EA5A5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F5F3B-7C44-4ABB-B037-38C1D029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ECE8D-652F-45BC-BCC8-D1D8BA85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Biomolecules of life - Carbohydrates (examples of Mono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F2FF6-5D75-42DD-B367-373848E2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6088F-25C9-459F-AABE-D49AC70F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F6013-4630-48FB-83C7-6B941E0D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2AE15-9125-4C37-AE47-87D0484C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3812C-5E1A-4777-BD89-C6FE7891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707483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D52732-7270-4ABF-AB30-FFADE444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F124B-C68F-4B21-AC87-A81CC985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04022-5AA5-4D45-B704-73318400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17BF8-84B0-4EEA-86E9-926BDA15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B70F4-B91D-45A1-9451-0BC6CAFB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Polysaccharides)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11B49-501F-4A4F-BC0E-03B72672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Polysaccharides)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606BF-BCCE-4195-AD94-69F26A74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86E33-5A81-48D2-B63A-AE6BE206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DEA19-3DE8-4A34-AB29-FA666CC0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4064C-1709-4D97-9711-AEBFAB67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41510-DCFD-4054-A04D-8029D440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8D548-7B3E-4B46-A5BA-88157FF1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BDD18-0486-405E-9528-B0CED7DB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15646-6B7D-488E-98C1-B4F74A25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B9B8E-DA29-4162-8036-2E5D2CF1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C24D4-AAB3-43BE-BA37-4DE1E41C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1536157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AD1FDB-A887-42DC-933B-97E17124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F4BE3-43BF-4D67-8E5F-452EA3C9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149E6-5CC0-41AC-B7F0-7B91845A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FCF4D-39F0-4DC7-9FC8-A11B9C13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A417C-B6A8-4BF9-9D17-698ABB2D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F9238-C232-4D26-9539-4C3572E2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BA331-F346-45F3-9DC8-D6DC3FF4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15003-B927-46C0-A8C4-8488C13F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36AE4-D8F0-4FBB-A097-B73C349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Polysaccharides).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A3B5E-7A7F-47BB-A739-0C4B8B36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49B3F-EAF8-4B4A-AE07-DAAD351E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9F2C0-4A67-4D5B-8BB6-C4238725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Polysacchar...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E3DBB-FB2B-49D6-BB39-035E0DA1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8354B-0FD9-4B4C-ABFF-17024644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E8802-B199-4620-A763-24689D30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Polysacc...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907A9-C587-46C8-B278-177A56CD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DAB34-DA75-4808-A9B1-07620AFA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C9A68-B20C-46F3-AA01-BEE81256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Polysaccharides).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94140-59E9-48F0-A299-76C51D25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A125EC-B5DF-436D-BF3F-370D39EC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1B4EC7-8313-418A-A690-1C0BAC97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Polysaccharide...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26461E-F2B6-4449-9869-6D6584D0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C6C30B-2263-4CA8-8C91-9927D062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3020358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E4030-C99C-4F9B-8081-54ABF17A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8711A-6F5B-410D-97F6-EB1E7BE8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E4AD7-8FB2-4A4B-B6A4-06DC45BD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85615-0706-4851-A396-34EADF94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373CC-89CA-4253-B456-D733D685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46622-948D-4F3D-9E13-9C836296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FD983-133A-44EF-89A5-7617849D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2FBE5-E5E7-466F-A55B-A9D277B9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873C8-5028-49DA-98AB-6BA90B97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378E6-F024-4A62-8B8E-C1551D14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016F2-0B43-49BD-B3E4-57BEDD10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98C18-44AA-40FC-853D-F427E926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99DE5-9489-4B5E-AEF7-B620D825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BCACC-33CC-4E5F-943D-41FFD168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93072-3985-485F-A947-A94E4B16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3756312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D15BB-B358-4839-A93E-3D38A0A3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F1CEC-31E4-4C8D-BA3A-F4C1C1E6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828BB-E198-409A-908B-3474AE22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4894B-F0D2-4A88-A42B-80FE0C7C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D7201-A4F1-4802-8746-BD89BCC7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4642D-2DBE-4A2D-B950-2E98D4AF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Polysaccharides)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83C40-8806-4DBD-8AEE-15B11356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41044-C4A4-4216-96C7-8CC97241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6899D-107F-4492-A78B-672E86ED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C06AD-FFC1-46EB-B98E-A9E379F9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B2876-4528-4126-8F9F-D14F19A5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1390545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8C2DA-3C75-4F3A-AC2A-AEDFD337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0D444-E588-48DE-ABC8-5B88B0D9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62FAD-C93E-4A99-A455-534862DF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58A7E-18A9-4840-9202-95D4A33D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0C299-E3E3-4E73-BF51-109E46CE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Proteins (examples of enzymes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B7467-E271-4FA1-A4E3-102305F1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Proteins (examples of enzymes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59CBD-5D48-492A-B008-A15F54CB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A5B6D-D3A1-4A5C-BEA3-03F76B3B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D14F8-ABBA-40D2-9998-E6C39AA2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C61F1-23D6-4EC0-AF74-7FF811CC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B64F3-D787-4F4D-809B-BEA51DB6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1E0A5-DE06-4BC9-9A42-6A6E640D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255B9-20B2-4CB3-8A7D-72E703C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C9729-02B1-4952-A9F2-ECA24313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26D04-365C-451B-A9E3-4132D1D1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6C433-28A2-4C15-9E16-4E585E4D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9856785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27EBA0-22C6-4EE3-992E-43B397D5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6583B-2B65-4981-9FAB-1E666C72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20574-0AE5-472E-B385-E2E0ACEB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37416-BCCE-4473-975C-FEF7FD53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4320E-00A2-4349-BDD9-45F40816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79CC7-8D32-46EB-94FD-0035BE05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A6AF8-3672-4C3C-B0F4-4CB3189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4FA61-D96E-462F-AAA0-4B0E7347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520C7-8E87-4F81-9770-C78C23BD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Proteins (examples...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6B307-B151-4F43-ABC5-83A7E960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0125C-45EF-431C-8FE5-D9476DA3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40C4A-BEE1-49D3-9445-3BB8B41B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Proteins (e...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AE224-5471-433F-B9A1-F6597E3C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10E2C-AD16-4652-948F-FDE74293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55250-31EE-4D19-BA3B-816B6450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Proteins...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4DE1E-5226-4140-A3FF-5875D99F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00A86F-6E9F-46AE-80FC-2F1FDDD8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67FE8-C88F-4EB0-890C-041D986B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Proteins (exampl...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BB0B2-FBA9-4A2E-9D5F-818B2090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937674-718D-4C48-8651-612F1CD2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16DB3-2342-41FD-B0EE-BE253935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Proteins (exam...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58DA07-6132-4BBA-A216-59A53A16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23BBFA-F20B-464D-9505-B42A3E19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1192249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E5D77-5030-40E2-8C99-8AFD914F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DBC0D-F11B-45C2-A449-F54B0525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B452D-1711-4178-B8AF-D84E6319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836CA-A234-4568-BCE9-023D693C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A5987-03EC-4B9A-A22D-44F55064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44EE5-D8DE-4352-90CB-85BDF00B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5DB88-2335-405A-A859-81DD96C0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D3A80-462F-427B-BB3B-CFD0B546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58382-EC44-4A08-BF64-9C348C16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16B98-AB26-46C1-9100-615F862F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16D12-F792-4AE3-AF67-1E1B4FEF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4F54C-6552-437A-8201-2F89B924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B167F-BE50-453B-90B5-96E68A20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5712E8-4655-4F32-8F18-E5CF3D54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C0558-1012-4800-B5A4-47850AE6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3345349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FB4F9-E43C-4394-8789-D512AAF0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D74EE-297A-4FA5-8FE4-7F050CA4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249DC-2B9A-419D-B3F3-7D069EF1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03295-CDBE-4698-8BA0-F66A3070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43B96-0EA4-40FE-994F-0AA0D300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E11F0-1CFD-4924-B13F-808FB063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Proteins (examples of enzymes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DF090-9894-4E68-A4E7-4C03224A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F0CC9-FB24-43F4-A841-66D6D6F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87966-C418-4435-B4B5-831BD309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FA302-35D4-424A-84AF-08D7C6BD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C2B88-435E-448A-A87F-A4E9B607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036033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8E7E4-486E-4160-9FF9-F9A21E59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11CF7-EF11-4F24-8F83-E3B3AA3C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10021-EEA7-4D6A-BEA7-0AC2AAA1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7B63F-FA0E-480F-99A3-48F3DB20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5CF3F-0517-4FF3-9777-78E56F82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structural proteins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D9871-026A-4179-B154-08616D32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structural proteins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21EBF-A682-4F0F-B87E-13F6B3E8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412C9-91B6-4C48-96C5-A9CDA3DF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F3B06-E21D-4365-97AD-FA864AF4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2C831-7D82-4203-ADBE-1A9533A2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E95BD-2073-48B6-856F-FB8DEF27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99BF8-81F0-4277-B4E3-310B941C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BE4B5-8692-4714-821D-68A93221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B1578-3291-4F49-BCBD-727D5B12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8E382-5C2E-4399-BAD3-5A5C2CC1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F10AD-647C-4D7F-83FF-C2C05DC5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4313289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FD719D-DED7-46AB-9F2A-A68EAB8A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AA678-275F-4E70-9AE5-ADD12406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66708-E523-4B17-8EFD-8B153EAF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857CB-2F6C-4868-AD73-7009E1E4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F8FB9-C1B8-42F5-A631-59C8BE73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866E0-601E-4CB9-B7FA-9C10C3BD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07B92-8ADF-4518-91E0-DB78BFBA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71772-ABA3-4EA5-9C60-2A7F435E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1880B-4441-48A4-A96B-30128DA6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structural protein...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E0303-8423-4067-BC78-C691B8D8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08AB2-228D-4BB6-95EC-EEB851BE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22D7D-7571-481F-ACA9-C35EB546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structural...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037DA-6C88-4858-B007-58B4998A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4B479-1C07-4A86-8762-F4B42D05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8E09C-9CDD-4B62-AF7F-558A2F29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structur...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7510A-B357-4E1E-9FB1-1A64AD08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4275B-5C7C-4E73-9B77-1F505CE7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671EB-3B64-435A-BACD-0AFB3061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structural prote...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C7F0EC-1BD4-4CDF-9C19-F1BB53CC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BEF2B2-CC5B-41AC-8077-3FF200E5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7CB6E-3269-410C-A6E7-202A92B3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structural pro...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671A9D-118D-42C6-A731-5767FC68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F0321B-03AC-49A8-9C84-96CB117B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7380790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50C1C-86BE-4717-BB22-B3938E62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A9C63-2F31-4828-A5ED-8B09EEEB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09D62-0B0A-40AC-9874-52416B21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0DB2D-7786-401B-B7F4-2425C96E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143AB-1EE2-4A18-AE3A-9B6F6F0E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BEC1C-5802-420C-A9B1-819F5B62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8F618-8D82-437F-A043-5DE07049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4EB57-21E4-40FD-9A5E-1524899A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76AFB-0039-4782-B94D-03795151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1E00F-2AA3-48F5-8DCB-6BB8709A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FDFDD-495F-40FA-A067-8E7C63D9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4AB23-F576-422B-87B5-988A1103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76208-C4E2-4967-959A-E7D98059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DEB7E-5A61-41FF-ADC4-5F758135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B66FC-D1A9-4503-862A-121B44E3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4841636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2033E-542D-4C87-A62F-008BD6E8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CC28A-ADB7-4CC8-AA5A-E7FC6942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913C8-7937-4E3B-8706-F7837610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32517-1CF8-4DF2-BF99-0880EC70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1E9A8-D44A-48AF-9C26-5B5AC8B9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9DC21-9B72-436E-88EF-5F01889F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structural proteins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31798-7B99-4560-B704-5BF235D1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330EE-21B6-4468-B4C1-2D58CE59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7A5B1-EF3B-4389-9375-C569EBE5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3E2B7-DC4C-4B4F-A3A8-C26964E7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201F1-3A64-4F96-BC7A-986C0D8A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143724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A6CAA-03D2-4A0D-8F2A-DB9BF1E0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51BB2-9B90-4769-9DC5-85893469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22C73-CC39-4CB0-BCD0-1A38D69A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0BD74-0000-4F70-9605-6177D61A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65C38-FF9E-4223-8121-8F82A924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transport proteins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25DB8-86FA-4B87-8BF2-1FECCF8F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transport proteins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2E814-37A0-4A8C-8385-79221DF6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C292A-1C2D-4FA4-9C32-CC9A4419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D03CC-95BE-4927-9DA3-D5168E31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EC2EE-1790-4390-B28A-97B6D748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6981A-7940-46C1-9A8F-F5DC0057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E1D06-5D22-49AF-9E35-7795270F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D7CBD-9B18-4A32-9776-FAD38506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C45C4-B43D-434A-8822-E4246250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6EC24-5EF2-4452-9F62-54FADFC5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BE37B-BA5F-4E01-8824-4D28CA66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16013866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F3CD5A-D561-4EBD-A624-AECC96E5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5CBC3-7E4F-4A11-A4C3-95877340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8C1B1-EF58-4E48-868D-4540BAE2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D3DAF-E8FC-49B6-A5B2-C9B8A7C9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6C0C6-6AF9-49C7-85DF-A22599AD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F8A16-3A9F-4443-B4D7-B7DF6172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C0425-CE35-437F-80B3-58429A25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444F5-B214-455C-829B-9B508182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29855-554C-497C-8A32-A503932B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transport proteins.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B77A63-4E2F-4813-9770-4E72228F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F35B4-6ABA-49F5-8C64-F93FEDC1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356E9-B915-4D65-B415-3BEDA7F7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transport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89F6B-8ED0-4E2A-B4AA-68EC785C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896F4-86B5-4541-BAB5-789E38F0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F8E0B-6349-4D83-8760-EFA732FA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transpor...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2A195-F431-4DFC-9E2B-2A85EBF3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DAB2DF-1CA9-4E72-96D2-240427E4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82053-2A01-4E4C-B8B5-692011FE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transport protei...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4DA414-0C95-4E51-898A-8C82B561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1934CA-2847-4CCB-8642-BA0D2257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581B6D-CEDB-42D4-996E-2C9E2CF7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transport prot...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4D2D9-12F6-496E-BB91-7ACC9714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6F6271-62E4-4FE8-B6F6-219F1B3B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4971302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6853C-7EF8-45CE-9A3C-AFF2B1B3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4431B-47F7-49EC-8C0F-063C1E38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5BDFD-9352-4144-B004-4E134ED9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83003-E97E-4237-8831-F3B0461F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26374-DA1A-41A4-B0B0-07C3B40C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1E19A-8950-4A9C-8BC3-34C3938E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2CB26-7FF8-4D3A-83A5-569DC8A7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490AB-4249-437F-89B6-1614F8DD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2C7C1-65BC-4F3D-868C-54BB1B4C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A33A7-C27A-4344-9DE7-08B7B939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EF0C5-B8D3-4BD8-B2FD-012C77B2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8EE3B-DAB6-47D1-A991-B792D06D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DCFF7-D01F-4BF5-A729-BE4DFB9C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E072E-2144-47C4-91B1-14870558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CBE24-5701-49DF-9514-5B2D3C3F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3520220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4F6DA-76FC-4076-8634-62D83371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15677-F46C-4A8A-9AED-EE8672B7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FDDC4-44A7-487D-B0A6-0313C189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54217-86D4-4F92-8EF1-43778BBC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D040C-C709-4546-A635-D5C2633F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48527-8C54-4FED-AD2E-AEBD3B53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transport proteins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C5647-E6A7-4762-ACB3-E0DDF187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529D6-52C3-43A0-9278-0DB7EFFC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7722F-CE8E-4EE0-B417-942BF0ED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A5DE2-0188-4D4A-9CA5-9F1D292D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7C23F-B4E1-4036-BBBF-E218041D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670456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67EA54-3727-4F28-906C-A0BC29B2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66405-7B38-4B01-BBF4-6C60B5A3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DD169-401E-4EE7-B71E-1165EE7A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50026-2559-4088-8154-4A7A1474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B33F7-E49C-4AD3-B4C4-1475CF77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regulatory proteins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F9C8D-782F-4E16-B3AC-8EAA5B7F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regulatory proteins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84B02-975F-4A0A-A87C-9AD9B184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3C2C3-ADFA-4601-BC7B-72739AE1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70F76-0CEE-45C8-B99F-DD18450F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AED2F-5991-4F30-9BAB-0F3B79F3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113AD-3FDC-48D6-95D6-1AE22C87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2BB14-ABD3-45F7-B211-A117BCA4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30C4E-9AD3-4E29-B5E3-865B9939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545D1-F9F7-4D65-91F7-26E9850F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CB8DC9-27D9-4A39-A810-BE59A86C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7640A-339B-4460-AE8C-C87380D5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31606943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E401A6-1DEA-44D9-9537-91A61E9C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8C740-AB87-4B50-8B60-476149F0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EE631-ECBE-4AA1-A81A-305FE501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3A605-4C1C-4625-BC80-5DBA35D0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BEC7A-3B33-43DC-9F84-8C21E40C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718E0-242C-4F26-BDB3-6226FD27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4C09A-494F-44DE-B42C-849804F1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EB5C0-2EDE-4A79-9A3B-8E835C2D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DFADA-6DCB-4542-9E5D-5D3CBB2A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regulatory protein...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8884C-85F4-4D3A-8EB0-3DB9ED2A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DB360-D012-4AAB-961E-83C19BC9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922AF-6C33-424E-960E-F5158CCA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regulatory...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5B836-16A0-491C-AA6B-B6E049E7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AC73D-6B02-4634-90DA-36F4472F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9452A-BB7F-470B-AED4-6D3507A7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regulato...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0B69F-A3F9-4CC3-AFED-BA43CFE6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22E70-C21A-4B3A-BA01-09D468AC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D46D9-34B7-4C8E-9D14-EB96D476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regulatory prote...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68CFB-4053-40FE-9FF3-656D7C8A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657F0-507D-407A-A86A-37F21C71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18D95-3519-4A6D-98BC-C07517C1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regulatory pro...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8BC9A2-6429-4847-9D20-9F60CA0E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272CF3-4422-4AD2-9AFA-D345F4AB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47924151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9577C-086C-4C77-AE74-3D86C17A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55339-3231-4CF3-A730-42D071F0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39329-3D5F-43EA-9082-44E8069D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BFB19-7268-415D-96F1-73D1B974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53CE1-4FEC-4801-A735-C82AB75D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2116A-10B6-45FA-A316-6B3FEE66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C318F-381C-40DC-BC0F-8463E871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D0712-57FC-4507-8D82-1BDCB00F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6A825-D46A-436C-946B-CDB3ED9F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807B0-8E0E-41ED-920A-122AF912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1F851-46FC-48BA-8D87-84DCE3F3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13E31-A3AD-4978-B131-999B41FA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BFB85-67BA-4A0B-9EA8-8BF1FD6C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40D1E-408A-4A75-97EE-6CF459E0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43C8C-C29A-4D9F-94A6-29E61861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4444831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80C4B-D715-425B-B435-4F1D7BAA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38139-274A-4B2E-915F-4D78F9E9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6BE41-BCF1-480E-8FB2-61905A9E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FA78D-B30B-46AA-9D52-98F96F79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32B3D-7FB0-478A-B48E-1FE07046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79C88-3002-451F-A7F0-5BCFCE37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regulatory proteins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B9C76-828A-4C78-9EDA-7DD5B6E8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93205-5353-4567-8884-5AA2145A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BD45E-2D54-459D-A67F-2B46A5C9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58437-FAC4-42C1-AF6B-CE72000F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D3956-8C94-4A26-80E4-A0642E1E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53225666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03C64-41BE-4FD4-BA7B-7C028FA6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0CC32-50C1-4CDB-B2B6-442B83DA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F6B9A-B99A-4972-BA67-08EB6F14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2D642-E87D-41D9-9B61-F5104127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AF71C-AC2F-495D-8516-8DAE31E2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and hormones) 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F6940-5F33-4BE2-A2DB-66A908B8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and hormones) 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AD278-D89E-449D-84E6-77B80C56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7FE55-4E03-44DB-9D0F-44C096DE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A13D2-3379-4CD2-A5D5-602D7037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62F7A-DC93-49C5-BF4C-7C84A58A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F92B4-DB1D-4396-BC01-0F8E10C6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01010-B134-448E-B046-512BFC28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421EE-D5F6-4BE8-A315-E24B33FE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D70BA-80E4-4E16-82A0-8CB7EF65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80946-AFF4-484F-80A0-9FAC81B2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64B0E-F506-4509-9296-F1D8573B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12194679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913792-8EC7-40CF-B28A-12E63FDC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BFB1C-2163-4E61-8CC5-8F698F21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51848-C2A1-4E63-A20A-42471744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9EDEA-4333-41FD-BA63-A3DBA06F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E700E-AD67-4DAD-8B49-2E3560E8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D0074-49C8-4D4A-ABCD-DFF1FCBA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5BB5F-E41A-4558-9B0A-613ABB27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3CA4E-A4B7-4171-957B-B29CAD59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FB9D9-5941-4B88-B1D4-99788F83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and hormones) 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14CBA-7C54-4051-9556-88CC516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ECE4C-129F-4ED0-B850-AD5A63CE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EA10D-88F6-4B8C-9D43-2B22608C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and hormone...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98D5D-F05C-40CB-8DB0-A2616A14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470CF-BF2E-4BB5-BC58-F9E31BE3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F1861-970E-4D73-93B8-DC8EF055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and horm...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A88C6-D110-4948-A097-158CE580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C34A4-5BF4-449D-BA36-FF8CD3A1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7770D-362C-418C-A1A9-D6827776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and hormones) 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31DE7C-15B2-477E-8DFC-A4291631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6C3A7-6EB5-4996-99EE-2B10A253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D75EF6-E5D9-44B3-995F-19B543C7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and hormones)...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4B757-B5DB-47B9-9D40-F0FC000A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CF265F-EE49-4411-ADDF-BB1283C6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83852540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0FFA7-D45D-4402-8723-685E7606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6AF55-63E1-45A6-9AD2-5079D01A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87DF9-C43F-4823-A358-669D78A2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0E553-2168-4E9B-83FD-E0B853C9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B2865-C845-44AB-AE45-2C924316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7B464-696A-410A-810F-802AFB0C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347A5-1225-40F4-B8A9-D93EC884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11259-6AE2-4C75-88C4-EBE75FF2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83437-85BE-46FC-A169-B262F31F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D2BED-46A8-40E2-A40B-EAB35CBF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8130A-6D31-443F-B3F7-D2CB9692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A6958-E88E-4DA8-BC68-375C1614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91575-B08B-432E-9EA3-41DC4C73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71BFA6-144D-4765-9402-3EACD850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732C6-0640-481F-8F34-CD608319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92192000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2C27E-2E88-461C-99D5-001A65E6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C16A6-2404-4E89-AA40-EF3FE6D5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3E5E0-CC16-429C-9976-554B953A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75B0A-208F-40FC-BBD7-7F745BD2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99BB0-DC3B-4E2C-B11E-ECF0FEB7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C9F78-CE1F-496E-BF86-5927FDB0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and hormones) 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3E277-6D08-4CFE-B4D3-73241FB6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31C0C-EF85-434B-8F9F-60D1BB0E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3CA5D-6447-4307-9C0C-A2FF6C3C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BD896-D168-49A6-8894-03337A8A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7D3DB-5209-449B-91B9-BEDDAE09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05260248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2143C-F427-4FDA-8C2E-963FAFB8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D1244-B21D-42CD-9D1D-B5AEBB78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64981-D4AE-4121-AA79-F206A468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0C363-D337-49A6-B56E-D4FB2502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AAED4-4A09-445F-91B4-CC0D3EAF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CEF5A-334B-4126-BAE1-5A17B96D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33221441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45A4D-62D1-4F55-8CA7-A797809A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81FE3-0F81-4FA2-93B5-15F9A187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9CC67-8F0E-4EEC-B518-5D7ABF21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B13F9-6F00-4AD5-B038-09E831E7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5EE1C-50D8-4514-BAEF-1F736807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Basics: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Biology: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functions: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prokaryotic: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83290-667C-487A-A9A2-E6F5EB6D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17556221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76942-EBF3-49DF-BD9D-511061F9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74B0F-F9E9-4A86-BCD4-5A34B90D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3858F-146E-4B11-9E2D-F5BEEB4B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41C45-A3FB-4560-B8DA-BABE4134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68C73-2A59-43E3-9C0A-8CBA50EA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649F7-B872-4954-A0E1-2C5E1009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78657094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E9008-9556-4477-A0A7-601034FE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6362E-908C-4AF7-9026-86B585F4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4FD88-D75A-40C5-92C2-45A14ADB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4BE80-4E89-4534-96D4-CB88B47D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B2F75-018F-41EC-A1AD-E870ACBD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56E11-207C-4258-9CAA-7BE05358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61257359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29C69-0195-42F6-85F8-7AADDC9D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B7DB3-B7CD-48E8-924A-DF3B1F7D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2C3A1-F3A3-466B-A365-78D300A5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C7E30-AD63-40A8-82E7-7F72C63E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5EA04-DB58-452B-BF25-B42E7566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Basics of Biology: Structure and functions of prokaryotic and eukaryoti...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Biomolecules of life - Carbohydrates (examples of Mono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Polysaccharides)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Proteins (examples of enzymes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structural proteins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3EE05-76FF-40E0-AAE0-5A666F72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AA7EC-DA82-470F-BF2E-2E13E2E1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E8A0A-9012-4796-8532-89B48583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403299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2026-08-24T16:02:36.8720000Z</dcterms:created>
  <dcterms:modified xsi:type="dcterms:W3CDTF">2026-08-24T16:02:36.8720000Z</dcterms:modified>
</coreProperties>
</file>