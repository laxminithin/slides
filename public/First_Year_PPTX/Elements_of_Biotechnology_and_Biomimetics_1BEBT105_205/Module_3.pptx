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4070063beb4c98" /><Relationship Type="http://schemas.openxmlformats.org/officeDocument/2006/relationships/extended-properties" Target="/docProps/app.xml" Id="R03d6a548da224502" /><Relationship Type="http://schemas.openxmlformats.org/officeDocument/2006/relationships/officeDocument" Target="/ppt/presentation.xml" Id="R13e3fa85452a41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d7988023e84ad0"/>
  </p:sldMasterIdLst>
  <p:notesMasterIdLst>
    <p:notesMasterId xmlns:r="http://schemas.openxmlformats.org/officeDocument/2006/relationships" r:id="R8b55bdc71bee41a8"/>
  </p:notesMasterIdLst>
  <p:sldIdLst>
    <p:sldId xmlns:r="http://schemas.openxmlformats.org/officeDocument/2006/relationships" id="256" r:id="Rb26739d55a9f4df8"/>
    <p:sldId xmlns:r="http://schemas.openxmlformats.org/officeDocument/2006/relationships" id="257" r:id="Re47d4e1b9c454d46"/>
    <p:sldId xmlns:r="http://schemas.openxmlformats.org/officeDocument/2006/relationships" id="258" r:id="R0815631dd0234922"/>
    <p:sldId xmlns:r="http://schemas.openxmlformats.org/officeDocument/2006/relationships" id="259" r:id="R7631d22c4e114152"/>
    <p:sldId xmlns:r="http://schemas.openxmlformats.org/officeDocument/2006/relationships" id="260" r:id="Rbeb4b5a63aae4415"/>
    <p:sldId xmlns:r="http://schemas.openxmlformats.org/officeDocument/2006/relationships" id="261" r:id="R3a862ed643d44c9a"/>
    <p:sldId xmlns:r="http://schemas.openxmlformats.org/officeDocument/2006/relationships" id="262" r:id="R79307610ab6e4bbf"/>
    <p:sldId xmlns:r="http://schemas.openxmlformats.org/officeDocument/2006/relationships" id="263" r:id="Re1b14e81f075445b"/>
    <p:sldId xmlns:r="http://schemas.openxmlformats.org/officeDocument/2006/relationships" id="264" r:id="R322bc7ccc5fb47f9"/>
    <p:sldId xmlns:r="http://schemas.openxmlformats.org/officeDocument/2006/relationships" id="265" r:id="Rbe3b6a5a17bc4cc6"/>
    <p:sldId xmlns:r="http://schemas.openxmlformats.org/officeDocument/2006/relationships" id="266" r:id="R42c842afce5f4beb"/>
    <p:sldId xmlns:r="http://schemas.openxmlformats.org/officeDocument/2006/relationships" id="267" r:id="Re3ea952205b745b1"/>
    <p:sldId xmlns:r="http://schemas.openxmlformats.org/officeDocument/2006/relationships" id="268" r:id="R00b307ff74184151"/>
    <p:sldId xmlns:r="http://schemas.openxmlformats.org/officeDocument/2006/relationships" id="269" r:id="R6e865105aa2444bc"/>
    <p:sldId xmlns:r="http://schemas.openxmlformats.org/officeDocument/2006/relationships" id="270" r:id="R6b5b4d4bfd55472b"/>
    <p:sldId xmlns:r="http://schemas.openxmlformats.org/officeDocument/2006/relationships" id="271" r:id="R3218a8d88a654a38"/>
    <p:sldId xmlns:r="http://schemas.openxmlformats.org/officeDocument/2006/relationships" id="272" r:id="R7b66d64c0c594e56"/>
    <p:sldId xmlns:r="http://schemas.openxmlformats.org/officeDocument/2006/relationships" id="273" r:id="Rabc26ad1f4d24e80"/>
    <p:sldId xmlns:r="http://schemas.openxmlformats.org/officeDocument/2006/relationships" id="274" r:id="R1fa7221877904a5f"/>
    <p:sldId xmlns:r="http://schemas.openxmlformats.org/officeDocument/2006/relationships" id="275" r:id="R30d1afd3df0b49bb"/>
    <p:sldId xmlns:r="http://schemas.openxmlformats.org/officeDocument/2006/relationships" id="276" r:id="R0ac356d55f3d4795"/>
    <p:sldId xmlns:r="http://schemas.openxmlformats.org/officeDocument/2006/relationships" id="277" r:id="R2ef803c60b4d49cc"/>
    <p:sldId xmlns:r="http://schemas.openxmlformats.org/officeDocument/2006/relationships" id="278" r:id="R86a5227d436e4430"/>
    <p:sldId xmlns:r="http://schemas.openxmlformats.org/officeDocument/2006/relationships" id="279" r:id="Rf1921137be664da4"/>
    <p:sldId xmlns:r="http://schemas.openxmlformats.org/officeDocument/2006/relationships" id="280" r:id="R260fdff385c440ae"/>
    <p:sldId xmlns:r="http://schemas.openxmlformats.org/officeDocument/2006/relationships" id="281" r:id="R1e6017d2eb604aa6"/>
    <p:sldId xmlns:r="http://schemas.openxmlformats.org/officeDocument/2006/relationships" id="282" r:id="R0d5e1de5fa99488e"/>
    <p:sldId xmlns:r="http://schemas.openxmlformats.org/officeDocument/2006/relationships" id="283" r:id="R51aa3f8c544347ce"/>
    <p:sldId xmlns:r="http://schemas.openxmlformats.org/officeDocument/2006/relationships" id="284" r:id="Rc56a638c04904ac2"/>
    <p:sldId xmlns:r="http://schemas.openxmlformats.org/officeDocument/2006/relationships" id="285" r:id="Rc9165393872b4e3f"/>
    <p:sldId xmlns:r="http://schemas.openxmlformats.org/officeDocument/2006/relationships" id="286" r:id="R34a62f25b5d84a71"/>
    <p:sldId xmlns:r="http://schemas.openxmlformats.org/officeDocument/2006/relationships" id="287" r:id="Re01f9980cb0f4e40"/>
    <p:sldId xmlns:r="http://schemas.openxmlformats.org/officeDocument/2006/relationships" id="288" r:id="R18490146d4b64df1"/>
    <p:sldId xmlns:r="http://schemas.openxmlformats.org/officeDocument/2006/relationships" id="289" r:id="Rc93d4b0880fb4a05"/>
    <p:sldId xmlns:r="http://schemas.openxmlformats.org/officeDocument/2006/relationships" id="290" r:id="R39b73791a5714f85"/>
    <p:sldId xmlns:r="http://schemas.openxmlformats.org/officeDocument/2006/relationships" id="291" r:id="R2982481c6026420c"/>
    <p:sldId xmlns:r="http://schemas.openxmlformats.org/officeDocument/2006/relationships" id="292" r:id="Rcf2042262c184e07"/>
    <p:sldId xmlns:r="http://schemas.openxmlformats.org/officeDocument/2006/relationships" id="293" r:id="R0c5e4d9fd9ef482c"/>
    <p:sldId xmlns:r="http://schemas.openxmlformats.org/officeDocument/2006/relationships" id="294" r:id="Rec58c540dbaa472b"/>
    <p:sldId xmlns:r="http://schemas.openxmlformats.org/officeDocument/2006/relationships" id="295" r:id="Rd8d55a75529642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65108687964240" /><Relationship Type="http://schemas.openxmlformats.org/officeDocument/2006/relationships/slideMaster" Target="/ppt/slideMasters/slideMaster1.xml" Id="R61d7988023e84ad0" /><Relationship Type="http://schemas.openxmlformats.org/officeDocument/2006/relationships/notesMaster" Target="/ppt/notesMasters/notesMaster1.xml" Id="R8b55bdc71bee41a8" /><Relationship Type="http://schemas.openxmlformats.org/officeDocument/2006/relationships/presProps" Target="/ppt/presProps.xml" Id="R289dcdd2fbf84eaa" /><Relationship Type="http://schemas.openxmlformats.org/officeDocument/2006/relationships/tableStyles" Target="/ppt/tableStyles.xml" Id="Rb101f1fe68c14741" /><Relationship Type="http://schemas.openxmlformats.org/officeDocument/2006/relationships/slide" Target="/ppt/slides/slide1.xml" Id="Rb26739d55a9f4df8" /><Relationship Type="http://schemas.openxmlformats.org/officeDocument/2006/relationships/slide" Target="/ppt/slides/slide2.xml" Id="Re47d4e1b9c454d46" /><Relationship Type="http://schemas.openxmlformats.org/officeDocument/2006/relationships/slide" Target="/ppt/slides/slide3.xml" Id="R0815631dd0234922" /><Relationship Type="http://schemas.openxmlformats.org/officeDocument/2006/relationships/slide" Target="/ppt/slides/slide4.xml" Id="R7631d22c4e114152" /><Relationship Type="http://schemas.openxmlformats.org/officeDocument/2006/relationships/slide" Target="/ppt/slides/slide5.xml" Id="Rbeb4b5a63aae4415" /><Relationship Type="http://schemas.openxmlformats.org/officeDocument/2006/relationships/slide" Target="/ppt/slides/slide6.xml" Id="R3a862ed643d44c9a" /><Relationship Type="http://schemas.openxmlformats.org/officeDocument/2006/relationships/slide" Target="/ppt/slides/slide7.xml" Id="R79307610ab6e4bbf" /><Relationship Type="http://schemas.openxmlformats.org/officeDocument/2006/relationships/slide" Target="/ppt/slides/slide8.xml" Id="Re1b14e81f075445b" /><Relationship Type="http://schemas.openxmlformats.org/officeDocument/2006/relationships/slide" Target="/ppt/slides/slide9.xml" Id="R322bc7ccc5fb47f9" /><Relationship Type="http://schemas.openxmlformats.org/officeDocument/2006/relationships/slide" Target="/ppt/slides/slide10.xml" Id="Rbe3b6a5a17bc4cc6" /><Relationship Type="http://schemas.openxmlformats.org/officeDocument/2006/relationships/slide" Target="/ppt/slides/slide11.xml" Id="R42c842afce5f4beb" /><Relationship Type="http://schemas.openxmlformats.org/officeDocument/2006/relationships/slide" Target="/ppt/slides/slide12.xml" Id="Re3ea952205b745b1" /><Relationship Type="http://schemas.openxmlformats.org/officeDocument/2006/relationships/slide" Target="/ppt/slides/slide13.xml" Id="R00b307ff74184151" /><Relationship Type="http://schemas.openxmlformats.org/officeDocument/2006/relationships/slide" Target="/ppt/slides/slide14.xml" Id="R6e865105aa2444bc" /><Relationship Type="http://schemas.openxmlformats.org/officeDocument/2006/relationships/slide" Target="/ppt/slides/slide15.xml" Id="R6b5b4d4bfd55472b" /><Relationship Type="http://schemas.openxmlformats.org/officeDocument/2006/relationships/slide" Target="/ppt/slides/slide16.xml" Id="R3218a8d88a654a38" /><Relationship Type="http://schemas.openxmlformats.org/officeDocument/2006/relationships/slide" Target="/ppt/slides/slide17.xml" Id="R7b66d64c0c594e56" /><Relationship Type="http://schemas.openxmlformats.org/officeDocument/2006/relationships/slide" Target="/ppt/slides/slide18.xml" Id="Rabc26ad1f4d24e80" /><Relationship Type="http://schemas.openxmlformats.org/officeDocument/2006/relationships/slide" Target="/ppt/slides/slide19.xml" Id="R1fa7221877904a5f" /><Relationship Type="http://schemas.openxmlformats.org/officeDocument/2006/relationships/slide" Target="/ppt/slides/slide20.xml" Id="R30d1afd3df0b49bb" /><Relationship Type="http://schemas.openxmlformats.org/officeDocument/2006/relationships/slide" Target="/ppt/slides/slide21.xml" Id="R0ac356d55f3d4795" /><Relationship Type="http://schemas.openxmlformats.org/officeDocument/2006/relationships/slide" Target="/ppt/slides/slide22.xml" Id="R2ef803c60b4d49cc" /><Relationship Type="http://schemas.openxmlformats.org/officeDocument/2006/relationships/slide" Target="/ppt/slides/slide23.xml" Id="R86a5227d436e4430" /><Relationship Type="http://schemas.openxmlformats.org/officeDocument/2006/relationships/slide" Target="/ppt/slides/slide24.xml" Id="Rf1921137be664da4" /><Relationship Type="http://schemas.openxmlformats.org/officeDocument/2006/relationships/slide" Target="/ppt/slides/slide25.xml" Id="R260fdff385c440ae" /><Relationship Type="http://schemas.openxmlformats.org/officeDocument/2006/relationships/slide" Target="/ppt/slides/slide26.xml" Id="R1e6017d2eb604aa6" /><Relationship Type="http://schemas.openxmlformats.org/officeDocument/2006/relationships/slide" Target="/ppt/slides/slide27.xml" Id="R0d5e1de5fa99488e" /><Relationship Type="http://schemas.openxmlformats.org/officeDocument/2006/relationships/slide" Target="/ppt/slides/slide28.xml" Id="R51aa3f8c544347ce" /><Relationship Type="http://schemas.openxmlformats.org/officeDocument/2006/relationships/slide" Target="/ppt/slides/slide29.xml" Id="Rc56a638c04904ac2" /><Relationship Type="http://schemas.openxmlformats.org/officeDocument/2006/relationships/slide" Target="/ppt/slides/slide30.xml" Id="Rc9165393872b4e3f" /><Relationship Type="http://schemas.openxmlformats.org/officeDocument/2006/relationships/slide" Target="/ppt/slides/slide31.xml" Id="R34a62f25b5d84a71" /><Relationship Type="http://schemas.openxmlformats.org/officeDocument/2006/relationships/slide" Target="/ppt/slides/slide32.xml" Id="Re01f9980cb0f4e40" /><Relationship Type="http://schemas.openxmlformats.org/officeDocument/2006/relationships/slide" Target="/ppt/slides/slide33.xml" Id="R18490146d4b64df1" /><Relationship Type="http://schemas.openxmlformats.org/officeDocument/2006/relationships/slide" Target="/ppt/slides/slide34.xml" Id="Rc93d4b0880fb4a05" /><Relationship Type="http://schemas.openxmlformats.org/officeDocument/2006/relationships/slide" Target="/ppt/slides/slide35.xml" Id="R39b73791a5714f85" /><Relationship Type="http://schemas.openxmlformats.org/officeDocument/2006/relationships/slide" Target="/ppt/slides/slide36.xml" Id="R2982481c6026420c" /><Relationship Type="http://schemas.openxmlformats.org/officeDocument/2006/relationships/slide" Target="/ppt/slides/slide37.xml" Id="Rcf2042262c184e07" /><Relationship Type="http://schemas.openxmlformats.org/officeDocument/2006/relationships/slide" Target="/ppt/slides/slide38.xml" Id="R0c5e4d9fd9ef482c" /><Relationship Type="http://schemas.openxmlformats.org/officeDocument/2006/relationships/slide" Target="/ppt/slides/slide39.xml" Id="Rec58c540dbaa472b" /><Relationship Type="http://schemas.openxmlformats.org/officeDocument/2006/relationships/slide" Target="/ppt/slides/slide40.xml" Id="Rd8d55a75529642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c295429b0548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8cf2afc8b94a4e" /><Relationship Type="http://schemas.openxmlformats.org/officeDocument/2006/relationships/notesMaster" Target="/ppt/notesMasters/notesMaster1.xml" Id="R083c458f47bd41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dcc4ed583241f8" /><Relationship Type="http://schemas.openxmlformats.org/officeDocument/2006/relationships/notesMaster" Target="/ppt/notesMasters/notesMaster1.xml" Id="R1cb6ae7f704244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7af0d47a024f16" /><Relationship Type="http://schemas.openxmlformats.org/officeDocument/2006/relationships/notesMaster" Target="/ppt/notesMasters/notesMaster1.xml" Id="R13a0885763064a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b093de8ab54471" /><Relationship Type="http://schemas.openxmlformats.org/officeDocument/2006/relationships/notesMaster" Target="/ppt/notesMasters/notesMaster1.xml" Id="Rabc5432ba29945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afb846004942d1" /><Relationship Type="http://schemas.openxmlformats.org/officeDocument/2006/relationships/notesMaster" Target="/ppt/notesMasters/notesMaster1.xml" Id="Rfecc9b0a1c0142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c39222f6914318" /><Relationship Type="http://schemas.openxmlformats.org/officeDocument/2006/relationships/notesMaster" Target="/ppt/notesMasters/notesMaster1.xml" Id="R2afd9c15ddac42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4ef24445024c90" /><Relationship Type="http://schemas.openxmlformats.org/officeDocument/2006/relationships/notesMaster" Target="/ppt/notesMasters/notesMaster1.xml" Id="Rfe0b441722ce45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d47f51b745454a" /><Relationship Type="http://schemas.openxmlformats.org/officeDocument/2006/relationships/notesMaster" Target="/ppt/notesMasters/notesMaster1.xml" Id="Rb7442d947f2e4d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12fa52c4e8466d" /><Relationship Type="http://schemas.openxmlformats.org/officeDocument/2006/relationships/notesMaster" Target="/ppt/notesMasters/notesMaster1.xml" Id="Rdbced9f09ceb47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7a38821ff64019" /><Relationship Type="http://schemas.openxmlformats.org/officeDocument/2006/relationships/notesMaster" Target="/ppt/notesMasters/notesMaster1.xml" Id="R691790867b8f44c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3f8d6ff98a740c0" /><Relationship Type="http://schemas.openxmlformats.org/officeDocument/2006/relationships/notesMaster" Target="/ppt/notesMasters/notesMaster1.xml" Id="R5d0247606c5244a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e575f9b2ca445f0" /><Relationship Type="http://schemas.openxmlformats.org/officeDocument/2006/relationships/notesMaster" Target="/ppt/notesMasters/notesMaster1.xml" Id="R6bb7f83128ee434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b45a078497e4599" /><Relationship Type="http://schemas.openxmlformats.org/officeDocument/2006/relationships/notesMaster" Target="/ppt/notesMasters/notesMaster1.xml" Id="R777af5537d1a4c7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71be602f4ec424a" /><Relationship Type="http://schemas.openxmlformats.org/officeDocument/2006/relationships/notesMaster" Target="/ppt/notesMasters/notesMaster1.xml" Id="Rbae9d02a6c00432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b4818ad8de645fc" /><Relationship Type="http://schemas.openxmlformats.org/officeDocument/2006/relationships/notesMaster" Target="/ppt/notesMasters/notesMaster1.xml" Id="R1ca17ea1c5e545e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7762ecd4a9d49c4" /><Relationship Type="http://schemas.openxmlformats.org/officeDocument/2006/relationships/notesMaster" Target="/ppt/notesMasters/notesMaster1.xml" Id="Rd0bee192f1f747b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30c1686749447ba" /><Relationship Type="http://schemas.openxmlformats.org/officeDocument/2006/relationships/notesMaster" Target="/ppt/notesMasters/notesMaster1.xml" Id="Rc6e91e08c0334e9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476ab05ae324cd0" /><Relationship Type="http://schemas.openxmlformats.org/officeDocument/2006/relationships/notesMaster" Target="/ppt/notesMasters/notesMaster1.xml" Id="Rf4b389a2708d4a7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9d375c5b2684ce0" /><Relationship Type="http://schemas.openxmlformats.org/officeDocument/2006/relationships/notesMaster" Target="/ppt/notesMasters/notesMaster1.xml" Id="R27fd8a355b714c2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e27571a69254ae1" /><Relationship Type="http://schemas.openxmlformats.org/officeDocument/2006/relationships/notesMaster" Target="/ppt/notesMasters/notesMaster1.xml" Id="R28b19c3105d94b2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46047912caf444c" /><Relationship Type="http://schemas.openxmlformats.org/officeDocument/2006/relationships/notesMaster" Target="/ppt/notesMasters/notesMaster1.xml" Id="R779b611f6cf54e4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3b3227f5b17450e" /><Relationship Type="http://schemas.openxmlformats.org/officeDocument/2006/relationships/notesMaster" Target="/ppt/notesMasters/notesMaster1.xml" Id="Rd2d90c77f11c481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a58e4a2721a45dc" /><Relationship Type="http://schemas.openxmlformats.org/officeDocument/2006/relationships/notesMaster" Target="/ppt/notesMasters/notesMaster1.xml" Id="Rcd1e33565adb4fc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5bd2c73d2c24e33" /><Relationship Type="http://schemas.openxmlformats.org/officeDocument/2006/relationships/notesMaster" Target="/ppt/notesMasters/notesMaster1.xml" Id="Rcb5db933e88645e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89f6fa1f3c64868" /><Relationship Type="http://schemas.openxmlformats.org/officeDocument/2006/relationships/notesMaster" Target="/ppt/notesMasters/notesMaster1.xml" Id="Rbb316e8640b543b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dcd0e2816d64df7" /><Relationship Type="http://schemas.openxmlformats.org/officeDocument/2006/relationships/notesMaster" Target="/ppt/notesMasters/notesMaster1.xml" Id="Rd2311e7f7b6f45c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3cfe208656b4d04" /><Relationship Type="http://schemas.openxmlformats.org/officeDocument/2006/relationships/notesMaster" Target="/ppt/notesMasters/notesMaster1.xml" Id="R0d9dc289681f49d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0db1e784a6e433b" /><Relationship Type="http://schemas.openxmlformats.org/officeDocument/2006/relationships/notesMaster" Target="/ppt/notesMasters/notesMaster1.xml" Id="Re5bd27ae85ec4a5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136747bbab74531" /><Relationship Type="http://schemas.openxmlformats.org/officeDocument/2006/relationships/notesMaster" Target="/ppt/notesMasters/notesMaster1.xml" Id="Rf11a4e4dbab04df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65a22047ed4405b" /><Relationship Type="http://schemas.openxmlformats.org/officeDocument/2006/relationships/notesMaster" Target="/ppt/notesMasters/notesMaster1.xml" Id="R4c799039be37448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6fae86c3c7544a7" /><Relationship Type="http://schemas.openxmlformats.org/officeDocument/2006/relationships/notesMaster" Target="/ppt/notesMasters/notesMaster1.xml" Id="R8ba0c95f2fa3441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62f1fafe2ad4200" /><Relationship Type="http://schemas.openxmlformats.org/officeDocument/2006/relationships/notesMaster" Target="/ppt/notesMasters/notesMaster1.xml" Id="Rfefc9b4e40b6493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0e14ff0ee5b414d" /><Relationship Type="http://schemas.openxmlformats.org/officeDocument/2006/relationships/notesMaster" Target="/ppt/notesMasters/notesMaster1.xml" Id="R97860822a139452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dd35d19370245cd" /><Relationship Type="http://schemas.openxmlformats.org/officeDocument/2006/relationships/notesMaster" Target="/ppt/notesMasters/notesMaster1.xml" Id="Rd820dd8e5e334d6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b6e282211bb452c" /><Relationship Type="http://schemas.openxmlformats.org/officeDocument/2006/relationships/notesMaster" Target="/ppt/notesMasters/notesMaster1.xml" Id="R7ca24cc5d93a486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a3060b4d8374193" /><Relationship Type="http://schemas.openxmlformats.org/officeDocument/2006/relationships/notesMaster" Target="/ppt/notesMasters/notesMaster1.xml" Id="R41759b2471b847d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991f4520fc3432b" /><Relationship Type="http://schemas.openxmlformats.org/officeDocument/2006/relationships/notesMaster" Target="/ppt/notesMasters/notesMaster1.xml" Id="R5cc948b9a178475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7f67fc660814338" /><Relationship Type="http://schemas.openxmlformats.org/officeDocument/2006/relationships/notesMaster" Target="/ppt/notesMasters/notesMaster1.xml" Id="R4d9b2a11da2e466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f1b94d11eaa4955" /><Relationship Type="http://schemas.openxmlformats.org/officeDocument/2006/relationships/notesMaster" Target="/ppt/notesMasters/notesMaster1.xml" Id="R54fb16a0b08d4d5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393585198914113" /><Relationship Type="http://schemas.openxmlformats.org/officeDocument/2006/relationships/notesMaster" Target="/ppt/notesMasters/notesMaster1.xml" Id="R2c3bc58963b548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ff0cdb02df46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7ab50f020f4df4" /><Relationship Type="http://schemas.openxmlformats.org/officeDocument/2006/relationships/slideLayout" Target="/ppt/slideLayouts/slideLayout1.xml" Id="R176266f8238343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6266f8238343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bb60515d54ac2" /><Relationship Type="http://schemas.openxmlformats.org/officeDocument/2006/relationships/notesSlide" Target="/ppt/notesSlides/notesSlide1.xml" Id="R164420c9654a46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f081df2a34cf6" /><Relationship Type="http://schemas.openxmlformats.org/officeDocument/2006/relationships/notesSlide" Target="/ppt/notesSlides/notesSlide2.xml" Id="Rbdb2ac17290c4d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ada13f1c943a7" /><Relationship Type="http://schemas.openxmlformats.org/officeDocument/2006/relationships/notesSlide" Target="/ppt/notesSlides/notesSlide3.xml" Id="R3cf83b0f58a84d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acd303c424ea7" /><Relationship Type="http://schemas.openxmlformats.org/officeDocument/2006/relationships/notesSlide" Target="/ppt/notesSlides/notesSlide4.xml" Id="R5644659d45894c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f60df68d44127" /><Relationship Type="http://schemas.openxmlformats.org/officeDocument/2006/relationships/notesSlide" Target="/ppt/notesSlides/notesSlide5.xml" Id="R447b676aace441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b2df291fb4cfc" /><Relationship Type="http://schemas.openxmlformats.org/officeDocument/2006/relationships/notesSlide" Target="/ppt/notesSlides/notesSlide6.xml" Id="R30065bffdfb049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c502394e4434e" /><Relationship Type="http://schemas.openxmlformats.org/officeDocument/2006/relationships/notesSlide" Target="/ppt/notesSlides/notesSlide7.xml" Id="Rcac9cf5cefef4d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212bb758b4ff1" /><Relationship Type="http://schemas.openxmlformats.org/officeDocument/2006/relationships/notesSlide" Target="/ppt/notesSlides/notesSlide8.xml" Id="R394c3b56cc3043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87021a5034cc9" /><Relationship Type="http://schemas.openxmlformats.org/officeDocument/2006/relationships/notesSlide" Target="/ppt/notesSlides/notesSlide9.xml" Id="R7684a505bd374c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6e892259284e53" /><Relationship Type="http://schemas.openxmlformats.org/officeDocument/2006/relationships/notesSlide" Target="/ppt/notesSlides/notesSlide10.xml" Id="R970bff7e2bc241c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858097a7c4a26" /><Relationship Type="http://schemas.openxmlformats.org/officeDocument/2006/relationships/notesSlide" Target="/ppt/notesSlides/notesSlide11.xml" Id="R444bd6ee93c944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62a5473d3e4953" /><Relationship Type="http://schemas.openxmlformats.org/officeDocument/2006/relationships/notesSlide" Target="/ppt/notesSlides/notesSlide12.xml" Id="R7ceed1cd3fe44b9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e05889516e4cb2" /><Relationship Type="http://schemas.openxmlformats.org/officeDocument/2006/relationships/notesSlide" Target="/ppt/notesSlides/notesSlide13.xml" Id="R6e60d65f9666455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18a2ab07d4432" /><Relationship Type="http://schemas.openxmlformats.org/officeDocument/2006/relationships/notesSlide" Target="/ppt/notesSlides/notesSlide14.xml" Id="Rf563d65fa9fd4cd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f1b34c7164ad1" /><Relationship Type="http://schemas.openxmlformats.org/officeDocument/2006/relationships/notesSlide" Target="/ppt/notesSlides/notesSlide15.xml" Id="R212cf86fc91043d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dde6f4e0354ac1" /><Relationship Type="http://schemas.openxmlformats.org/officeDocument/2006/relationships/notesSlide" Target="/ppt/notesSlides/notesSlide16.xml" Id="Rfc23104dae9740d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267e995ed4de6" /><Relationship Type="http://schemas.openxmlformats.org/officeDocument/2006/relationships/notesSlide" Target="/ppt/notesSlides/notesSlide17.xml" Id="R5fc94057b85446d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fbeede4b24bd6" /><Relationship Type="http://schemas.openxmlformats.org/officeDocument/2006/relationships/notesSlide" Target="/ppt/notesSlides/notesSlide18.xml" Id="Ra35a6df4ad4a4b0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c0bbc1efb417b" /><Relationship Type="http://schemas.openxmlformats.org/officeDocument/2006/relationships/notesSlide" Target="/ppt/notesSlides/notesSlide19.xml" Id="R12174e34534042b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f22aef30b4195" /><Relationship Type="http://schemas.openxmlformats.org/officeDocument/2006/relationships/notesSlide" Target="/ppt/notesSlides/notesSlide20.xml" Id="R7843a6ec63a44e2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70261962d7432f" /><Relationship Type="http://schemas.openxmlformats.org/officeDocument/2006/relationships/notesSlide" Target="/ppt/notesSlides/notesSlide21.xml" Id="R469860e037e4441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7d228452545c7" /><Relationship Type="http://schemas.openxmlformats.org/officeDocument/2006/relationships/notesSlide" Target="/ppt/notesSlides/notesSlide22.xml" Id="Rb68a852065884ed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4581e2ddf4296" /><Relationship Type="http://schemas.openxmlformats.org/officeDocument/2006/relationships/notesSlide" Target="/ppt/notesSlides/notesSlide23.xml" Id="R6c5a1eb463a24a3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a884271eb4dc8" /><Relationship Type="http://schemas.openxmlformats.org/officeDocument/2006/relationships/notesSlide" Target="/ppt/notesSlides/notesSlide24.xml" Id="R08f1d3c9f29f4e1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b9bf122a64e14" /><Relationship Type="http://schemas.openxmlformats.org/officeDocument/2006/relationships/notesSlide" Target="/ppt/notesSlides/notesSlide25.xml" Id="R566e74355533444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13c87793142da" /><Relationship Type="http://schemas.openxmlformats.org/officeDocument/2006/relationships/notesSlide" Target="/ppt/notesSlides/notesSlide26.xml" Id="R3d6152bb021a4a1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24ec99e2d4d36" /><Relationship Type="http://schemas.openxmlformats.org/officeDocument/2006/relationships/notesSlide" Target="/ppt/notesSlides/notesSlide27.xml" Id="Re159499614bf4ea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9b8215a2947e7" /><Relationship Type="http://schemas.openxmlformats.org/officeDocument/2006/relationships/notesSlide" Target="/ppt/notesSlides/notesSlide28.xml" Id="R873e4e7aa5ba434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7e764598a4074" /><Relationship Type="http://schemas.openxmlformats.org/officeDocument/2006/relationships/notesSlide" Target="/ppt/notesSlides/notesSlide29.xml" Id="R570b9e13a842451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9bf45c43d4e5d" /><Relationship Type="http://schemas.openxmlformats.org/officeDocument/2006/relationships/notesSlide" Target="/ppt/notesSlides/notesSlide30.xml" Id="R1d753bcba57e496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88b9dfbce424f" /><Relationship Type="http://schemas.openxmlformats.org/officeDocument/2006/relationships/notesSlide" Target="/ppt/notesSlides/notesSlide31.xml" Id="R0cf17accaa2747e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dec55ac7746db" /><Relationship Type="http://schemas.openxmlformats.org/officeDocument/2006/relationships/notesSlide" Target="/ppt/notesSlides/notesSlide32.xml" Id="R88602914965749f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b4b9625eb48fb" /><Relationship Type="http://schemas.openxmlformats.org/officeDocument/2006/relationships/notesSlide" Target="/ppt/notesSlides/notesSlide33.xml" Id="R19c7a5c417ee4a1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80ef69b2841fa" /><Relationship Type="http://schemas.openxmlformats.org/officeDocument/2006/relationships/notesSlide" Target="/ppt/notesSlides/notesSlide34.xml" Id="R492535b2710f44c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78d7d2d4e4e26" /><Relationship Type="http://schemas.openxmlformats.org/officeDocument/2006/relationships/notesSlide" Target="/ppt/notesSlides/notesSlide35.xml" Id="R06cdcea8077b480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a522d91894a9d" /><Relationship Type="http://schemas.openxmlformats.org/officeDocument/2006/relationships/notesSlide" Target="/ppt/notesSlides/notesSlide36.xml" Id="R30e1bfd6b76840d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7d5f58a0849fb" /><Relationship Type="http://schemas.openxmlformats.org/officeDocument/2006/relationships/notesSlide" Target="/ppt/notesSlides/notesSlide37.xml" Id="R3f67d8d2b0474bc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aa35904704fb0" /><Relationship Type="http://schemas.openxmlformats.org/officeDocument/2006/relationships/notesSlide" Target="/ppt/notesSlides/notesSlide38.xml" Id="Raf3c56cd8c3b4f8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636a6f36e4712" /><Relationship Type="http://schemas.openxmlformats.org/officeDocument/2006/relationships/notesSlide" Target="/ppt/notesSlides/notesSlide39.xml" Id="Rcf1b046364ea472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d7d1d282647e7" /><Relationship Type="http://schemas.openxmlformats.org/officeDocument/2006/relationships/notesSlide" Target="/ppt/notesSlides/notesSlide40.xml" Id="R4be5623e551b41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9F813F-B291-4FA1-9070-1B3BA250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58FA25-1B38-42AC-A366-B0CB6E80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Biotechnology Processes &amp; Sustainability Bioprocess stages: Case study of Bio Ethanol production from agri -waste-qualit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2A16E2-319F-432C-8E3A-A74531E1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Elements of Biotechnology and Biomimetics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1BEBT105/205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54282-29C4-4DCF-AA50-CA046A88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8F561-FFD3-49F3-BF59-6649E4C3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95652C-3781-41C1-9131-FBA2CC55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2E3433-EEF6-41A0-8A5E-AC370476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F2CDBA-1B83-4B11-B698-4BAA37DD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F44432-F7FA-4D75-9C58-1BAA2E5E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195E31-3ED3-410C-8C27-030F0037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3ABDF-B27C-4DC4-8E64-982E5DE5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ADAED8-5548-4B7D-AB6F-691F893D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F73F31-F720-4265-915A-D59523B8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9701788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FF5097-A8B2-4E60-BC06-9CDCE133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7AEF2B-F4A1-460E-A887-F81AA274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D63825-0F05-493B-9049-5B41D011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43A670-E6D5-4A85-B781-F03CBC73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850DF-A502-4B2C-A50C-0E1D5466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6F5C7D-3E99-4750-9E83-765A91EC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78DB64-9FB1-471E-98CF-4B30FDE3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B5FBDB-59C0-40C8-9804-D5539852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83A887-41E2-44FF-8815-CF11EBA1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3CA87F-0F6B-42F3-99C4-160F3C3F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536CD6-1D09-483E-B6C7-008649D6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1BB3DC-53B4-4B01-9A06-535F498A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74909B-014B-48A4-B7FB-26D7E133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225F1A-0A35-4898-B471-BA28B64F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14F089-7108-4D4F-8C19-EDF31E8D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3040503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E262E8-C6D3-4926-AFE0-350869E9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73CA1-0A3F-449A-AAF8-014B7B6E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156DC8-668A-4CF4-99BB-9073D90D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A822D6-D7E2-4BDA-8A07-04C8BCF1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EA31FE-BD6A-424B-AEA3-6CA10657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E1862-BF76-4666-9D4A-1D326D0D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CF363-86DC-4B34-82B1-46708F70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D9E760-C9FC-45E5-9A6F-DAB606B3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E583FD-5F98-44D8-87BB-5D53CCD6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Biotechnology Processes &amp; Sustainability Bioprocess stage...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5954BC-3B25-4541-9118-F135A024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C347E4-3092-442E-BA11-9E7152C3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5B3777-2BDD-4E9F-A8FB-A9698984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and downstream processing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ED6C8-FB45-4FD0-8DAE-FDF78377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28D254-8CB0-42C4-942C-334E88CF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740EF6-D4F6-4734-A7A0-2E401123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Biosafety levels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9B7816-6053-42E0-9806-9AA57C78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F60ACE-8395-4089-9175-6B440BE3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A59353-52F9-46E2-AA8C-C66AE48D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containment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1057D8-5047-4F50-AE6F-8395EE4B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904BBB-9D41-49D1-AB25-CB12BCDA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7158A3-3F38-4552-9391-32133F64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cGMP/GLP and IPR issues). Circular bioeconomy and biotech...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36D76B-6FA1-4073-BA2D-6EE755C7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D79BF1-BFC3-4BF5-AD22-019212DC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FD6BC6-0033-42F4-ADD4-10E2D9BB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and social issues in biotechnology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4173D8-C5B2-45B1-B394-ED40B151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806A2B-6E64-449D-90EA-C104E69C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5778DA-96AA-4DD9-B15C-E61D5942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specific case studies related to Basmati or Turmeric.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D287D5-9061-4879-9E30-D88C63F8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C3510B-1C10-4241-ABE8-C27EA2A3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14545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969711-4342-4131-B5BF-E381EA2A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9BF6B-198E-4A78-82B6-96EC66CC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EFBB2-88D7-45FA-B425-2FEDCD95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4D41B-06B4-43A3-86DF-1FF7618D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B0C33-E164-429F-82B6-E7547017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118B5-D83E-4CA4-9EB7-A8C5CD3E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6AD48D-62F0-4A19-9D64-D9FF5B02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CD911-55C2-4172-B9BE-E5B993A5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Biotechnology Processes &amp; Sustainability Bioprocess stage...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938E5E-6E7F-4C71-9AD5-552EE688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7C312D-1A36-411C-9617-78867D86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403E10-5E84-4F6C-9DA8-5BFF5981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and downstream processing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7DB7A1-57BD-4695-A592-E3272484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61E470-B1E8-4E86-BABD-B2515549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C32183-98BE-48E7-880C-B8F240D7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Biosafety levels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D130CF-355F-4B81-B9F6-4B784B99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2561F6-1729-4912-BB78-466BDCC2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314531-28E8-48F2-AE44-262DE0C6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containment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4AAA36-D0FD-4AC3-B6D8-BB2591E7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B29CAA-0E40-4C01-B824-3D9B4A5F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3F6FA0-B78D-4524-9722-3B1221E7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cGMP/GLP and IPR issues). Circular bioeconomy and biotech...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E4698E-C958-478F-BC90-E8CA2E1C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83C88A-9D57-4004-9658-88696957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192090-D5A1-4205-9AFE-6C91B13A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and social issues in biotechnology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B6A901-7A1F-44A5-AC4C-655DB52C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814DFC-3512-4C00-85C2-3F4B1373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5A842A-586D-4126-8CCB-B8EE4CE4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specific case studies related to Basmati or Turmeric.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07105A-22C3-49FF-B4DF-BC5DF6D4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4370CC-B08C-427A-81E9-38AADB5F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554E05-BA74-43E8-8DE3-E5168B09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9975841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CB5F4D-3A9E-4844-A131-548D134F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D2EE8-EC87-4EE7-9370-BE29A65F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BFB35C-DD13-4D49-9B28-816B0840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D6694C-AF0C-482E-9E1C-6028AF97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0582E-6174-4890-95C9-BD0DEA02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Biotechnology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6B038-0A7C-4DB1-99CC-5665F02F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Processes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72D8F2-23F8-4580-B217-A8F9BB17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Sustainability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9EC23-EC25-4566-B180-7121BBD5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Bioprocess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1CED3D-EDB8-4846-A243-F1325A9B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7B8A97-879C-4D43-AE58-80EB0BEF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B99C99-6CC0-4A13-8994-8CC34043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study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6BE07-F16F-42D0-B665-094E108B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Ethanol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DCAD14-A006-4B50-886C-84090288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production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9FE5D9-F1FC-4313-83D6-65854604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from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C4380C-67CA-44C8-9127-B07E00BC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2BE677-A6AA-4F54-ABDD-4AF28288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3493063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ECD0BF-74C9-47B0-93DF-CDCF5F38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AF616-451B-4A36-A34F-765B802E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C3B8A-618B-4968-85F2-53ABF10E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A4F5E-E34E-4447-97D9-8FA9158F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3A978-AE7D-43D2-B88C-1608A839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Biotechnology Processes &amp; Sustainability Bioprocess stages: Case study of Bio Ethanol production from agri -was...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A9103-E39F-462E-B12B-45C49B9C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Biotechnology Processes &amp; Sustainability...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6264CB-E4DA-4133-A9CB-85AF7580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4C8370-DC59-4BAC-B925-30230E77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7DB9B7-E834-4189-AF73-4C253536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AFDD8-75A7-499E-AFEE-785A933F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F49E21-D708-4249-909E-A0B5BC09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7E290A-B8AB-43ED-BD18-3718CD1D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8A1EB6-28D4-4E44-86E2-6450F393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1B7620-18E6-4E07-83A6-60930427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A455E5-9D2C-491E-8760-32C76AC9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E3C6F2-CB8E-4137-BE30-FF89FE05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5536830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FF52B9-93E0-48D9-9ECF-BD3FE11F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36B21A-65B8-4B4E-9ACD-BD2823A7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C1286-F44E-4B7D-B3FD-B4249351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3045B-C1D0-45A1-9CC4-2547D30F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E6B24-887A-4F27-BBB0-8AE965F5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767E9-9382-4FBD-8DFF-A5118971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8AB5E5-A0D0-44F3-BF46-F4DD1ED9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64922-894C-4419-8092-B99F4804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E91A2E-140A-4287-AD83-AA0AFA60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Biotechnology Proc...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DC2835-B6D5-4220-BA1E-0E703941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80EB80-05C3-434E-BB4C-05F0A728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92D362-8F84-4E0D-8F2E-54A155FB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Biotechnolo...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1C35AF-3432-4E97-B38D-7DC9D4B9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810BF0-7B95-499B-9A03-0FCCD178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3B0235-0632-4616-9D7A-3AB9AB36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Biotechn...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323EA6-083F-41E6-850D-47665B89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29D81A-A607-4E2C-8DB2-63727B47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1B42DD-52B2-4682-814C-8C86F417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Biotechnology Pr...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028A0F-4B4F-4D3A-887F-138B21DC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0B5F31-C03E-4BBE-AECD-EE589473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5FE9C1-5D81-4E96-B4BD-081D7E0E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Biotechnology...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5EF667-B932-48D7-98A2-87D03048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EBB5B9-79AB-4CFB-BC6B-B18C3A32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8426309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3BFDAA-95EE-4E91-830D-6815C01F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2F2229-0C59-4618-A7FD-EB83F70A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E45904-9C59-4A22-9DDB-57F37C07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45A5C-A925-4B9C-A8A9-A8C17027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62B171-23C2-4226-AECD-3BC8DED6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2020A-AE84-4FE5-9B35-A16E8F0D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8CE6D-52C7-4664-82E2-971D0793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C4D4E8-CB16-484E-8EDA-645A0EDE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D4C00B-68C5-4B3D-A1F7-931202C5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491A7E-5F5C-44F1-A197-D01F7BD4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C4D3F2-74EC-4627-ACEB-8DB11888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3ABA53-B887-4C15-BAED-6FCAE883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FA5FCE-DB31-4CA8-8571-F9DCE02D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726E76-BD73-4539-9CF0-6B5BE8CE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D437DB-0F4B-4988-AB7D-4D0335C7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1069404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BACBC3-6BEF-41E9-BC32-F81CDEC0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B71D92-0770-469F-9AF0-6ED1E518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E5EB9-50E6-46C2-A484-C1600C5A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E80F8-8565-48E1-B672-0569A5ED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513754-3891-40C4-AD64-3232445F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B8F3CE-D2EE-486C-A528-381ABF04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Biotechnology Processes &amp; Sustainability Bioprocess stage...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C5867B-1E56-46C6-9C72-B5F7857B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A92529-FB30-4DC6-906A-8EB8A335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E887A-2434-46B1-9778-949D3C0E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8FD406-C087-4B60-98CD-B9A9E1D2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BE7BC4-868B-498D-B7A8-E09A8BE3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4300650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6C48B6-3636-436F-84F8-8E4BE66C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13F1E1-2ECC-49C3-96A3-BA77E5D9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9A918B-AC70-4E96-A858-41A46F00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44921-6E9E-41DD-A902-D1393CBC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5F25F3-7BA6-4821-AA96-E85C817D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and downstream processing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E4A30-0883-4DE3-80B2-EA8538A5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and downstream processing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ED1442-0755-4CF8-BAC0-B2356EB5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4662E-3064-445A-A0ED-342EF82A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0AEF03-91F0-44AC-A486-910DBDBC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63DD4B-C2E6-4003-BB48-2FD4BE2A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19E061-2B3D-4DF2-8471-DDD53748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859DA4-96B0-4356-B07A-5F22C0C8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B9152A-F7EA-4A44-BFBA-A3CC40F8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199FBE-E88A-439A-A391-4B0AC31B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88E5C-C911-41F5-8399-76A232BE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C46C8F-E0B6-48F0-8C51-63DA8CB8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2309224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007E44-D1A7-47A3-94D9-C65097F4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2BB38-0740-4CC8-9BA8-3F48BFA4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DC191F-2D83-4EA2-B4AE-803860BD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C4E26D-51CE-49CB-87A5-6183EAA7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549EA-5034-49A4-B543-51AB8345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A0BADD-BF40-44EE-B59C-B62F5D21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03000C-1127-40E8-B788-B2F6F64D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D08C9C-D377-4982-9D58-D5440C85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1482DC-0B08-41DA-B1DA-983015CA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and downstream pro...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B3A623-ED93-408A-A7AA-69FE1B1C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D5E758-5FB6-48F4-A0F9-A2C69E35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9FEC91-39DA-454B-B4DA-EB1C5D48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and downstr...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17E815-C87D-42AD-A0E4-F920D10D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4F133C-A6D5-4941-AFF0-41AEFE43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1450E0-82E3-4DA9-91E1-2DD6AA2D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and down...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86B729-3ACB-4E02-83D4-71DAE46B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A8C179-06A7-4F3B-BD50-DC7FA07C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94D01B-7DE3-4F81-8C27-F9E84289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and downstream p...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E8EB50-C1C2-4111-804D-A6FE9B28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97026B-B2F9-491E-A17E-9A407AAA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7C8F7F-30F9-40AD-A762-EB2DE488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and downstream...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8D65D9-C4AE-437F-A802-426A4BFD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7A9182-D283-46BE-8676-3D10D1CD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3120337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08FA1F-353B-47CA-8E89-7D7C2163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BD81A-523D-4ED0-A9E7-36438C52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C28564-B0FE-4D29-AD6C-8184B5D2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7A19E-06A9-4263-AD2A-998528E7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92B7E-8BBE-405B-A00A-F7E6B502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E7534C-6A37-4F7B-8FE5-B8CEFABD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1CD400-6779-42DF-AD1D-DBC2A897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06C75B-4E52-451E-9C3A-24283407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197E27-EB5A-4D9D-B1C0-49D7F874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8E06EC-60C4-43B1-B60B-C4B609AF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DD3A4C-48FB-4F7F-9059-7B14294C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E03B1-8532-4B36-AACC-3DB72745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C5A1ED-CA6D-4974-B6F2-2DE24EA9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C9EA3D-1D9A-4881-B9BB-B93610E6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AC9C70-8F5E-4A47-98E1-CE650D65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5666206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18E392-C003-49B3-BB2D-A6926FBE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B6FAB-7516-46E8-A458-0CF10459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11F812-BAF6-4D1C-9808-921E66A8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C47F40-2471-4ABF-A837-83C32FA3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E71FD-CD5B-40BB-8465-384EED5C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8E5C3-E468-4771-8EFC-4B7AC370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and downstream processing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A18825-0822-49D8-87A3-3795085D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921D1-5D5E-475A-BA39-2E399143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FCD910-594D-49C5-92EE-A5E71B6F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03A2D-2A98-482A-BE68-DAAB449C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D60A00-41AE-4B98-AAF4-0B0954AC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473776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8E3A3C-C2CB-4DA6-AB80-310DB68B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781C2-3ABC-4709-8E2C-F17EB52A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5D0EFC-D334-4762-8E53-95740288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5D16D-EFC0-46E6-BEBA-35EC0EA2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07CCF-9B39-49DE-9DEB-127AAF54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Biosafety levels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41C02-E81B-43C6-9731-A540B4F6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Biosafety levels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71CF88-36C9-4AC3-9249-DC61F30F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7A0D3F-6BEC-4F08-9101-A356AF36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E76AE2-2E08-4F3C-90C1-560D9615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0C3D94-BC19-4C31-B763-0F31250B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CD8224-45AC-46D2-AA9A-72349A37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95FFC2-8E4C-43E5-8885-82DA7860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1C2178-97B0-42E4-943D-CAA51791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62F37C-0DD5-480D-8E10-EBE31BE8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C4D660-FBF6-490C-9D01-E93A8927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1AC63E-F404-4656-842F-5ADEC0C5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8538332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AD89A5-37BA-45EE-8A08-FA7C1A06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18EBA0-150C-4245-863A-6106B891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2BB0A-1EDB-4739-8DF3-120E7FA4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3AE7E-9E72-4818-9082-80AC8C42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F370A-A837-4635-B1B8-FBD771D8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9F84B7-CD16-4D5B-B7B2-A0277D71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39B6B-E9D5-415F-9BFF-F197483C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0D76F3-0073-49A0-BF6D-8F9C2505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4F1BF3-46B8-42CF-8702-10924716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Biosafety levels.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9BCE11-1BFC-4006-BD5C-E4580B60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899994-E489-41EB-918D-A27D72DE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12F2DA-6BEF-4FBB-BB26-D30F0FB5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Biosafety 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79B907-4AD4-4E75-8867-8EF8D6B8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905554-8EBE-4F91-B321-3C92FA5B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396ED1-06EE-4D69-BA23-B917101B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Biosafet...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F6374A-F100-4235-A4F9-6D7FF68E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D09ADD-54DD-45AC-A884-631BE6C7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89C7C7-62D6-4BEB-AD1E-4DBEF466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Biosafety levels.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2E92C2-1ABA-4D01-BC13-B2C5233E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2CF14B-FBD5-4B69-8357-AFA194A6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6D9AF9-38B4-41C4-ABC7-60454103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Biosafety leve...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B1CB51-F484-4444-A9F9-B3A621EB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A5C656-828C-4BD5-9055-A6314BF1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4075797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172974-1165-4121-A36E-34E30607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2C3EB-4FDD-44EC-8166-F8C97F29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F380D-DB29-4CA8-A64F-879B281C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B6C76-B071-4E28-A646-B7BE710A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291BF2-0010-4BAE-BA8B-81D6D79E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7F250-82DE-4392-A4B3-CB6AB419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C7A7D4-5AF5-4FE8-8767-50B35EEC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33658B-6EAA-4588-8CE7-D13F4070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EC90DF-1C01-48B4-88D5-2FC36AE8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567F63-5715-44AA-80A6-B5EC5E57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403EC9-9C95-4AE5-87AF-1161066C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1316A6-D18C-4DBD-A907-9FBD1759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3BD91D-52D0-4456-8326-DBFD9705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5D8DE0-957C-4D8B-8CEE-C8D9187B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3A3C50-324D-4CB5-959C-3E3886EB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80114228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23113D-7BDF-41A9-B2DF-44330010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BEA9A-07F0-4D5B-91C0-DC5766DF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C6B28-FBD1-4C69-8A94-7151E594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B2F39-7B18-4F7F-BC79-B64CA7D1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A98B9-7C5B-47CA-9903-0811F5C2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E9758-4236-4309-8F2E-00642032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Biosafety levels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51B52A-001D-4DFA-A74E-4FEE995A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10F020-EF89-452A-B273-A3E2FFCD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04BC31-2ED3-4CF6-952C-F6623EF8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6EDEBB-915B-4BF0-8E35-A44D065D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BF183F-0015-456C-9052-0DB64E06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48962454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A8D3BD-7B26-4265-89A9-11020F23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98FE75-ECDB-4EB1-9223-554D77F6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26C85-10B9-44F2-AFFE-87831684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80C79-E7F3-4C0A-86CB-4F64A834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F607E-DFA9-4386-A07D-F328BDD6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containment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9AED0-F527-4E71-880F-0596D6BD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containment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14CEF6-C9EF-49F9-85DF-F704BD1A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BA2B97-CAC9-4D1B-81D5-CF33C99B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6A47BE-202B-4EB8-93E4-626C5F38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233ABD-B57B-4B9B-A0B9-DFC537C5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4F4F11-D50C-4DC5-A3C0-5DBD361B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1C5927-DE78-482E-A95D-C467A36B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C7F8D7-4815-4CE7-BD9C-DDDB2FB9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EADD81-1652-448A-AE71-5FC7B82E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E33A4B-5F3A-4893-A4E3-D4AD7D3B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7BBDFF-F5A2-40EB-A51B-99B2560E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82568530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9E7209-F809-4474-8CA0-F3CEB221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F51C87-633B-4DC9-B170-5FC799AC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E689A-1FB4-4279-8DAB-3DD1B15B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33E8D-2479-42E9-BCAA-59A6CFBC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F38E4-BD77-49DC-8E0A-A9CCFD41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570D3-D28F-4BE2-AB4A-CB1B5AC5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EB836-ACEA-4FF4-9B91-1E5D31A7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FCF88-F3DD-4672-92D5-BD0CFB9B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61A1AA-531C-4FE2-985E-234C5C10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containment.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37B53-629C-462C-91CE-D89F97DA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10278B-395E-48F6-BE1C-B879F8E5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E9E053-03C0-4BF5-8CC8-18A9E804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containment.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2814F7-BCDE-48A4-A725-70C13FCE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5F33D3-ECCD-4FC7-A8D9-5E1EDFE3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D993FC-1FAD-4808-BC7F-60357070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containm...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19ED37-0338-4301-A6E9-52E1995C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E46B10-2831-472F-BDB0-1AFA7230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114F4B-BA91-4725-B9BA-2666F8F8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containment.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0844C6-C4BC-4239-BBD7-B4BB6748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E2F1C8-647D-47CF-ACE3-9FEEFBF9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255621-9FCA-47D2-BF11-DF33F136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containment.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0100F5-EFF3-46CC-AE14-842685EB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60DC72-20D6-4968-B9D3-D3018BA6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64651101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CEA11C-EBDF-4EA2-9C0B-0E1E7C92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FA8E8-CF09-4E79-BBCD-80894D57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B0D09F-7A66-43FF-858C-1DDD95AE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5FB88A-FA32-4586-8F5B-97AFD4A8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C96DD1-97B6-4BC3-B74A-38935710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996DC-DA33-4CA6-B449-656C05C4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2A6628-EFA9-42DF-A940-D8410506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B0F651-DE72-4AD2-BEC8-A33B2243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356E3-8BD0-4316-B260-54423A71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32AD42-3FD6-44F3-BD1B-898D32ED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0D4E19-60F7-4F2D-B0FB-21EB753F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46BBCE-D004-4D4C-8CD9-A8B2A6AD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C50D48-724A-4E34-BFD0-0831B3DB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6D5C3D-703C-49E2-A550-8367A51F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4774B0-6837-4CAB-B0FE-1D62C866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38410884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098CC2-5B3C-4018-9E9E-C98E75C4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A8642-2002-4E27-AED7-A212BBBD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F13C95-3E40-4D9A-9845-CEEB4281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D3699-0E7D-4D7C-AFFF-4159786E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C44865-7B30-4518-8EE3-68F74F30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386462-DD29-4988-BA74-C7D2717C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containment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42188-94E2-4330-B868-66E5D227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FEE108-1543-4E6F-8A77-5615767A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F35733-7684-416A-ADB0-1068926D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9572BF-62C1-4339-A673-F9407982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76ED6E-73EB-48E6-8C85-6857F5C8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9375920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A1665A-6551-4918-8E7D-9C5BC780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E112F-1415-444E-8E04-7A35F1FA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CF7742-1C6B-40CD-B6D3-4D158694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BA7CB-5EDB-4565-876D-3A4A9027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9BF0F-BF48-401B-9FC9-18CD513F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cGMP/GLP and IPR issues). Circular bioeconomy and biotechnology's role in UN SDGs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FD6E2-70A2-47CE-B634-483D719D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cGMP/GLP and IPR issues). Circular bioeco...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DF14CE-E1C2-4212-B8ED-D6DACAA7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CE0A16-8711-445E-9FA5-CC1E319D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82945-5CC9-4CC3-9D9B-BFE5BE23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92241F-49E9-4921-8132-8EE35454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71303-9942-41B1-95BF-5DE8A079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CE613C-DA63-423C-9476-07B9A201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545FF4-EAF5-45B2-B27E-D984D37F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E1357F-2975-41EE-B6AF-07AEB353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5C328D-E9AA-4A61-91A1-646A50D5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85E887-6AE6-4583-9141-7CC1EDE0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71842276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26AB8E-51D7-49BC-869A-02FC7FAD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3F60B-3B4A-4853-BDED-4FB697EF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4EBFD-A32A-45BC-891B-2967AFDD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8495D-D630-4C40-A367-C7247C2F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61ACB-5F71-4934-9B94-097B0AF9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8ACF0-133B-469F-B57A-BABE8489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4E57F-4064-48E8-A695-FC2A897C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7482D1-2D68-4A30-88D1-A836CE5F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4B4EA7-6BEE-4E1A-A25F-4D5BB725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cGMP/GLP and IPR 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A24794-9326-4188-92E7-8DBBC82D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C12C64-7347-4FC4-B9F4-5C3C5438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015038-FEED-4247-BCD8-54DE32F2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cGMP/GLP an...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DEE64B-2C38-4D24-B3A1-39C6A6AC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263CF4-A720-46F2-9961-408E7E8F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DF6E65-6A40-48B8-A87C-19C701F6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cGMP/GLP...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69C2AF-61C9-4E9F-82D9-5CAF4DC9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53A31C-1A4A-4ED7-ABC2-B8D323BF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C94D2F-707A-4816-AAEB-D42C9C36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cGMP/GLP and IPR...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5C6122-D5FD-487D-A3C9-D2E00B69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51A8D0-03D1-4EDF-A206-1BA6AE9E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F6DC27-DDCA-4746-A660-52486991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cGMP/GLP and 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8F0EDC-8C92-4A4B-99EA-C1B68A84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8FFEC4-F2B5-4560-B401-F93EBB38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23977929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766C0A-22E1-495A-B981-FA438DCF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F79AB-BAFE-48C4-8802-0D4933C4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9E766-CC46-4F72-B753-4AFCF846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50AF31-B039-4630-A564-85030B26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A8B7FA-EDE8-4C1E-A863-AA99E7A8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6A890-6064-4B8E-91B3-68333B4D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F73AD-B70D-4270-A28F-E195BC1A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35E87-D47C-49E9-B943-A280A11F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FA09EB-3ECE-416D-B737-5E46EC71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A62C1-C857-4096-83C1-7F17BF5B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A7D104-15F0-4E37-BA72-82097ADB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DC96C6-BF7E-4C6C-8181-0D36DE0B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7F3303-D646-4822-A5E1-98CF5C45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42E9E8-A08C-44F8-B693-9169E3A2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70485A-F773-402B-91EA-6829D39A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59624151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F5747D-BAAF-4ED3-9C2D-8F5F22AD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23ECE8-8E96-4199-8A85-E158EC77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8D1E0-97FA-4653-86E6-DE7B2A66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693BE6-B691-44D8-9441-9FB85B7C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C2CAB-9F59-4318-89B6-5B3756F3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BBB5F-0E80-444A-AAA6-D9EBA51C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cGMP/GLP and IPR issues). Circular bioeconomy and biotech...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F5A3BC-4B04-44EE-A07B-CA0D2AA2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A704B2-29FE-45EA-BD4C-0DED3B70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E82105-53EE-4BD4-BC3D-C5C369A4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23F51F-9F4C-4EFF-80BB-282E2C61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80ABEB-60BC-4966-9374-8AAC1DE1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91550663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97F8B7-3FED-4B52-B10F-BAA4C907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E70F4-7141-4608-AC93-E31F2851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758D7-0371-41A9-A097-F1AD1618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E842BC-676A-40D7-8258-E72F0577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BE551D-1F9F-48A0-808A-F769C1E6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and social issues in biotechnology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6E313-8FF7-4612-A39D-4D1B0B41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and social issues in biotechnology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5BB1D-0DE7-4EEF-9CA0-B5843279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52234-1B35-46B0-A5C7-ACBC672A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86ED8A-9D81-4F0E-A84B-AFEA1D2C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D4FADD-8582-424D-9665-BC560DC4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3886CD-9A13-468A-9BD6-C8BA0AAF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241FBE-9D2F-46A1-B46F-F74BE99E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CA6A96-8AD5-4FF6-A33E-F8787523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F5B7FB-7BC7-486E-88B2-4D9240A3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7E5D54-5940-423D-8439-A0891128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131581-F8CC-4F84-8358-03F2E16B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68593396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98EAC8-A695-4065-87B7-A1F9D1E4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3EBEF-7F48-431A-8F05-A1EB82A8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C6822-BF13-49B0-B5B6-28B4A3EA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154FE-FC34-4AD2-BC34-246F7B82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12854-4E51-40CD-AAAC-D49532B2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B7B9A2-92B1-47E9-99A0-D97A27FA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4A0FD-2A82-40C6-A621-A1AA2E87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944C4-308A-4D38-AB18-92649228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CFE451-B5B5-45EE-A739-2F4138A1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and social issues...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34A2B-5721-4D0A-BEEB-21074F5D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D46BEF-396A-4B6E-9A2A-2730388F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D69360-12ED-4BF3-AF55-CD556A94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and social...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E8A66D-97F1-42F9-B2F2-30276599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515EF3-7CAB-49C8-9DD2-9E3C0D76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14B43D-F0C9-4CAB-9488-FED81628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and soci...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943B2C-1EF9-40BE-96AB-8F0D7912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567AEF-4CBB-47DF-8DEE-84D0EEBB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911C26-9521-4DD6-89E9-1AE11D20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and social issue...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982FFA-6BE1-4BAA-811D-76B4D2F4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FCFB76-5714-4D00-933E-F5ACCE48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27484F-8890-4920-9CA5-FBBF9EFE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and social iss...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3E817C-0192-447A-893E-06F97956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E97153-2934-43CE-AC50-EDE6C677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62671053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77BCA6-B22B-45D5-B2D1-5341B122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6783D9-BA5C-4219-B4DE-7306BB31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235AE-CAB4-42CD-A0C6-AA9DB8F8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061A1-8F15-4F70-8834-74FE76A5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953F8-0B6D-42B8-9336-09C0F35E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17B6B-1D2D-4B5B-88B5-850BE235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EAEB62-78BD-47B1-A70E-5084EF4C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4A072-CCA8-4302-9F14-5C3CBF02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188D0-95E2-4FA5-A2B6-F6A272CD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AAE30E-42ED-4452-BBB8-BB39331D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236D97-76B7-4B23-B16D-E7D40492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21FFC5-BB44-495F-A898-BCB4F7A1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8C6B6B-F924-493F-A3B9-40A832DA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1EBB51-89BD-4086-97EA-DE12A8E6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F1D9A0-C656-4ED7-A4B9-7586BC01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45008594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BFD321-F42C-4A54-9774-B2A990DF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B8772-9A7E-482D-AE86-64FABC33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7CC6F4-E762-43EA-B1DA-A8CDD6EF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0DAF99-246D-40CD-886A-2E4F66AA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E518D7-41BC-4E26-8B37-8923FAAB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54F571-B902-41C3-8529-E4F1C201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and social issues in biotechnology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854D33-79F1-437B-85FD-8EA7CF88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AA6BD-BFA9-4BC1-97C8-98A9E059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61FC8-99BC-407F-8272-1415CF0B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F3B2E4-E40D-4EE4-BEC2-19850530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559572-E3B6-4C5F-A253-6C2D6C1C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62661470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BDF53C-3E4D-4069-BF2E-A06499AF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72413-EBD6-49EB-91E0-9C3E5F00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BB9F4-F441-4F23-B269-2D581348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91C43-5DDA-47C1-8511-EADDA2B6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C389B3-85CB-485F-AF7E-12DF8020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specific case studies related to Basmati or Turmeric.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16CAC1-DE46-4312-BF44-33F5DE42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specific case studies related to Basmati...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0E012A-CC22-4EBB-A405-15C43FE8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521C0-EC43-483F-9C3E-7D628105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DA6E7F-CE0B-4FA9-A8A5-8A8102B0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34CFE3-8CE2-4BB9-887B-35E0DA27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D0D53-4BBE-49EC-94E4-ABA19313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08B569-6A38-43FC-8DF8-FA0E395D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6AD2E0-B944-47C5-BFA2-718BB85C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180F57-DA84-4F32-94DB-9B479232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60F9B3-639D-464D-8952-96881330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CC679B-9572-4933-B60F-8211F307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89439885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EADE99-1654-49C2-94B7-DD2BAEC7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248E7D-A91F-4E1E-8386-199C7E0B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B8D240-B8F3-4B42-8571-4B07FB36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78DDA-D1B4-4A14-B911-01ADE90B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10953C-815C-4AFB-B14D-B3F542CF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98278-E472-446D-9991-687A95BB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5B187-49D4-4DF9-B2E4-D268919B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58A83-C42C-4238-9306-A7AEBDCF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D22E7-D82F-4388-AD1C-01CE2914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specific case stud...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AD971-9B36-416A-A6A8-B341A63D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0E4C55-C0C6-437D-BCC7-DFB6617F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F187A6-5117-412C-868F-65C07833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specific ca...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1D89DC-55C1-4627-9711-68A10C84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E2D7FA-37B1-4282-A4F9-AB941F2F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A2875E-3161-4C22-9D94-A7DFA5DE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specific...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1EAF6C-5680-4F4B-A2D3-F0ACAC6D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5C68DC-C8A9-404A-B9AB-05D585CD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5EE751-0718-4B55-92C2-043881D1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specific case st...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94E51B-B586-4BCC-B0DA-6AB562B5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BF00F9-8446-4C8A-9C54-48A9AC0F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66E051-24A2-48A1-A859-688D3C5C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specific case...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E0457D-2A98-40A0-9705-96E4DE9A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F2BB47-EDCF-4760-81F0-CAD04BBB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36787252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D35B93-9C0A-4126-8C21-C8F795E0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2813AF-A261-4336-B16B-FEBA2D05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92892-E2FD-4E83-9BB9-E0622EC7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C423B-9F0B-4CED-BF58-E16B7D31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5DBE77-B6DF-4965-9F28-E6B88204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898E88-B54C-4368-96D1-2C9E250B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66DB8-77EC-4223-AA70-4673F2D2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524B04-8994-4643-995E-F9034DE9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FF47C4-436B-44F1-9A12-F49CE9DA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52706B-2997-4228-9EA2-8C4D0144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248263-CFFB-4ED0-8936-4E2AF14D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2FBECC-EEFE-413A-943D-587916F1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4CE9CE-3B33-4D87-A494-27DEF7C7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C27775-7ABB-4D48-8339-B7B76ADA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8606F3-FDF0-4545-AC51-B7EE2734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18022074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DBA44D-558F-43D4-A15E-DFB9D346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41A97-D996-4D86-9183-03E6AE1D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163789-739B-4C02-B4CE-6EE386F2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C5ED34-5B14-461F-8096-F3DDB6DF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C6588-AF2A-4D36-A7F7-2479016B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47DB4-CDDB-47EB-8329-B7994BA4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specific case studies related to Basmati or Turmeric.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9D4BC0-8275-4196-8924-61D48C87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C4A49-311D-4C4C-AEA6-B50CC4C6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E26CE-6398-41F9-81DE-2A8E55C8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887269-29C4-4D94-8318-E184843E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5C442C-1A41-431A-B846-09FF6922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05790792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733B8-7F1A-4E07-91A7-E8B0E9BF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387B6-42C4-40DA-AAC3-5A2D89A3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898CD0-637B-4941-8D74-B1AA9965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06765-11DB-486A-8F12-B5725E13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17A64D-6B35-4F45-813E-63A7A56E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A1BB46-928A-4DBE-8C99-DDA171C7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24715914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691239-1FF8-4BC5-AAB0-F98CF493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A1D9F-0201-4FCD-BA9A-5BEDDBA2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A45BF-DFBF-4D68-8CD7-D6900748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625684-0609-4678-BA4C-05DA5C08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D1E72-D892-4137-ACEC-30535EBD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Biotechnology: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Processes: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Sustainability: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Bioprocess: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stages: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5AF1D-0020-4A1C-99DF-52C1F70F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203837570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0673D-09B7-4B92-8B00-DAB04045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54900-DD73-4E05-8783-F369278B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7C5B93-43B9-4592-A477-A5F11E6A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DD13D-6202-492A-BB89-F9F09993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DC0D2-EE66-4EC7-8975-E55BE4B1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BF67B2-0F33-4C97-B41A-CAB9E072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69561349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2C9C8-A511-4A33-8D84-53BB7F5E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DCFC5B-BEC9-4F80-9F22-8DA5C59B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AB1C7-C164-4BE2-B027-4228601A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09C95A-9446-4C5D-AC86-2BE1A375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D572A4-86AA-44CC-9E02-5AB6D4E9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0625D8-FF00-4D89-A1FC-5344DCD6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75296651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4FC4E2-FF2E-4509-AEB5-5461EC35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55869-3EBE-475E-9B3F-FD7F0B21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B9D182-3C43-4977-B0A6-A3BE77C9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31AD5-6A1F-49D1-BCF5-EF73BE5F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41932-BBB4-4DF1-8B3B-6AD0023F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Biotechnology Processes &amp; Sustainability Bioprocess stages: Case study...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and downstream processing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Biosafety levels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containment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cGMP/GLP and IPR issues). Circular bioeconomy and biotechnology's role...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217A0-0667-4342-9773-8E6AA546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E05D52-A41B-4366-ABCC-57A37361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05EB8E-CE86-4098-87B6-7FB36CA2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148278277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EE5CB0-D126-404B-92AD-9B80F7F0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41C8F5-597E-4212-9CF5-6E359518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and social issues in biotechnology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D652E-578B-46F2-97BA-F7CA4CBA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D8606-CC0C-40C2-AB2D-325C95D7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B752C-6605-48AD-8AC7-5A4FE2B2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2F1193-FCF4-41EE-879D-AA665768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BBD7A-622C-44D4-AF23-6E30080D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755FC5-E342-4628-B65E-BE8CECDF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49665B-A878-4255-8780-5F8C1271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1CA77E-ADDE-4A54-88E4-1E0707B8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018F2F-ED53-4278-8A3C-71C55FB8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DB8BA6-75DA-4C38-B7FC-1818D016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A3F796-6EEE-4456-8F8D-7680F8AA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EADB1D-DD00-496B-B116-35D50FB8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D30698-6E4A-48AE-8D63-257439D4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B3C17C-D4E9-483F-9172-214792D9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880208-C1CB-4E63-A872-D435B2B0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4C7060-EB59-40E0-B7FC-D907B64B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B80B76-A31E-4E44-A73C-7ADF07D4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2343E0-0FA6-4264-95EA-68F0CB46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FCB078-B0C1-4CBB-B503-51FCEB6C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25D528-EA44-46EA-BA46-51DF3F84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491B8F-0B39-46CA-B80A-B3B18E67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7341EA-9D6F-47DC-9F6B-57DEB32B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4FE920-A00E-456D-86F6-7AFC1D4D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4D41C7-F0B1-4E01-A8A9-87A5A066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18337F-801F-45E5-8EA6-133E3B50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BEEC3F-D540-4E58-9D08-E1516AC1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2B16A4-624A-46D3-899B-F94F35E7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EC05B8-12C2-4F0F-BB42-25FF33A0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5F1EAD-20F9-4569-B6BC-27D57C4D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DBAA03-6B1C-4D1B-B7AE-8331C709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32030138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6A2FF8-940A-46C5-AA6B-11FB12A2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933D8-B7CE-424E-96D6-D34B9B8A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specific case studies related to Basmati or...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0EB6C-B453-4E13-9747-1D3D866C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CB84D-AD70-4DF4-8258-65D7BACA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97EADF-A478-4CCE-8826-B96B631B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B518F4-A360-45D9-A88F-F7896014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AFB87B-6280-4E0D-B07C-71C2671B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45DA5-5210-4B3B-9FC0-8F8F3A76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20338F-6DBE-4888-8DE4-8650FD89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0EB41-3189-47AF-B6C6-1E4646D8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750DDD-3294-4432-81EA-6FDBD227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49F4AC-EE24-4FAE-A453-2DDBCE50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511794-B080-4F23-AA9F-0F55FE0A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0884AE-9C90-4FB8-BF4D-26FCD60F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1BB28C-9BBB-4550-820F-4C33F9AB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CAD552-7000-413E-B990-6F8E4922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CADADA-985E-4F92-B040-E1E0CFC5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01FD3E-95B8-4B66-BE61-41228B11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A87352-D18A-4B92-A3D1-9BE79DDC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595C78-4D0E-4131-B7B6-D8083EDA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937256-51E1-4778-9035-D24F1125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E9DBFC-E6C9-4FFC-A6BF-29ACDE14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573039-C0F3-4B75-816F-CE3E27A3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8781DB-2B67-4034-8803-DBDCC2A6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36451D-DB9C-4DA7-8D22-8438C201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037075-FA3C-4721-AA9C-93E9022F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E6BE9F-667A-4B6F-A48A-4E4EA401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0E166A-BE73-4629-A30A-A1F7A887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407AD8-039B-47B6-ACBF-9E6F82F0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C4CFCD-8B5F-4FD7-84B1-6AD38B33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AB8240-9C7E-4208-8FF9-502D1F4B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D9933B-1EF9-4A37-8B82-B5DD5A07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Biotechnology and Biomimetics</a:t>
            </a:r>
          </a:p>
        </p:txBody>
      </p:sp>
    </p:spTree>
    <p:extLst>
      <p:ext uri="{BB962C8B-B14F-4D97-AF65-F5344CB8AC3E}">
        <p14:creationId xmlns:p14="http://schemas.microsoft.com/office/powerpoint/2010/main" val="5995732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2026-08-24T16:02:37.3690000Z</dcterms:created>
  <dcterms:modified xsi:type="dcterms:W3CDTF">2026-08-24T16:02:37.3690000Z</dcterms:modified>
</coreProperties>
</file>