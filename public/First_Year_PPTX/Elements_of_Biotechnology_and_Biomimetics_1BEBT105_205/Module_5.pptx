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4ff00880694aa3" /><Relationship Type="http://schemas.openxmlformats.org/officeDocument/2006/relationships/extended-properties" Target="/docProps/app.xml" Id="Rf8321f34b60945d5" /><Relationship Type="http://schemas.openxmlformats.org/officeDocument/2006/relationships/officeDocument" Target="/ppt/presentation.xml" Id="Rd0438bb1af9d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2ca6b5b2e5483b"/>
  </p:sldMasterIdLst>
  <p:notesMasterIdLst>
    <p:notesMasterId xmlns:r="http://schemas.openxmlformats.org/officeDocument/2006/relationships" r:id="Rea7e4f27f79c4b03"/>
  </p:notesMasterIdLst>
  <p:sldIdLst>
    <p:sldId xmlns:r="http://schemas.openxmlformats.org/officeDocument/2006/relationships" id="256" r:id="R1cdac09e9c96432e"/>
    <p:sldId xmlns:r="http://schemas.openxmlformats.org/officeDocument/2006/relationships" id="257" r:id="R7e67d3fd83d74798"/>
    <p:sldId xmlns:r="http://schemas.openxmlformats.org/officeDocument/2006/relationships" id="258" r:id="R41960f1f6de14e73"/>
    <p:sldId xmlns:r="http://schemas.openxmlformats.org/officeDocument/2006/relationships" id="259" r:id="R774ba1fef542453a"/>
    <p:sldId xmlns:r="http://schemas.openxmlformats.org/officeDocument/2006/relationships" id="260" r:id="R556f697236ca4603"/>
    <p:sldId xmlns:r="http://schemas.openxmlformats.org/officeDocument/2006/relationships" id="261" r:id="Rffb881e99e514beb"/>
    <p:sldId xmlns:r="http://schemas.openxmlformats.org/officeDocument/2006/relationships" id="262" r:id="Rdf95b2bdd5864b2b"/>
    <p:sldId xmlns:r="http://schemas.openxmlformats.org/officeDocument/2006/relationships" id="263" r:id="Rf017d8b7fcce4aac"/>
    <p:sldId xmlns:r="http://schemas.openxmlformats.org/officeDocument/2006/relationships" id="264" r:id="Rd6bb3cee6923414b"/>
    <p:sldId xmlns:r="http://schemas.openxmlformats.org/officeDocument/2006/relationships" id="265" r:id="Ra0e554998ddb452f"/>
    <p:sldId xmlns:r="http://schemas.openxmlformats.org/officeDocument/2006/relationships" id="266" r:id="R3aa309c57416478c"/>
    <p:sldId xmlns:r="http://schemas.openxmlformats.org/officeDocument/2006/relationships" id="267" r:id="R31def89674ea4fd0"/>
    <p:sldId xmlns:r="http://schemas.openxmlformats.org/officeDocument/2006/relationships" id="268" r:id="Rcd33cb79f51b4681"/>
    <p:sldId xmlns:r="http://schemas.openxmlformats.org/officeDocument/2006/relationships" id="269" r:id="R8b814174231f41f8"/>
    <p:sldId xmlns:r="http://schemas.openxmlformats.org/officeDocument/2006/relationships" id="270" r:id="Rda2be8809da44170"/>
    <p:sldId xmlns:r="http://schemas.openxmlformats.org/officeDocument/2006/relationships" id="271" r:id="Rce7cd0857d7e4270"/>
    <p:sldId xmlns:r="http://schemas.openxmlformats.org/officeDocument/2006/relationships" id="272" r:id="R29fe5f9e0418438c"/>
    <p:sldId xmlns:r="http://schemas.openxmlformats.org/officeDocument/2006/relationships" id="273" r:id="Rd370bcb0a6e146b7"/>
    <p:sldId xmlns:r="http://schemas.openxmlformats.org/officeDocument/2006/relationships" id="274" r:id="Recdae65c6e484d2c"/>
    <p:sldId xmlns:r="http://schemas.openxmlformats.org/officeDocument/2006/relationships" id="275" r:id="R760a87f00e5a4e58"/>
    <p:sldId xmlns:r="http://schemas.openxmlformats.org/officeDocument/2006/relationships" id="276" r:id="R0b51ae58b8cb46ca"/>
    <p:sldId xmlns:r="http://schemas.openxmlformats.org/officeDocument/2006/relationships" id="277" r:id="R2c71a2f193324b45"/>
    <p:sldId xmlns:r="http://schemas.openxmlformats.org/officeDocument/2006/relationships" id="278" r:id="Rfd5c89ea4e094d62"/>
    <p:sldId xmlns:r="http://schemas.openxmlformats.org/officeDocument/2006/relationships" id="279" r:id="R3989a4b67cb544ab"/>
    <p:sldId xmlns:r="http://schemas.openxmlformats.org/officeDocument/2006/relationships" id="280" r:id="R7d78a243cd1b492b"/>
    <p:sldId xmlns:r="http://schemas.openxmlformats.org/officeDocument/2006/relationships" id="281" r:id="Rba5d3e17446f4628"/>
    <p:sldId xmlns:r="http://schemas.openxmlformats.org/officeDocument/2006/relationships" id="282" r:id="R48cf9fb106e74d6e"/>
    <p:sldId xmlns:r="http://schemas.openxmlformats.org/officeDocument/2006/relationships" id="283" r:id="Rfacf42e7404d484e"/>
    <p:sldId xmlns:r="http://schemas.openxmlformats.org/officeDocument/2006/relationships" id="284" r:id="R2683ad68fc8f4cb5"/>
    <p:sldId xmlns:r="http://schemas.openxmlformats.org/officeDocument/2006/relationships" id="285" r:id="R9f2bd38fb1514ab3"/>
    <p:sldId xmlns:r="http://schemas.openxmlformats.org/officeDocument/2006/relationships" id="286" r:id="Rbaab8221d75a46db"/>
    <p:sldId xmlns:r="http://schemas.openxmlformats.org/officeDocument/2006/relationships" id="287" r:id="R2a88675ddd7f4775"/>
    <p:sldId xmlns:r="http://schemas.openxmlformats.org/officeDocument/2006/relationships" id="288" r:id="R32d99ff060ad4044"/>
    <p:sldId xmlns:r="http://schemas.openxmlformats.org/officeDocument/2006/relationships" id="289" r:id="Ra3a6a3b2dd3c45a8"/>
    <p:sldId xmlns:r="http://schemas.openxmlformats.org/officeDocument/2006/relationships" id="290" r:id="R5f83e596db504b79"/>
    <p:sldId xmlns:r="http://schemas.openxmlformats.org/officeDocument/2006/relationships" id="291" r:id="Re98449f665a4459b"/>
    <p:sldId xmlns:r="http://schemas.openxmlformats.org/officeDocument/2006/relationships" id="292" r:id="R1e4c21ffb18945da"/>
    <p:sldId xmlns:r="http://schemas.openxmlformats.org/officeDocument/2006/relationships" id="293" r:id="R8684e6cbf6134c9b"/>
    <p:sldId xmlns:r="http://schemas.openxmlformats.org/officeDocument/2006/relationships" id="294" r:id="R3f594d2ac785489c"/>
    <p:sldId xmlns:r="http://schemas.openxmlformats.org/officeDocument/2006/relationships" id="295" r:id="R6d3e7f4e0a5d4f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3ab3ecfa344fb2" /><Relationship Type="http://schemas.openxmlformats.org/officeDocument/2006/relationships/slideMaster" Target="/ppt/slideMasters/slideMaster1.xml" Id="R832ca6b5b2e5483b" /><Relationship Type="http://schemas.openxmlformats.org/officeDocument/2006/relationships/notesMaster" Target="/ppt/notesMasters/notesMaster1.xml" Id="Rea7e4f27f79c4b03" /><Relationship Type="http://schemas.openxmlformats.org/officeDocument/2006/relationships/presProps" Target="/ppt/presProps.xml" Id="Rf5091ae82c3d46bb" /><Relationship Type="http://schemas.openxmlformats.org/officeDocument/2006/relationships/tableStyles" Target="/ppt/tableStyles.xml" Id="R4109c9d2c353430f" /><Relationship Type="http://schemas.openxmlformats.org/officeDocument/2006/relationships/slide" Target="/ppt/slides/slide1.xml" Id="R1cdac09e9c96432e" /><Relationship Type="http://schemas.openxmlformats.org/officeDocument/2006/relationships/slide" Target="/ppt/slides/slide2.xml" Id="R7e67d3fd83d74798" /><Relationship Type="http://schemas.openxmlformats.org/officeDocument/2006/relationships/slide" Target="/ppt/slides/slide3.xml" Id="R41960f1f6de14e73" /><Relationship Type="http://schemas.openxmlformats.org/officeDocument/2006/relationships/slide" Target="/ppt/slides/slide4.xml" Id="R774ba1fef542453a" /><Relationship Type="http://schemas.openxmlformats.org/officeDocument/2006/relationships/slide" Target="/ppt/slides/slide5.xml" Id="R556f697236ca4603" /><Relationship Type="http://schemas.openxmlformats.org/officeDocument/2006/relationships/slide" Target="/ppt/slides/slide6.xml" Id="Rffb881e99e514beb" /><Relationship Type="http://schemas.openxmlformats.org/officeDocument/2006/relationships/slide" Target="/ppt/slides/slide7.xml" Id="Rdf95b2bdd5864b2b" /><Relationship Type="http://schemas.openxmlformats.org/officeDocument/2006/relationships/slide" Target="/ppt/slides/slide8.xml" Id="Rf017d8b7fcce4aac" /><Relationship Type="http://schemas.openxmlformats.org/officeDocument/2006/relationships/slide" Target="/ppt/slides/slide9.xml" Id="Rd6bb3cee6923414b" /><Relationship Type="http://schemas.openxmlformats.org/officeDocument/2006/relationships/slide" Target="/ppt/slides/slide10.xml" Id="Ra0e554998ddb452f" /><Relationship Type="http://schemas.openxmlformats.org/officeDocument/2006/relationships/slide" Target="/ppt/slides/slide11.xml" Id="R3aa309c57416478c" /><Relationship Type="http://schemas.openxmlformats.org/officeDocument/2006/relationships/slide" Target="/ppt/slides/slide12.xml" Id="R31def89674ea4fd0" /><Relationship Type="http://schemas.openxmlformats.org/officeDocument/2006/relationships/slide" Target="/ppt/slides/slide13.xml" Id="Rcd33cb79f51b4681" /><Relationship Type="http://schemas.openxmlformats.org/officeDocument/2006/relationships/slide" Target="/ppt/slides/slide14.xml" Id="R8b814174231f41f8" /><Relationship Type="http://schemas.openxmlformats.org/officeDocument/2006/relationships/slide" Target="/ppt/slides/slide15.xml" Id="Rda2be8809da44170" /><Relationship Type="http://schemas.openxmlformats.org/officeDocument/2006/relationships/slide" Target="/ppt/slides/slide16.xml" Id="Rce7cd0857d7e4270" /><Relationship Type="http://schemas.openxmlformats.org/officeDocument/2006/relationships/slide" Target="/ppt/slides/slide17.xml" Id="R29fe5f9e0418438c" /><Relationship Type="http://schemas.openxmlformats.org/officeDocument/2006/relationships/slide" Target="/ppt/slides/slide18.xml" Id="Rd370bcb0a6e146b7" /><Relationship Type="http://schemas.openxmlformats.org/officeDocument/2006/relationships/slide" Target="/ppt/slides/slide19.xml" Id="Recdae65c6e484d2c" /><Relationship Type="http://schemas.openxmlformats.org/officeDocument/2006/relationships/slide" Target="/ppt/slides/slide20.xml" Id="R760a87f00e5a4e58" /><Relationship Type="http://schemas.openxmlformats.org/officeDocument/2006/relationships/slide" Target="/ppt/slides/slide21.xml" Id="R0b51ae58b8cb46ca" /><Relationship Type="http://schemas.openxmlformats.org/officeDocument/2006/relationships/slide" Target="/ppt/slides/slide22.xml" Id="R2c71a2f193324b45" /><Relationship Type="http://schemas.openxmlformats.org/officeDocument/2006/relationships/slide" Target="/ppt/slides/slide23.xml" Id="Rfd5c89ea4e094d62" /><Relationship Type="http://schemas.openxmlformats.org/officeDocument/2006/relationships/slide" Target="/ppt/slides/slide24.xml" Id="R3989a4b67cb544ab" /><Relationship Type="http://schemas.openxmlformats.org/officeDocument/2006/relationships/slide" Target="/ppt/slides/slide25.xml" Id="R7d78a243cd1b492b" /><Relationship Type="http://schemas.openxmlformats.org/officeDocument/2006/relationships/slide" Target="/ppt/slides/slide26.xml" Id="Rba5d3e17446f4628" /><Relationship Type="http://schemas.openxmlformats.org/officeDocument/2006/relationships/slide" Target="/ppt/slides/slide27.xml" Id="R48cf9fb106e74d6e" /><Relationship Type="http://schemas.openxmlformats.org/officeDocument/2006/relationships/slide" Target="/ppt/slides/slide28.xml" Id="Rfacf42e7404d484e" /><Relationship Type="http://schemas.openxmlformats.org/officeDocument/2006/relationships/slide" Target="/ppt/slides/slide29.xml" Id="R2683ad68fc8f4cb5" /><Relationship Type="http://schemas.openxmlformats.org/officeDocument/2006/relationships/slide" Target="/ppt/slides/slide30.xml" Id="R9f2bd38fb1514ab3" /><Relationship Type="http://schemas.openxmlformats.org/officeDocument/2006/relationships/slide" Target="/ppt/slides/slide31.xml" Id="Rbaab8221d75a46db" /><Relationship Type="http://schemas.openxmlformats.org/officeDocument/2006/relationships/slide" Target="/ppt/slides/slide32.xml" Id="R2a88675ddd7f4775" /><Relationship Type="http://schemas.openxmlformats.org/officeDocument/2006/relationships/slide" Target="/ppt/slides/slide33.xml" Id="R32d99ff060ad4044" /><Relationship Type="http://schemas.openxmlformats.org/officeDocument/2006/relationships/slide" Target="/ppt/slides/slide34.xml" Id="Ra3a6a3b2dd3c45a8" /><Relationship Type="http://schemas.openxmlformats.org/officeDocument/2006/relationships/slide" Target="/ppt/slides/slide35.xml" Id="R5f83e596db504b79" /><Relationship Type="http://schemas.openxmlformats.org/officeDocument/2006/relationships/slide" Target="/ppt/slides/slide36.xml" Id="Re98449f665a4459b" /><Relationship Type="http://schemas.openxmlformats.org/officeDocument/2006/relationships/slide" Target="/ppt/slides/slide37.xml" Id="R1e4c21ffb18945da" /><Relationship Type="http://schemas.openxmlformats.org/officeDocument/2006/relationships/slide" Target="/ppt/slides/slide38.xml" Id="R8684e6cbf6134c9b" /><Relationship Type="http://schemas.openxmlformats.org/officeDocument/2006/relationships/slide" Target="/ppt/slides/slide39.xml" Id="R3f594d2ac785489c" /><Relationship Type="http://schemas.openxmlformats.org/officeDocument/2006/relationships/slide" Target="/ppt/slides/slide40.xml" Id="R6d3e7f4e0a5d4f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38a4cbce41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4968fc820b4e1e" /><Relationship Type="http://schemas.openxmlformats.org/officeDocument/2006/relationships/notesMaster" Target="/ppt/notesMasters/notesMaster1.xml" Id="Rdb99f989a4104d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f397ce6979418f" /><Relationship Type="http://schemas.openxmlformats.org/officeDocument/2006/relationships/notesMaster" Target="/ppt/notesMasters/notesMaster1.xml" Id="Rd0a0040f219644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a5bd48ba354c29" /><Relationship Type="http://schemas.openxmlformats.org/officeDocument/2006/relationships/notesMaster" Target="/ppt/notesMasters/notesMaster1.xml" Id="Rde04d697803349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a2c52406514ebb" /><Relationship Type="http://schemas.openxmlformats.org/officeDocument/2006/relationships/notesMaster" Target="/ppt/notesMasters/notesMaster1.xml" Id="R0ee8fe773ab945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ae4c2b5c6b4a51" /><Relationship Type="http://schemas.openxmlformats.org/officeDocument/2006/relationships/notesMaster" Target="/ppt/notesMasters/notesMaster1.xml" Id="R64865c737b9447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cd701f8dc74fbc" /><Relationship Type="http://schemas.openxmlformats.org/officeDocument/2006/relationships/notesMaster" Target="/ppt/notesMasters/notesMaster1.xml" Id="R68e215c026a243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36ce3ad8474fc4" /><Relationship Type="http://schemas.openxmlformats.org/officeDocument/2006/relationships/notesMaster" Target="/ppt/notesMasters/notesMaster1.xml" Id="R794705925a2d4b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00863c12954a13" /><Relationship Type="http://schemas.openxmlformats.org/officeDocument/2006/relationships/notesMaster" Target="/ppt/notesMasters/notesMaster1.xml" Id="R3149cbbfa6ff45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dd24f745014d71" /><Relationship Type="http://schemas.openxmlformats.org/officeDocument/2006/relationships/notesMaster" Target="/ppt/notesMasters/notesMaster1.xml" Id="R47c1eb88b62f49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321ba972cf4435" /><Relationship Type="http://schemas.openxmlformats.org/officeDocument/2006/relationships/notesMaster" Target="/ppt/notesMasters/notesMaster1.xml" Id="R72130c636f3f46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34423794364373" /><Relationship Type="http://schemas.openxmlformats.org/officeDocument/2006/relationships/notesMaster" Target="/ppt/notesMasters/notesMaster1.xml" Id="Reb5e167137c64c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1ed4adf126441b" /><Relationship Type="http://schemas.openxmlformats.org/officeDocument/2006/relationships/notesMaster" Target="/ppt/notesMasters/notesMaster1.xml" Id="Rad829a86f20244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0aab12c8524fa9" /><Relationship Type="http://schemas.openxmlformats.org/officeDocument/2006/relationships/notesMaster" Target="/ppt/notesMasters/notesMaster1.xml" Id="R7817c215511943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9def1ed4964679" /><Relationship Type="http://schemas.openxmlformats.org/officeDocument/2006/relationships/notesMaster" Target="/ppt/notesMasters/notesMaster1.xml" Id="R6f77a29e9a0747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b3957a184e460f" /><Relationship Type="http://schemas.openxmlformats.org/officeDocument/2006/relationships/notesMaster" Target="/ppt/notesMasters/notesMaster1.xml" Id="R85c6c721b16445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31aed5fbfb44c1" /><Relationship Type="http://schemas.openxmlformats.org/officeDocument/2006/relationships/notesMaster" Target="/ppt/notesMasters/notesMaster1.xml" Id="Re1523a5d8bcc4f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348fd5e78246a0" /><Relationship Type="http://schemas.openxmlformats.org/officeDocument/2006/relationships/notesMaster" Target="/ppt/notesMasters/notesMaster1.xml" Id="R4b26ff81857045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551b68617a47ed" /><Relationship Type="http://schemas.openxmlformats.org/officeDocument/2006/relationships/notesMaster" Target="/ppt/notesMasters/notesMaster1.xml" Id="R0f0635c43d9143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1579294a114539" /><Relationship Type="http://schemas.openxmlformats.org/officeDocument/2006/relationships/notesMaster" Target="/ppt/notesMasters/notesMaster1.xml" Id="Raf1345e6de584c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65a27b851f4588" /><Relationship Type="http://schemas.openxmlformats.org/officeDocument/2006/relationships/notesMaster" Target="/ppt/notesMasters/notesMaster1.xml" Id="R7d29d8cfa9c64f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df42a4aad5407b" /><Relationship Type="http://schemas.openxmlformats.org/officeDocument/2006/relationships/notesMaster" Target="/ppt/notesMasters/notesMaster1.xml" Id="R81729466e0cc43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df109ca7d046ca" /><Relationship Type="http://schemas.openxmlformats.org/officeDocument/2006/relationships/notesMaster" Target="/ppt/notesMasters/notesMaster1.xml" Id="Re0ad72ee154145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2464046098449d" /><Relationship Type="http://schemas.openxmlformats.org/officeDocument/2006/relationships/notesMaster" Target="/ppt/notesMasters/notesMaster1.xml" Id="R9519a24c15a347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c1fbc16ac7b4079" /><Relationship Type="http://schemas.openxmlformats.org/officeDocument/2006/relationships/notesMaster" Target="/ppt/notesMasters/notesMaster1.xml" Id="Rd5d472b1aa5c4be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3e891ad196c44ab" /><Relationship Type="http://schemas.openxmlformats.org/officeDocument/2006/relationships/notesMaster" Target="/ppt/notesMasters/notesMaster1.xml" Id="Rba1a84fc4a9f49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b55d1ea7de435a" /><Relationship Type="http://schemas.openxmlformats.org/officeDocument/2006/relationships/notesMaster" Target="/ppt/notesMasters/notesMaster1.xml" Id="R107e9c355fcd4b8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f3bb14fe73249f2" /><Relationship Type="http://schemas.openxmlformats.org/officeDocument/2006/relationships/notesMaster" Target="/ppt/notesMasters/notesMaster1.xml" Id="R84fc1736151242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74f2264e7e4af6" /><Relationship Type="http://schemas.openxmlformats.org/officeDocument/2006/relationships/notesMaster" Target="/ppt/notesMasters/notesMaster1.xml" Id="R63a612854711499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24ca5bdb464f18" /><Relationship Type="http://schemas.openxmlformats.org/officeDocument/2006/relationships/notesMaster" Target="/ppt/notesMasters/notesMaster1.xml" Id="R1fd8fb0a4f7b4e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854e8e913b438e" /><Relationship Type="http://schemas.openxmlformats.org/officeDocument/2006/relationships/notesMaster" Target="/ppt/notesMasters/notesMaster1.xml" Id="R7facd27e10de4f2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7651e8e1fd5414d" /><Relationship Type="http://schemas.openxmlformats.org/officeDocument/2006/relationships/notesMaster" Target="/ppt/notesMasters/notesMaster1.xml" Id="R4a8d243b67da41e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79538f1c664777" /><Relationship Type="http://schemas.openxmlformats.org/officeDocument/2006/relationships/notesMaster" Target="/ppt/notesMasters/notesMaster1.xml" Id="R4690f8e95b004cd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7f322942b1447e3" /><Relationship Type="http://schemas.openxmlformats.org/officeDocument/2006/relationships/notesMaster" Target="/ppt/notesMasters/notesMaster1.xml" Id="R444ce035c6b5443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4e71f6fc07453a" /><Relationship Type="http://schemas.openxmlformats.org/officeDocument/2006/relationships/notesMaster" Target="/ppt/notesMasters/notesMaster1.xml" Id="R3bee4a835bf949d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39b44d9c96c45ed" /><Relationship Type="http://schemas.openxmlformats.org/officeDocument/2006/relationships/notesMaster" Target="/ppt/notesMasters/notesMaster1.xml" Id="R4fbffedf76b944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4aa57a953f84f51" /><Relationship Type="http://schemas.openxmlformats.org/officeDocument/2006/relationships/notesMaster" Target="/ppt/notesMasters/notesMaster1.xml" Id="R2a37793660f5468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446ff9dddea4d3a" /><Relationship Type="http://schemas.openxmlformats.org/officeDocument/2006/relationships/notesMaster" Target="/ppt/notesMasters/notesMaster1.xml" Id="R78b673b7e427409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a4f638824524e0a" /><Relationship Type="http://schemas.openxmlformats.org/officeDocument/2006/relationships/notesMaster" Target="/ppt/notesMasters/notesMaster1.xml" Id="R63a33355e1aa4cd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0f0e5d19e0d4795" /><Relationship Type="http://schemas.openxmlformats.org/officeDocument/2006/relationships/notesMaster" Target="/ppt/notesMasters/notesMaster1.xml" Id="R820ab7313d7b4d0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c292904cfc74fac" /><Relationship Type="http://schemas.openxmlformats.org/officeDocument/2006/relationships/notesMaster" Target="/ppt/notesMasters/notesMaster1.xml" Id="R7be636aa25bc4d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a9bd1750148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2714c6db7a43e8" /><Relationship Type="http://schemas.openxmlformats.org/officeDocument/2006/relationships/slideLayout" Target="/ppt/slideLayouts/slideLayout1.xml" Id="R268135062dbf4d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135062dbf4d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f3d2ea4034cdf" /><Relationship Type="http://schemas.openxmlformats.org/officeDocument/2006/relationships/notesSlide" Target="/ppt/notesSlides/notesSlide1.xml" Id="R39a5caa446e7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68af7a76a4bda" /><Relationship Type="http://schemas.openxmlformats.org/officeDocument/2006/relationships/notesSlide" Target="/ppt/notesSlides/notesSlide2.xml" Id="R6342ce31f45248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de190112d4a00" /><Relationship Type="http://schemas.openxmlformats.org/officeDocument/2006/relationships/notesSlide" Target="/ppt/notesSlides/notesSlide3.xml" Id="Ra371164ff9114c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78c73cbe3451d" /><Relationship Type="http://schemas.openxmlformats.org/officeDocument/2006/relationships/notesSlide" Target="/ppt/notesSlides/notesSlide4.xml" Id="Ra88634ac97a84d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f68ee3a3a4616" /><Relationship Type="http://schemas.openxmlformats.org/officeDocument/2006/relationships/notesSlide" Target="/ppt/notesSlides/notesSlide5.xml" Id="Rdc1789ac7f7e4a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f1bc775ad4fb0" /><Relationship Type="http://schemas.openxmlformats.org/officeDocument/2006/relationships/notesSlide" Target="/ppt/notesSlides/notesSlide6.xml" Id="Rc79024f780e34f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64ab3d5f34ccb" /><Relationship Type="http://schemas.openxmlformats.org/officeDocument/2006/relationships/notesSlide" Target="/ppt/notesSlides/notesSlide7.xml" Id="Ra2fed986767b48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c92b450954d77" /><Relationship Type="http://schemas.openxmlformats.org/officeDocument/2006/relationships/notesSlide" Target="/ppt/notesSlides/notesSlide8.xml" Id="Rff4a53d4264e4a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c5c44242945c5" /><Relationship Type="http://schemas.openxmlformats.org/officeDocument/2006/relationships/notesSlide" Target="/ppt/notesSlides/notesSlide9.xml" Id="R505c9b673db346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a3d76bd7d4d49" /><Relationship Type="http://schemas.openxmlformats.org/officeDocument/2006/relationships/notesSlide" Target="/ppt/notesSlides/notesSlide10.xml" Id="Ra8ca2a59277a47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788cf96474460" /><Relationship Type="http://schemas.openxmlformats.org/officeDocument/2006/relationships/notesSlide" Target="/ppt/notesSlides/notesSlide11.xml" Id="Ree8edb2619a144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0f475664b4737" /><Relationship Type="http://schemas.openxmlformats.org/officeDocument/2006/relationships/notesSlide" Target="/ppt/notesSlides/notesSlide12.xml" Id="Rc4bb1cb382a447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ba5e3f8d642b5" /><Relationship Type="http://schemas.openxmlformats.org/officeDocument/2006/relationships/notesSlide" Target="/ppt/notesSlides/notesSlide13.xml" Id="R37a91b37303c45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21f72fcf34852" /><Relationship Type="http://schemas.openxmlformats.org/officeDocument/2006/relationships/notesSlide" Target="/ppt/notesSlides/notesSlide14.xml" Id="Rc1925ed6c7bf4a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9a96806c34618" /><Relationship Type="http://schemas.openxmlformats.org/officeDocument/2006/relationships/notesSlide" Target="/ppt/notesSlides/notesSlide15.xml" Id="R5ff233898a9f48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360b6923f4916" /><Relationship Type="http://schemas.openxmlformats.org/officeDocument/2006/relationships/notesSlide" Target="/ppt/notesSlides/notesSlide16.xml" Id="R5fea79a08c784e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6513daee7447b" /><Relationship Type="http://schemas.openxmlformats.org/officeDocument/2006/relationships/notesSlide" Target="/ppt/notesSlides/notesSlide17.xml" Id="R1b006844fa6c42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ad260dfa34255" /><Relationship Type="http://schemas.openxmlformats.org/officeDocument/2006/relationships/notesSlide" Target="/ppt/notesSlides/notesSlide18.xml" Id="R8b8308d16b7446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4495723644b19" /><Relationship Type="http://schemas.openxmlformats.org/officeDocument/2006/relationships/notesSlide" Target="/ppt/notesSlides/notesSlide19.xml" Id="R4c58c51dfed944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27288e2e34432" /><Relationship Type="http://schemas.openxmlformats.org/officeDocument/2006/relationships/notesSlide" Target="/ppt/notesSlides/notesSlide20.xml" Id="Rfabe987f3f4a47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6dcb4feee4bcc" /><Relationship Type="http://schemas.openxmlformats.org/officeDocument/2006/relationships/notesSlide" Target="/ppt/notesSlides/notesSlide21.xml" Id="R337c14bb56f54f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57f2c68b54b24" /><Relationship Type="http://schemas.openxmlformats.org/officeDocument/2006/relationships/notesSlide" Target="/ppt/notesSlides/notesSlide22.xml" Id="Re27fbbd2b50942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f5833b6fc4d8a" /><Relationship Type="http://schemas.openxmlformats.org/officeDocument/2006/relationships/notesSlide" Target="/ppt/notesSlides/notesSlide23.xml" Id="R8729bbfb804a44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91cb134d6493b" /><Relationship Type="http://schemas.openxmlformats.org/officeDocument/2006/relationships/notesSlide" Target="/ppt/notesSlides/notesSlide24.xml" Id="R6287e2e44b904a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e14508cfc4f07" /><Relationship Type="http://schemas.openxmlformats.org/officeDocument/2006/relationships/notesSlide" Target="/ppt/notesSlides/notesSlide25.xml" Id="R890a8151a89545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5075fe9844252" /><Relationship Type="http://schemas.openxmlformats.org/officeDocument/2006/relationships/notesSlide" Target="/ppt/notesSlides/notesSlide26.xml" Id="Rd1f533ad2d4a4a0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afea285dc45a2" /><Relationship Type="http://schemas.openxmlformats.org/officeDocument/2006/relationships/notesSlide" Target="/ppt/notesSlides/notesSlide27.xml" Id="R68769695d389431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125fab38d430b" /><Relationship Type="http://schemas.openxmlformats.org/officeDocument/2006/relationships/notesSlide" Target="/ppt/notesSlides/notesSlide28.xml" Id="Ra9cbde202d294c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41be6873642ba" /><Relationship Type="http://schemas.openxmlformats.org/officeDocument/2006/relationships/notesSlide" Target="/ppt/notesSlides/notesSlide29.xml" Id="Rc795a11fab0d481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a967f645a4c9e" /><Relationship Type="http://schemas.openxmlformats.org/officeDocument/2006/relationships/notesSlide" Target="/ppt/notesSlides/notesSlide30.xml" Id="R0c7fdaf3410e4b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ad44053184e68" /><Relationship Type="http://schemas.openxmlformats.org/officeDocument/2006/relationships/notesSlide" Target="/ppt/notesSlides/notesSlide31.xml" Id="R32fe52f41c6148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b684081fd4d21" /><Relationship Type="http://schemas.openxmlformats.org/officeDocument/2006/relationships/notesSlide" Target="/ppt/notesSlides/notesSlide32.xml" Id="Rb865355bec854f8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d0c0bd26f4d07" /><Relationship Type="http://schemas.openxmlformats.org/officeDocument/2006/relationships/notesSlide" Target="/ppt/notesSlides/notesSlide33.xml" Id="R7ff922a30bd3460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6aff0520a4473" /><Relationship Type="http://schemas.openxmlformats.org/officeDocument/2006/relationships/notesSlide" Target="/ppt/notesSlides/notesSlide34.xml" Id="R35efafb423284b1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06eed17e84e9c" /><Relationship Type="http://schemas.openxmlformats.org/officeDocument/2006/relationships/notesSlide" Target="/ppt/notesSlides/notesSlide35.xml" Id="R1939c8355fd4492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680477c174caf" /><Relationship Type="http://schemas.openxmlformats.org/officeDocument/2006/relationships/notesSlide" Target="/ppt/notesSlides/notesSlide36.xml" Id="R3a830983e3af403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b0de2f226434b" /><Relationship Type="http://schemas.openxmlformats.org/officeDocument/2006/relationships/notesSlide" Target="/ppt/notesSlides/notesSlide37.xml" Id="R161bb26d1609402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f930afd7f47b3" /><Relationship Type="http://schemas.openxmlformats.org/officeDocument/2006/relationships/notesSlide" Target="/ppt/notesSlides/notesSlide38.xml" Id="R27864793c0cf4c9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5d2f198334d74" /><Relationship Type="http://schemas.openxmlformats.org/officeDocument/2006/relationships/notesSlide" Target="/ppt/notesSlides/notesSlide39.xml" Id="R3644eda4484b431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bb2fedc5e4adc" /><Relationship Type="http://schemas.openxmlformats.org/officeDocument/2006/relationships/notesSlide" Target="/ppt/notesSlides/notesSlide40.xml" Id="R516c4529a2fe47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61AC3-BB73-45E9-B7ED-AF27ED1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AE6F3-2A33-42BE-8DEE-2BBAF4A6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Bioinspired Engineering: History and scope of biomimetics/biomimicry, Examples involving a) Bioinspired materials: nacre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1AB3C-FF73-4B25-8792-3907CFB4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DF8A4-A7EB-4D04-8190-2DAF461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9C1F0-707D-4D41-9BF3-00B89A7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22B08-EC59-4496-9480-227B8EF3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A90B1-631E-4CDA-BB39-EF5CD4B7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1171D-6676-4DA5-92B3-6F004C6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B21F5-34CD-4A07-8DA1-4EE45C53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CD5CE-F373-43AC-B29C-E753263E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9A0E1-99D1-4E93-B3CA-37FCEB5B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390D9-2B2F-4D07-A90B-40F5C1D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D8E43-765A-4962-9344-B8296DDA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68050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39EB5-EB9E-4221-A118-BBD2536F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04191-B2A8-44A6-877C-1A1D14A4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A8168-348B-4D57-B10D-C965219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7F8A6-C814-4FC2-AF75-7E5F1330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2F38F-036B-4CDF-A202-26C74ACA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FEDA0-BA70-4740-8672-E2061494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AACFC-5489-4F5B-A257-B2F19D3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945DD-4560-438C-BBC9-CC1CA7D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F1DF8-23A7-401D-BDF7-EB81C0DB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15347-027E-411F-BE5F-FD6AF46D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C996B-F29A-4167-A1FD-7B013EB3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1B410-373D-43A5-81DA-76A15707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DB3D3-9FD1-4B59-8CF5-26035355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D8E7D-E7D9-4177-9983-1AD00A7D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4B032-C3B1-4BCB-9AE0-6D08EEB9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23149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1E170-6316-48CD-9610-AA13ED61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D523-35ED-445D-90C2-9E6CA38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79E71-39A3-4771-9A98-23B68155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2DF39-F58D-4B28-A693-85D009ED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0523D-D352-46CB-8E72-BD6B9956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0DF7D-113C-4CC5-833F-6DD7642B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07369-0C98-4269-AD8A-BBB6E3F7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0855A-283D-4CCB-B751-027BDE66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ED510-B2BA-4D60-943D-44D0CA91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Engineering: History and scope of biomimetics/biomimicry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09B67-9C85-4437-BE47-588812F1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AE530-729E-4C6A-8EEA-E653EE64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C0B6D-AC44-4BE6-9259-EB7D0B7E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Examples involving 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C0D74-3609-49C8-B3B2-CA55ECAF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1C49F-64FE-4CAD-B7CD-3707F9C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E89E6-A6EC-42A4-99B5-702EB117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Bioinspired materials: nacre, bone, spider silk, cuticle-...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3BA4B-5C83-45C1-A825-34133F5D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05E31-34A6-4D06-B3F8-FBBCE5E4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4451D-428F-4265-A32A-F928F673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termite mound passive cooling, 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7E724-0F32-4CD4-AB0D-C4DD929A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BDE83-DB8C-49B3-A57C-E8F55D5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B7D0E-2FE3-4C73-8B59-41A79035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Bioinspired mechan isms: hygromorphic actuators, fish/bir...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77B4B-F85D-490A-A0F5-2A04307A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E32E8-8014-4395-95CB-9CC63CEC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92911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629C1-095A-4922-ABCC-8620522A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E6401-F7BD-4B0C-A22F-72CB3CD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EA42E-349E-490B-8EDA-FD701D24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E9B7F-442B-4776-99EB-44C8538D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347C7-B9F3-43D3-9400-07585CD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B4316-438A-48B8-A82C-72F521A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DB51E-89DC-43F0-8078-25A0935A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4C54F-C593-4D5E-9A95-EB80DAA0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Engineering: History and scope of biomimetics/biomimicry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B1D72-69CC-4108-BB51-3566FBEF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D53E1-4535-44D1-ACFA-F9E27E51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A720C-D5A9-488D-93B4-2D546A6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Examples involving 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9A034-0A17-4F8E-8951-7FD48C63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382CC-21BE-499D-A94C-78497D37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66BA2-D13F-4F27-BC22-96FF7E5C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Bioinspired materials: nacre, bone, spider silk, cuticle-...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208AE-87E6-4F5A-ABA3-0DC3BE0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4DCAB-A833-42A6-91A2-BB067A4B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89ED1-6817-4DF2-8D21-8BD7F76B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termite mound passive cooling, d)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6CD2E-74AE-44A7-A2D2-9D39AD2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12FAB-F569-4857-8591-A042E65C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3ADDE-4AFB-4BBF-99C0-1800F525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Bioinspired mechan isms: hygromorphic actuators, fish/bir...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557DB-924B-45F1-B82C-C957A76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68A39-8967-4460-9F51-B0B6CB1E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7FF3E-657D-4FF1-99E2-9FBB484E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50283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E9E90-D5EA-4688-8A01-99324D8F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32F0A-62F7-4D23-80C3-C86A4327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67F66-37E1-4D29-9499-7FA16F15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25440-CC92-499F-A77C-7AC829BF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75A2C-4E31-466D-B894-2296217D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Bioinspired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06196-4BBC-4F20-BA63-F92C9D73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68AF5-DFD2-456D-A08D-0B14B027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C30B1-8F24-4411-8DD1-E5554C4F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biomimetics/biomimicry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205D1-1E25-4DCD-892F-272E7844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CA53A-3230-4165-946E-8753750A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involving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ABAE4-308C-4CDA-A543-9842E725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387E5-38CD-4AAB-AF73-20047F9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nacre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13B14-4150-4277-B40E-A25A5B19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F25EE-6213-4FE4-9F61-4BC6FBD1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BBD81-660F-411A-A20F-AAC61B63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FC871-7670-49D6-A312-97045D8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47870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8D791-053F-46D7-8955-6FBB7B3A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1ED5C-C0E4-4181-9040-A96050DB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EAF4E-484D-484D-89CC-EE3F8FD4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11108-470E-4477-8E08-EA588DC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635A5-D64C-4DFA-AAAB-26AF03B8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Engineering: History and scope of biomimetics/biomimicry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D30BF-EA3C-4A86-97AC-508A382E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Engineering: History and scope of biomime...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BC8C2-40EE-4313-8305-17DACFB7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9590E-3119-4EB6-A2BD-44C94AE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DA1FA-CB7B-4FF1-BF95-3A1A83DA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E0E6D-69D3-42C8-98F7-2F66778E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C8638-0540-41A3-A0A6-C58AFE31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F3EE2-6EBA-46DD-9FBD-507A168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EF3B8-F57B-4F97-AC9C-83F9E9AD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58992-DE35-46D7-9A87-84F537BC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E86B9-185C-4F87-AF7F-9A1F6980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6B7FE-CFAE-405D-B343-C49A946E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75191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F7AB9-F6CC-4380-A2C8-35D4511C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1B5D4-EFD9-49D8-AFF7-E621588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33A88-ECDD-4F7A-9688-816D457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6FF92-D6C9-4AC6-B1EB-DA104768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6C9DD-25E1-4EC4-9A3D-221AC13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48B43-2D9B-4669-9A48-51E831E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FC601-F131-4FC1-B64F-9EAA1CEA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0E2B0-B90D-4C8D-A889-F9934059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7C5C4-5250-4C99-AC10-EEBC4341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Engineering: Histo...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8FEDA-8CBC-4BA8-BEBF-0CC336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A35A7-A1CD-4B44-A26F-D51CB7F4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49AC5-173E-47F4-AA47-9ED88C50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Engineering...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9B78E-266C-4B2F-B235-53FA3320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155AA-18F7-4333-B095-39959529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DD1B8-54FD-488F-96DD-EB68BD96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Engineer...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D8F04-DDA0-498E-9269-6D836C1F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9A2A3-B565-43F1-8D51-944BCE80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DA2DA-AA29-4EF3-A6B4-C7DAC374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Engineering: His...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7E363-4E5F-4FB4-9ECA-253F1AC4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1F81A-95DE-4499-8C6A-2A396349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93968-537C-4876-B1A2-7E21BE0B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Engineering: 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C62F0-5E03-4C72-9E9A-A92FA98A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7E180-F4EC-4179-BD8E-F8B58DF6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33509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7CA75-C677-40B2-8C92-A6CD198A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B9DA1-774F-448F-8558-506F3DB0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4A297-F728-41CB-BD60-29C2E95A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B7165-628A-42E1-AD84-BE8C4283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0CB5B-5DE0-4899-B6BE-6EE8226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36AE0-89C0-44FD-8446-B322F8D5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DFE15-7E59-4914-AB08-E9B39B5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C367B-258C-49A1-BCC5-C9025FE0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07675-F682-4F43-813F-5A3FEA04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5EB4F-5132-4E47-ACFF-A556017C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3C5B6-0881-47AA-A3CB-C86D8DBE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8CA6F-6EE8-4146-83FB-0F848673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2685C-1EA0-475B-ABFB-7E87AC9D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BD004-377C-4AC2-B14A-3EE91C2C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50B8E-D42E-4CAE-A1EA-A87C949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25222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3EDEB-AAEA-4533-A3D8-136D85DB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10E27-82AC-4FF3-8917-BEF044D3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B9CAD-1381-4CF1-8954-A4BDFE52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04D7B-164F-46F3-A81E-B2C19F1B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49CC4-FEC7-449F-ABF1-F169F21F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B522D-EB6E-4F5F-8554-526E42BA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Engineering: History and scope of biomimetics/biomimicry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408C6-8682-4003-8331-D7A36F67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7655A-62D7-44F3-AF78-6FB5BB8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0100-E397-4D2F-810F-AAD20860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855F2-5F89-42E5-8A09-50A95EE5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E285D-EB7A-4D10-A471-A2D42BD1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369225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34274-2883-486A-92EF-BD8AFABE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8EA45-7F19-4B22-A325-F2902DF9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93C02-4A47-4927-B3E8-68A0E984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9537E-1518-4153-8AF1-4C20846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3659-6765-4252-9C42-D38F3094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Examples involving 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36249-FAC9-4647-BF1D-521FF1F7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Examples involving a)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400AB-F86A-4BAD-AD9E-F6365506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898AA-9DEA-4E54-810D-0FD073BF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A79F0-4640-4E85-BD0F-B746C1DE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B3075-3AF7-4ADA-9157-D73628B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13D72-5883-4B4B-A714-7ACDFAD8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442F4-49C5-4EA5-A03C-D85349A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6FB41-47C9-463D-88F6-36626558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89B04-39DF-4E40-85D5-EB892CDC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5C652-9F70-43E2-B7CD-9241B92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DC390-41CD-47B7-BDFC-C92C8277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84076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DCB19-271B-412D-ADFC-561FD682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404B3-2479-4D56-82FE-5513DAA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B586C-557A-4207-ACD9-4DC66BDA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28E95-5586-4204-9268-5B0689F8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A5812-B93D-46E1-ABB8-5545BBDB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5B6F1-6154-40BC-8548-E0761017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76870-0428-4F5B-8AF5-B86B5462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B8D8D-8412-406C-9C58-F53A4AB4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497C8-1506-4DEA-83AD-3150A472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Examples involving...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7FD56-B4E0-4FF3-858D-B7B54DD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EAB32-3B58-4F1B-AEB1-15FD7034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64BEC-3678-439B-997A-383136A2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Examples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42C74-1C6F-4DCB-B9F3-1F78C367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72EC9-9ED7-4B50-B235-CB499D0C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1E7E6-9E7E-4166-ABEC-03591B88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Examples...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D6A70-D485-4469-94D1-49E3790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8F41A-74E5-4116-8D4E-000C07BE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4C0F5-3F9C-4753-B070-FB7DD8EE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Examples involvi...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8EFD7-6B7A-4EA3-8FB2-20A0A532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B10AE-5C7F-46A8-8BD9-0409C446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D235F-A200-48E3-AE69-6CEB886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Examples invol...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E13D8-989D-4CD4-925C-27B76FD2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5386A-A9C5-44A4-BB59-CBF7AC6C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71836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CD8CE-3587-412B-8555-832BE134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5F56B-5B3F-415F-B378-04103F25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F9C43-F9E5-4271-8BB4-794DA37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9799D-9259-4DA0-98AC-755CA4C3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60494-6AE9-4B4A-B490-E3199CDE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42E8E-D1DC-421D-9877-F52FBDF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87697-3CB1-4D05-AB9B-8C4CDAB8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473A8-C90D-46BF-BC78-9FE1A53B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DDB56-76F5-4F76-B65B-457A65F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A3239-B3F8-4C47-8220-B62CE45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09624-44C0-4257-9A06-667A1642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59318-437C-4F2D-B8BA-C4DA106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76C4D-AB7A-4667-BFA2-F3197912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9BDC0-80AC-4C38-9D50-25A0FF00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484C-B541-4E55-A41A-2A5D2E5C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410240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866A0-F30A-4E45-B069-3B18774A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563AE-6674-473E-B982-4259BB7E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C42BB-D73D-443E-8DEB-0E128FEC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05AAB-7BE7-4430-84EC-32A68841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4DDAC-A864-4B79-B97E-74079525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A74AB-A406-43EB-AF40-AC2F609F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Examples involving a)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BCE81-902C-48B3-8A36-5C33A7B6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92807-A6BF-4CCA-B07C-1598CF2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E2E10-3FAB-4E04-AC3C-0F789D9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25538-F88E-4BCA-B722-83175F5E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FB1E9-FDA7-40A8-B838-8EBF2EB3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020127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4D8B6-49E5-455D-9AF0-458AF533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64CDB-EBDE-44F8-ACFA-C08C818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FD7B9-8555-4224-A6E5-6018C311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B4DDC-4C78-4169-B5C4-0C37414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987EB-3372-4BCC-B6A1-62D4823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Bioinspired materials: nacre, bone, spider silk, cuticle-based composites, b) Self-cleaning surfaces and biocem...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1C84A-76DC-4029-A80B-AEC96D6C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Bioinspired materials: nacre, bone, spide...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38003-D551-40A9-91F2-44E9B27A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D95A1-2588-4D4A-8D76-BFB2B7A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CCDB3-E7EB-4866-8F63-D5D846C8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AD137-A17E-467D-BD65-28A77CCA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EB9AF-4B0C-4A01-8B00-362565CB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EAD6B-03D0-457A-A73E-B03946BF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0AC11-2F66-4B77-A80E-5E6233A0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5C4F5-A413-4DE7-92B2-67BFF8E7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E452C-AF7B-44DA-B990-1CAD759A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483D6-3B33-461D-AE19-608C9F6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3918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37708-25B9-42B8-BEE1-4410DC05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4E4A3-F8D8-46C6-89B7-6711D7F8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778EC-F483-4D77-915C-EA3754B1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A59D2-B411-45CE-9F99-7E7C8862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49648-BC70-42F5-B588-C273C21E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FD417-1BDD-49B1-A814-74D4281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B5217-094F-429D-BCB6-3795F4B7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03B54-3399-4D9D-8CE4-9B1FC89C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149F1-EED1-4522-AC21-594DBBCC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Bioinspired materi...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A67F2-949D-410E-98D5-24EA33B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FAA4A-F094-4508-83CE-99472CE3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F3FB8-0F16-4C40-B9E4-D01D2A10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Bioinspired...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BA490-1A87-49BF-9EDA-0EA8DFC7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A09EE-980C-4F7F-A7CF-3A42DFE5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A7C5B-647B-47F7-ADF5-458E3F7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Bioinspi...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04383-92B4-4C93-9BB9-FEAC9E2E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0CD57-050C-479C-80A5-586EADFB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F888F-C0A6-448B-AE45-582E2B07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Bioinspired mate...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C86E3-31D2-476C-BCF0-D14605F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BA542-CD54-4652-A6CE-B6082DB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BF92F-6E5C-4048-9B71-5FB721D9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Bioinspired ma...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E39D5-3DF7-46AD-A976-63A62FAD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0FA51-81EB-40F7-8D10-19379100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589807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2023A-2F42-43E7-A945-69FF3133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80A21-9DCA-4A59-9983-FEB7CB43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04DBD-4D91-4F36-A439-40DA56CB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6514F-ACB1-490B-85F3-BF04CC14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04C8-6201-46E4-92F1-92993F6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5803C-FEAC-4681-9E19-D723ADC6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78701-92F5-461D-827B-4241A541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1C848-5495-4C38-8C27-A1C6A937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C2287-A4C1-45CF-BB47-4BEB915F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A6D17-EF41-4FB5-B498-79305A3D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D2426-A4E5-4812-870F-97299C94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F0052-CB32-44C9-A917-BD609649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21610-7294-4947-8B4C-0B8F28C8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0C198-443A-4EEA-B92B-464706E4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439D7-9093-4EB2-A37E-C4C572A0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081100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D0223-B38D-45F8-811A-710AB326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291D3-CE1C-4932-9D64-7F109824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79409-4142-47C8-B556-DC5AB31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F37F3-92CB-473A-AA62-4D107480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8461E-F0A1-4B09-B755-E38D8C3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1A3DF-488C-4818-BF1B-A74FBCE0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Bioinspired materials: nacre, bone, spider silk, cuticle-...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B97CA-01B1-498A-B9EB-AEB7A6FA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BA156-6DA6-4DA6-B7C5-B7BA187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228EA-F46E-477E-9519-77C013E0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FB740-635F-4900-886D-C62FA824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49E44-4ADE-495D-9007-8AB9FFB6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472813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2AB03-40BF-4096-8916-738D51B3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DA936-EFDE-470A-A0CD-F7F2F78C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9E9F1-D09F-4436-95A1-1FAC7146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051C7-0245-4F22-A727-86B1240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89A0F-7EEF-41FC-B1E4-63DC7560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termite mound passive cooling, 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90E9A-8253-4297-8611-66B8250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termite mound passive cooling, d)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84476-1197-42D7-A634-65BA139C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B51B8-867D-4BF1-A140-B1E0E201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49F58-2B25-4111-995D-77CAA0C5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11338-8716-4C48-B023-8721CBC2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8F44E-4ECB-4258-AA13-BE6E4868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DD8B0-BDFD-451F-9082-1FD92FB0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659AB-DD4D-4E3C-8047-9E80000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5F693-002E-4609-B543-39AB6CEA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AC48F-235E-4436-95FF-61A160BD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0D9CA-D9AA-4F24-82EE-6F6FCEA1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4418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8088F-E86F-44B3-AC75-85FF09E8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CE0B4-0C0D-4198-98AE-014CAF7E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88B9C-60DE-4524-86EE-1E3C1197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EE756-FE63-4FA9-98F4-7A4CEDB1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CC3E9-1570-4DC9-BED4-FECA165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67F54-5C08-4344-8319-FECFF72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1D631-5D24-41BA-99B2-C9CF288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653FA-CF11-4B22-937C-ECE323C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F5ECB-A208-43E3-A1EC-5CCB517D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termite mound pass...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05FBF-6EB4-41A1-B68D-13B10E9C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01F42-94BC-4F70-AC53-B8EA78FC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3F825-1295-4A47-9CFB-43E33F5A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termite mou...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FAC29-4697-4EAA-87EB-8F99463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53591-4881-4158-A68D-243381CA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8686B-C9AE-49E1-A22C-A58E51F6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termite...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3C411-4A86-4579-8FD3-1E77BAB0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F1393-5D25-4019-8D45-CDF02819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6ABD1-3974-48DA-B544-298A331E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termite mound pa...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3EC5A-6F83-4E9B-B9FF-ABA786E1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B4F1E-19F1-4D50-A587-C53CA690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CF49D-C715-483C-AA05-6032C104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termite mound...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BACFF-04D2-43BA-981B-9E585412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B89A7-6979-493A-8153-7577FC27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1246898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0CF21-934E-4693-89A2-88A63891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EAC2A-AA5B-4E71-A96A-96FB235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FF1C5-D0E7-4F04-9491-8ACD3C62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0DF84-7E44-48C2-8445-F7853B59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3B97E-A252-4F6E-AE6B-DF88E6DC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BB759-91EF-4E7F-AAD3-C4CAA26A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58EFF-A7E0-4FF3-B2B0-6B21CA09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4C454-DA70-4D56-ADCA-9C64F89A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23D3D-EF74-45D8-A029-A6BFD0C7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CC6A4-FE68-47E8-B95B-D723D248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786C8-E0BA-4502-A227-1E7B39F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FC01A-C6D9-4D08-959C-A5E409A5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B6F72-6F24-4941-9C83-73C4F67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9DC82-1C6E-4C95-8528-6E35A2EA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05446-49DE-42EB-92C7-B62B66CC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072480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26E0E-683F-4A55-903C-FBF44642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EDB88-EFD6-42DE-A8B4-C707A299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7561B-2746-4C22-A6F4-E3CC110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69149-2278-4E52-9ABB-3151B00B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25381-2054-47AE-B6C7-4491357E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0A3AB-6763-4F84-BD12-F819DDC8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termite mound passive cooling, d)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73B98-CCF8-4FFE-B004-BE924A5A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E5D06-D382-4F14-98D2-A1965E79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8F114-063B-4567-B8C4-559671B5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10080-0839-48F5-86CF-A1D5E4B6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2C464-27E0-4A0D-90E7-72E0700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519807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E9653-F3B3-464F-8B6D-23D6EC2C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190FD-CA6B-4310-AEB8-6B269DBD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C718C-A3E8-43C2-AAD8-143C8811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ADC01-4D6D-43B6-8442-8EB7C045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81742-193A-4A6B-9709-49E396E4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Bioinspired mechan isms: hygromorphic actuators, fish/bird locomotion, Seashell -based, spider web -inspired, 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F6BAE-54E3-47C5-AA70-1D66BFEF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Bioinspired mechan isms: hygromorphic act...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EF49A-783E-47D8-AB37-FAAB27E5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BB2F0-E819-4859-8B03-53AF6903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51E53-B6FD-47F7-A1AF-9345F900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122A7-7AE4-49C9-9F27-1A2FEFA0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B7D2D-1981-4BE7-8D6E-3942A935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BC397-F576-4C7C-B8A3-D343DBB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2BD19-64A7-4D6D-AA43-D7899B62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5B73A-B401-473B-885A-100CF769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D9A63-A9E0-4FE0-9F3B-B004DAF3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EB737-8D67-41C4-9172-25C93AA3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311627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114DB-A4A2-42F1-9BF9-584A45AD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C39E8-5484-4C64-A7F1-9391C7DB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EBAF5-6938-4A80-BC3F-73487A0C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EBDA7-3FD1-40A6-8B99-091FF159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CC498-FDA6-4F1F-9F69-913A0E3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31D37-5915-4BD5-A02D-ABAB0B2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D9C34-DFCF-4290-B47F-56B885B5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ADE6B-66FC-4946-A426-7610D585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CA032-9982-470D-8C5C-49D145FA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Bioinspired mechan...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74088-61AB-4B36-A506-8A98926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74A79-F980-4E56-9466-3311CE6C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011FD-F8F7-49BC-ADAA-1500AFFA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Bioinspired...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AA0EA-40A6-4BE8-82F5-3CA44558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886FA-B0AD-4F12-9D7A-A356CF76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71381-DC71-4CEC-89EE-DC49621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Bioinspi...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009D8-88F9-46C1-8A81-2169590D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C8C0A-046D-49E7-A26A-52624CB9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7C22C-02CF-4E34-BD11-1B3E284D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Bioinspired mech...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954C9-27E5-44F5-8E8B-F704E72B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6CE45-CD93-4CBE-8D82-10AA568E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CE4FF-05B3-43F8-9488-F27D5711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Bioinspired me...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46F73-25B7-42EB-9EDF-7DE23CA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756B1-67F4-43D1-8F8A-1D2A7840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5267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61D83-559A-4DF6-B5C0-8A77E9E2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1947A-5CB5-4709-9FCE-345E655D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999F0-1AC9-4006-ABF8-C6D63573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35D62-F905-4557-8C2A-77B6E49A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AC3E9-C4EA-4097-B5AE-71BA95B5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90157-C614-415E-A298-2032B733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DCB96-E7F7-41AC-A220-9C6386C8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A8A47-320E-4428-8FAE-61C5C1FF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C091C-F3CC-47DA-A044-2460EEF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11AC7-6109-4BEB-8C57-1257AB1D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36594-5326-4DBD-829A-E188DB8F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489EE-A781-44EF-A701-1B5D850F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C2BD6-8D0C-4634-841E-71F705EE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A8E51-8B98-41F4-BB80-261D7E58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680AC-AC81-425E-B101-DEE6D047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5175174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9C474-01C7-4830-831C-6442156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59CFC-E7BE-457A-8646-12E5F85F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B5208-08EC-4FF0-9BE1-2D8597F2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F0BB3-AD5B-4AD9-AFFD-44C0C5A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60E7A-2339-4CFD-B137-4297C5A0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66937-F0B0-437E-BEF7-E87671C9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Bioinspired mechan isms: hygromorphic actuators, fish/bir...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389BC-1957-4082-BE03-15EA0D8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C505F-2617-40DB-9B4A-4F6DF179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C59E2-34EB-4595-B9D0-D5DB3C2E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C3910-9628-4B88-B554-669875A9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B2EF8-A66D-43C5-B1B5-6D49908A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001571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68264-BD23-4E2D-BFEB-7B28A47F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81B0F-711A-48A5-9CA0-C29462E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9D39E-C86E-464C-B697-C89A39EA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B64BA-76F7-441E-B342-7ECF09B2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15E95-A985-4C16-B8BD-DE50BFC6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49B8E-A235-4F26-A51C-463DD28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913170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90D2B-CFBA-4C66-93F2-B3C496B5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28B36-716D-48D5-AF68-84B80BD9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DAFDD-E551-4932-88DD-9ABBB1FA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E209D-C74B-4EE2-A274-7C2A4DF7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1082E-8107-48E2-AB97-55513ADC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Bioinspired: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History: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scope: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biomimetics/biomimicry: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Examples: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1F6DB-48C4-4026-8379-C3CA4659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656971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B555C-382D-4D75-B8D0-0D1F7B7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1E42F-74A0-4084-A1DD-96AC3D9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4D6AC-492B-44EB-A1DE-4CF63A5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7B0D3-8AE2-43EF-8B76-D33AAD33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6B9AE-BD2E-4605-A3B1-218FC391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00E5F-19DA-4E6A-A768-BC270167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775740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E58EE-F220-496C-84A5-80F106C2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AF282-3CD2-4CCD-AD8B-FBAAF4DC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E18BF-BE47-4D7C-804C-C6C893FA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17CCA-33D4-457C-9707-C98AAD97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57E1B-2E24-4C0D-ACD5-1C478B5D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D7E67-3C01-4C92-AD37-9EF22030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981366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ECE42-FE74-4367-9597-18A84938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3CB9C-A064-4DA8-BEAB-7A5BC757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00B9F-F03A-420F-9D8A-51DA3816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FC693-D15A-48BA-B888-576931B2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DC95F-3AFB-487C-A729-B36B10F2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Engineering: History and scope of biomimetics/biomimicry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Examples involving a)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Bioinspired materials: nacre, bone, spider silk, cuticle-based composit...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termite mound passive cooling, d)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Bioinspired mechan isms: hygromorphic actuators, fish/bird locomotion,...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87B46-4C94-4184-819E-50C8F083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FC073-5A2F-4BB3-AB07-997274DA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FC447-A11D-41F6-9B7A-165961A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067129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E971AC-6F83-45DF-AD21-D5064155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10B07-CFFD-4C17-8EE1-2FC21032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Engineering: History and scope of biomimeti...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CB308-64CD-4ECC-BE25-8997DE64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9EA58-9DFE-4B26-A74C-AEDC6A24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E038C-AF65-4B42-B40C-F0498622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EBC1D-1A05-4CEA-AC0E-909FD5FA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093B6-0EFC-4333-BF1A-B682570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CE6D6-D3C7-4709-9302-757AC27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D4B7E-FB89-409A-8275-EA6AAABD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DBCD4-A831-4ECA-888F-0E5E338A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0BF4D-3968-4608-BEA9-10780561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3F719-F13F-4F84-81A8-2A4740F0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D5815-D974-4194-8F70-A7E372C6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3BB1B-0C98-487E-B614-AF4E1E6E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D53F6-C60D-46C9-A4FC-E469E0EC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BA442-D56F-4F84-BFB6-E77A643C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E4B9A-9946-4980-B782-F3A374E0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8C4B6-A7EB-447F-AEC0-62865577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531A3-DC82-40FE-B57F-8F1D7D6C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239F8-2D6E-46CB-BAEB-0E42A19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B5FF3-8C27-4B74-8BE5-BF7ACFEE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B45D6-CBC9-4D39-8A10-EE9C590A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F01E2-7B1F-4AF0-BECE-6709A738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88DF7-422A-4FCC-8162-A1A45704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B04ACC-34B8-45A1-9308-12790565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F98CC-ED99-4558-B497-70C7B047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A90B0-488A-45AC-9393-6427477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E5DAB-65C9-46F2-9E28-21DAF6A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27A4A6-2FE2-4802-9515-A54EBA9F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5F72BD-8105-422E-B6B3-0F9D5D0B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AF354-2885-4D9E-ACB3-9211AC52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85D85-EB41-43D5-B306-3E3CDED1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288767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F2322F-67FC-421E-AA7E-975DF58F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0F688-0046-439B-8A6E-920F6692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Examples involving a)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D5002-DF9D-4F0B-8BED-EEC73B4A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E6341-7093-48E7-8403-20B816A3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4B879-D8E5-45F5-8250-00FBFC70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B711B-E39E-42A4-BD13-615CE42B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DDD81-9244-4AB1-8A72-CAE13AFC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A26A6-364A-4E0A-96A2-16145C99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3F92B-D740-414C-B6B8-CAAF047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9DEC5-AB7A-4219-9836-6C7E39B0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36720-9597-4109-9EC6-065CAEDB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0CE7C-A479-4737-AC3A-C1BC8B84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D51D0-8F61-4E51-8F54-538F0406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7C445-6551-4B47-B121-38F89069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FBF5C-E727-4C6F-B467-4D5EE5EE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646CC-3042-4157-9383-19E83475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51F84-9E77-40DE-B30E-97061710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56618-CB2E-4F6B-A0A1-47F941B9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C5E99-9E58-4287-81C5-1D14E18A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982DA-EB04-40FF-92E2-37E23011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22998-6A50-408E-ABDD-0A0A609F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2234A-C299-4192-9E23-035B05C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6CEDC-2F84-4B72-819F-142A4F0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ECC69-8254-4F36-8038-0343B7ED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E3B71-5266-4BC4-ACC9-DF1B79B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F96DC-438B-43BF-9DD7-E2BF102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CEA46-9DAB-48A7-93C0-A8010B4D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986B1-0C08-41BD-8D91-2834BDEE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02B2A-9F97-4C65-880D-B5DCC4C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E5C47C-8128-487E-8247-8DBFEA0C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684BF2-951D-41A8-9D29-6DB08BB3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2496B7-5E66-4184-A942-CCDCDBF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5587328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5E80F1-8701-485E-9331-F35F5344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62B85-3924-4D39-8AA3-8AEE247D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Bioinspired materials: nacre, bone, spider...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D993A-C174-4900-843C-45040AA5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6B29F-62FC-4676-85F9-188BEEB4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57972-EB38-4FE8-86A4-0B2140EA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343BD-702E-432E-BACE-DDCCE027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D6A91-3F4F-4BEB-91B6-88DA5D04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73690-A188-4775-ADC6-B39942E7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4A907-1330-4958-8491-34BA8F45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F9262-024C-4852-998D-801D2D43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BEAE6-2144-481C-8B60-039DCC05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50625-943C-4482-B6A9-497F2AC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019F8-EDF5-471E-A971-7F05519A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30E84-88C4-4559-867A-77D9AA95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78EBB-5DFB-4136-8DC1-C850D792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D76E2-2F73-4ACA-B9FA-89844215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4B6A1-CB6B-4D79-B01E-476E2395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7637F-BA09-4AC7-A064-566922C5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332C1-46E5-4569-AEE0-BA6C15DE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C6456-AF46-43CD-8730-6FE88190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9206B-4F0D-4D0A-82C7-3A36CB32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7C3D0-3076-4CDE-83E1-05F0518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3552C-9C37-4D7A-BF0A-E7B2DCC4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9F7B7-28ED-45F8-84C6-6A50C45D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CF6B9-E9B2-4598-B409-94716C1F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CCC0A-5B47-4EBB-871A-4FA12178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B090E-3161-4563-98F0-A76F8E78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C00E9-0928-4456-8EB8-3C743157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80F3A-30E8-41A5-8A1A-BC0C158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2AA15-464A-4E4E-910E-9E54138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4570FD-DC9C-4D21-AE0E-6F634F68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B20B53-A6EF-4156-9EAA-7E328471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823801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7AAC7A-0B42-421C-8185-C4507A28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2AEA5-41BF-4ABB-BFAA-8967A002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termite mound passive cooling, 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8668B-FAC0-4994-B2FC-F488F75C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5C4AA-BB0C-4271-B76B-E784AADA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8AA2F-0D4C-4DE0-92A4-3EA8D8B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8A069-CDF1-4FD6-BD1B-E252174E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A17A8-0F5C-440D-B2B3-CCF0DD92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42FFD-AC73-43F7-B66F-BE8F6219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EE64C-6B83-4992-A2A3-A4539186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0975C-4378-4B43-BDD3-A8467347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14C30-82EA-4864-B55A-1D9169EF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3AEB0-C9D6-4874-A8ED-8DFD4A94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E0F43-6FD9-4038-A3BC-0E1E019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9C667-CE2C-478C-8198-4700F5FE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4142A-FE25-461A-933E-4D395658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E8EA3-2F21-412B-8628-98D7067F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61FF1-72E2-4288-95B1-B8FE028E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DA679-0F8A-4995-AF18-D5D7BD0B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72CAC-204B-4654-9C12-A363395C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E62EA-15C5-4F4F-8042-C7AE53C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4F39C-F3A1-4A8C-AC4D-A765026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7B6A4-C003-4F9B-B38E-AA50E528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F51BF-9D79-4341-95C7-6F797A1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67BE8-4439-4895-8C90-B514D45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5773D-F5B5-46A5-A5A9-53D6715E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18EF6-28C1-4088-9DB6-06CEB763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8DDDCD-1840-4A25-8533-55B94A33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0B6F3B-5516-4031-A0D3-A8FD4732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840ED-2121-4A15-ADA2-EFEB6421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D67E53-5D68-4A76-BEDE-BA6A7EC8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C67DC-34FF-4293-8881-5680FF45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AEAFB3-FE55-4066-A43B-839B6101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947718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320CB9-E0D1-406A-8C09-38583C37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685F2-E8CA-4075-AE72-26F9C65C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Bioinspired mechan isms: hygromorphic actua...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B5913-52CA-46DE-86C1-7999079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38256-32A7-4796-A042-D3D595E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7F6E0-4831-4CA5-A547-373C376D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DC532-AD06-41DE-A1B8-689424AD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8B6FC-ED13-42DA-9663-5769B069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AF47F-D1D9-4A8B-BA95-DF8C9C8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C1F23-0479-4107-982E-E034DE3B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BA6B6-7539-4331-894B-FACD8C94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7104A-840F-4ACC-8A05-443CC070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60C6D-4418-411B-AAF5-55F39EA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94122-E584-4DEF-AD62-A02B9EB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846F1-5C21-4C25-8DC0-446672FF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AF98A-F598-42E8-A423-9F5306D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F60F4-5D32-4DA1-A807-D3BA04F8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B7751-B056-4DA8-ABD3-E39608E3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1387D-26E5-4280-902F-C4BD5531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81A0E-117A-4282-A789-20F6BDD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DC017-4FBA-40C4-B713-894E8F56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FFA53-1C2D-456C-8585-175F074F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683DA-12CA-499B-B28F-4A062FCF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E8E04-73EA-4A02-A82E-FBD14078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D37ED-5ACB-441D-82F6-11DBCFA8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B992B-FA55-4B3D-9793-B308F35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7B278-8993-4F3A-ACB6-85B72482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F5FB5-211C-4BF1-B212-B20A33D4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8A4B4B-880D-4EF9-B139-E8A43DC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C3D277-CC8C-477D-843A-2D198409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5144A2-1A89-4B35-B79F-53E0033F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9B2A0-33FE-4228-A5A6-867786D2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77E6AF-90DE-4F98-A3D9-67AFF567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0919502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31CE60-7D49-4E72-BF08-C0E15C9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0D82-FFDE-4F86-82CB-7B7954CF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Engineering: History and scope of biomimeti...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B4AF9-F406-4394-B6AA-63A18FC3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55829-9042-4C0C-B77E-26EA57C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2DC46-F39C-4D41-825D-D0DEBEE8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3AAF0-19E6-44D6-83EF-2B85EC08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84179-1B8B-4D1C-A1EE-4D5E49AE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5174C-C85D-4353-B5E9-3FA6C72E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665E6-0114-43C4-A92F-8FEC99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42BB8-CFAA-4263-BF71-A2DBB6F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58BFE-FB93-4730-96A7-C13D2CE0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18C58-0CF9-48D4-9827-C4A082B3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C92AE-394A-41B2-B318-E611C9E7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0BDB2-8DF2-4BDA-8425-C368589E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5B2FE-3827-494F-A4B7-960F5ADE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3D693-8661-471D-84D2-A22D5D79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84FE6-C50E-4E8E-81CD-D4610C68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7CA52-E892-4108-B670-CA1223A3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E2344-F724-4FE3-95D8-3F9316FE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DA430-0009-4EEC-BC57-18E3F1DB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969E6-167C-4FB4-8445-B22FD619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9A66D-0FE3-41D3-924A-90C30F63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2F151-5B51-4CF1-9209-B5055F5D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569E8-B32E-4117-97FD-B35770D8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F4755-F3DB-4A6D-8B0D-5FE4822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AD391-BD30-4BFA-81C7-BB6870AF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A79DA4-A892-41B3-AD4B-D9B4080B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7964A-354B-46CE-B2BE-4FC4A730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F05873-AB60-4721-BBD4-5CC68620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BD3CD3-77CF-42E2-AF00-E30EAA47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C5DD2-135A-4CED-B56C-A574AD89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F2A632-3700-44B8-90AA-E94CE5D9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722990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4EF492-5A16-45EB-AAAB-02B2DD58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6BF9D-245F-4711-831A-2D8E004E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Examples involving a)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58EE6-51CF-4AD2-8498-8B87C21E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268D8-557C-4401-982C-8A070F9D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A4EF6-7233-4719-8BFF-D377739D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D2B7C-2B02-4EAB-88CA-82C3F0E4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E13A9-7F69-4FDE-9737-239CFC8D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8DB0E-C701-40CE-B996-CE140E28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7E722-A4F1-4A98-A7AF-66FD9C4A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1EC9A-B0CA-49E3-AB75-368363FE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56A7F-6733-4DFE-AA44-55EAB07D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FEBFA-E302-4B72-931F-87FF00E6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94EEB-8241-4D19-B434-FB17287E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521C2-EA84-42C0-9718-372F5863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79B5F-FC09-4388-A096-C7B79496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D5D7F-21B6-4B31-A77B-FAC8E7FD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8D5C2-B461-4F31-A9D9-6E25E244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4AA55-934F-420D-8FBF-A1FCD0C4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8D203-19FE-49D4-A3C9-E89922FA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B0F1F-0FC1-422A-B504-CE1C740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CA498-2B89-4362-804A-3C89AECE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5FB4F-0F58-45CD-B28A-FA254FE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114AE-42BD-47A1-AF8B-0EC7BF62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22F5E-B06F-4EE5-8AE2-7D7695A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B4981-56D5-4CD9-BECD-49F14811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F5194-B79A-449F-ACA8-6D825FEC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3D114-D351-413C-AEC3-54C11CB2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C216C-C5F8-4E69-8C3B-2BE9AEFE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B86DC3-0762-4D92-A008-6089733D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3F25E-A618-41D5-BFA1-E4DC861D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ED22A-75D4-420F-B8C2-3614D3B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01CC47-1D2B-4525-8238-604D91D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305870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FD60C-5A29-4268-BF94-A7FCCA9F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3BEE6-0719-42D7-A1F6-62EF936A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Bioinspired materials: nacre, bone, spider...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5827D-6446-4DC5-96D3-B592DC3E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BB58E-7A43-44E5-B84E-B19C7D1A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A33B5-E836-4211-88FA-DC8816D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323F1-A49B-4330-93EE-E3478366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A1EE8-90EA-4CEF-8B83-4963DDF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9127A-789E-4FDA-9689-60C153A2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370E8-1E74-48A5-AEA7-ECC50FFF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0C704-4C21-4597-B229-95F5D9FF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9E056-BCF5-464C-B119-FB337B1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1D993-97AA-418C-AAD4-51EA5914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D5BDD-7D04-41F4-ACBF-E8E9D48A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DA80D-6F36-4C28-8D76-372BFB0D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CA0BC-DE60-49CF-A10D-C749E4B2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BF7B4-AB01-45BD-B457-C78461E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17A8E-C6E2-4130-9309-1982630E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131C3-F748-4089-B68F-45DA210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A5483-CB03-4C84-BE78-6C944FC9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7065A-2DFF-4E1D-BDB8-0FBF014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3B3B7-C1E7-481C-B39D-09E22F74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D84A0-D851-4FF4-8925-B6B369B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024E1-E0C0-422F-8B15-13118452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9021B-D6EE-4666-8A7F-8634024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77A12-6D4F-42D5-9DC9-5815D00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6A87C-D89A-4A1A-9508-807E013C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6E031-05F4-4F5D-BAE8-D77A78A9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A7A36-1551-4AD6-803F-5E39473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76C29E-5787-4E59-BC33-50D43E8B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8DDE6C-2299-48C3-9786-FEB90DEE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B60C9-A8C0-4F42-8CBE-E4A6B172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56E18-9E71-4AB8-AC38-41524BAE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112619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5CB1CE-F850-43CF-A666-F4E06C45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BF86D-A20D-4EE0-874A-BC44D953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termite mound passive cooling, 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B4973-A509-407A-8EB4-D3C51832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EE854-EC0E-4FED-93D0-5F1D578A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39AB6-82A9-439F-987C-8DDE0DC8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9910F-8760-4CA6-9050-2E9FFD38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D3DEC-1D61-4525-85E6-D13194C6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C4ED4-C074-417C-8C71-AF58A2F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048BE-C962-4C8D-BA80-6AD70869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B84B3-E79B-4979-9430-84638362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DF96F-FDFF-4F9B-B2A9-875CFEC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21BD0-F772-48D1-B2A5-FC1B277E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C9891-C7A5-4C1F-A701-300A4FF8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F3B04-200F-4200-AB97-100E7416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C9B04-2202-4583-BB0A-F2682757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5D607-789E-47AF-8611-8599D976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0C1E8-57BA-4D6E-9200-2FD8481B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4C7E9-CB09-4224-B1EA-E112B6B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B83BF-0AE3-4E95-B26A-2613107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35DB3-A587-455A-93E8-6C09357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78664-B69C-4B35-9E6A-FCDA1C6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9521A-AAAB-4A02-9F2B-96A81537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1F602-E524-4B6A-A05F-E02C73C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CE9F5-4E98-4A9F-810D-12B07986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D5F79-55C6-4978-9418-6A7058B9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ABA74-5019-4723-A15E-10B6BC51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03F70-D7EE-40EB-82F2-C430C4F6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F68F5-906C-4953-ACA1-AF5A9458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88BC9-C1E3-416C-B108-830A283D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22FF3-BEFC-4B6B-9810-9F3610EB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FBC8B-57C5-4F91-9722-27A27770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085B3-5F70-4066-848A-DB37E4EE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999836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A1385F-9539-476B-94E2-B8F58CE8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4368B-548D-4ABD-94C0-6BB0BC5E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Bioinspired mechan isms: hygromorphic actua...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35679-1621-4AFC-A4B5-85DE32A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2662D-E0DE-4BB3-8F38-EC20930E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B523F-A138-46CA-ACD2-FBA7A842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99BBD-03B3-4408-84EA-615B8B05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BFC82-8AAE-485D-9CDC-EC580B9A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3E996-AC9E-462C-B259-0EC7C0F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44137-DDD3-43B8-811A-D124EE9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FD22E-2964-4ED0-9DEE-8710C6E0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620C4-047D-4F5E-A59A-5F5D5DE8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06AE6-3731-4347-913D-B44BC3E7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B758E-3AD3-4A86-80CF-2F45D3D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6E134-607B-47EF-89F7-710AFCA9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B6A97-DDD7-49D3-98E7-013ED6DE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41A57-57EC-46B3-9F6E-C70A505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384B4-B4F7-4E10-960B-F5B47707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F103B-C0A4-4C30-B906-14BFF165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B2F37-E974-4CEA-83FF-D57359B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0AFF2-B607-4612-8230-1B8988D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A0288-8B2E-4FEA-8C83-8C91505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10422-4F84-4EC9-9AFF-34266AC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E5957-9D22-4E2D-B52A-2D6BBE3B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18E4E-A903-4204-B500-5B67DBA9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D039E-C7A9-4B86-ADAF-B9273B19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DF1E9-1AB4-4CF1-B781-76C6285D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FF9EAB-5721-4113-AFAA-F4634289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9A71B4-FF2C-47C3-8C9E-C47282B6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B4166-1E2B-4764-9951-F393C5D8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CABFC-37E6-4C7F-9812-E6DFA44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7F2E6-4138-4938-BCBC-7778BEF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CFCD7-3F10-4B6A-899F-92420BB2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45664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2026-08-24T16:02:37.8630000Z</dcterms:created>
  <dcterms:modified xsi:type="dcterms:W3CDTF">2026-08-24T16:02:37.8630000Z</dcterms:modified>
</coreProperties>
</file>