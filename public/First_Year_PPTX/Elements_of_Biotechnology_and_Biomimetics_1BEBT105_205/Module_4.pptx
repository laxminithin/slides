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2adbbe18a4459" /><Relationship Type="http://schemas.openxmlformats.org/officeDocument/2006/relationships/extended-properties" Target="/docProps/app.xml" Id="R2cd7e43454994b8c" /><Relationship Type="http://schemas.openxmlformats.org/officeDocument/2006/relationships/officeDocument" Target="/ppt/presentation.xml" Id="R3f44a68ffd7d44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422db89fd44a5f"/>
  </p:sldMasterIdLst>
  <p:notesMasterIdLst>
    <p:notesMasterId xmlns:r="http://schemas.openxmlformats.org/officeDocument/2006/relationships" r:id="R2631e578b8124309"/>
  </p:notesMasterIdLst>
  <p:sldIdLst>
    <p:sldId xmlns:r="http://schemas.openxmlformats.org/officeDocument/2006/relationships" id="256" r:id="Rf894189fb94348e1"/>
    <p:sldId xmlns:r="http://schemas.openxmlformats.org/officeDocument/2006/relationships" id="257" r:id="R42d3cef49bde463e"/>
    <p:sldId xmlns:r="http://schemas.openxmlformats.org/officeDocument/2006/relationships" id="258" r:id="Rcc4e105c07e9455a"/>
    <p:sldId xmlns:r="http://schemas.openxmlformats.org/officeDocument/2006/relationships" id="259" r:id="R2f7553c32cac465e"/>
    <p:sldId xmlns:r="http://schemas.openxmlformats.org/officeDocument/2006/relationships" id="260" r:id="Rd69e4b7993654d89"/>
    <p:sldId xmlns:r="http://schemas.openxmlformats.org/officeDocument/2006/relationships" id="261" r:id="Rdd6ec7b8220141a9"/>
    <p:sldId xmlns:r="http://schemas.openxmlformats.org/officeDocument/2006/relationships" id="262" r:id="Rd9cf44be2d2043bd"/>
    <p:sldId xmlns:r="http://schemas.openxmlformats.org/officeDocument/2006/relationships" id="263" r:id="R1ad50b78e3d54dfe"/>
    <p:sldId xmlns:r="http://schemas.openxmlformats.org/officeDocument/2006/relationships" id="264" r:id="Rf14b99b946d14200"/>
    <p:sldId xmlns:r="http://schemas.openxmlformats.org/officeDocument/2006/relationships" id="265" r:id="R6ab00640b7b84306"/>
    <p:sldId xmlns:r="http://schemas.openxmlformats.org/officeDocument/2006/relationships" id="266" r:id="Rcebe439bbdda484c"/>
    <p:sldId xmlns:r="http://schemas.openxmlformats.org/officeDocument/2006/relationships" id="267" r:id="Rd151a61821534225"/>
    <p:sldId xmlns:r="http://schemas.openxmlformats.org/officeDocument/2006/relationships" id="268" r:id="R39cfb80ce19b435d"/>
    <p:sldId xmlns:r="http://schemas.openxmlformats.org/officeDocument/2006/relationships" id="269" r:id="R3d6e03549797497e"/>
    <p:sldId xmlns:r="http://schemas.openxmlformats.org/officeDocument/2006/relationships" id="270" r:id="R23b90823e0254bb8"/>
    <p:sldId xmlns:r="http://schemas.openxmlformats.org/officeDocument/2006/relationships" id="271" r:id="R5e91cf0d961b4fbc"/>
    <p:sldId xmlns:r="http://schemas.openxmlformats.org/officeDocument/2006/relationships" id="272" r:id="Rc412a16c39df447d"/>
    <p:sldId xmlns:r="http://schemas.openxmlformats.org/officeDocument/2006/relationships" id="273" r:id="R4ab92c92623b4281"/>
    <p:sldId xmlns:r="http://schemas.openxmlformats.org/officeDocument/2006/relationships" id="274" r:id="Rbe878237a96f44e9"/>
    <p:sldId xmlns:r="http://schemas.openxmlformats.org/officeDocument/2006/relationships" id="275" r:id="Rb8feefa1d7dc4b45"/>
    <p:sldId xmlns:r="http://schemas.openxmlformats.org/officeDocument/2006/relationships" id="276" r:id="R487ffa23852343ce"/>
    <p:sldId xmlns:r="http://schemas.openxmlformats.org/officeDocument/2006/relationships" id="277" r:id="Rd38ad5ca32c54c9b"/>
    <p:sldId xmlns:r="http://schemas.openxmlformats.org/officeDocument/2006/relationships" id="278" r:id="R9cb1387c457e4048"/>
    <p:sldId xmlns:r="http://schemas.openxmlformats.org/officeDocument/2006/relationships" id="279" r:id="R1ae73770fca9481b"/>
    <p:sldId xmlns:r="http://schemas.openxmlformats.org/officeDocument/2006/relationships" id="280" r:id="Re8819f5982894326"/>
    <p:sldId xmlns:r="http://schemas.openxmlformats.org/officeDocument/2006/relationships" id="281" r:id="R06fd939623ea49b8"/>
    <p:sldId xmlns:r="http://schemas.openxmlformats.org/officeDocument/2006/relationships" id="282" r:id="R921cf34d187b41a6"/>
    <p:sldId xmlns:r="http://schemas.openxmlformats.org/officeDocument/2006/relationships" id="283" r:id="R24795a13d3a748f6"/>
    <p:sldId xmlns:r="http://schemas.openxmlformats.org/officeDocument/2006/relationships" id="284" r:id="Rfa485c8c69794f2b"/>
    <p:sldId xmlns:r="http://schemas.openxmlformats.org/officeDocument/2006/relationships" id="285" r:id="Rde66893a111945af"/>
    <p:sldId xmlns:r="http://schemas.openxmlformats.org/officeDocument/2006/relationships" id="286" r:id="R509a9f14a6164a72"/>
    <p:sldId xmlns:r="http://schemas.openxmlformats.org/officeDocument/2006/relationships" id="287" r:id="R772f35affa9f4356"/>
    <p:sldId xmlns:r="http://schemas.openxmlformats.org/officeDocument/2006/relationships" id="288" r:id="R82e05f1b270f41d3"/>
    <p:sldId xmlns:r="http://schemas.openxmlformats.org/officeDocument/2006/relationships" id="289" r:id="Rab5e1f12cdef4b4d"/>
    <p:sldId xmlns:r="http://schemas.openxmlformats.org/officeDocument/2006/relationships" id="290" r:id="R0dcb27d95d684bea"/>
    <p:sldId xmlns:r="http://schemas.openxmlformats.org/officeDocument/2006/relationships" id="291" r:id="Rb1742bf7010b43f2"/>
    <p:sldId xmlns:r="http://schemas.openxmlformats.org/officeDocument/2006/relationships" id="292" r:id="Rec135bf7ad414f02"/>
    <p:sldId xmlns:r="http://schemas.openxmlformats.org/officeDocument/2006/relationships" id="293" r:id="R2df786df8de544bf"/>
    <p:sldId xmlns:r="http://schemas.openxmlformats.org/officeDocument/2006/relationships" id="294" r:id="R91d7adf1d780470c"/>
    <p:sldId xmlns:r="http://schemas.openxmlformats.org/officeDocument/2006/relationships" id="295" r:id="R9a3d2676713846d1"/>
    <p:sldId xmlns:r="http://schemas.openxmlformats.org/officeDocument/2006/relationships" id="296" r:id="Rda69fbb00b8741ac"/>
    <p:sldId xmlns:r="http://schemas.openxmlformats.org/officeDocument/2006/relationships" id="297" r:id="R34c407a12b5b4b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e7d305c528431b" /><Relationship Type="http://schemas.openxmlformats.org/officeDocument/2006/relationships/slideMaster" Target="/ppt/slideMasters/slideMaster1.xml" Id="R60422db89fd44a5f" /><Relationship Type="http://schemas.openxmlformats.org/officeDocument/2006/relationships/notesMaster" Target="/ppt/notesMasters/notesMaster1.xml" Id="R2631e578b8124309" /><Relationship Type="http://schemas.openxmlformats.org/officeDocument/2006/relationships/presProps" Target="/ppt/presProps.xml" Id="Rd36ab507625e4f0a" /><Relationship Type="http://schemas.openxmlformats.org/officeDocument/2006/relationships/tableStyles" Target="/ppt/tableStyles.xml" Id="R19184467866c4e8c" /><Relationship Type="http://schemas.openxmlformats.org/officeDocument/2006/relationships/slide" Target="/ppt/slides/slide1.xml" Id="Rf894189fb94348e1" /><Relationship Type="http://schemas.openxmlformats.org/officeDocument/2006/relationships/slide" Target="/ppt/slides/slide2.xml" Id="R42d3cef49bde463e" /><Relationship Type="http://schemas.openxmlformats.org/officeDocument/2006/relationships/slide" Target="/ppt/slides/slide3.xml" Id="Rcc4e105c07e9455a" /><Relationship Type="http://schemas.openxmlformats.org/officeDocument/2006/relationships/slide" Target="/ppt/slides/slide4.xml" Id="R2f7553c32cac465e" /><Relationship Type="http://schemas.openxmlformats.org/officeDocument/2006/relationships/slide" Target="/ppt/slides/slide5.xml" Id="Rd69e4b7993654d89" /><Relationship Type="http://schemas.openxmlformats.org/officeDocument/2006/relationships/slide" Target="/ppt/slides/slide6.xml" Id="Rdd6ec7b8220141a9" /><Relationship Type="http://schemas.openxmlformats.org/officeDocument/2006/relationships/slide" Target="/ppt/slides/slide7.xml" Id="Rd9cf44be2d2043bd" /><Relationship Type="http://schemas.openxmlformats.org/officeDocument/2006/relationships/slide" Target="/ppt/slides/slide8.xml" Id="R1ad50b78e3d54dfe" /><Relationship Type="http://schemas.openxmlformats.org/officeDocument/2006/relationships/slide" Target="/ppt/slides/slide9.xml" Id="Rf14b99b946d14200" /><Relationship Type="http://schemas.openxmlformats.org/officeDocument/2006/relationships/slide" Target="/ppt/slides/slide10.xml" Id="R6ab00640b7b84306" /><Relationship Type="http://schemas.openxmlformats.org/officeDocument/2006/relationships/slide" Target="/ppt/slides/slide11.xml" Id="Rcebe439bbdda484c" /><Relationship Type="http://schemas.openxmlformats.org/officeDocument/2006/relationships/slide" Target="/ppt/slides/slide12.xml" Id="Rd151a61821534225" /><Relationship Type="http://schemas.openxmlformats.org/officeDocument/2006/relationships/slide" Target="/ppt/slides/slide13.xml" Id="R39cfb80ce19b435d" /><Relationship Type="http://schemas.openxmlformats.org/officeDocument/2006/relationships/slide" Target="/ppt/slides/slide14.xml" Id="R3d6e03549797497e" /><Relationship Type="http://schemas.openxmlformats.org/officeDocument/2006/relationships/slide" Target="/ppt/slides/slide15.xml" Id="R23b90823e0254bb8" /><Relationship Type="http://schemas.openxmlformats.org/officeDocument/2006/relationships/slide" Target="/ppt/slides/slide16.xml" Id="R5e91cf0d961b4fbc" /><Relationship Type="http://schemas.openxmlformats.org/officeDocument/2006/relationships/slide" Target="/ppt/slides/slide17.xml" Id="Rc412a16c39df447d" /><Relationship Type="http://schemas.openxmlformats.org/officeDocument/2006/relationships/slide" Target="/ppt/slides/slide18.xml" Id="R4ab92c92623b4281" /><Relationship Type="http://schemas.openxmlformats.org/officeDocument/2006/relationships/slide" Target="/ppt/slides/slide19.xml" Id="Rbe878237a96f44e9" /><Relationship Type="http://schemas.openxmlformats.org/officeDocument/2006/relationships/slide" Target="/ppt/slides/slide20.xml" Id="Rb8feefa1d7dc4b45" /><Relationship Type="http://schemas.openxmlformats.org/officeDocument/2006/relationships/slide" Target="/ppt/slides/slide21.xml" Id="R487ffa23852343ce" /><Relationship Type="http://schemas.openxmlformats.org/officeDocument/2006/relationships/slide" Target="/ppt/slides/slide22.xml" Id="Rd38ad5ca32c54c9b" /><Relationship Type="http://schemas.openxmlformats.org/officeDocument/2006/relationships/slide" Target="/ppt/slides/slide23.xml" Id="R9cb1387c457e4048" /><Relationship Type="http://schemas.openxmlformats.org/officeDocument/2006/relationships/slide" Target="/ppt/slides/slide24.xml" Id="R1ae73770fca9481b" /><Relationship Type="http://schemas.openxmlformats.org/officeDocument/2006/relationships/slide" Target="/ppt/slides/slide25.xml" Id="Re8819f5982894326" /><Relationship Type="http://schemas.openxmlformats.org/officeDocument/2006/relationships/slide" Target="/ppt/slides/slide26.xml" Id="R06fd939623ea49b8" /><Relationship Type="http://schemas.openxmlformats.org/officeDocument/2006/relationships/slide" Target="/ppt/slides/slide27.xml" Id="R921cf34d187b41a6" /><Relationship Type="http://schemas.openxmlformats.org/officeDocument/2006/relationships/slide" Target="/ppt/slides/slide28.xml" Id="R24795a13d3a748f6" /><Relationship Type="http://schemas.openxmlformats.org/officeDocument/2006/relationships/slide" Target="/ppt/slides/slide29.xml" Id="Rfa485c8c69794f2b" /><Relationship Type="http://schemas.openxmlformats.org/officeDocument/2006/relationships/slide" Target="/ppt/slides/slide30.xml" Id="Rde66893a111945af" /><Relationship Type="http://schemas.openxmlformats.org/officeDocument/2006/relationships/slide" Target="/ppt/slides/slide31.xml" Id="R509a9f14a6164a72" /><Relationship Type="http://schemas.openxmlformats.org/officeDocument/2006/relationships/slide" Target="/ppt/slides/slide32.xml" Id="R772f35affa9f4356" /><Relationship Type="http://schemas.openxmlformats.org/officeDocument/2006/relationships/slide" Target="/ppt/slides/slide33.xml" Id="R82e05f1b270f41d3" /><Relationship Type="http://schemas.openxmlformats.org/officeDocument/2006/relationships/slide" Target="/ppt/slides/slide34.xml" Id="Rab5e1f12cdef4b4d" /><Relationship Type="http://schemas.openxmlformats.org/officeDocument/2006/relationships/slide" Target="/ppt/slides/slide35.xml" Id="R0dcb27d95d684bea" /><Relationship Type="http://schemas.openxmlformats.org/officeDocument/2006/relationships/slide" Target="/ppt/slides/slide36.xml" Id="Rb1742bf7010b43f2" /><Relationship Type="http://schemas.openxmlformats.org/officeDocument/2006/relationships/slide" Target="/ppt/slides/slide37.xml" Id="Rec135bf7ad414f02" /><Relationship Type="http://schemas.openxmlformats.org/officeDocument/2006/relationships/slide" Target="/ppt/slides/slide38.xml" Id="R2df786df8de544bf" /><Relationship Type="http://schemas.openxmlformats.org/officeDocument/2006/relationships/slide" Target="/ppt/slides/slide39.xml" Id="R91d7adf1d780470c" /><Relationship Type="http://schemas.openxmlformats.org/officeDocument/2006/relationships/slide" Target="/ppt/slides/slide40.xml" Id="R9a3d2676713846d1" /><Relationship Type="http://schemas.openxmlformats.org/officeDocument/2006/relationships/slide" Target="/ppt/slides/slide41.xml" Id="Rda69fbb00b8741ac" /><Relationship Type="http://schemas.openxmlformats.org/officeDocument/2006/relationships/slide" Target="/ppt/slides/slide42.xml" Id="R34c407a12b5b4b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448c57a4e342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c9a8295ac341e2" /><Relationship Type="http://schemas.openxmlformats.org/officeDocument/2006/relationships/notesMaster" Target="/ppt/notesMasters/notesMaster1.xml" Id="R36efc4f05cb34e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ece6cb3b2c406f" /><Relationship Type="http://schemas.openxmlformats.org/officeDocument/2006/relationships/notesMaster" Target="/ppt/notesMasters/notesMaster1.xml" Id="R660e0435291644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a6980c3eec4ca2" /><Relationship Type="http://schemas.openxmlformats.org/officeDocument/2006/relationships/notesMaster" Target="/ppt/notesMasters/notesMaster1.xml" Id="R458ebb8699024c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00f61a2c634bbb" /><Relationship Type="http://schemas.openxmlformats.org/officeDocument/2006/relationships/notesMaster" Target="/ppt/notesMasters/notesMaster1.xml" Id="Rfe5654a817f841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a86da583294019" /><Relationship Type="http://schemas.openxmlformats.org/officeDocument/2006/relationships/notesMaster" Target="/ppt/notesMasters/notesMaster1.xml" Id="R7e54e9ea83a042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cc8d1669ad4bb2" /><Relationship Type="http://schemas.openxmlformats.org/officeDocument/2006/relationships/notesMaster" Target="/ppt/notesMasters/notesMaster1.xml" Id="Re14c66a38db042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d4a7e3ba7f4935" /><Relationship Type="http://schemas.openxmlformats.org/officeDocument/2006/relationships/notesMaster" Target="/ppt/notesMasters/notesMaster1.xml" Id="R3514ecca30c74d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ef91d9df9047ec" /><Relationship Type="http://schemas.openxmlformats.org/officeDocument/2006/relationships/notesMaster" Target="/ppt/notesMasters/notesMaster1.xml" Id="Rc9845064612a4b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6fc709e7fa4ca8" /><Relationship Type="http://schemas.openxmlformats.org/officeDocument/2006/relationships/notesMaster" Target="/ppt/notesMasters/notesMaster1.xml" Id="R0f2275e7584246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8adbe0bf7347c5" /><Relationship Type="http://schemas.openxmlformats.org/officeDocument/2006/relationships/notesMaster" Target="/ppt/notesMasters/notesMaster1.xml" Id="R153ad5979e8349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56caaa8593472f" /><Relationship Type="http://schemas.openxmlformats.org/officeDocument/2006/relationships/notesMaster" Target="/ppt/notesMasters/notesMaster1.xml" Id="R25e2c86d79e24f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ffe1d0a38145e4" /><Relationship Type="http://schemas.openxmlformats.org/officeDocument/2006/relationships/notesMaster" Target="/ppt/notesMasters/notesMaster1.xml" Id="Raf6501b2631e4c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3acdaa38cc4773" /><Relationship Type="http://schemas.openxmlformats.org/officeDocument/2006/relationships/notesMaster" Target="/ppt/notesMasters/notesMaster1.xml" Id="Rc5abefb49ac543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30c7996a33454b" /><Relationship Type="http://schemas.openxmlformats.org/officeDocument/2006/relationships/notesMaster" Target="/ppt/notesMasters/notesMaster1.xml" Id="R38c3aeb7408346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fc685a2dde4d76" /><Relationship Type="http://schemas.openxmlformats.org/officeDocument/2006/relationships/notesMaster" Target="/ppt/notesMasters/notesMaster1.xml" Id="Re983e86cc8a04d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68bec491c54481" /><Relationship Type="http://schemas.openxmlformats.org/officeDocument/2006/relationships/notesMaster" Target="/ppt/notesMasters/notesMaster1.xml" Id="Rb3475abd7d0c41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399c46daa34aa7" /><Relationship Type="http://schemas.openxmlformats.org/officeDocument/2006/relationships/notesMaster" Target="/ppt/notesMasters/notesMaster1.xml" Id="R8528a610297240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94fa884c4d444f" /><Relationship Type="http://schemas.openxmlformats.org/officeDocument/2006/relationships/notesMaster" Target="/ppt/notesMasters/notesMaster1.xml" Id="R7480ea5ac8bb45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486cfcc1cf4cc7" /><Relationship Type="http://schemas.openxmlformats.org/officeDocument/2006/relationships/notesMaster" Target="/ppt/notesMasters/notesMaster1.xml" Id="Re3f18ac44f51495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1cbf53b4edd4a80" /><Relationship Type="http://schemas.openxmlformats.org/officeDocument/2006/relationships/notesMaster" Target="/ppt/notesMasters/notesMaster1.xml" Id="R5de7f2baa30740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d85ec682474d72" /><Relationship Type="http://schemas.openxmlformats.org/officeDocument/2006/relationships/notesMaster" Target="/ppt/notesMasters/notesMaster1.xml" Id="Rb6ce5d906be14c0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4b9d03f05d47dd" /><Relationship Type="http://schemas.openxmlformats.org/officeDocument/2006/relationships/notesMaster" Target="/ppt/notesMasters/notesMaster1.xml" Id="Rb54c84f635d541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bccff548904ab5" /><Relationship Type="http://schemas.openxmlformats.org/officeDocument/2006/relationships/notesMaster" Target="/ppt/notesMasters/notesMaster1.xml" Id="Rb06ca4b4f05445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352e22be614452" /><Relationship Type="http://schemas.openxmlformats.org/officeDocument/2006/relationships/notesMaster" Target="/ppt/notesMasters/notesMaster1.xml" Id="Ra97c2cc0311d450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4ad6e32c42499c" /><Relationship Type="http://schemas.openxmlformats.org/officeDocument/2006/relationships/notesMaster" Target="/ppt/notesMasters/notesMaster1.xml" Id="Rcb49cf4af5bc43c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096c906b3c4bb3" /><Relationship Type="http://schemas.openxmlformats.org/officeDocument/2006/relationships/notesMaster" Target="/ppt/notesMasters/notesMaster1.xml" Id="R00300d9b2d8b44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68c24b5443e461f" /><Relationship Type="http://schemas.openxmlformats.org/officeDocument/2006/relationships/notesMaster" Target="/ppt/notesMasters/notesMaster1.xml" Id="Rfe99a258c09247c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c9de794defc4a69" /><Relationship Type="http://schemas.openxmlformats.org/officeDocument/2006/relationships/notesMaster" Target="/ppt/notesMasters/notesMaster1.xml" Id="Rd346920001994c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5c9479526604cc1" /><Relationship Type="http://schemas.openxmlformats.org/officeDocument/2006/relationships/notesMaster" Target="/ppt/notesMasters/notesMaster1.xml" Id="Raabfb58cf38a4b7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92846114c974645" /><Relationship Type="http://schemas.openxmlformats.org/officeDocument/2006/relationships/notesMaster" Target="/ppt/notesMasters/notesMaster1.xml" Id="R2981a69a51de4e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24fd8f2bef44454" /><Relationship Type="http://schemas.openxmlformats.org/officeDocument/2006/relationships/notesMaster" Target="/ppt/notesMasters/notesMaster1.xml" Id="R8b32a8e063074c9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6a4420cf95f4616" /><Relationship Type="http://schemas.openxmlformats.org/officeDocument/2006/relationships/notesMaster" Target="/ppt/notesMasters/notesMaster1.xml" Id="Rb6dd256c0280489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b137e30e68048bb" /><Relationship Type="http://schemas.openxmlformats.org/officeDocument/2006/relationships/notesMaster" Target="/ppt/notesMasters/notesMaster1.xml" Id="R412a65b952944ed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80f8874e113437e" /><Relationship Type="http://schemas.openxmlformats.org/officeDocument/2006/relationships/notesMaster" Target="/ppt/notesMasters/notesMaster1.xml" Id="Rf514d0f404f9469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efb4c01e00940de" /><Relationship Type="http://schemas.openxmlformats.org/officeDocument/2006/relationships/notesMaster" Target="/ppt/notesMasters/notesMaster1.xml" Id="R75a449247e9b46f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db977f688d543e0" /><Relationship Type="http://schemas.openxmlformats.org/officeDocument/2006/relationships/notesMaster" Target="/ppt/notesMasters/notesMaster1.xml" Id="R91155b2e02fd4c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9784e251292420c" /><Relationship Type="http://schemas.openxmlformats.org/officeDocument/2006/relationships/notesMaster" Target="/ppt/notesMasters/notesMaster1.xml" Id="R3e53d1d5b4414bb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97384632e054452" /><Relationship Type="http://schemas.openxmlformats.org/officeDocument/2006/relationships/notesMaster" Target="/ppt/notesMasters/notesMaster1.xml" Id="Rfae576f9c24643b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f10d922d0f247c6" /><Relationship Type="http://schemas.openxmlformats.org/officeDocument/2006/relationships/notesMaster" Target="/ppt/notesMasters/notesMaster1.xml" Id="Rb6fdf8fde08c439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b1d79c1bf844a07" /><Relationship Type="http://schemas.openxmlformats.org/officeDocument/2006/relationships/notesMaster" Target="/ppt/notesMasters/notesMaster1.xml" Id="Ra8e48627da3c49a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5befbe797c94729" /><Relationship Type="http://schemas.openxmlformats.org/officeDocument/2006/relationships/notesMaster" Target="/ppt/notesMasters/notesMaster1.xml" Id="Rd2b572669998444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9408014762b49e5" /><Relationship Type="http://schemas.openxmlformats.org/officeDocument/2006/relationships/notesMaster" Target="/ppt/notesMasters/notesMaster1.xml" Id="R25e06c8a980142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cf41e09ad47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474bb9c7224cfe" /><Relationship Type="http://schemas.openxmlformats.org/officeDocument/2006/relationships/slideLayout" Target="/ppt/slideLayouts/slideLayout1.xml" Id="R464275a8b21b4e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4275a8b21b4e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431be080849b2" /><Relationship Type="http://schemas.openxmlformats.org/officeDocument/2006/relationships/notesSlide" Target="/ppt/notesSlides/notesSlide1.xml" Id="R0fa23e221a2d4b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c6205a1c34630" /><Relationship Type="http://schemas.openxmlformats.org/officeDocument/2006/relationships/notesSlide" Target="/ppt/notesSlides/notesSlide2.xml" Id="Ra1a8f5d4b35f43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a98a92196449e" /><Relationship Type="http://schemas.openxmlformats.org/officeDocument/2006/relationships/notesSlide" Target="/ppt/notesSlides/notesSlide3.xml" Id="Re161e537c5164a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640884fae46ce" /><Relationship Type="http://schemas.openxmlformats.org/officeDocument/2006/relationships/notesSlide" Target="/ppt/notesSlides/notesSlide4.xml" Id="R646f57b11aa44d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ade864a464958" /><Relationship Type="http://schemas.openxmlformats.org/officeDocument/2006/relationships/notesSlide" Target="/ppt/notesSlides/notesSlide5.xml" Id="Rbd745025228e4d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b0111beed4dd7" /><Relationship Type="http://schemas.openxmlformats.org/officeDocument/2006/relationships/notesSlide" Target="/ppt/notesSlides/notesSlide6.xml" Id="Rd5218d1af5ae45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832865aae4b48" /><Relationship Type="http://schemas.openxmlformats.org/officeDocument/2006/relationships/notesSlide" Target="/ppt/notesSlides/notesSlide7.xml" Id="Rbd49a9be5f7d46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3b64ee0a24af3" /><Relationship Type="http://schemas.openxmlformats.org/officeDocument/2006/relationships/notesSlide" Target="/ppt/notesSlides/notesSlide8.xml" Id="R58d8cb313dbc4e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3261e10ae405b" /><Relationship Type="http://schemas.openxmlformats.org/officeDocument/2006/relationships/notesSlide" Target="/ppt/notesSlides/notesSlide9.xml" Id="Rcde9f47de0c84e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0266f5e544b2c" /><Relationship Type="http://schemas.openxmlformats.org/officeDocument/2006/relationships/notesSlide" Target="/ppt/notesSlides/notesSlide10.xml" Id="Rdd39401372934b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5b88482244edd" /><Relationship Type="http://schemas.openxmlformats.org/officeDocument/2006/relationships/notesSlide" Target="/ppt/notesSlides/notesSlide11.xml" Id="Ra0d66cbbae3e43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9ef1cea3048e8" /><Relationship Type="http://schemas.openxmlformats.org/officeDocument/2006/relationships/notesSlide" Target="/ppt/notesSlides/notesSlide12.xml" Id="R88dd31491ea04e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82cb0b6924afc" /><Relationship Type="http://schemas.openxmlformats.org/officeDocument/2006/relationships/notesSlide" Target="/ppt/notesSlides/notesSlide13.xml" Id="R97e0326f38ae44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0c11d21b8403e" /><Relationship Type="http://schemas.openxmlformats.org/officeDocument/2006/relationships/notesSlide" Target="/ppt/notesSlides/notesSlide14.xml" Id="R1f280b60e13841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30628c70c4f9b" /><Relationship Type="http://schemas.openxmlformats.org/officeDocument/2006/relationships/notesSlide" Target="/ppt/notesSlides/notesSlide15.xml" Id="R94e938cb04b448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30ad0480047aa" /><Relationship Type="http://schemas.openxmlformats.org/officeDocument/2006/relationships/notesSlide" Target="/ppt/notesSlides/notesSlide16.xml" Id="R0a0d8747b6444f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6f74e75d348c2" /><Relationship Type="http://schemas.openxmlformats.org/officeDocument/2006/relationships/notesSlide" Target="/ppt/notesSlides/notesSlide17.xml" Id="Rd66c3a2805e245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5e0a0b2f141e9" /><Relationship Type="http://schemas.openxmlformats.org/officeDocument/2006/relationships/notesSlide" Target="/ppt/notesSlides/notesSlide18.xml" Id="Rbc78a06812f14c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2010be6ec4f3e" /><Relationship Type="http://schemas.openxmlformats.org/officeDocument/2006/relationships/notesSlide" Target="/ppt/notesSlides/notesSlide19.xml" Id="Rb58221fd3c0340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109f282384517" /><Relationship Type="http://schemas.openxmlformats.org/officeDocument/2006/relationships/notesSlide" Target="/ppt/notesSlides/notesSlide20.xml" Id="Re7c21f844a6149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4e3d9c26d43f5" /><Relationship Type="http://schemas.openxmlformats.org/officeDocument/2006/relationships/notesSlide" Target="/ppt/notesSlides/notesSlide21.xml" Id="R119d56fe892145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899e08fa045fe" /><Relationship Type="http://schemas.openxmlformats.org/officeDocument/2006/relationships/notesSlide" Target="/ppt/notesSlides/notesSlide22.xml" Id="R8e9dca62f16741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bbc59b3ab4204" /><Relationship Type="http://schemas.openxmlformats.org/officeDocument/2006/relationships/notesSlide" Target="/ppt/notesSlides/notesSlide23.xml" Id="R9d10cb8ea4894e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f3f41eebe4879" /><Relationship Type="http://schemas.openxmlformats.org/officeDocument/2006/relationships/notesSlide" Target="/ppt/notesSlides/notesSlide24.xml" Id="R8edf8c188f564c2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20456748c4f71" /><Relationship Type="http://schemas.openxmlformats.org/officeDocument/2006/relationships/notesSlide" Target="/ppt/notesSlides/notesSlide25.xml" Id="Rc96e713e50774e0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259fcc4024b64" /><Relationship Type="http://schemas.openxmlformats.org/officeDocument/2006/relationships/notesSlide" Target="/ppt/notesSlides/notesSlide26.xml" Id="Rb6d9c72f608e439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f6e0124fc4ee8" /><Relationship Type="http://schemas.openxmlformats.org/officeDocument/2006/relationships/notesSlide" Target="/ppt/notesSlides/notesSlide27.xml" Id="Rb7416674dd7e4a8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447a58b914795" /><Relationship Type="http://schemas.openxmlformats.org/officeDocument/2006/relationships/notesSlide" Target="/ppt/notesSlides/notesSlide28.xml" Id="R4e9865438cc74a6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3824a56d648da" /><Relationship Type="http://schemas.openxmlformats.org/officeDocument/2006/relationships/notesSlide" Target="/ppt/notesSlides/notesSlide29.xml" Id="R7db3c6662e03411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0ae9f20b24967" /><Relationship Type="http://schemas.openxmlformats.org/officeDocument/2006/relationships/notesSlide" Target="/ppt/notesSlides/notesSlide30.xml" Id="Rcf0362f5f09848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8333360fb4f18" /><Relationship Type="http://schemas.openxmlformats.org/officeDocument/2006/relationships/notesSlide" Target="/ppt/notesSlides/notesSlide31.xml" Id="Rbed68ad758524bf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56c8d1c3a4532" /><Relationship Type="http://schemas.openxmlformats.org/officeDocument/2006/relationships/notesSlide" Target="/ppt/notesSlides/notesSlide32.xml" Id="R531a6ce6b130443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c41d33d974154" /><Relationship Type="http://schemas.openxmlformats.org/officeDocument/2006/relationships/notesSlide" Target="/ppt/notesSlides/notesSlide33.xml" Id="R0456cbdf7b68426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83053052d43b0" /><Relationship Type="http://schemas.openxmlformats.org/officeDocument/2006/relationships/notesSlide" Target="/ppt/notesSlides/notesSlide34.xml" Id="Recfc6095158d4c0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eeb6f32b045d7" /><Relationship Type="http://schemas.openxmlformats.org/officeDocument/2006/relationships/notesSlide" Target="/ppt/notesSlides/notesSlide35.xml" Id="R9942692461f946b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01f8dbd5b4d65" /><Relationship Type="http://schemas.openxmlformats.org/officeDocument/2006/relationships/notesSlide" Target="/ppt/notesSlides/notesSlide36.xml" Id="R91f762f5c2ed489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5e6512728477e" /><Relationship Type="http://schemas.openxmlformats.org/officeDocument/2006/relationships/notesSlide" Target="/ppt/notesSlides/notesSlide37.xml" Id="Rbf56dcbabd7646b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66eb67e90498f" /><Relationship Type="http://schemas.openxmlformats.org/officeDocument/2006/relationships/notesSlide" Target="/ppt/notesSlides/notesSlide38.xml" Id="Rf4d925092466471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e2371f56b4719" /><Relationship Type="http://schemas.openxmlformats.org/officeDocument/2006/relationships/notesSlide" Target="/ppt/notesSlides/notesSlide39.xml" Id="R85519993b9c3483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30119fd6e4628" /><Relationship Type="http://schemas.openxmlformats.org/officeDocument/2006/relationships/notesSlide" Target="/ppt/notesSlides/notesSlide40.xml" Id="Rbd6b3e2cf6264c6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25ff41a684e29" /><Relationship Type="http://schemas.openxmlformats.org/officeDocument/2006/relationships/notesSlide" Target="/ppt/notesSlides/notesSlide41.xml" Id="R02561c5b93ed4ee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397c4f7c64112" /><Relationship Type="http://schemas.openxmlformats.org/officeDocument/2006/relationships/notesSlide" Target="/ppt/notesSlides/notesSlide42.xml" Id="Rcd7240247d2e48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1D344-82D6-4F5C-9E09-5B1B21F0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8ED77-F66B-404E-ACB4-3870E1D3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 application in Biological Research Role of AI in genomics (flow chart). Role of AI in drug development (flow chart),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5D8A3-DA8B-495D-B90A-8DC7381E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Biotechnology and Biomimetics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1BEBT105/205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4613E-5FB1-483D-957A-6B2B5C7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92D99-27DD-43FA-9BB7-3D2D1456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42E34-53D5-45B8-8065-213DC1F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D28C2-AD8D-4AB2-840E-91D6D035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B6F0F-523B-4828-B692-41D7D6DA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B21F5-629B-4EFD-8364-8917A0A9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BD9D5-31DC-4E0F-B5D7-9A401B86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DD357-8FA8-452B-BFD5-AA34BBF8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6A71F-15E3-456D-8F93-26AB8304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92F38-3847-4299-A7CC-E170B9B6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755508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9FDA6-8406-47E8-8D43-60BD0D8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87F96-97B8-4631-9E8A-8D74D82A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B5697-02AF-480C-AB8E-BABBA329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FB0F6-302D-44D8-B49A-19D232C5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9C064-8E17-421D-92B5-7772C9A0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4971F-0FC5-49A2-89F2-99AAA1FB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8BB09-EA7C-4873-9799-0EF8C471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8C352-0514-4FB7-A8B5-4D3A7C02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C10F7-E6C3-484D-B3DE-05F43F26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83AEB-9C83-40D6-898F-6E247870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EB946-B6EE-4591-BC5D-067415DC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DEA6F-3467-464F-B59F-A071362C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3BE82-FB6B-4E5F-A4FE-D2C27FE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AD057-BBB5-41AE-9CB0-B87CB030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35C94-CB4F-417A-A673-EB5A75AD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65681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19DE2C-31FD-4DF3-AEA9-EEA77A6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38ABD-71B3-4A3D-B3A9-761368E7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AD7F2-40FE-4068-A3C8-8EB6D204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7EB4F-5FE4-4D35-B0F5-5CBC6114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5B4E2-0631-48B6-8AE3-9B42A4B5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2DAD3-2562-46D9-86FC-5BA7009D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36B29-A7A8-4E0C-BB7A-EBE93BD6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0F5F9-615C-4B90-A7EB-A5DBDB5F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A91E5-5C45-469C-BCF4-E7C0CED7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 application in Biological Research Role of AI in genom...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63575-FA2B-4A2A-B2A2-23AC7638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6F442-8CC8-41F0-AC59-493A5995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48A4F-3281-4664-A1BB-9CD05113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AI-assisted target (receptor) design and ligand (inhibito...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1D094-FB7E-4C91-BBD7-38471FE7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82BA9-0E1A-406B-AEAF-1BC6177A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9FECE-9B21-4EE0-B72E-ECF529B0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 in medical imaging and disease diagnosis (flow chart)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66CDB-A2CD-45E3-A006-68586804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04AB5-2E93-45D3-A045-E8A4B6BC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23B76-EE68-43EA-B3C1-1D64253E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 -driven personalized medicine and predictive healthcar...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248C7-632E-4984-826E-BB34D194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5DB8D-866F-40A4-AF32-FB0A198C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6D1EE-A43F-4AEF-BED5-6DC2B8F0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Role of AI in agriculture and crop improvement (flow char...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EB2AE-55D9-48C6-B546-8EEFB61D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87635-367D-4BBE-B10A-DC992813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DAFA1-ACD2-4168-93C5-2971C001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Role of AI in fermentation industry and bioprocess optimi...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60A2DA-7DB6-4BE3-B4B4-2E921397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D9DBCD-F31F-4195-A5C9-4B221347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634DA4-37B7-42E2-88C6-52AB35F1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Role of AI in Protein and enzyme engineering (flow chart)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2732F-73C1-4896-8C45-A41B9CE0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CD9A3A-5571-49D8-9798-0EE48D93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9EA21-57C0-40C4-A5DC-9CCB611B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Role of AI in biosensors and diagnostics (flow chart).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811F1C-D177-424A-84AC-630E4827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2AE53-EF4D-49A3-9C6A-4FB844D2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10050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E78BB-1351-4FEE-B3A0-DE5AC763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DE76C-15E9-4B81-B09C-B6D7A638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93A71-A593-4C47-AFEE-F5F57725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4707A-BCDC-4E39-A962-86705E4D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1781A-8DC0-4B77-959D-183279DF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D3D8D-0ABC-4BEF-A202-A091D149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AB382-5A8A-4FF6-A566-6DFD1265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DC539-7A3E-43B3-BB90-FB088CBE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 application in Biological Research Role of AI in genom...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B7F59-DAF5-4598-83E9-FAEC9F8C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A5396-0322-46A0-9130-34D42BB5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D9A07-BFF3-4A57-AC09-8B354889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AI-assisted target (receptor) design and ligand (inhibito...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375FB-4006-44E7-B24D-A32EEC53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18394-D1DF-4CF0-B33D-28016403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E027F-215E-4F35-86F3-7AD8FA91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 in medical imaging and disease diagnosis (flow chart)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AC3E2-8E8A-456D-8458-A91ECD11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C2DD7-1A71-44C8-94F5-96E97FC9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84F67-B30F-4D87-A888-E56D4FAB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 -driven personalized medicine and predictive healthcar...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C09CD-D5D1-4800-A7E5-D72C6A49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883BA-5EBA-4F14-8256-7D2BC11B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CE843-33EE-4016-A0F3-C6A036A3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Role of AI in agriculture and crop improvement (flow char...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34619-8AE4-4E90-B54E-7815F6F2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D97AD-3EE2-4226-8F8E-BAAEB777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105C7-9750-4663-96E9-6CDADA2A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Role of AI in fermentation industry and bioprocess optimi...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24906-15B8-45F8-A7F3-7DE99D2F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1FEE8-B91F-4C40-BCB4-F6C9D230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6322A1-4077-4D96-9FCD-957BBC8F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Role of AI in Protein and enzyme engineering (flow chart)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11BAA-36A5-4EF6-B96E-527F08ED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06091E-1C0C-4EAD-AED6-1A9B38C0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3A94FD-BE6E-4814-BB19-D31EC0E0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68767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2B096-C4E7-4E67-8E93-AAB725F0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194EF-905D-4BC8-BA26-40AC4EAB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47FDD-22BB-42BE-9971-A5F2A30F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AE5B7-E35C-4AEC-9236-59A8E8DB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E3A29-B3C8-4B11-81B9-C3063F2E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Biological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D189D-B272-4822-9BD1-8C674817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220AC-EF41-4D5B-A913-A1DB981C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D9888-9201-4171-8A75-5EB8D573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genomics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D0AFB-EF62-43DB-B343-D3A1B6E6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BB607-F13F-4E22-883D-98447CBE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FB39A-6946-4C92-A835-07DF2DCF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drug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98DA1-3890-40F8-A594-B359C08C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development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3EBF9-1223-45A7-BD6C-7F36FF6C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AI-assisted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7296C-D1FA-410E-ABFD-48076A21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7886E-031A-4943-8F89-7C4E75FE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5EA96-931B-4317-8DDC-477A7939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594113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30A4E-DE82-4958-AB53-F5C00540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21402-9AAD-44AE-8D42-68AFCD99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82FC8-B4D2-4CE4-9C34-545FCAE4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C3C9C-FA37-4FEB-B52D-27B32AE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5B675-085A-4DFC-8E55-519D36C1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 application in Biological Research Role of AI in genomics (flow chart). Role of AI in drug development (flow...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10C3B-AB96-4C06-B9E6-31306E18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 application in Biological Research Rol...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0DBDC-A13F-4A55-AE72-214B129E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706EB-9918-43A9-817B-DD3F780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5A152-F232-4D9E-BA62-85028EB4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D27D8-38DC-4974-8BE5-BB3E6F4F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5E3B1-C469-4BC4-ADB7-3964278B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8BC8F-8EED-41E8-9886-568A008B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7557A-84CC-4C73-A4CC-C71F70A1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2AFCE-BEA8-4B0F-80C0-38EDBA98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AC346-17C8-43CC-95CC-27C9CA8E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A3DE9-D083-466D-8AD3-056B9614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089092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112DE-56E0-46A5-ACAF-B58C71C1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28880-D4C9-43A4-B9B9-B4DC603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41B22-CC00-4E33-89F0-B482F84C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91B55-EE39-4B4A-8684-085E788A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8524B-3900-489A-9560-1C292CA9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0CBC2-C076-4211-8F12-E364EE56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31ED1-3A27-4259-9904-30D45EAD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FBF33-015B-42FE-AF43-3E39F084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DEC34-C494-414E-9F39-7BB747F9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AI application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17EDC-DBDC-4716-A26A-7CBB1C65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58D51-327B-4EB5-BF74-583CE50A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8B54B-B1A0-4DD2-97FE-BDA99FAE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AI applicat...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5F1AC-289B-4313-8E87-0353F01E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75593-C886-46F0-9B21-9258EC8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16C2E-E051-4D44-9537-86CB31A9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AI appli...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6A7E9-AA1D-41C0-AE17-5A6D3488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C9137-6CA2-4DB8-B88E-EA375E29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AF15B-110B-4457-A950-44AD71B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AI application 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4EB7B-C175-4515-9C7A-89C9D963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CF922-629D-457D-9B3F-89DCED7D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4A3DA-D95A-4BC3-B8FE-C20E7D03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AI application...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282EA-7ED2-402C-8026-D6D63B2C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705DD-8C2D-4C53-9387-9990C90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26170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18D62-618C-49A2-896D-3CD39F26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E1B33-A8B0-4077-B625-A8C53C0D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C7C26-C6B1-40B0-B880-2EA6496E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9B92B-6D55-47CE-85B0-46129C97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67AC2-26BF-4012-9ACC-75AAF33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28677-E17F-4A27-A466-9FB7CFB3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17F3D-F055-4CCB-AB5D-53A32872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41829-CA4D-4126-B18F-B1A4F8D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90E71-2D56-4756-905D-847A62B3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511B4-AD53-40E5-AFD1-9328EC02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F23A8-BF49-4398-883B-8D2F19BB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7F094-39DE-4D7F-9970-751F5439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20C87-B607-4060-9B24-571988C6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4FE72-7B7D-416C-B96D-D0AB6A2A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C0D63-0AA5-4409-83C7-159B43D9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56252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000E0-BCD8-4E4E-8741-20435D6B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40716-C4A5-47B3-B02C-3C99CF90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8A8A6-4196-4646-9383-0CBAAD6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8DCD1-D4F6-4DD1-9451-46175B2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F6629-4B79-47D2-A18F-3FCA7DD4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B6FA2-983C-4B0A-9B97-63A2C207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 application in Biological Research Role of AI in genom...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D3333-3E7D-4ECB-876C-C7B1B062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0A9CA-43A7-4A41-A5BC-ECAE90F1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4C626-9B91-407E-8EA1-52FEFDE0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AFE88-F24E-4E72-9ED5-022EE989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2F80D-467B-4C8F-8824-97477450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070606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58CF7-7568-4901-8CA3-25A975E4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BBBA9-763E-4D80-8FA4-2B9E3D14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7EFE0-A573-4518-B2D3-B133EA5E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F4335-7533-408A-96CF-C9A075E5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17E8C-03AC-4671-9A05-DE82FC6E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AI-assisted target (receptor) design and ligand (inhibitor) design (flow chart)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58E93-2F65-4833-98C7-305A15A7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AI-assisted target (receptor) design and...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78211-056D-46CF-919B-6B1AE08C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A04E7-D3CA-4EEC-A727-6851C4CB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2993F-84BF-4168-B14E-0CDF1041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1DBAC-930B-426A-9007-ECA5C26B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FF7F1-C486-4048-BFF0-30566C43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8C4BC-81B5-417C-BD90-6BE7F020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708FC-14FF-4287-8075-375E90EA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401B4-9AE9-4F59-A0C0-C2538EE6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257F2-EC1B-4927-8932-5DC200C5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7704C-A6CA-4E2D-B125-4F25D110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749051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F392A-04D2-4684-A7A7-AA65BC23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BBD9A-7A4B-4982-B414-F5BD8787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2D488-F347-4D7F-9851-2B01AC19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3DE75-8944-4D5D-9BF3-72B2525D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9DB4F-4321-48A6-9392-A5088538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779A4-8905-4D30-8FEE-281BA2F0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AE32D-7275-4352-8691-2E709529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E190E-A1E6-496F-9C21-3E13F8F9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3DCA0-A1CE-4349-91FB-7D7C1F35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AI-assisted target...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F8288-66CE-4D3A-89B4-C938CAFE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1AD6F-F171-4CCA-BB3F-5C5B35C9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939F8-82C7-4CF0-836F-78F89B67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AI-assisted...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F5B21-A9A3-429F-A3D8-B90756B0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C40F9-794A-4134-9CBD-17D9F793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23622-7ABF-4972-8FAC-86D5C225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AI-assis...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AD74F-648B-482B-AA60-3007F2F9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22131-76CD-4C20-9F3D-4639265E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40958-14A0-41B5-B506-FC24AFB1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AI-assisted targ...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23B6A-8CF7-49B9-B797-01D0383C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C9A68-54CC-424E-AFFC-4031C0F8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266D4-445D-4E10-AA97-0C9E4F94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AI-assisted 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6EAF0F-AE49-4456-B2D0-FD0851C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3836C-797D-4615-B36C-8F8EB292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089691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F8A02-706D-4FAC-A408-70E7F9E6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33898-5161-4502-99B2-3F7E9808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94C54-1D7A-48D1-9482-14D54963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2C436-D1AA-4A26-AD98-ECD3C6A0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FAE80-F92E-45E5-BD51-1E0D2688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0B290-A86B-40D6-AC29-1C547401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F4282-85B5-4F1C-A2EF-9EE8A7C4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E873D-7943-4110-A59C-C33B83E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413D4-791E-4148-9C8C-0C11F3E9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AC3A5-681D-482A-9DEF-B563B17E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E5E09-E400-4223-AEBA-A185BA9E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850DD-25AF-41B9-B7E0-6B5DE564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43854-2FAC-404C-B025-BC45B71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0F94E-53CB-4C04-9732-A9968A23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83928-EA7C-42CE-A58C-508F3005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331878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DDF59-8DDD-4B4F-B352-5504147F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C063A-6C8C-4A6A-B99E-09314D56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89FD3-F5FD-4B0B-A723-B2B11FED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3F05D-D3A9-4FA1-B171-A5008AA2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1E96D-2DFB-4C78-AA94-0BB1C821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3C176-1416-4C02-B074-BC8A7141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AI-assisted target (receptor) design and ligand (inhibito...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60B03-39F6-4F81-9064-772B578C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3EEB6-A415-447B-BE8B-93FAEA5E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FA9A5-49C9-46CE-84D4-46EF0ED2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9A7F6-A8D3-4415-8619-AAAD70B2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81BCB-E79F-43A5-B009-0BD37819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274892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96BE5-3F7F-40BF-8B26-B2C19BA9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0D4C4-F5F6-4549-8098-EADF346C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33B03-1EB0-4363-9796-FD0980C2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3CE10-ECF5-44E4-889B-502772D9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56DDB-2809-4D83-8816-310DFADC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 in medical imaging and disease diagnosis (flow chart)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A930A-B477-442E-91AE-DFB46D24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 in medical imaging and disease diagnos...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48A27-C806-4366-93BB-4B8C890C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7088F-7B19-4655-A5B4-7536AAC1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4A6C5-8D09-4A78-BA3B-58E85F53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5C714-3854-4FAA-8E11-F46C60E1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95B26-FE4C-43A7-BCF4-3B272443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99DE8-BDFB-4306-AFE9-0692E4D2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F1762-E4BB-4257-832C-911E2C9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61C46-1528-4023-8E77-E1CB2294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74F8E-EBEC-4BF0-885E-55175DC6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AF66D-8643-4509-BD4A-23CCB628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7837149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F9EF3-8587-4E4E-A80C-87DC302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862FC-D709-42F2-99B1-980A398E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1AAF4-F444-4206-ADC6-5217C6D8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AA6B5-AEE7-4697-AF8F-0EAD2DAD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C2207-6948-4176-AC96-2AF87EE4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03C1A-7847-4C5C-ABFE-3980530F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6ABE6-AE85-472A-A06C-D63698F5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6E23E-9DB5-4157-B6FE-C10408E4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3A4C5-F4C3-48CE-9332-D918BC9B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AI in medical imag...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2EED3-075E-4786-8694-66B819FE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64D6D-1C6F-4007-ABED-D76BD62E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DEF59-1082-40E9-9753-DB2112AD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AI in medic...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F99E6-272B-4DE5-9701-59B33469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76060-ACCF-4311-894E-1E5F98BB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F4CCC-0AE8-45A4-8885-E5D5282A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AI in me...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46EB6-707C-42BE-887F-EBE241A6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B6EDD-D77D-4559-84DE-5443215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70C40-C52C-4686-B5C3-0144B119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AI in medical im...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D240A-B621-4023-98BB-B981A262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39FFB-A339-4B50-80F4-5DAD3B4E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35D26-66A7-4090-B8AD-B4902FE1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AI in medical...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38536-4BFA-4F09-8E42-55315FCA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16495-9F02-4D0F-95B4-9C18D6E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745170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DD701-EF91-4C09-A401-83C93E3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A5869-DE65-43D1-B28F-38200A05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23EBE-6FF8-4B68-8CC3-BD3D09C5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1FFE0-B0D3-4626-816B-C040293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E3AA2-237B-45BF-AC92-F6C6380C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30A4C-B8C6-4220-B019-D2FC8867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06623-81B7-4BF8-B614-7854DAB3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B52DB-B8CC-4885-B726-BF22F361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95F90-47C5-4DE3-9EA6-EC459F5B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2838E-E9A5-425D-9308-C340EEF7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E12A3-390B-460D-AA14-B419772A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C5510-8A85-419D-857B-D5D7DC3C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505F7-AC7C-4DC1-99AC-55D99498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2BBCE-7F3C-48FA-8041-D0A31C57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B81CE-5F9A-4331-A0BB-86C9E457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243649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B8350-2E06-4E73-92E4-287F3F5C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F8B50-10CA-4F38-B894-389358F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1F979-6782-44D7-A075-F7BD69AD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EF569-117A-4F19-B8FA-C3F81165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C1438-7BC5-4ACF-B1E3-9A1384E0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ABD46-F3AD-411F-BFA4-82A303DE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 in medical imaging and disease diagnosis (flow chart)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D7093-6D30-4CE7-B85C-F2A1F241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AF9B1-3A0A-4234-BEB3-C8F4C460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9382D-3106-4478-8CCF-842A91D9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7FAFC-6D91-4374-8269-B96FA3BE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4AC91-83BE-4055-9E78-582B86DB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2689063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78300-F8BA-4637-B212-C470F52E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38FFC-510A-4F2B-8E17-FBAE5A79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DD93E-3137-422B-9634-25ECEAA3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06F14-6DF0-4814-AFFE-85C3C026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C5E3B-A8E6-498B-B82B-2EBE9AAE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 -driven personalized medicine and predictive healthcare (flow chart)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9AAE6-8A03-45AB-9B2A-426965E5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 -driven personalized medicine and pred...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82C70-DC90-4BFD-B0B7-9418B698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46CC7-D6CD-48E3-A6CD-1E7A4F5B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7B13A-98D9-464F-94AB-8F62BE54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DF646-036B-4619-951E-9B9B7AC3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7C7F4-EF3C-4017-8CF0-5064258C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9C054-5492-4CB7-928D-BAB27AFD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E4E4E-8391-4788-8BF4-B39C3D2F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376F2-36C9-4CB3-9D96-2BEAAFD1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3FAC9-69D7-4951-A466-F4FF91FF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D81DC-3590-4F7C-82DF-27360B0F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446757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1A2A9F-A7EB-4725-96F5-BAFD9A61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ECD6B-6606-4776-9B2D-72F48633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EE1C3-E358-4619-B9BA-EE076942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4E190-526D-4F78-AB0A-4FBB6323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AEC16-F4D0-4D52-B0F3-0CE34AA0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3E6E6-9E64-49FC-98B5-2CEA7ECA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2574C-6945-490E-92A5-F41D4896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2565C-40F8-4FA6-913D-EC2783E0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C377A-6DF3-4CBE-9C6E-C11BDD17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AI -driven persona...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9DE3B-A346-41AD-B7FA-B33DBDA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2CEC5-4B5E-4A1B-9213-7ADD9ED1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E3751-9493-4BF1-BB49-6E8F6BC2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AI -driven...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1A3C1-6294-4F3E-92F2-D0C60919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F92E0-1664-4E71-A4C7-0315F0E8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C0266-27E3-485F-86D3-BC2EE0F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AI -driv...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C2985-41C3-4AA8-828F-902C51C2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88482-3C56-4747-B37F-6251E13F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E88C3-368C-4CB8-9950-90C98DC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AI -driven perso...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90FA2-28A3-4C7C-9129-F2F696DF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09671-51D2-402B-9C9C-C20D18D6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C898F-5101-431D-AC9A-0861F570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AI -driven per...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9FD9D-845C-4F3A-B7EE-176E77C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EC6B6D-2C08-4F18-8DBE-74FE3E7A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0678209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00512-A8B3-4777-9319-D6BADD0E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5DF3B-B6DA-4EF8-A90D-61AE5C73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4F4F0-C84C-4A93-A6DD-4A91FF45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E2E23-3DE7-4F70-9986-E4A14099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4D7CA-F737-4B96-9F64-F8346357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0E572-5EA0-479E-AA2F-F6D6582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D42E8-8498-4B5E-85CC-DA3304C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36647-5DB6-47B7-8596-46CD54D0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7F4F5-73D0-41DC-ADB2-D660BFBE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D977D-C4E7-4E9D-BE3A-1B09F106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18FCF-AF6F-4B7E-986B-6BF9032C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6BA7F-D17D-4753-9E10-FD7B6F43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829AF-0608-4685-8AF8-FDB8C5C2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DA894-EC4A-45D0-AF1F-9688EA9B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2B3F4-1DEC-48B2-975D-F4F4D18C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0928459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F26FD-E771-4E1C-A1CF-70D675B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ED21D-381C-4C95-A5F4-572971CD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D403E-FD95-46B6-BBFC-C239F1DA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E3294-3937-4907-A9F1-29892841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AA8A0-5851-4D65-9B84-7CAF9691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AC1CE-6DBD-4F5D-9D86-CAAF2267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 -driven personalized medicine and predictive healthcar...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22701-7131-4E8D-A004-2A5EA145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00049-689F-4569-AFB9-3EF38622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8542A-1E85-470C-99D2-E395DA22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0D1B3-31CC-438F-B4A6-F0DBF87D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4C663-C698-4DF5-817F-F818BD0F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0083140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0BDB6-E727-4568-BB87-A2632AE9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B046D-DC3A-49BF-840D-E7DB4C55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C8C0B-2451-4022-88C5-001AB263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8AA41-5CB1-4A65-9B35-915F0C1C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EFB54-357B-4834-BC67-E9B78669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Role of AI in agriculture and crop improvement (flow chart)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91E48-0843-49F5-A588-B2024662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 of AI in agriculture and crop improv...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F0DF0-5585-48B5-91C5-DBB95E08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B6E75-5DE6-4598-8F00-DDB3FA12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82A9B-76A4-408F-AD9A-E0F210DD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1ADFA-9AC2-4CC3-8E85-621695A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004C5-8C4A-4FB0-ACF3-B0D84618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649EF-541B-408D-A0F6-995D276D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CAE07-09EF-43FD-8A2B-01A5EA7E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C730C-F4C0-482F-B2AF-A86DA50F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2C5D2-5421-48CE-A4E7-FD1C54EA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F5B28-38A8-4F03-9B19-A113AE45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538008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1EA3B5-55B2-4A79-80B9-BEE0734C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ABFE4-5F33-4180-A0D5-917DFB29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D446C-5B57-47A1-8BFC-0D231A89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48581-F8B7-4424-A68D-5AF4038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719C4-D5E9-41B0-A370-00385ADF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75E84-0B66-4D40-BB1F-2A08746C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91102-6C5A-416B-91F2-CA7EB861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8F9D5-383C-44F5-AE88-D296C807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1BCFC-A4FA-40D4-9E6C-1B3C26F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Role of AI in agri...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4741F-14FC-455E-82C6-F15B266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6C114-4941-4023-919D-CA597705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4FE72-DA2F-453C-AD94-5830636B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Role of AI...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329E4-55E2-4520-8231-3D21771F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9435C-3299-4F50-B31F-F54F92DA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EDF65-6046-4C7A-B152-03765158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Role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F33E2-F26E-4F43-AF01-5F91A008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08A5E-A0F3-4A29-A2E5-E403BEA7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17C27-17C2-4359-BD7D-59267816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Role of AI in ag...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0C267-6947-4824-8AD7-F94F59B5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64D25-26FF-4282-9A82-E1AADA83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9CE91-0F02-4904-80FF-45751A74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Role of AI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ED164-9481-4D29-A6F1-D56EF1D0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F05EE-8B59-46FF-B028-30224EB5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894958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C3783-A96F-48BE-A2FA-2B9ECF7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8624A-517E-442E-B7A1-084257AE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AF439-7CBC-4E27-ABA3-860ECBD1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8F34E-63C0-4987-8A47-F30BB7CC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F0A90-EB98-4AA8-BBA2-96367F1F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43C40-640E-4D70-BE57-9EF8C7FC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BAD75-D7E7-4BA7-B38E-5CE4DF21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1CA57-D7E6-468F-8F72-E6753B0D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0B7F8-2ED6-4B32-B31E-6184F247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18463-8CD9-41D4-B396-71C390B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F1F84-F9A1-454B-B87F-BEFE8894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521E5-CA96-46FE-A6FC-D1854BAA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F436F-0A13-48DA-894B-B6AAE3A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E8FEA-6F91-4FD5-BB95-1250EDA6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0DF44-A09C-4368-9B18-7549AFDC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093141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987EA-C2FE-4717-A05E-46E472A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F453A-4227-43C8-9B9E-A01F1155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75C96-A883-4A6D-B6C0-8FEC3041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3D292-25B0-4AF0-87B1-A1C5DA5C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5FA14-4FF5-47F7-94B4-15790066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1D6A6-8D60-46B9-9486-3E21BE00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Role of AI in agriculture and crop improvement (flow char...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5078B-693D-4698-825D-5E1BE736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25B50-425D-49E1-97F0-841F8E35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AE4CB-6434-42B2-809F-A9D512AE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8F8AA-CCF0-49E5-96F8-2BFA6A07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AD59C-FB60-497C-909E-6E3F0AF3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1377265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CB663-0ED7-43BE-920D-8EE504FA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71880-D160-4E58-A634-ACF3164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43CC1-A626-43B6-919C-C4F31208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990BD-BB2B-4248-B66D-813C7D12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1A020-9D65-466D-AB5D-55E5A5D2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Role of AI in fermentation industry and bioprocess optimization (flow chart)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D2BE8-D926-4E19-B82A-626AFC34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 of AI in fermentation industry and b...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4AF92-09F9-48EC-869B-7B5FBDF9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B84A0-1252-4509-B79F-EBEB50BB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9AEEF-D9D3-42E2-964D-BB2900B0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2D961-E593-420A-9A91-EC13A5CE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18D42-4306-4331-BE22-E4982AFE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E680B-A79C-4411-BA12-339D75D2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56FC2-A4AE-431F-85A8-B0E53DFF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1F62E-C838-4154-9994-E26DA1A8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0488D-1FA4-4F51-BF1D-F5C7AAD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67FF6-9B72-4D6A-8B2F-B754E2E1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5642449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E4AAB-815B-4BB7-8CA8-25524240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FCCFF-4373-428D-80F6-4648B003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37E30-229E-47A8-AD1D-712FDF7A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80B0B-6BC2-44B7-BE28-4F4C1705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604A5-70BE-449A-AC8E-3375401A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13FF1-28ED-4BC8-860D-9B230BB4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BAAE3-400B-4B5C-9576-5877A839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61539-E730-4D43-8354-547C0005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F83C0-D010-4E03-AFC2-EF799373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Role of AI in ferm...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389F0-196A-4D65-B82B-4891F36B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F582A-BE0A-493D-A5ED-A36F9FB6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61ADA-BF74-415E-A3F0-9BB22596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Role of AI...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CD380-9B2B-4A7C-9F8E-4487AC79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78061-FFB7-4973-9DB5-EAA33961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E5692-11CD-4A98-A789-2741EDA8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Role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EDE2A-7A6D-47E4-B775-99D45D86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1AB82-1D6A-48AA-AC14-CF9C2860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638AD-7F77-4933-B5F7-468BCA9B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Role of AI in fe...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DF2D9-1975-46CC-ABEC-676857DE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84B67-EBB1-405B-855C-935FA176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93246-D9E7-43A8-8CB0-E8F0AC3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Role of AI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DF70B-7105-4C42-9B7B-816AD0E5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86322-ECDE-4BDA-8972-BD2C800C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6834918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4C97F-F23A-4F68-ACB1-EA890161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5238D-52BD-4E63-9E3C-6D7C29E1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3F681-1B6B-4F56-836C-99722A34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1C3EA-058A-430A-B5E8-8106E60A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2ACEC-5BF7-45C9-801D-2175674F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F922F-B684-4F7B-B88E-E078E37B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30859-AA6D-4CF0-A77B-AC6DB525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B81D5-38A7-4094-BE3E-C356E6CC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AEFF9-F746-4E55-BC05-B3DE04AE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2366E-41A2-4718-B71D-A1E16A91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414D1-C3A0-4646-8D3E-5F198E93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A3CC1-52A0-49CA-A9C9-1FE44ABB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5D3BC-6FCC-4A31-A446-B9A7F99B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9686E-46DA-452A-8A88-5B88261E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DE64F-0BD9-499F-B85B-766AD1B2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705820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A8DBF-430B-4473-9733-03710C04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8C484-AE58-4AD2-8F23-D3555DD9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BCC2F-E47B-4361-9101-39143EB3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54023-5FF5-4FDD-AE6E-5765404F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41C2E-DBA4-44E5-BD09-57B73E26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3E716-046D-45CC-B665-7CB3348C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Role of AI in fermentation industry and bioprocess optimi...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EF4EF-1FA1-4F6A-97E0-4EBFDD9E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14F03-E37E-4448-86BF-FE6468D6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066CB-15FA-43B8-94B2-367EF68B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62BD5-BC72-42B4-9F1A-18666C8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E4598-94D7-424D-B815-FD70A448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969973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27A4E-A106-43F7-B7DD-A6D1339E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E31AC-048C-4DA5-9AAC-6FE61F5A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93150-6EB2-43A9-81CA-43E6D37F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795B4-F8A3-4421-BB8C-7F2FDB1A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B94B1-EB02-4CB0-9B30-79791D35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Role of AI in Protein and enzyme engineering (flow chart)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6F8ED-336C-4DB6-966E-BE7E99EE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 of AI in Protein and enzyme engineer...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9F7CE-FDD6-4C8D-92B4-3A501641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82E4E-749A-46D1-93BF-682E1941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A8D85-6AF1-445D-B2ED-BE7C7846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7BF0E-3C61-4BDE-9F48-A37E8717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FD4F9-EB41-48EB-8995-82E847E7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50EA8-DC17-4B05-AFBE-1D947B4F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83011-AB93-4A5C-AD6E-4C7792DD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90CDE-C60C-4C75-8A93-1692FB89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7A3A1-4179-416C-8DCC-56545295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5636D-0BBE-4C62-89BE-67E31EB2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606095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7C39E-F6AD-4301-BE93-C8E1ED8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B3904-4AEF-4148-9A01-8A5618FB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12015-7C28-4999-8797-31FABC59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3DDB5-0DCD-482F-837C-C5F0D871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74502-86DA-43B2-BF61-615ED00B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1A603-065A-4D50-AEC1-9FAF106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B0B6B-D6B9-4CDD-8ECF-6C761857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25C12-63F7-49DA-A850-00E84397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46426-26B7-4E86-BFCE-1A2490EB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Role of AI in Prot...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206F9-0CF4-4072-9CAD-1644A783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0D05B-CFBC-467E-A249-566BE73C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5D039-5EDD-48DA-828A-3BE2F3B0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Role of AI...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11CAC-3285-49F0-883A-168056CC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9AE39-F5AB-41DF-A07D-C329E01A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30C19-F83B-4E5D-9E2D-582EB226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Role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5FF0D-8D68-45C5-A014-13ABD349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BECFB-4023-4E8C-933A-D039D2ED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C5DD6-E96A-441A-95D5-468470CB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Role of AI in 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104DB-DC9F-4441-94CE-1B8C022F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3D98C-FCB8-4FA8-9D90-4A43DE16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46AF29-5667-4F62-BFAD-7A6CBF49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Role of AI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83340-4E87-4137-8263-BE62D3C7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D4DA3-B2DF-4813-B857-CE5C7805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8685739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5D108-CBBB-4336-9FF8-E471B4E5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8C1AD-E603-49F5-9B6C-DD57E5CE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74E8C-A69B-4838-914A-5FEB70E3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62666-DB37-4DB4-80BA-A1666598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54B6B-5B7B-45EB-BBFA-C88886DD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3F064-8FA1-4A11-9049-4D329F18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DC46D-7279-4174-8562-1E62408D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28A89-5F21-410D-8F05-7769E4F4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FA9C8-DABC-4AD1-80DD-4F5FC770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65486-DDE8-439E-A987-15E56C6A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3C385-08C4-4A3C-AD80-F7C1208E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04323-44A3-4AD5-9004-A2628EB9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CFF09-6433-4DB3-8186-3963AC0F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2C7B5-158B-425E-A6A6-93A8281A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BB4DD-6DF3-462C-A4D6-F5554B13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213520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07AF3-921E-4DCB-BB86-B2F3DC48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45953-E1FA-473A-BF90-CD06B3ED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5588B-2C3C-42C1-8F50-D100C97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E155A-656C-43B3-99D4-FDC9918D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4A5B5-DABA-4EC8-83D0-9E405071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D52ED-79E4-40EF-AAF1-9EA38EA4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Role of AI in Protein and enzyme engineering (flow chart)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87B96-FA64-4CE5-97D0-44C651A4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9E5D3-1682-4BB5-8E39-3D3A1230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0D0F6-0F8C-4E4D-BE6A-5A321EA6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09346-990B-47B4-A99F-1452F77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ED40D-F826-490C-9257-57B61191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5821026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2BE27-2257-4FED-B905-91B19A35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85F45-96C7-4243-B1BE-78208BDC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D6A02-0FFA-48F1-8ACA-65CC24B9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EF857-E645-41E5-9008-622F2D22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43F62-5C9F-42EB-95B8-4E787E44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Role of AI in biosensors and diagnostics (flow chart).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1ADA3-528F-4C44-BDAF-1CECF719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 of AI in biosensors and diagnostics...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4050D-EEAD-453D-9427-253E0D79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5D695-0D6D-4098-82F6-A5954BEE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FAB96-66BC-4E5D-92BE-3F42059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23FBF-25C5-43FB-BCD9-C29B6B15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4FECC-190F-40EC-BD39-4B03A40A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77D24-B848-4A1D-BFA4-5CAAFA7B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16F01-108C-4243-A194-EC6DDB6B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E8459-7A83-4EC8-979E-E618084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6E2A3-3CCF-4C1B-8885-1F6B523E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F2703-8618-421F-A967-96C263F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09935225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63482-0FD0-445E-971A-41FDBA12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779F5-29DD-4E74-BC0B-AFA3241D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D85AE-C19F-42C8-A536-18187FF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4C6B1-93C2-425E-A427-D97B166F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EAA6A-F4DC-4754-A37E-A32E2C9E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69A3D-0DFA-49F5-A78C-AB7D35E5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56158-5566-486C-9217-3B8EEACE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A87A4-92B3-4A54-9DAB-3313F52B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8640B-E9B1-4BDE-BB33-CF0CCD0E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Role of AI in bios...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7EA9A-98D5-47B8-9FFF-7F1663EB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55B3B-BCFF-4A39-8F2D-7D96AF9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CE245-9EE5-49BA-B41B-4C539BAD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Role of AI...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360FE-5F1C-4161-A1C4-DBC58A51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41CA5-AC72-4066-A7B6-CDC50467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E8230-E140-4FCE-8732-659A361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Role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B22F1-27A9-4654-8ECA-85BB1A46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643C2-6164-4716-A965-761B9FE6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F2FB2-6E9A-473C-8047-D7306F93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Role of AI in bi...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47F82-22B4-4EB8-9978-39C46238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26AAF-82CD-452C-9958-04FBAB71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77C7C-C4F4-47E3-8173-0BF4A40E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Role of AI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E672B-A5F6-4245-8425-DC841D78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C628E-109A-45E3-92D5-DDF6AB78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8096380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AE565-7432-4820-9D60-CCDFD84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1135E-1C4B-42B8-99DD-F94FF561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081F1-371E-4BDA-90A7-9045E00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B2DB7-3DF2-42D7-A604-D559627A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13548-CEEA-44C0-8B77-F48BE103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8749B-E009-4249-8D73-540D9CA4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5B553-BD9F-415A-A116-1BADF05A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52E11-955D-49BF-BFB7-4D4DB306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B23DA-7D37-4AB3-9BFD-B9CC6F1E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F4014-63BA-4096-A2C6-09B48708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B0A69-9593-4BBA-9D1F-C874B16B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ED73F-88CC-44E7-8D06-8A347A5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D6176-B0CC-4604-B357-D3CEA187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422FC-C678-462A-A44F-32BC962B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F84BC-2B5C-48CB-8B41-1F2E36F7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0141053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C359C-3EF5-4765-8489-AED04828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A04FE-7E32-4D4C-8F0E-47756B30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7DACB-1DA1-472E-8286-F712D0E0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E3F9D-82F4-4138-A0D4-AC38FD49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457E9-A4A6-41E0-B8D3-731321EC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B3E39-4790-40DA-A5E3-F46FE242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Role of AI in biosensors and diagnostics (flow chart).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264D9-D75F-440C-AEB1-13C004F8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22922-F1D0-4B41-B980-940E348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3A11E-E359-4CE9-BE98-71DE1628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03978-0743-45BF-B777-29C20ED9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2958D-EB7E-407F-B2F3-0C818104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429630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AF756-937B-4D85-9D53-F44219AC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6B2EB-2A36-4039-B530-701D40F3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1A00F-064C-447D-B46B-CDB275B8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21ED2-09FD-4D7D-B4D4-92237CE6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D00C0-F19C-47DA-B543-0D60852D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E1205-65AA-4B68-BA3C-4C942B5F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55736809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E88A6-CB6E-4956-A12F-939D68D2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3F723-8DCE-4341-BC32-3411B946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66756-3EB5-4ED9-86DE-F007864D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7205A-E0FD-4915-9106-8DD0549B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7C0D2-C853-4476-870E-369C6095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Biological: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Research: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genomics: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flow: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B2315-1E3F-453F-ABFE-8FEE6B9B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7478996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2432F-7726-44A2-A1B2-C86D0D9E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19BB9-9529-4AF9-B89F-19DDECF1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A163E-1E4B-454F-94AD-0B354E2C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FD97C-A3F5-4193-BE6B-B69028C4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08F08-D008-4D40-94A1-14A524FF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63B94-DA2A-4D6D-B813-56DE8FCF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5586991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1A19B-4DDF-4B5A-A7A0-402E5AD7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98690-0368-4FC7-A0E6-97CC0121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4C142-39EB-4628-BE8D-8C92DB54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5C851-2ABB-446D-B3E0-026D7D2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31067-83C4-4237-8AA1-433077C8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87D1D-030E-406D-8118-217FC174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02497366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CFC8C-0785-4C50-AEAC-EF055B32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5AE89-8F1F-4689-9187-5F9E2234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25980-0D7C-4151-B51C-D04B3C86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0953D-E918-49A2-BEBE-366C1480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A2FD4-9D65-478E-87BC-7D24835C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AI application in Biological Research Role of AI in genomics (flow char...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AI-assisted target (receptor) design and ligand (inhibitor) design (flo...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AI in medical imaging and disease diagnosis (flow chart)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AI -driven personalized medicine and predictive healthcare (flow chart)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Role of AI in agriculture and crop improvement (flow chart)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07CC2-1934-4139-B3B2-70597324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665D2-F747-4F21-A45C-009A5285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AEECB-4EE0-47AC-8F8E-E1767D0C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076272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2026-08-24T16:02:37.5970000Z</dcterms:created>
  <dcterms:modified xsi:type="dcterms:W3CDTF">2026-08-24T16:02:37.5970000Z</dcterms:modified>
</coreProperties>
</file>