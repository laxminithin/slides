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8dd7e66b0e4bfe" /><Relationship Type="http://schemas.openxmlformats.org/officeDocument/2006/relationships/extended-properties" Target="/docProps/app.xml" Id="Rc27e34831d7640fb" /><Relationship Type="http://schemas.openxmlformats.org/officeDocument/2006/relationships/officeDocument" Target="/ppt/presentation.xml" Id="R4ce8a6ce427a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6095aa9e384022"/>
  </p:sldMasterIdLst>
  <p:notesMasterIdLst>
    <p:notesMasterId xmlns:r="http://schemas.openxmlformats.org/officeDocument/2006/relationships" r:id="R1b66d061843b4c05"/>
  </p:notesMasterIdLst>
  <p:sldIdLst>
    <p:sldId xmlns:r="http://schemas.openxmlformats.org/officeDocument/2006/relationships" id="256" r:id="R4f08db8430d04aab"/>
    <p:sldId xmlns:r="http://schemas.openxmlformats.org/officeDocument/2006/relationships" id="257" r:id="R14afabb27f464156"/>
    <p:sldId xmlns:r="http://schemas.openxmlformats.org/officeDocument/2006/relationships" id="258" r:id="R7faabcd4757f4bbc"/>
    <p:sldId xmlns:r="http://schemas.openxmlformats.org/officeDocument/2006/relationships" id="259" r:id="R7cfc6ebff60741da"/>
    <p:sldId xmlns:r="http://schemas.openxmlformats.org/officeDocument/2006/relationships" id="260" r:id="Rd2de3435ca824035"/>
    <p:sldId xmlns:r="http://schemas.openxmlformats.org/officeDocument/2006/relationships" id="261" r:id="Rc4ec0f03d119403b"/>
    <p:sldId xmlns:r="http://schemas.openxmlformats.org/officeDocument/2006/relationships" id="262" r:id="R0b7a81ad91494f56"/>
    <p:sldId xmlns:r="http://schemas.openxmlformats.org/officeDocument/2006/relationships" id="263" r:id="Re458df90fa2147ff"/>
    <p:sldId xmlns:r="http://schemas.openxmlformats.org/officeDocument/2006/relationships" id="264" r:id="Re67c2f4747ee48bd"/>
    <p:sldId xmlns:r="http://schemas.openxmlformats.org/officeDocument/2006/relationships" id="265" r:id="Raf22fbcec74d45c3"/>
    <p:sldId xmlns:r="http://schemas.openxmlformats.org/officeDocument/2006/relationships" id="266" r:id="R0db5aac79c9d4f74"/>
    <p:sldId xmlns:r="http://schemas.openxmlformats.org/officeDocument/2006/relationships" id="267" r:id="Rc1e2b17ba9b646a7"/>
    <p:sldId xmlns:r="http://schemas.openxmlformats.org/officeDocument/2006/relationships" id="268" r:id="R83eb69be1f744b5d"/>
    <p:sldId xmlns:r="http://schemas.openxmlformats.org/officeDocument/2006/relationships" id="269" r:id="R967f6152e0d942b8"/>
    <p:sldId xmlns:r="http://schemas.openxmlformats.org/officeDocument/2006/relationships" id="270" r:id="R8fe427bdfd1e47fe"/>
    <p:sldId xmlns:r="http://schemas.openxmlformats.org/officeDocument/2006/relationships" id="271" r:id="R3f47e835d65b4f4a"/>
    <p:sldId xmlns:r="http://schemas.openxmlformats.org/officeDocument/2006/relationships" id="272" r:id="Ra9e26629977d49ee"/>
    <p:sldId xmlns:r="http://schemas.openxmlformats.org/officeDocument/2006/relationships" id="273" r:id="R80edf8e7a7614633"/>
    <p:sldId xmlns:r="http://schemas.openxmlformats.org/officeDocument/2006/relationships" id="274" r:id="R6c61a75b38974726"/>
    <p:sldId xmlns:r="http://schemas.openxmlformats.org/officeDocument/2006/relationships" id="275" r:id="Rf22cf045a7284196"/>
    <p:sldId xmlns:r="http://schemas.openxmlformats.org/officeDocument/2006/relationships" id="276" r:id="Re4f4f1dc23814b0d"/>
    <p:sldId xmlns:r="http://schemas.openxmlformats.org/officeDocument/2006/relationships" id="277" r:id="R7382be03cd8545af"/>
    <p:sldId xmlns:r="http://schemas.openxmlformats.org/officeDocument/2006/relationships" id="278" r:id="R725c33bffb9b4161"/>
    <p:sldId xmlns:r="http://schemas.openxmlformats.org/officeDocument/2006/relationships" id="279" r:id="R7521cd6de0cb4e11"/>
    <p:sldId xmlns:r="http://schemas.openxmlformats.org/officeDocument/2006/relationships" id="280" r:id="Rfae765bb7e404812"/>
    <p:sldId xmlns:r="http://schemas.openxmlformats.org/officeDocument/2006/relationships" id="281" r:id="R6da350c3ddf44d4a"/>
    <p:sldId xmlns:r="http://schemas.openxmlformats.org/officeDocument/2006/relationships" id="282" r:id="R19e46120509640b0"/>
    <p:sldId xmlns:r="http://schemas.openxmlformats.org/officeDocument/2006/relationships" id="283" r:id="R8d3f4e725baf42c1"/>
    <p:sldId xmlns:r="http://schemas.openxmlformats.org/officeDocument/2006/relationships" id="284" r:id="R7bd4c3fe42b84a80"/>
    <p:sldId xmlns:r="http://schemas.openxmlformats.org/officeDocument/2006/relationships" id="285" r:id="R3105abaa623240a0"/>
    <p:sldId xmlns:r="http://schemas.openxmlformats.org/officeDocument/2006/relationships" id="286" r:id="Rd7b41dcf1e854762"/>
    <p:sldId xmlns:r="http://schemas.openxmlformats.org/officeDocument/2006/relationships" id="287" r:id="Rb0b714fe6122418f"/>
    <p:sldId xmlns:r="http://schemas.openxmlformats.org/officeDocument/2006/relationships" id="288" r:id="Rd1ea9f4bed2a4150"/>
    <p:sldId xmlns:r="http://schemas.openxmlformats.org/officeDocument/2006/relationships" id="289" r:id="R308fe41c43044aae"/>
    <p:sldId xmlns:r="http://schemas.openxmlformats.org/officeDocument/2006/relationships" id="290" r:id="R204328c1ca1f4656"/>
    <p:sldId xmlns:r="http://schemas.openxmlformats.org/officeDocument/2006/relationships" id="291" r:id="R79af905fb2eb4eac"/>
    <p:sldId xmlns:r="http://schemas.openxmlformats.org/officeDocument/2006/relationships" id="292" r:id="R65db51be78f84968"/>
    <p:sldId xmlns:r="http://schemas.openxmlformats.org/officeDocument/2006/relationships" id="293" r:id="Rf5641a887e414e7e"/>
    <p:sldId xmlns:r="http://schemas.openxmlformats.org/officeDocument/2006/relationships" id="294" r:id="R8d6d6a7f7cf244d5"/>
    <p:sldId xmlns:r="http://schemas.openxmlformats.org/officeDocument/2006/relationships" id="295" r:id="R4452a5b1c8d941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fbf38fc2e4bf3" /><Relationship Type="http://schemas.openxmlformats.org/officeDocument/2006/relationships/slideMaster" Target="/ppt/slideMasters/slideMaster1.xml" Id="Rb76095aa9e384022" /><Relationship Type="http://schemas.openxmlformats.org/officeDocument/2006/relationships/notesMaster" Target="/ppt/notesMasters/notesMaster1.xml" Id="R1b66d061843b4c05" /><Relationship Type="http://schemas.openxmlformats.org/officeDocument/2006/relationships/presProps" Target="/ppt/presProps.xml" Id="Raadf1dade93f416f" /><Relationship Type="http://schemas.openxmlformats.org/officeDocument/2006/relationships/tableStyles" Target="/ppt/tableStyles.xml" Id="R1e2bfe97465444ad" /><Relationship Type="http://schemas.openxmlformats.org/officeDocument/2006/relationships/slide" Target="/ppt/slides/slide1.xml" Id="R4f08db8430d04aab" /><Relationship Type="http://schemas.openxmlformats.org/officeDocument/2006/relationships/slide" Target="/ppt/slides/slide2.xml" Id="R14afabb27f464156" /><Relationship Type="http://schemas.openxmlformats.org/officeDocument/2006/relationships/slide" Target="/ppt/slides/slide3.xml" Id="R7faabcd4757f4bbc" /><Relationship Type="http://schemas.openxmlformats.org/officeDocument/2006/relationships/slide" Target="/ppt/slides/slide4.xml" Id="R7cfc6ebff60741da" /><Relationship Type="http://schemas.openxmlformats.org/officeDocument/2006/relationships/slide" Target="/ppt/slides/slide5.xml" Id="Rd2de3435ca824035" /><Relationship Type="http://schemas.openxmlformats.org/officeDocument/2006/relationships/slide" Target="/ppt/slides/slide6.xml" Id="Rc4ec0f03d119403b" /><Relationship Type="http://schemas.openxmlformats.org/officeDocument/2006/relationships/slide" Target="/ppt/slides/slide7.xml" Id="R0b7a81ad91494f56" /><Relationship Type="http://schemas.openxmlformats.org/officeDocument/2006/relationships/slide" Target="/ppt/slides/slide8.xml" Id="Re458df90fa2147ff" /><Relationship Type="http://schemas.openxmlformats.org/officeDocument/2006/relationships/slide" Target="/ppt/slides/slide9.xml" Id="Re67c2f4747ee48bd" /><Relationship Type="http://schemas.openxmlformats.org/officeDocument/2006/relationships/slide" Target="/ppt/slides/slide10.xml" Id="Raf22fbcec74d45c3" /><Relationship Type="http://schemas.openxmlformats.org/officeDocument/2006/relationships/slide" Target="/ppt/slides/slide11.xml" Id="R0db5aac79c9d4f74" /><Relationship Type="http://schemas.openxmlformats.org/officeDocument/2006/relationships/slide" Target="/ppt/slides/slide12.xml" Id="Rc1e2b17ba9b646a7" /><Relationship Type="http://schemas.openxmlformats.org/officeDocument/2006/relationships/slide" Target="/ppt/slides/slide13.xml" Id="R83eb69be1f744b5d" /><Relationship Type="http://schemas.openxmlformats.org/officeDocument/2006/relationships/slide" Target="/ppt/slides/slide14.xml" Id="R967f6152e0d942b8" /><Relationship Type="http://schemas.openxmlformats.org/officeDocument/2006/relationships/slide" Target="/ppt/slides/slide15.xml" Id="R8fe427bdfd1e47fe" /><Relationship Type="http://schemas.openxmlformats.org/officeDocument/2006/relationships/slide" Target="/ppt/slides/slide16.xml" Id="R3f47e835d65b4f4a" /><Relationship Type="http://schemas.openxmlformats.org/officeDocument/2006/relationships/slide" Target="/ppt/slides/slide17.xml" Id="Ra9e26629977d49ee" /><Relationship Type="http://schemas.openxmlformats.org/officeDocument/2006/relationships/slide" Target="/ppt/slides/slide18.xml" Id="R80edf8e7a7614633" /><Relationship Type="http://schemas.openxmlformats.org/officeDocument/2006/relationships/slide" Target="/ppt/slides/slide19.xml" Id="R6c61a75b38974726" /><Relationship Type="http://schemas.openxmlformats.org/officeDocument/2006/relationships/slide" Target="/ppt/slides/slide20.xml" Id="Rf22cf045a7284196" /><Relationship Type="http://schemas.openxmlformats.org/officeDocument/2006/relationships/slide" Target="/ppt/slides/slide21.xml" Id="Re4f4f1dc23814b0d" /><Relationship Type="http://schemas.openxmlformats.org/officeDocument/2006/relationships/slide" Target="/ppt/slides/slide22.xml" Id="R7382be03cd8545af" /><Relationship Type="http://schemas.openxmlformats.org/officeDocument/2006/relationships/slide" Target="/ppt/slides/slide23.xml" Id="R725c33bffb9b4161" /><Relationship Type="http://schemas.openxmlformats.org/officeDocument/2006/relationships/slide" Target="/ppt/slides/slide24.xml" Id="R7521cd6de0cb4e11" /><Relationship Type="http://schemas.openxmlformats.org/officeDocument/2006/relationships/slide" Target="/ppt/slides/slide25.xml" Id="Rfae765bb7e404812" /><Relationship Type="http://schemas.openxmlformats.org/officeDocument/2006/relationships/slide" Target="/ppt/slides/slide26.xml" Id="R6da350c3ddf44d4a" /><Relationship Type="http://schemas.openxmlformats.org/officeDocument/2006/relationships/slide" Target="/ppt/slides/slide27.xml" Id="R19e46120509640b0" /><Relationship Type="http://schemas.openxmlformats.org/officeDocument/2006/relationships/slide" Target="/ppt/slides/slide28.xml" Id="R8d3f4e725baf42c1" /><Relationship Type="http://schemas.openxmlformats.org/officeDocument/2006/relationships/slide" Target="/ppt/slides/slide29.xml" Id="R7bd4c3fe42b84a80" /><Relationship Type="http://schemas.openxmlformats.org/officeDocument/2006/relationships/slide" Target="/ppt/slides/slide30.xml" Id="R3105abaa623240a0" /><Relationship Type="http://schemas.openxmlformats.org/officeDocument/2006/relationships/slide" Target="/ppt/slides/slide31.xml" Id="Rd7b41dcf1e854762" /><Relationship Type="http://schemas.openxmlformats.org/officeDocument/2006/relationships/slide" Target="/ppt/slides/slide32.xml" Id="Rb0b714fe6122418f" /><Relationship Type="http://schemas.openxmlformats.org/officeDocument/2006/relationships/slide" Target="/ppt/slides/slide33.xml" Id="Rd1ea9f4bed2a4150" /><Relationship Type="http://schemas.openxmlformats.org/officeDocument/2006/relationships/slide" Target="/ppt/slides/slide34.xml" Id="R308fe41c43044aae" /><Relationship Type="http://schemas.openxmlformats.org/officeDocument/2006/relationships/slide" Target="/ppt/slides/slide35.xml" Id="R204328c1ca1f4656" /><Relationship Type="http://schemas.openxmlformats.org/officeDocument/2006/relationships/slide" Target="/ppt/slides/slide36.xml" Id="R79af905fb2eb4eac" /><Relationship Type="http://schemas.openxmlformats.org/officeDocument/2006/relationships/slide" Target="/ppt/slides/slide37.xml" Id="R65db51be78f84968" /><Relationship Type="http://schemas.openxmlformats.org/officeDocument/2006/relationships/slide" Target="/ppt/slides/slide38.xml" Id="Rf5641a887e414e7e" /><Relationship Type="http://schemas.openxmlformats.org/officeDocument/2006/relationships/slide" Target="/ppt/slides/slide39.xml" Id="R8d6d6a7f7cf244d5" /><Relationship Type="http://schemas.openxmlformats.org/officeDocument/2006/relationships/slide" Target="/ppt/slides/slide40.xml" Id="R4452a5b1c8d941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4abe4fc874a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0dbe83a4584e51" /><Relationship Type="http://schemas.openxmlformats.org/officeDocument/2006/relationships/notesMaster" Target="/ppt/notesMasters/notesMaster1.xml" Id="R6752e6e12805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c8e2bd7594b88" /><Relationship Type="http://schemas.openxmlformats.org/officeDocument/2006/relationships/notesMaster" Target="/ppt/notesMasters/notesMaster1.xml" Id="Rdb5946e0f1834a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1b2a1424094faf" /><Relationship Type="http://schemas.openxmlformats.org/officeDocument/2006/relationships/notesMaster" Target="/ppt/notesMasters/notesMaster1.xml" Id="R5f2551e15b2d41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70cee087604b7f" /><Relationship Type="http://schemas.openxmlformats.org/officeDocument/2006/relationships/notesMaster" Target="/ppt/notesMasters/notesMaster1.xml" Id="R91a3ed6ec3fd49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cdcc7800f4d10" /><Relationship Type="http://schemas.openxmlformats.org/officeDocument/2006/relationships/notesMaster" Target="/ppt/notesMasters/notesMaster1.xml" Id="R0073188560c449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e2026fcbf04393" /><Relationship Type="http://schemas.openxmlformats.org/officeDocument/2006/relationships/notesMaster" Target="/ppt/notesMasters/notesMaster1.xml" Id="Rdc4b584d8c9949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799eb5a4cb4746" /><Relationship Type="http://schemas.openxmlformats.org/officeDocument/2006/relationships/notesMaster" Target="/ppt/notesMasters/notesMaster1.xml" Id="Rced36de714c642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5977dd79434d93" /><Relationship Type="http://schemas.openxmlformats.org/officeDocument/2006/relationships/notesMaster" Target="/ppt/notesMasters/notesMaster1.xml" Id="Rb017be748a494e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36b2970c1f4a39" /><Relationship Type="http://schemas.openxmlformats.org/officeDocument/2006/relationships/notesMaster" Target="/ppt/notesMasters/notesMaster1.xml" Id="R8e87c313833f43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a10d7ed623404b" /><Relationship Type="http://schemas.openxmlformats.org/officeDocument/2006/relationships/notesMaster" Target="/ppt/notesMasters/notesMaster1.xml" Id="R69b7b13cf7bf49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5657ccc66c4f4f" /><Relationship Type="http://schemas.openxmlformats.org/officeDocument/2006/relationships/notesMaster" Target="/ppt/notesMasters/notesMaster1.xml" Id="R3a842725fa7d48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15f8398e3445e4" /><Relationship Type="http://schemas.openxmlformats.org/officeDocument/2006/relationships/notesMaster" Target="/ppt/notesMasters/notesMaster1.xml" Id="Rd34db7ed43f147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3ed36121334521" /><Relationship Type="http://schemas.openxmlformats.org/officeDocument/2006/relationships/notesMaster" Target="/ppt/notesMasters/notesMaster1.xml" Id="R3c4ef654574744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4be019ddef4588" /><Relationship Type="http://schemas.openxmlformats.org/officeDocument/2006/relationships/notesMaster" Target="/ppt/notesMasters/notesMaster1.xml" Id="R306f2e3e48b04e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d203c6c61a4d56" /><Relationship Type="http://schemas.openxmlformats.org/officeDocument/2006/relationships/notesMaster" Target="/ppt/notesMasters/notesMaster1.xml" Id="R282a8ac420ff44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fd3c173e454f1b" /><Relationship Type="http://schemas.openxmlformats.org/officeDocument/2006/relationships/notesMaster" Target="/ppt/notesMasters/notesMaster1.xml" Id="Rc40219d037a346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0c7d81cee54d85" /><Relationship Type="http://schemas.openxmlformats.org/officeDocument/2006/relationships/notesMaster" Target="/ppt/notesMasters/notesMaster1.xml" Id="Rb74828bcd07d4e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c65cb5604b4075" /><Relationship Type="http://schemas.openxmlformats.org/officeDocument/2006/relationships/notesMaster" Target="/ppt/notesMasters/notesMaster1.xml" Id="R0f173ebb5ebb42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2a7851c71445c1" /><Relationship Type="http://schemas.openxmlformats.org/officeDocument/2006/relationships/notesMaster" Target="/ppt/notesMasters/notesMaster1.xml" Id="R1c98a736b33540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d7f07421554d64" /><Relationship Type="http://schemas.openxmlformats.org/officeDocument/2006/relationships/notesMaster" Target="/ppt/notesMasters/notesMaster1.xml" Id="Rdb9e1bd46572496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5f00d5fb7c48ea" /><Relationship Type="http://schemas.openxmlformats.org/officeDocument/2006/relationships/notesMaster" Target="/ppt/notesMasters/notesMaster1.xml" Id="Ra23c09adf3c04c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22b95c63fa4591" /><Relationship Type="http://schemas.openxmlformats.org/officeDocument/2006/relationships/notesMaster" Target="/ppt/notesMasters/notesMaster1.xml" Id="R6c8692cdbe944b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fe1b460a204006" /><Relationship Type="http://schemas.openxmlformats.org/officeDocument/2006/relationships/notesMaster" Target="/ppt/notesMasters/notesMaster1.xml" Id="R1b88499112904b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752bdca1094027" /><Relationship Type="http://schemas.openxmlformats.org/officeDocument/2006/relationships/notesMaster" Target="/ppt/notesMasters/notesMaster1.xml" Id="Rbd6193188dcc46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7901f51e8446d1" /><Relationship Type="http://schemas.openxmlformats.org/officeDocument/2006/relationships/notesMaster" Target="/ppt/notesMasters/notesMaster1.xml" Id="R4f6f9aea1c9245c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4d554e35fc40aa" /><Relationship Type="http://schemas.openxmlformats.org/officeDocument/2006/relationships/notesMaster" Target="/ppt/notesMasters/notesMaster1.xml" Id="R31bd1e2d02f24cb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ae27853e004596" /><Relationship Type="http://schemas.openxmlformats.org/officeDocument/2006/relationships/notesMaster" Target="/ppt/notesMasters/notesMaster1.xml" Id="Rc378ff2976d0469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77b80b08dc4f5e" /><Relationship Type="http://schemas.openxmlformats.org/officeDocument/2006/relationships/notesMaster" Target="/ppt/notesMasters/notesMaster1.xml" Id="Rbe4da97bb5ce41e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0aa87f5ff3b4c28" /><Relationship Type="http://schemas.openxmlformats.org/officeDocument/2006/relationships/notesMaster" Target="/ppt/notesMasters/notesMaster1.xml" Id="R50503f0694164fc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62d539b99c4b28" /><Relationship Type="http://schemas.openxmlformats.org/officeDocument/2006/relationships/notesMaster" Target="/ppt/notesMasters/notesMaster1.xml" Id="R835fc5ccf2fc477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9eac9e1e3084c15" /><Relationship Type="http://schemas.openxmlformats.org/officeDocument/2006/relationships/notesMaster" Target="/ppt/notesMasters/notesMaster1.xml" Id="Ra4c79bda93a74b9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54f8baf64b4150" /><Relationship Type="http://schemas.openxmlformats.org/officeDocument/2006/relationships/notesMaster" Target="/ppt/notesMasters/notesMaster1.xml" Id="Rc3cdea9d07764f5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a4d992a17b64212" /><Relationship Type="http://schemas.openxmlformats.org/officeDocument/2006/relationships/notesMaster" Target="/ppt/notesMasters/notesMaster1.xml" Id="R38edb7f5ba6a40a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2000c3dca2f4083" /><Relationship Type="http://schemas.openxmlformats.org/officeDocument/2006/relationships/notesMaster" Target="/ppt/notesMasters/notesMaster1.xml" Id="R7ba7faa84546499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30aa4a8ff0405b" /><Relationship Type="http://schemas.openxmlformats.org/officeDocument/2006/relationships/notesMaster" Target="/ppt/notesMasters/notesMaster1.xml" Id="R42c059c042804ed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0d4fd7ad57945f1" /><Relationship Type="http://schemas.openxmlformats.org/officeDocument/2006/relationships/notesMaster" Target="/ppt/notesMasters/notesMaster1.xml" Id="R9dc872db5dc94f1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3cbfdb938fd42b4" /><Relationship Type="http://schemas.openxmlformats.org/officeDocument/2006/relationships/notesMaster" Target="/ppt/notesMasters/notesMaster1.xml" Id="Rb8326429d1894a5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ec59e202c9c41d3" /><Relationship Type="http://schemas.openxmlformats.org/officeDocument/2006/relationships/notesMaster" Target="/ppt/notesMasters/notesMaster1.xml" Id="Rb87e47d57fc344d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7fb4cff11514227" /><Relationship Type="http://schemas.openxmlformats.org/officeDocument/2006/relationships/notesMaster" Target="/ppt/notesMasters/notesMaster1.xml" Id="R65b1892f898442c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b8ed1d694864bbd" /><Relationship Type="http://schemas.openxmlformats.org/officeDocument/2006/relationships/notesMaster" Target="/ppt/notesMasters/notesMaster1.xml" Id="R3b97b13debf145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b19d292924f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871d7d3364982" /><Relationship Type="http://schemas.openxmlformats.org/officeDocument/2006/relationships/slideLayout" Target="/ppt/slideLayouts/slideLayout1.xml" Id="R09dc9f22e72e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c9f22e72e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1b43a307d4a6d" /><Relationship Type="http://schemas.openxmlformats.org/officeDocument/2006/relationships/notesSlide" Target="/ppt/notesSlides/notesSlide1.xml" Id="R49d5427daed942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9f1f49b9b4663" /><Relationship Type="http://schemas.openxmlformats.org/officeDocument/2006/relationships/notesSlide" Target="/ppt/notesSlides/notesSlide2.xml" Id="Rcee319b64e3342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0492ce0ab412b" /><Relationship Type="http://schemas.openxmlformats.org/officeDocument/2006/relationships/notesSlide" Target="/ppt/notesSlides/notesSlide3.xml" Id="R8854f3fc6ffb44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3ab7734554968" /><Relationship Type="http://schemas.openxmlformats.org/officeDocument/2006/relationships/notesSlide" Target="/ppt/notesSlides/notesSlide4.xml" Id="R8e3f718bca834d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7e0452d434e2e" /><Relationship Type="http://schemas.openxmlformats.org/officeDocument/2006/relationships/notesSlide" Target="/ppt/notesSlides/notesSlide5.xml" Id="R6acb69dec27441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1816109c34ca9" /><Relationship Type="http://schemas.openxmlformats.org/officeDocument/2006/relationships/notesSlide" Target="/ppt/notesSlides/notesSlide6.xml" Id="R24a1a8e799824f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d064a74d3423f" /><Relationship Type="http://schemas.openxmlformats.org/officeDocument/2006/relationships/notesSlide" Target="/ppt/notesSlides/notesSlide7.xml" Id="R98be7a7825c14f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eaeaaa2ec4824" /><Relationship Type="http://schemas.openxmlformats.org/officeDocument/2006/relationships/notesSlide" Target="/ppt/notesSlides/notesSlide8.xml" Id="R54d608c45d2146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207c6fbf94d47" /><Relationship Type="http://schemas.openxmlformats.org/officeDocument/2006/relationships/notesSlide" Target="/ppt/notesSlides/notesSlide9.xml" Id="R0989383a28da40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03ff109e44da0" /><Relationship Type="http://schemas.openxmlformats.org/officeDocument/2006/relationships/notesSlide" Target="/ppt/notesSlides/notesSlide10.xml" Id="Rcabd8a9971054b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13585c697441c" /><Relationship Type="http://schemas.openxmlformats.org/officeDocument/2006/relationships/notesSlide" Target="/ppt/notesSlides/notesSlide11.xml" Id="Re7a8c4b544d149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d324c932c4a0c" /><Relationship Type="http://schemas.openxmlformats.org/officeDocument/2006/relationships/notesSlide" Target="/ppt/notesSlides/notesSlide12.xml" Id="R5af25c3b02e748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b2961545146e2" /><Relationship Type="http://schemas.openxmlformats.org/officeDocument/2006/relationships/notesSlide" Target="/ppt/notesSlides/notesSlide13.xml" Id="R4cf4fc57128f4a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7f0e69e8e45da" /><Relationship Type="http://schemas.openxmlformats.org/officeDocument/2006/relationships/notesSlide" Target="/ppt/notesSlides/notesSlide14.xml" Id="R6c4ba70a468b4b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511be68064c72" /><Relationship Type="http://schemas.openxmlformats.org/officeDocument/2006/relationships/notesSlide" Target="/ppt/notesSlides/notesSlide15.xml" Id="Rde954c5fcc484c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33fa1c02743a7" /><Relationship Type="http://schemas.openxmlformats.org/officeDocument/2006/relationships/notesSlide" Target="/ppt/notesSlides/notesSlide16.xml" Id="Ra58a7dffb1164b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6eda153e24878" /><Relationship Type="http://schemas.openxmlformats.org/officeDocument/2006/relationships/notesSlide" Target="/ppt/notesSlides/notesSlide17.xml" Id="R57793f0e883d4d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6336c5abd49b5" /><Relationship Type="http://schemas.openxmlformats.org/officeDocument/2006/relationships/notesSlide" Target="/ppt/notesSlides/notesSlide18.xml" Id="R5aafc8e0bdfb4d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6d9b6de7c4dbf" /><Relationship Type="http://schemas.openxmlformats.org/officeDocument/2006/relationships/notesSlide" Target="/ppt/notesSlides/notesSlide19.xml" Id="R44155c8e601c43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42dfaca5447ad" /><Relationship Type="http://schemas.openxmlformats.org/officeDocument/2006/relationships/notesSlide" Target="/ppt/notesSlides/notesSlide20.xml" Id="Rb416a45649a341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7f9e177394923" /><Relationship Type="http://schemas.openxmlformats.org/officeDocument/2006/relationships/notesSlide" Target="/ppt/notesSlides/notesSlide21.xml" Id="R2f692ccc1c8149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ca6eb1fa04bb4" /><Relationship Type="http://schemas.openxmlformats.org/officeDocument/2006/relationships/notesSlide" Target="/ppt/notesSlides/notesSlide22.xml" Id="R66784596d41049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9025736a349c7" /><Relationship Type="http://schemas.openxmlformats.org/officeDocument/2006/relationships/notesSlide" Target="/ppt/notesSlides/notesSlide23.xml" Id="Rf12190361e7f41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abe6a89d64eb6" /><Relationship Type="http://schemas.openxmlformats.org/officeDocument/2006/relationships/notesSlide" Target="/ppt/notesSlides/notesSlide24.xml" Id="R32ade01b6bf340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8e39597a240ec" /><Relationship Type="http://schemas.openxmlformats.org/officeDocument/2006/relationships/notesSlide" Target="/ppt/notesSlides/notesSlide25.xml" Id="Rbf02a44facf046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6b33544d9498b" /><Relationship Type="http://schemas.openxmlformats.org/officeDocument/2006/relationships/notesSlide" Target="/ppt/notesSlides/notesSlide26.xml" Id="R2012eb6f59f3430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5e5f0933b481a" /><Relationship Type="http://schemas.openxmlformats.org/officeDocument/2006/relationships/notesSlide" Target="/ppt/notesSlides/notesSlide27.xml" Id="R155e51cbee8046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db005a2e04d44" /><Relationship Type="http://schemas.openxmlformats.org/officeDocument/2006/relationships/notesSlide" Target="/ppt/notesSlides/notesSlide28.xml" Id="R8a62a2986c86493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2c8bb297b4993" /><Relationship Type="http://schemas.openxmlformats.org/officeDocument/2006/relationships/notesSlide" Target="/ppt/notesSlides/notesSlide29.xml" Id="R2cf63295abb54cc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f441195f4461d" /><Relationship Type="http://schemas.openxmlformats.org/officeDocument/2006/relationships/notesSlide" Target="/ppt/notesSlides/notesSlide30.xml" Id="R7989b8fda9be462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9cdc0a96440e5" /><Relationship Type="http://schemas.openxmlformats.org/officeDocument/2006/relationships/notesSlide" Target="/ppt/notesSlides/notesSlide31.xml" Id="Red36bbad579744e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644ba9a664c96" /><Relationship Type="http://schemas.openxmlformats.org/officeDocument/2006/relationships/notesSlide" Target="/ppt/notesSlides/notesSlide32.xml" Id="Ra460c79cd746413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d03b6e90446e0" /><Relationship Type="http://schemas.openxmlformats.org/officeDocument/2006/relationships/notesSlide" Target="/ppt/notesSlides/notesSlide33.xml" Id="R40c118998f644c9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f053fce54406c" /><Relationship Type="http://schemas.openxmlformats.org/officeDocument/2006/relationships/notesSlide" Target="/ppt/notesSlides/notesSlide34.xml" Id="R169d20e0ce7945e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2548dbabf4d8b" /><Relationship Type="http://schemas.openxmlformats.org/officeDocument/2006/relationships/notesSlide" Target="/ppt/notesSlides/notesSlide35.xml" Id="R8b5a9c1644d8433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b875a22b14150" /><Relationship Type="http://schemas.openxmlformats.org/officeDocument/2006/relationships/notesSlide" Target="/ppt/notesSlides/notesSlide36.xml" Id="R172f836dcaed440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8858e10834c34" /><Relationship Type="http://schemas.openxmlformats.org/officeDocument/2006/relationships/notesSlide" Target="/ppt/notesSlides/notesSlide37.xml" Id="Rd333c4fa9dc3456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2e56d62a5435a" /><Relationship Type="http://schemas.openxmlformats.org/officeDocument/2006/relationships/notesSlide" Target="/ppt/notesSlides/notesSlide38.xml" Id="R60eef95ff528404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d9d3ee70e43c9" /><Relationship Type="http://schemas.openxmlformats.org/officeDocument/2006/relationships/notesSlide" Target="/ppt/notesSlides/notesSlide39.xml" Id="Rb70b4cfc3a68415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bb4e0b63a44b9" /><Relationship Type="http://schemas.openxmlformats.org/officeDocument/2006/relationships/notesSlide" Target="/ppt/notesSlides/notesSlide40.xml" Id="R70cdfc70633d4e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31343-5BB9-4817-BB6B-C8AE65F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2804C-FA97-4982-AE86-E98E9FEE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Overview of Biotechnology: History, scope, and branches/types of biotechnology such as medical biotechnology (red) - foc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B02DF-BC3F-41C2-B80E-A74B0E0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1DBD-9D08-4D22-9964-1A0AF2DB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15C9A-97AC-421F-85ED-3D5C050E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1D21C-9180-4B14-9675-F3823623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A0BC7-11BA-4E2C-8F48-8A3B005C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F0C40-F55F-434D-AEE2-E17A59BF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71B8F-88DB-42B6-8B87-968BD63E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8A91D-BF2E-48FE-BC2F-93C25732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D5EEC-805A-4DB1-81D7-645C5D09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EE45B-0A78-46DD-93AA-E4EEF69C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81A02-50AB-4A7B-AD75-944ABC70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71826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4700C-63F3-4DD2-99D7-62FF7626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21DE2-2AF3-41FD-AADF-504087C5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82B0B-90E9-45A6-9C11-3F53896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F4F17-789D-462E-9155-13734AC9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C2389-0AC0-4C36-83F9-A204132B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BBE99-6AFE-44BF-B72C-C6D91BD0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AE45D-EAF9-4F11-858E-78D27970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1F6F0-B943-4F84-B00F-B3712E25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16A26-0D88-482A-AB74-9D1B49CA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2D3E1-898F-4F5D-AF9C-D893F7D4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CA95C-BA71-4B09-8F79-215666AA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ADDD1-CB37-48A1-B1F8-7CEF9DDD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33300-0A81-4E65-8349-547BAC70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462A9-0D70-4017-855C-36C00FC6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48771-D566-4C55-B18C-641AC742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44703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6AC60-B92C-42A6-A10C-5D3BFE8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646F9-6AF4-46C6-A304-69027676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6E000-A04D-43A3-AE0A-2D8B0348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72D74-5551-455F-B369-03834FAE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7B50F-70C0-48B0-A51B-1FC98019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07F35-6147-4C69-9D4A-D661FE36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C505F-BA53-4FA7-8074-8A029D45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F9729-9BD6-486C-B400-044D0C6C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D5726-415A-46FD-8A30-EE6A0BA6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Biotechnology: History, scope, and branches/types of biot...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4721A-DA54-49DD-B96F-8572A40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FAAB1-4611-493D-873B-AD0AB9C8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6874F-4807-4A79-BF7D-6D625B61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agricultural biotechnology (green) : improving crops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EC79A-DA12-43F7-A43E-C31F5696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11080-972E-4643-914C-CFA3AA84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8B63C-7FC4-4016-9E2C-CF0004A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industrial biotechnology (white): using biological system...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84C8A-0B0D-46AA-9572-DA8E6873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CB528-86F1-41BD-99AF-9E37A9C8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EEBBC-2515-4045-B5F1-19692466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environmental biotechnology (grey/brown): focu sed on env...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891AA-B00C-4BAC-8661-89339E1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DF684-D0E7-483E-AFC2-18F5FFFA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4F0C8-A79B-4F72-8873-9F7F62E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marine biotechnology (blue): (oil slick), yellow biotechn...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0D7D1-372D-4C1D-89A3-DE1EEE40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513EC-90DA-404A-A163-0307880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45623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5334C-0B19-44C6-8182-4D827AB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43B67-F717-49FD-85A3-FF3A6A2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FA219-02E2-460C-9223-87243456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0A1DC-BB59-4615-A846-59DCFE58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BB9CB-1618-491A-BB24-50B758BB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A8DCD-4310-407B-A22A-3C65E56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4872E-08FD-4D09-9B21-811EA5B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02C01-80F6-497B-98C6-DA3CAA30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Biotechnology: History, scope, and branches/types of biot...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40558-3416-400F-B704-6BABB90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9559-E431-4305-9688-68CD29C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55814-97BC-4DDB-B508-7FD8CF3A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agricultural biotechnology (green) : improving crops and....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316AF-0E54-4562-BA9B-184CE88F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8118A-CD23-4132-BABD-D4107BBC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89B8E-E241-468E-AE58-D176DCC4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industrial biotechnology (white): using biological system...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1C38-9528-404B-B8C0-169B7CC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F22EE-79CB-4F5D-B5AE-D803FCF6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F1770-95E6-4C8B-9442-FD8809F9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environmental biotechnology (grey/brown): focu sed on env...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67A5E-9456-4F11-A541-3A790C4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71CFE-0927-4DB6-895A-B63D700B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7860C-6CAE-447C-8DC2-BAE05BC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marine biotechnology (blue): (oil slick), yellow biotechn...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8E268-B12D-4F9E-A420-AA680E70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BC5F8-BD29-460E-AF4F-B9214AEC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1BE51-1BC1-43D4-9D2A-187D9ED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45373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C7647-C8B3-43E8-BBCD-90047B3E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8E1DE-3E65-449D-9EFC-B96A8B71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99B54-832D-48A8-9916-AE45349E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69349-B30B-4F4C-9BD2-1C94CDA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6E26F-C5DC-44E9-B0E4-3217AE64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85959-1AB7-40DD-95D2-6717BDA2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Biotechnology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49E4A-D333-4E98-94DE-F3192869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7E1B2-9E94-408A-AAEC-901464BA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6F80A-7E13-4270-AB09-AECF06C4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branches/types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F0927-FF72-42C0-9FA3-7265C13B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64EC5-7BDE-4418-A8DA-FA1FD604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medical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64339-F34F-4CB4-92EC-31897E1D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942BA-000A-4902-B8B7-D6EA0E4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focusing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5F5D0-75EB-42D7-B31D-C6D80D75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healthcare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18AA0-E2F1-4CCE-A22A-A31E2AE1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957A5-05E4-4F1F-954D-ED4DD221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63917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455E3-4CA5-4EF0-B120-3054782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57E4F-0DC1-4B64-ABE8-E5FC4429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03DA2-F9D6-470A-B8DE-351C6B83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07AAA-7F44-4DC6-A4A5-D43D4A4B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D07B7-C336-45A5-8FDD-928ABF01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Biotechnology: History, scope, and branches/types of biotechnology such as medical biotechnology (red) - focusi...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34A22-3264-4098-A1F9-10F29A6E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Biotechnology: History, scope, and branch...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C4FFD-640D-44A4-9A27-26027ADA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F632A-B39B-403C-9AF1-C38BAE92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53F35-AED6-4123-97CE-2EA81612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8E79C-F003-4F23-AE70-19C21EF9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7CC25-90D1-4DB8-9C2B-B4F3900F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A26CE-3899-4AC0-8DAC-A77FBFB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756F5-976A-4340-B329-FD453DF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4F8F3-9D9F-4B6B-8477-DB535556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C875D-0228-4592-B513-2AFA7FF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414A2-18DF-45F1-AF35-2095B38F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86600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0A0DE-2867-410D-A181-5F2B7FD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30C84-F5A1-443E-80E9-FE8999E3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5B072-FCB9-46E2-B318-8700FDFB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C882F-8715-4230-86A7-C2E9B7A4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22C94-36E9-4F84-AF68-8E65D2C1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41AD3-E1F9-47A5-8A28-D4652D73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F360A-3DCA-4FF9-8331-04F54950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A7736-6E68-47FC-9595-29BFE62D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6E054-6051-45BA-BC21-7E729121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Biotechnology: His...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D6EAC-0960-4920-926E-652B71B3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7EBB6-0090-4E25-9CDA-0EB797D7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EDC46-F05F-4A03-86FE-54651F8B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Biotechnolo...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38EEE-8719-4619-BA44-4FC91192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7345B-3BCE-48EE-A398-E1BBF22F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590BD-6A0C-474D-BD06-01097732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Biotechn...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E8D60-DC46-43AE-91C7-C315A9B8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CE706-2278-454D-A27A-A3B7093E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16B97-961A-4331-8DA5-6D075B9C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Biotechnology: 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EEEDD-17E8-4AF4-BA3D-6C7DFF91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53EBE-B704-462C-982F-0FC4861C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828BD-AC82-4804-B8B5-82D5AAB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Biotechnology:...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3AD93-D079-4D03-AF1D-ACE15FDC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80685-4AF9-41C2-894A-64F9DF69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992105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3303E-7F74-43AD-921E-3F6911C1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5A382-7B52-484A-BF8C-8B17B0A6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B0C26-521B-4FB4-9622-279B1781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C35AB-FF70-432B-94CB-EDA333D6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8541D-B779-4837-94A8-F1C68AE1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E9EFB-2D8A-487B-AB54-BCCFFEA2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26637-C839-4DA5-971B-8D5F6FC2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D94DF-9BBA-4790-B583-76225ADF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A4923-4C52-43F8-AA55-F33D29DB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D4C4C-1E73-4A6D-8FA6-47EAD59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E8C12-F3A9-4697-9BC6-3C5A638A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3AC64-F52C-42F0-B146-8816EA85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8BB39-98CE-49D9-ABF2-C8F6F28F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45DE3-CFB2-4F56-98CC-45108E4D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41CA9-0A8C-47DA-9D53-E5919C62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41434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A7CD2-834A-443E-ABE5-EFAEF104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E80A4-9053-4197-8D33-AABA60D7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28B67-DC36-42CD-A73B-C99867D2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6DE27-90D4-4375-B6A7-1F34AA7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F0B1E-5744-4528-98F9-CA6BB793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77E44-6920-4BFD-91E5-719E0394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Biotechnology: History, scope, and branches/types of biot...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86D42-FC69-4458-A5F8-1431A80F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E7416-9589-488F-A5D2-81CF1A1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78473-D0BF-447D-AACD-3DBEDC88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5924D-ED02-4E44-BBC2-226F4011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028ED-E3C5-406A-A2A5-D9DFC5BF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22171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BBDFD-960C-418B-AF08-EFD2B476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3BDAA-F6AB-42B7-8A3A-B4C4E7CF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AC3A7-2460-4A05-AB0E-FEC11133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F8D32-692A-4E82-AA43-24F224E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5F6D2-0370-490B-9347-F2493B18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agricultural biotechnology (green) : improving crops and livestock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07BD7-CCAB-43F5-88AB-7A78366F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agricultural biotechnology (green) : impr...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33036-4D4F-4493-884A-0EF30A74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ACB8B-4E6F-4360-97A3-4BBAD118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9E084-2211-451B-958F-1144CFE6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1EE73-22DA-4B7B-87AA-5747AC43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2F662-228F-4FB4-8D80-EA4FC402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EA097-E8C4-465B-A922-DA28165E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0BEA2-1BE2-4E01-8703-7A36CA6C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54937-F63F-4896-A198-DAF53FCF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92F99-73F0-4F22-A50E-AFE842D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DE82B-4C06-4446-A854-779D615A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09750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DD740-CAF1-4BF1-9B61-05579F34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06F18-C606-4074-9FFA-7CC6610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F06E1-A614-47F7-A133-EC9EE4D8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DE015-9408-4B34-B102-39975F37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4FFBF-8011-4DD4-A8D2-0D8C19B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4BEA3-AB24-4B76-BBAC-5722E59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2EDE3-A318-42A8-8691-74F68822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F4EA4-1522-4E75-BE53-80EC022B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FB272-04B6-433C-BDE8-3AEF0480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agricultural biote...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A9BDD-428E-44DC-83CB-A519643E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53100-7A8E-46DD-A7CC-21D3FB3B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8C5E8-D22C-400F-8D87-4FA2EAB2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agricultura...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F0701-9181-40C1-9A2D-9671613C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CC581-9BAA-459B-AFA6-B7955362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74CA7-217E-4832-B05E-9B9974D9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agricult...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3E9B1-E16D-4E09-8CC4-E7348F60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A552B-2AB9-49D1-94A0-7B5996A3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BA707-E552-4A90-A204-EC7B213C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agricultural bio...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B3CD6-C1CB-4DDC-A611-3038FBC0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EB172-201B-4CB9-A5DB-5AE7584D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0E6ED-E73E-48A3-8AED-7300BF9E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agricultural b...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616F5-3A02-4BCD-AE7E-9E022729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8AAF6-BDB8-488E-9F14-DFBE41B7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1013706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5C382-F16B-4744-AA3F-CF693AC6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8B9EB-03E1-4346-8717-AD85D66C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7FCF7-3F86-4D2E-9CB5-96D1609E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F1732-6FB2-4B23-8E2E-C036E5AB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7260E-5E78-4A14-8EFF-AE57A428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13E95-D006-4D1A-ABA4-C9304C33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AFEB9-440D-42A8-8A83-0B2D3BD9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4B03A-B383-42E1-A9A3-58C81ED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45A18-5EA5-4757-8B4D-1C2686DE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2C6A-29B1-4F06-8BAF-9D03FC33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833F6-8111-4969-B3AA-6AB526D1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99C5E-1913-4CD2-9CAB-CF0B4E34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0D115-46BB-4092-B444-EF7386B7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0252C-D8BF-4FEF-B844-9EE548F6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644E1-FB3F-42E5-A9CC-5EF30665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28367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C7434-BD38-444E-93C9-A55A18F4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FA0E4-46AF-43CF-9D92-55BC8217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08F24-430C-42F3-9D4C-27C780CC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3F4D3-12A5-4FE8-A2B0-92617529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CD628-2194-4C8C-AEF3-BC86DA52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8EC02-4B40-4AF5-8AA5-5383C62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agricultural biotechnology (green) : improving crops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DFFA8-9DEB-441F-9EBD-7625BCD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98994-F3B1-43A6-A0F3-F6767842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93055-6238-4A30-B885-F5DDDF96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F1322-2B9F-4420-B61B-19CAAA63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DB381-84B7-4E84-8DD0-488105FD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669625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D6FDE-750E-489F-953B-96054195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16344-3AF5-44F6-9EF6-DADFA07E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AC4AF-91BF-4003-97EF-978AE275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03478-4620-4F51-A10A-195F0B39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51F0F-6937-4A51-8FD5-5D99EA62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industrial biotechnology (white): using biological systems for industrial 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198D1-824B-4E0B-B784-B539A8C8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industrial biotechnology (white): using b...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2C1D0-A360-4F1C-BAB7-A238DA0A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FB0F7-3C19-4882-9237-0BAD27C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ED287-703D-4E27-B194-B4B39981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499E7-1A61-4884-A4D7-952D2F6F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B28A3-2D19-4443-811A-78367211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AFA12-A63D-453A-AD72-CF72E899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603EC-4B3E-4569-B795-5C4F56AA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8D890-1026-48B8-A355-74E1E5A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7C982-2AF4-4FD5-8DD0-95B1B29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AB024-3FE4-4D0F-90F8-D664F625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361055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E6A2C-A7C7-4424-9E28-2E226012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F95F5-957A-4F6B-92F0-141A07F1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4DBC2-E800-4152-B539-08439FDF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CF13F-51C7-4868-9E4A-41EE0B8C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7ABCD-3A65-4A99-86B3-A317ADA6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7EB25-8368-4DC2-B2B3-452D2523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EF0D9-62AC-4233-8414-EA20D120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263E2-A582-402E-B608-7AF9BC53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7CAA7-0DD0-44C5-AE6F-3668233D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industrial biotech...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7EC2B-4D60-43FA-A269-BB72879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2C83B-4481-41F7-A52C-32FD1AC2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E0B50-056B-4302-8599-7B92E866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industrial...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C539F-2B5D-429D-8F52-DE9D016E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DCF8C-90CB-4CB6-BC60-7ED4500A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A838F-8328-4567-B917-14790E1B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industri...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41320-E872-4B7E-9F7E-819C968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34FCF-03CC-47CB-B3EC-0B478759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56EE9-CF2B-41E7-966D-190A59EA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industrial biote...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3C653-3675-4508-BF99-585F8A88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E6D78-E3CC-4C35-BEDF-9DB9912D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A59DC-8A6C-4748-9F8F-C9CA167B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industrial bio...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A4F5E-F080-4AE2-93EB-C029B0B5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E63E4-C6C1-46F5-9B9C-778598C0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634117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0B6F8-A2E1-472F-93C8-349ACC80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0627D-5E9B-46D9-B407-CF9B678F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CD88B-8603-4658-AE6E-4D91C334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F5DDF-919F-4940-8BCA-5159F920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E3A9A-4DB4-4C01-97B8-309D837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3886B-9217-41F3-AA25-5742F5AC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98009-44F0-48FC-BF99-17CB791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1C6BB-6683-475A-B8FA-5B07AF8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D978E-06B6-441B-812B-60A9A184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73318-D403-40A0-BA25-B08D541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0E619-FB9D-4392-BEBB-B7827FD4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78B47-3D59-4BA3-92B1-25ABC435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42A39-59A7-4304-8637-A331F02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1388B-D67D-4AF8-9929-160A48C0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466B9-C751-461A-ACFB-5E0DF25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16787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BE876-B6C6-418C-906D-21FB2C06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F892D-03F8-4042-A09E-4879AA0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DA400-328F-459A-9D63-E37C0F1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6AB49-4C9A-407C-B940-1AE4D00A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6DBA3-C6D6-499F-B8FA-466F5B38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1FC0D-E778-4A3B-B565-A5B9BA1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industrial biotechnology (white): using biological system...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CC8AD-4D68-49F4-9654-8E0B624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5A9EA-3EEC-4960-95E0-63BAC38D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53579-AE2A-430A-AF8E-08CE9BAC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432D5-3EDF-4E09-975E-50E6E86A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4A563-D661-45C7-91E3-0B310B6F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494406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2E1F3-0FB2-4201-82EF-4DD4695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A713E-C8C7-480C-B32A-010A033A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7AB5A-7ED9-404A-99D8-7697629E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D8951-1F23-47CD-865C-47B7D687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30CBF-9925-4FB6-8081-4F9AAB01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environmental biotechnology (grey/brown): focu sed on environmental protection and remediation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1A3FA-6CBA-48F6-9DAD-6304C93D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environmental biotechnology (grey/brown):...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26860-EB22-4E3E-B826-786CEA0F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29893-B0DC-4079-B3F0-8584A372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088A5-CAFF-4631-9F3F-62B94991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A1836-55FC-40E1-ABB5-EBFC4D16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1184C-2881-4621-924A-A43E5466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D4B8D-8455-4ACF-AD72-04317412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72BC2-8FDC-43C2-B85A-42872959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B3B4E-74B5-4E6C-8CC6-C6CF8385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DA238-3F82-4F2B-96E9-6EC67C1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CF11E-1EB8-4DAB-9578-2E27C820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387805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65C1C-641B-4907-9EC1-72295494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A937B-4203-4CFE-B136-2541F119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084C0-0091-45FD-AD95-03F76A8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3BC3F-8C19-4A73-8A69-49E686C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7B94B-E1D6-45B4-8D80-62196820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80A41-2B9E-4A77-A615-A29D798C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8FBF3-B06D-4108-9A83-22016E7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58C2F-48B7-4F00-886B-2A9D916C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94FD5-A9BB-4C43-864A-2A793ECF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environmental biot...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C6921-8481-490B-8820-03FCB0FF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6D2AE-89CD-4D93-916A-2FEE0C15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07AA5-7150-403E-A79F-8E58FCC1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environment...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7B415-C029-4BB4-8720-C5335313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CC649-B4C7-4AA1-A008-294B3174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84CE5-7142-401E-BE87-6A462AB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environm...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35CC9-65E1-4DCE-A75F-6EFA76F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66976-464B-4C6B-8844-47AF07E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3FD38-B8E8-4BCF-B61C-3582AF00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environmental bi...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5FCDD-E4B5-43D2-ADD6-90B9B75C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B44E3-9252-466B-A256-AF041BA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7AA9F-CD92-4981-A3C9-E712CD15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environmental...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E932A-4B38-4277-82AD-108B5A47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F4817-5B1B-4F52-B203-7C9104CA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303828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DFF50-C9A7-45FD-8B19-96292018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0D22C-9BF8-4A8B-B060-2C9EE540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55941-89BA-4789-A951-490DDC09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FC961-E436-4CC1-AB1C-1DEF6CAF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28440-FF19-404D-8ABA-3EF12C0C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0D8F8-5A39-40EC-BABA-DB8693C1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47008-11B2-48E3-B197-ADAEA4E1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E15B7-6CEA-4392-9E7F-770A7D7C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9A81A-E907-4F71-A62D-711AB33E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742FB-A1AD-426B-99E2-3B6731D6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FB423-6A90-42FB-9E63-6D99DFCB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C2491-6F7B-4EDF-8FB9-FC1869F6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D10C1-19D8-4BBF-8392-D9C35388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5CAC1-0F5E-4070-8532-E5D001F4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72512-C96B-4A5B-8554-67B8DB30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236229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CB8C4-40C5-4B82-8356-C14EE258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5CF6-15FA-4E31-BFF8-3DCA7A40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DBF5D-C626-41A4-B158-82C20EBC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6C60D-BC24-49A5-8612-F3208BFE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C8A1D-4831-42B9-BA35-3645EC8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19454-A877-4E4B-9110-151225B8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environmental biotechnology (grey/brown): focu sed on env...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DB663-44D9-41A7-9FC9-DBBF2ED6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03014-88EE-4E43-BDFC-7BC78B15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3989D-01ED-4D89-A23F-CC8958E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B84C2-59F1-44AB-9456-12339FA5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337E2-C596-44D5-9894-688B24FE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0222360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B28EC-709C-4D83-92D7-13AE7259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D216E-63DD-4EE4-8CF5-64B728BA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F7948-C383-4901-B0BA-557C3EFE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2B856-49BD-4178-951A-E5561CD8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98787-C1F4-4B9A-9956-1D0A2FF2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marine biotechnology (blue): (oil slick), yellow biotechnology (food production),:probiotics and bioinformatics...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6A465-9A88-4DBD-A5E1-C35C60D1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marine biotechnology (blue): (oil slick),...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D6C7E-6D9A-48B6-A9AB-462CBCE9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D40FF-AFA4-4F7B-8813-BF49BADA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92E93-692B-42C7-BCB9-8C11A3CF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E8FD9-24A0-4FA2-B108-72F0A134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E0628-3952-45C6-9066-D093D0FC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EEF01-3A72-47EC-871C-6B88B0B3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ED0DA-EF53-42EF-A82A-1CA76F15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6ED33-EC1D-4B5C-A64B-6635C74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1918C-7FF8-4593-8A6C-7F22DDB2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BE14B-5717-45A2-ABAA-9FFBFF9A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884642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1A85B-E5F4-4AF3-B897-14D7AA6F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E83F9-FC2B-42BA-8169-77C1471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8C02C-849E-4B2D-ACF3-C7C7520F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14329-380F-40C7-945A-A35645AC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B0A81-0666-434E-B85C-0321786A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9485E-33EC-4BD8-A333-40FC80C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2BDF3-D980-44D9-999B-40B367F6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E8BA4-448F-4B84-9A3D-03232022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F6BAC-B737-49FB-A547-281A1074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marine biotechnolo...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4329D-4BAB-4A8A-9968-11540BE4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1C579-7027-4A2E-B8EF-44B0EBFD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223C0-7EA8-4BCB-BAFC-956077A2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marine biot...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0D2D7-450A-4CBC-8C6F-42BC513A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19434-EE72-4B27-863B-47C9BD53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BE5FA-5F77-44BE-868C-4365CE5F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marine b...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B818A-7C43-4AD9-9CCD-D6322E0B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FC42D-988A-4EC0-A48C-B5667D37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B5378-1DAD-43D8-A65E-2ADEC842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marine biotechno...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CDE41-4FAD-4B92-92AF-004D5F9B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0CE57-30D5-402C-AD53-CFF8A76F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F71CD-BFF1-42D6-90D1-3958099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marine biotech...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BF75F-BAA5-48E9-A74A-06A27EBC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087E5-AC23-4FA2-BFD5-DCA0E8AE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355159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025A5-FF17-4FAB-AF47-12DD189C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A730D-ED64-42C0-8576-BA827440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9360F-07A0-4AA3-AC66-D043B380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16806-9B71-46C8-A2BB-C16EDE12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F5523-CFE0-4484-A533-1F6DC99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B23EC-A6A4-4559-B1DA-015FDE88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8F7B4-4E1C-49C2-BC1D-75A7E2D8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65B35-66AE-4AB7-AB2A-9F57A81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D48A4-935B-43E7-B248-4CFC4D8C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84FB1-F353-4075-82EE-499043CC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F1D41-6905-46B5-B3C8-5D25695C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37DBD-E9BD-45FB-8214-A96CB035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63D73-EA93-471B-B337-B375B791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467F8-89E5-4F14-A7E3-8C0C9684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24447-2140-4DB4-972C-E375F22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237309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F59E6-C753-4CD3-9C68-B9311C6C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16CEA-ED1E-4BB2-96D7-0E765B13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8BF07-5B49-4028-BF74-78578127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23B00-8615-45B0-8C50-36C6385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AAA1E-99E8-4957-92BD-BFA99C62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DA368-85BB-4341-89EA-E11E87C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marine biotechnology (blue): (oil slick), yellow biotechn...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63A6F-6C99-470C-8F97-C5E742CF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15996-725F-42AB-A2B6-72DEEB7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BFFE1-EAD6-42EE-AE8E-C818F77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35C60-7B1E-4C82-A602-07E25951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278D0-7947-428C-AEFF-5472E9DE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106727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0A6DB-D35C-40AC-92E9-22BAB0DD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CDB38-7FC5-402B-ABBC-5BD24DB9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924B2-5B59-45AA-990D-9AC83283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A7927-8238-443B-B0C8-27E4A11C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BFBFA-7C46-45B6-AD7C-4CDA2E74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3EC3F-DF21-49B9-913B-47D83B99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5255500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8F823-62C7-4FEF-B4D4-F07512CC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BD533-5178-45DD-8675-D380E47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2BE5D-3DEC-4107-93E6-94CBEB64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87447-EB2C-43B5-894E-79D569F2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68753-2BB1-4B0B-B764-CAD7DCC1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Overview: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Biotechnology: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History: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scope: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branches/types: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89F55-9DAB-43DE-8F60-B91F18B0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5485225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3B1F8-2F2D-4A66-8803-0D7B79B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02837-88CA-44FF-A985-790AFCAD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6EB35-79DD-4167-BA5E-2F239F7C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B7BB3-048A-400F-B0D9-F996B457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D6085-740C-44D4-936A-B609EAE7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73CE7-FE9A-495B-A8E4-0FDC744C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138113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E9FD6-9FC2-4955-A919-4BA1F2A0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CA979-4C71-4DC8-B94F-39D7163A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0DA18-CDCD-480C-B34E-CA4FBBC1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57C3C-74DF-4232-8AD5-7862FC4C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6C98E-F11F-4390-9A05-4A777D47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A97AA-62AE-44DA-ABFA-901B5A2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160781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42BBB-5E85-46E2-84F3-B995E7DD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63FCD-7672-4026-BF3C-C6B6FFC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D18C8-0A30-46B3-91E2-ACB4D2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A1E94-6BF2-4906-9BB1-428CDBBF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95FA5-F97B-481E-851A-B1E4DE2A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Biotechnology: History, scope, and branches/types of biotechnology such...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agricultural biotechnology (green) : improving crops and livestock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industrial biotechnology (white): using biological systems for industri...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environmental biotechnology (grey/brown): focu sed on environmental pro...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marine biotechnology (blue): (oil slick), yellow biotechnology (food pr...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C2C04-FA8B-4517-A57D-B22A9EE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84673-8E62-420E-BCFC-ACE239EA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47B5B-CCA4-4D72-B33E-7D94033C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689311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2B7F2-E2BD-4E83-97EC-D0331402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48046-E67B-44CF-9054-40D3465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Biotechnology: History, scope, and branches...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1025-6F09-41BD-9D70-9ED60BB8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57275-BD90-48DA-AE8F-5288BFC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DC4E3-E9E4-469B-A8E9-AB9D02D6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CA80B-998B-47AD-83A4-BC8DDAE0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7553E-115A-4062-8B94-C3469DD5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9B1D9-03FD-48B1-AB94-E28DA0C1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E3B14-48A6-4F34-BFFB-2B0148CB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AC45E-5E03-46B1-B715-9539B28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A2F69-17C4-4C9D-8BFD-4D7D0578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8D50A-C61D-416B-BA8B-819187D6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67C97-C61C-43AC-A808-1AE45357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94E7F-F480-4AE5-9B34-7388531E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A369E-F974-4C1B-B540-917CD404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66E51-3FAD-4A19-ACFC-FDB11FD5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E2436-BC40-4D29-91A6-FD3B9488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7B04E-692B-410F-8763-61AF818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FD29F-5EC0-4250-A3BF-4B79071C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F27D4-D639-40A9-9D9E-639B464C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08D3C-7D96-4AB3-BD07-2B0D55A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1D97F-376D-4034-8A10-C0C6A7F2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9674B-3F05-453F-A45F-BE677046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0BAB1-9C29-48FF-BDD4-E73E73D8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1D969-76C3-472C-A032-9696D759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DB7EF-B278-431F-AD3E-21C44A73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E3C248-C3D6-4AF2-ABA5-A513AC5D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F34A1A-E81C-4D41-97E7-B3CF6BE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7A120-F87A-4C8A-8DE2-54B62788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7D5F05-A6CA-466B-945E-CDC8C8C9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0208A-3881-4BD9-8896-957CD535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75E57-0650-4BF8-8920-B54F6132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784893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20237A-7547-409C-8575-20FAA782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B8B39-404B-452A-84CC-694DE348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agricultural biotechnology (green) : improv...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07346-8D15-4231-9979-55BD609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80164-4850-40EF-99AE-34FDF4BE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A9858-640E-40C8-8AC9-5D07815B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1296-D8EF-4249-9BA8-A8F4278F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B15D6-6C6A-4ED8-9EA1-88D09E6D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DEDFE-5875-40E1-B95B-6FBEFFF9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ACAC6-23C4-4795-AED5-C735B297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7409D-5DA3-493F-8B01-730FA5B7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9D1E4-9555-4CAF-A960-1B9D48AA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6A4B2-3CB6-409B-A904-E8CDD2B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EAF80-7E86-4FAA-BAE5-D69DE4F3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04F4C-5E75-4112-9229-FFB64453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44C0A-FD5F-4E84-8FFB-32B3A643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74ADD-4A06-4DC6-941E-66C341DD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8508B-DD0F-41AA-9FBA-DDF75F0A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8F10E-B714-4777-AEEF-9E6EA1F1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37FE7-0FE1-4DF4-B11D-53A6405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B6B57-C36C-4A9B-88F8-2342300E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08EDD-28CA-4E89-AA92-7334A64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DED12-682F-4524-85CE-3BC693ED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429EB-A0C9-4A67-AE24-5009C9AF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1D84B-9373-42EF-B4CD-625D737E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11954-D347-4A15-8C55-6336A96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AD543-EBF8-4438-8909-637E3C4B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9067FD-FA74-4683-8074-EA7224E9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A68C9-46AE-40A2-84FC-53F2E232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269EC5-7C5B-4D9C-A3D2-54A4D751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007641-2AE3-4816-9D83-9F20BEA6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0D155-6B28-4084-AEDB-418A3C3A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8438D7-1A7B-426A-BA98-AD9B4947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236574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6DB98D-F783-439D-9151-EEC9FEC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D339E-EB5F-4E42-9F21-E002A60F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industrial biotechnology (white): using bio...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972A3-EEE3-41C8-9B63-BA604CB1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473D-1D58-45EC-8FFE-27CF81EC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EB26E-8D7B-47A3-98F8-C4AD89F9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6FC47-CAA9-4602-9633-DDEED6BE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8852E-D10D-48EB-9998-986DFE0A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AD48C-843A-482D-8D5F-770116EB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BDC14-39A6-44AA-9618-2C62E52E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9009F-666A-46D4-8061-486A9D35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448D5-F07A-4C61-935E-03E8B13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ABDCC-09B9-4A48-BAA5-9D844851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54E07-6ACE-4E45-AAAD-28C73BD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54942-E99E-4883-B1FB-9461F4D1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BF542-4229-42DD-B4DA-CC8F57D5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48F76-A532-4534-83B5-782934EE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44989-6275-49CC-BE84-AAAEF538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AB099-05CE-4207-AF77-0F19730E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E175B-D415-4D9E-AF4B-218900FA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4E1FB-C08C-4911-8561-877F6293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44262-9409-4EFB-AE72-2ECC95EA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BBAE9-8A67-41BF-86E0-C3BF576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95D22-B0DF-462A-8033-99E2A09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79A9C-690B-4CEA-9F3A-14A9A9DA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8E457-DF67-4F5F-A5F5-4B912664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8DB43-9687-4D72-ADAB-1DB06057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82DEA8-68E8-418D-91F1-4B0C873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49762-79FF-4914-9DB4-AADD8E9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1C596-E614-457E-AB66-500BE3D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03E34-B400-4C58-AB80-5720FDA9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B960E5-1055-4F45-ADA2-42A17BC0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A44590-7E80-4BAA-B561-DF692F0F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222249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16C28-37BA-4DC0-A1A2-D6B6C924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B3C93-862E-4166-B5EB-C651DED4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environmental biotechnology (grey/brown): 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A085-14AB-454C-8383-04AC2D17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9F4C2-FEE5-4E5C-B775-C0ABF05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76B89-503C-4C79-BFB1-FF64FCA1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E865C-2287-4A1B-9D24-4A0F653F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65446-B05B-432B-BF73-A7ABAE1A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BF8CA-32DE-42F8-8833-41C4E36C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78DE0-97A0-47E6-8CCA-2B2E654A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3EA57-414D-45B2-8011-4AE02BC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CDB18-8A6D-4AFE-8119-233DB970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79C6F-31EF-4B02-878E-09AA3046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B5721-A174-4FC4-9A87-062932C8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0E3CA-B2D0-469B-A026-9C8C190D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65B74-64F0-4A28-9EA4-8EFCD559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A6415-DBD9-4B79-B1D7-734C8753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0A01B-0062-47C9-9E5B-EA39715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B01DE-3964-43EA-A700-5E3555CB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97882-885F-4282-B1BF-D53EBA4E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99002-6F5E-4A4B-B08E-238F653A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AFEF0-7F15-47AC-81A9-169980A0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AE79B-28EA-45EC-A896-20F477D3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2F2FA-170B-40EB-9B0D-CFC4E2E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12AAC-4957-4C87-BCED-BDFBC59E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32E53-953C-4345-8E3B-927EC439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66F46-ABE8-438E-A3F9-28FC6818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66C08E-0B64-4378-B8A2-D38E5F04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558D58-93DB-4CA1-BAD8-FDFEBF4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E7D26-2F7D-445D-BA08-886CBFCA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6E50F-483F-4E1D-AB7B-606C91BC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2799FD-CE00-4ECD-BA7C-4724615E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DC2CF-3FBB-4C00-81FC-F3C8E6D8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5394652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80E95A-563C-4E12-B8FC-CD65479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79BDD-DE94-4617-8D68-45683253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marine biotechnology (blue): (oil slick), 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ABE30-E402-4B64-A2F7-59B54ECC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FEEE6-D470-41D7-9580-E9B75290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12755-49BC-4B31-B278-2B6BD2CF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63E8D-B580-4BBC-919D-6383E167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93AAD-F701-49FB-A939-99A622F3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B14E6-C701-4D48-85BE-CB256591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62DAE-1DF3-4B33-A587-6ADF24DB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8E57F-0C10-4918-B9AF-A7710A5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74332-8757-4006-9592-377B4F9E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35107-C142-482A-9392-0FFF0FE1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106F7-CB56-49E2-9744-07814FBD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54388-19F1-427A-A51E-DF66AEB5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47453-58F6-4123-AA69-90069C02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D6CDA-7380-4C6C-BDBC-B50B0676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D5728-A171-4E9E-929B-26977770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4FBDF-5611-4488-8A85-4BD3F68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0844B-1CAF-4DE1-8ABE-ACE68F72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A117F-034C-4650-A903-36D3A413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EAB00-02CE-495F-A0B1-70CB8AE3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F01F8-BD5E-4894-92F2-62E71A7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AD335-A616-488F-8307-F9636114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7764F-3122-4947-B53E-DF085CB1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E7ADE-7F1D-4116-BF6C-B7D73F1B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288F0-BDA3-45EE-A5BF-CBA8C9C5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152B5-4A00-425F-9807-646300E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F370B-CC59-4A50-AE12-12F7CC51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ECA65B-DB55-4E66-8724-B49F95F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113CC-AA84-4BF6-BB75-3DC5E1FA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02C7A-EE9D-4270-8159-7D594079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A078A-FF12-4EBE-BD69-2236A006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6184496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91E606-C743-43EB-9C0C-7F76D8F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C1B0B-34B3-414E-AE64-02155A27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Biotechnology: History, scope, and branches...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F62E5-2012-439E-B547-84BADE3C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73FDE-6CC6-4148-A79E-5485765B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A8773-EC20-434B-A2D8-ECA2F069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62CD0-4280-41E9-AD09-727B6A98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D09AF-C2DA-4627-9A94-A5D02842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CD247-FF20-4444-A2D4-05FAC801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0E648-7477-4267-A865-FD32E438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50723-3B58-49E0-B314-24DC9A1B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9C955-7AD3-49C4-BB42-A7A19709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DC011-04EE-405D-9D66-FE065B6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4D196-33E0-4970-A348-64B93F71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04B83-4D45-44B5-A38F-61C27A15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06E79-83D0-465A-9DCE-25FE846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9DF97-F967-4D25-A570-FB016ED3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BAE4B-75DB-49E7-A160-5AB0492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86286-FF2C-4634-A474-C2812117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71862-EF32-488E-9865-4995FB5A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E38ED-8813-4E6D-97A4-912B0942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71E7B-BAC6-47B2-9DD8-5ACA9D11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8042A-B2F0-4A81-95C8-68E505B3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49DF9-6742-4FEB-8ECA-622EC89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94B7F-7D6A-46BC-9D50-9AA32D2A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79CAF-703C-4B7B-A6D6-FEF1422C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0CE24-1815-4FCD-A0A5-C226CC7C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59422-0DA5-41F4-9077-5DBF0541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C72EF-5571-49E7-BCA9-ACFEB0DB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CC9BD-EBC5-4A11-9637-122DFBA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723AD3-1B84-404E-9ADB-88EEF020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0040AC-3D96-4213-BF88-B320A06F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89D150-7A8D-4092-B21B-16D80E4F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695406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55730-FC84-4030-8164-DD5292B2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E577D-4880-41CD-8255-E9DE4309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agricultural biotechnology (green) : improv...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2E5EF-1FBD-410E-B424-6E0148F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0667B-BF68-405A-BBF8-51A5B2D5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20DC3-A85A-45B8-8EBB-3DBD75CF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774C0-701C-4A1A-B9D0-5DD59307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B5AFB-FFF2-4F36-B0C7-EA4160EC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0BD87-CB2C-4200-9F87-332293BF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F8940-3CAC-4235-A199-CD1642E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0AAF5-050C-468F-BE84-3B3CC7C2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B0B58-C800-4F26-8123-04D0FB6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4C8E1-865D-4836-AE2B-D1E2874C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5B8C9-28A8-4BBC-AD95-30F25C14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5644A-7F54-4343-8FA5-6F86E8D4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E4BD0-FE79-427F-BC17-D9859431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5CA49-671A-4C1A-8349-AC98134E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5B2BD-F2DB-48C4-BD0F-1DDB5AA8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54597-5F8F-4125-9F69-266B596A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FCD12-3FFE-41AF-BB52-043216A6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172E5-4EF6-41A9-8ADE-1CF0193B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FBD33-A8F1-4C50-BDF6-FC92103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D036D-9BE0-4F21-B60B-A61EC6C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E1C23-CE8A-42A3-AB26-8F63147E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A9870-6DB2-4221-B96F-1BA670A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3B474-82D6-476E-AFA7-FB170E16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6639C-B83A-4FE6-B034-C6B38E3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9AD54-5543-4169-A50D-2F811D75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DF92B-4454-4784-B85D-C266675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E97BC-3912-42F1-892A-9ADF799E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4986E9-C173-400F-BF75-595E1F29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B8225-CC03-45ED-AA23-E0840672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889373-6F1D-4F92-958B-11CE5B4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086011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43D6D2-B9BC-48B7-A0CC-A45214AB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44E1E-B477-4838-BB31-4FEFC34C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industrial biotechnology (white): using bio...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6DDAB-271C-46B6-B53D-904DC9A1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2939B-E1A2-4B14-800A-DC47AC05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E38CF-8C2E-4A13-9296-F3A2D931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FEE97-967D-4975-BC90-216D7C54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AD881-6262-464A-8A97-B6C641D7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1434E-E63C-4E57-848C-97E289BB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385A2-9701-4D9F-97E7-CDBF8CB2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F62D6-965B-4ACC-A108-A898E7E0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6C5C4-04A2-411F-8F05-BCA85D3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1D53E-5532-4884-86D7-747E1F68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02D2B-3DF2-4E67-B8DD-857E560F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F6DCB-6D0C-45C1-85C3-84A6D807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4B3F3-BC32-4BB6-A8D8-2F48302E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885E5-5CC0-4E91-A853-601F043A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3231D-E166-407D-BB53-F40DA910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ACFA0-A838-440C-8D78-0858BB5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09F44-51A9-48B4-A560-AFC8688B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4162D-7F60-4A7B-BAA2-0730D3B6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66715-BD5A-4853-84DD-64A61CC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3F091-4881-4E66-8F36-10BD4714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99FCF-3D1E-41B7-A846-F9EAF56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C01F53-32C7-4001-BE87-AE724090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C0A136-0A20-4E99-B72E-1BC3FFCA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3A08F-056F-4FAB-A969-F71CF44A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C5C6A-D54A-4E31-AEE0-585DB40C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6EB0C-548B-49E0-9058-779924CC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FDA6C-BBA5-4273-A6A1-C59E6B7C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5A311-271C-4113-A4DD-FDFFA06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14554F-C345-4554-A1BD-3C7BEE3F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F2373-CA10-4814-B230-9B5A9183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496576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338C9-10EA-4247-BA2A-B0C46F5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F8176-F954-4638-B17A-837245BE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environmental biotechnology (grey/brown): 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05040-4123-4CB9-8674-34FBCC8B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BA2C8-F97D-41F8-A850-2FE230F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6F829-0413-4992-A8F0-FD1AF0C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90E6C-EF78-4121-879D-FCAF4587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55087-F236-4555-BBE8-0E2019F2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C2D4E-F4D1-44F1-BB60-C463008F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C3B04-F43B-4472-9AF7-08ADEF53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52F21-93C9-452A-A9E0-89F08A54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68C5A-B721-4108-8500-877C6BA0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9304D-96C7-47F3-BBDC-555C97B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55DCB-6681-4E37-B852-28E68D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CFE59-3F2E-476E-B2EE-F184A27E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6BE09-F7EE-40E9-8B2D-2E7E575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49189-575F-42A6-A4CD-D5B349BB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01706-6CE6-4DC0-A098-955C7DE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B3287-AC89-40BF-9251-E3DBAEB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BEB30-6872-4B92-97D2-DE8A3FAC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1A75E-8BC6-4AF3-ACA4-67E35FE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CE0D7-0A57-4664-A265-41C2D752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5604D-08D1-47B5-80CA-44352F15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43768-6A1B-4109-9B4A-5659D5FD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4073F-355B-4B3B-B5C1-8EF30329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3CFE3-3A39-4046-B625-234CC2B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A5B45-4D0D-4D6C-B262-41E4E01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E5088-F0CD-4B69-8356-62F5C91D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A28D6-6D86-4011-B0D6-D4BF8F4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0A372-8A06-47AA-BA7A-BA75C880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27ADC-2F80-4B37-A42D-C9A32DA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F9A872-D2C6-41CA-B341-85BCD3F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177782-1794-4C48-983A-F058FA09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564701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39EB73-F818-40E1-859E-BB8C6D8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A4DAF-6B9F-4B1C-A9CE-23180880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marine biotechnology (blue): (oil slick), 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0CAE0-004C-4F3A-AF30-292AF13E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04CC9-2205-4192-B3F1-BCEA0B80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25845-CAD5-43AB-93A7-530F9F70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5A6BB-0789-45F3-B757-6A062633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C056C-F314-43F6-A4F6-4228057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EF70C-5655-4F22-9DAA-3D698CBD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12833-519B-4B28-94E2-873694EC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AAD26-CBBB-479D-AEA6-2CA2E46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30402-D54F-4A2A-9B44-AAAA03FF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E277F-4438-4BAE-A02B-47A3523F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7BA4E-12E0-45CA-9D82-A672AE0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A6736-7279-4446-B48C-D3FDCAA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11811-59F6-44B2-AA3B-8B2FABA3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F3575-B40F-400D-AC76-5252EFB0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3C982-8ACC-4A63-8589-DF07BFA3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C9C71-2F2B-4EC6-81AC-7CA7761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C6F91-E863-471C-A392-06361CEF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C24AD-3B40-4E5A-A1E5-6DF520DD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30ABC-688C-4F69-9489-FC3E9BE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20189-8A37-4561-A252-AFD914E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A146B-706B-45EB-B5C6-C603D47F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EFB09-A3D4-4D6D-B652-06F7FC63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790CC-759A-4556-9DE5-44A3D76A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78F4D-E037-48E9-A505-40E46B14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412FD-8FB2-423B-86F6-6533451E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39B14-AF2D-466C-9592-DB16302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92879-42A4-42B6-A5DB-550DC78E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E645F2-00DD-4524-841C-136F485D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F2B101-3AAC-407E-B4AF-BE945D09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ADC7F-2D42-4F4C-98A3-1DA4EA01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14253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2026-08-24T16:02:37.1140000Z</dcterms:created>
  <dcterms:modified xsi:type="dcterms:W3CDTF">2026-08-24T16:02:37.1140000Z</dcterms:modified>
</coreProperties>
</file>