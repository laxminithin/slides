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931d1fa26046a5" /><Relationship Type="http://schemas.openxmlformats.org/officeDocument/2006/relationships/extended-properties" Target="/docProps/app.xml" Id="R291bf96f8acd4eb0" /><Relationship Type="http://schemas.openxmlformats.org/officeDocument/2006/relationships/officeDocument" Target="/ppt/presentation.xml" Id="R72d881ee01a44d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0cbcde357841a9"/>
  </p:sldMasterIdLst>
  <p:notesMasterIdLst>
    <p:notesMasterId xmlns:r="http://schemas.openxmlformats.org/officeDocument/2006/relationships" r:id="R9efb055fb7874d8d"/>
  </p:notesMasterIdLst>
  <p:sldIdLst>
    <p:sldId xmlns:r="http://schemas.openxmlformats.org/officeDocument/2006/relationships" id="256" r:id="R5dfb917c16f14ae4"/>
    <p:sldId xmlns:r="http://schemas.openxmlformats.org/officeDocument/2006/relationships" id="257" r:id="Rdf98e3d9b1114037"/>
    <p:sldId xmlns:r="http://schemas.openxmlformats.org/officeDocument/2006/relationships" id="258" r:id="R5d37561742e14f8d"/>
    <p:sldId xmlns:r="http://schemas.openxmlformats.org/officeDocument/2006/relationships" id="259" r:id="R66b6361c0ed44cd8"/>
    <p:sldId xmlns:r="http://schemas.openxmlformats.org/officeDocument/2006/relationships" id="260" r:id="Rd3916e6051004d36"/>
    <p:sldId xmlns:r="http://schemas.openxmlformats.org/officeDocument/2006/relationships" id="261" r:id="Rba7b288c8cd24bc8"/>
    <p:sldId xmlns:r="http://schemas.openxmlformats.org/officeDocument/2006/relationships" id="262" r:id="R6da0c94166974f2c"/>
    <p:sldId xmlns:r="http://schemas.openxmlformats.org/officeDocument/2006/relationships" id="263" r:id="R552dc54e28384a72"/>
    <p:sldId xmlns:r="http://schemas.openxmlformats.org/officeDocument/2006/relationships" id="264" r:id="R42f189d3c4f94536"/>
    <p:sldId xmlns:r="http://schemas.openxmlformats.org/officeDocument/2006/relationships" id="265" r:id="R0446146a91114f74"/>
    <p:sldId xmlns:r="http://schemas.openxmlformats.org/officeDocument/2006/relationships" id="266" r:id="R558e920e7ecb4ca1"/>
    <p:sldId xmlns:r="http://schemas.openxmlformats.org/officeDocument/2006/relationships" id="267" r:id="R7ee36d49ecec4c8c"/>
    <p:sldId xmlns:r="http://schemas.openxmlformats.org/officeDocument/2006/relationships" id="268" r:id="Ra217fb9f315e4c91"/>
    <p:sldId xmlns:r="http://schemas.openxmlformats.org/officeDocument/2006/relationships" id="269" r:id="R26d4e64c36614d7a"/>
    <p:sldId xmlns:r="http://schemas.openxmlformats.org/officeDocument/2006/relationships" id="270" r:id="Rbf0902266f954657"/>
    <p:sldId xmlns:r="http://schemas.openxmlformats.org/officeDocument/2006/relationships" id="271" r:id="Rd035fe7bf1f14286"/>
    <p:sldId xmlns:r="http://schemas.openxmlformats.org/officeDocument/2006/relationships" id="272" r:id="R9f2747c8997f442b"/>
    <p:sldId xmlns:r="http://schemas.openxmlformats.org/officeDocument/2006/relationships" id="273" r:id="Rb126786d8e51430e"/>
    <p:sldId xmlns:r="http://schemas.openxmlformats.org/officeDocument/2006/relationships" id="274" r:id="R3b672846897442d5"/>
    <p:sldId xmlns:r="http://schemas.openxmlformats.org/officeDocument/2006/relationships" id="275" r:id="Rd543f62e4b3549f1"/>
    <p:sldId xmlns:r="http://schemas.openxmlformats.org/officeDocument/2006/relationships" id="276" r:id="Rfdb814b3943949bb"/>
    <p:sldId xmlns:r="http://schemas.openxmlformats.org/officeDocument/2006/relationships" id="277" r:id="Rb331c547a0b74188"/>
    <p:sldId xmlns:r="http://schemas.openxmlformats.org/officeDocument/2006/relationships" id="278" r:id="R4bdbd6229ec046e3"/>
    <p:sldId xmlns:r="http://schemas.openxmlformats.org/officeDocument/2006/relationships" id="279" r:id="R6a617c36879b4ba8"/>
    <p:sldId xmlns:r="http://schemas.openxmlformats.org/officeDocument/2006/relationships" id="280" r:id="R02b4959e60564689"/>
    <p:sldId xmlns:r="http://schemas.openxmlformats.org/officeDocument/2006/relationships" id="281" r:id="Ra0567cfef10f46ab"/>
    <p:sldId xmlns:r="http://schemas.openxmlformats.org/officeDocument/2006/relationships" id="282" r:id="Rc62d6d499f9047ed"/>
    <p:sldId xmlns:r="http://schemas.openxmlformats.org/officeDocument/2006/relationships" id="283" r:id="Rd23b83cdabb046ea"/>
    <p:sldId xmlns:r="http://schemas.openxmlformats.org/officeDocument/2006/relationships" id="284" r:id="Rfa0291e332c84f63"/>
    <p:sldId xmlns:r="http://schemas.openxmlformats.org/officeDocument/2006/relationships" id="285" r:id="Rc2965ae72c8c47ca"/>
    <p:sldId xmlns:r="http://schemas.openxmlformats.org/officeDocument/2006/relationships" id="286" r:id="Ra52fb0d88c154777"/>
    <p:sldId xmlns:r="http://schemas.openxmlformats.org/officeDocument/2006/relationships" id="287" r:id="R0aadb8bf1c7b484e"/>
    <p:sldId xmlns:r="http://schemas.openxmlformats.org/officeDocument/2006/relationships" id="288" r:id="R4d35c37563b149a6"/>
    <p:sldId xmlns:r="http://schemas.openxmlformats.org/officeDocument/2006/relationships" id="289" r:id="Ra8592028c0bd420d"/>
    <p:sldId xmlns:r="http://schemas.openxmlformats.org/officeDocument/2006/relationships" id="290" r:id="Ra83cc1edff58498e"/>
    <p:sldId xmlns:r="http://schemas.openxmlformats.org/officeDocument/2006/relationships" id="291" r:id="R25cfc7fd86314726"/>
    <p:sldId xmlns:r="http://schemas.openxmlformats.org/officeDocument/2006/relationships" id="292" r:id="Re28b6c15100e4f92"/>
    <p:sldId xmlns:r="http://schemas.openxmlformats.org/officeDocument/2006/relationships" id="293" r:id="Rf3d4235fcff14918"/>
    <p:sldId xmlns:r="http://schemas.openxmlformats.org/officeDocument/2006/relationships" id="294" r:id="Ra1c978fd61704565"/>
    <p:sldId xmlns:r="http://schemas.openxmlformats.org/officeDocument/2006/relationships" id="295" r:id="R3800717000604147"/>
    <p:sldId xmlns:r="http://schemas.openxmlformats.org/officeDocument/2006/relationships" id="296" r:id="R8718210b7ebf4a26"/>
    <p:sldId xmlns:r="http://schemas.openxmlformats.org/officeDocument/2006/relationships" id="297" r:id="Rc3f5a9884da847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e108064bbb4161" /><Relationship Type="http://schemas.openxmlformats.org/officeDocument/2006/relationships/slideMaster" Target="/ppt/slideMasters/slideMaster1.xml" Id="Rf10cbcde357841a9" /><Relationship Type="http://schemas.openxmlformats.org/officeDocument/2006/relationships/notesMaster" Target="/ppt/notesMasters/notesMaster1.xml" Id="R9efb055fb7874d8d" /><Relationship Type="http://schemas.openxmlformats.org/officeDocument/2006/relationships/presProps" Target="/ppt/presProps.xml" Id="R6232ec22e2bc4876" /><Relationship Type="http://schemas.openxmlformats.org/officeDocument/2006/relationships/tableStyles" Target="/ppt/tableStyles.xml" Id="R58a45f5223214afb" /><Relationship Type="http://schemas.openxmlformats.org/officeDocument/2006/relationships/slide" Target="/ppt/slides/slide1.xml" Id="R5dfb917c16f14ae4" /><Relationship Type="http://schemas.openxmlformats.org/officeDocument/2006/relationships/slide" Target="/ppt/slides/slide2.xml" Id="Rdf98e3d9b1114037" /><Relationship Type="http://schemas.openxmlformats.org/officeDocument/2006/relationships/slide" Target="/ppt/slides/slide3.xml" Id="R5d37561742e14f8d" /><Relationship Type="http://schemas.openxmlformats.org/officeDocument/2006/relationships/slide" Target="/ppt/slides/slide4.xml" Id="R66b6361c0ed44cd8" /><Relationship Type="http://schemas.openxmlformats.org/officeDocument/2006/relationships/slide" Target="/ppt/slides/slide5.xml" Id="Rd3916e6051004d36" /><Relationship Type="http://schemas.openxmlformats.org/officeDocument/2006/relationships/slide" Target="/ppt/slides/slide6.xml" Id="Rba7b288c8cd24bc8" /><Relationship Type="http://schemas.openxmlformats.org/officeDocument/2006/relationships/slide" Target="/ppt/slides/slide7.xml" Id="R6da0c94166974f2c" /><Relationship Type="http://schemas.openxmlformats.org/officeDocument/2006/relationships/slide" Target="/ppt/slides/slide8.xml" Id="R552dc54e28384a72" /><Relationship Type="http://schemas.openxmlformats.org/officeDocument/2006/relationships/slide" Target="/ppt/slides/slide9.xml" Id="R42f189d3c4f94536" /><Relationship Type="http://schemas.openxmlformats.org/officeDocument/2006/relationships/slide" Target="/ppt/slides/slide10.xml" Id="R0446146a91114f74" /><Relationship Type="http://schemas.openxmlformats.org/officeDocument/2006/relationships/slide" Target="/ppt/slides/slide11.xml" Id="R558e920e7ecb4ca1" /><Relationship Type="http://schemas.openxmlformats.org/officeDocument/2006/relationships/slide" Target="/ppt/slides/slide12.xml" Id="R7ee36d49ecec4c8c" /><Relationship Type="http://schemas.openxmlformats.org/officeDocument/2006/relationships/slide" Target="/ppt/slides/slide13.xml" Id="Ra217fb9f315e4c91" /><Relationship Type="http://schemas.openxmlformats.org/officeDocument/2006/relationships/slide" Target="/ppt/slides/slide14.xml" Id="R26d4e64c36614d7a" /><Relationship Type="http://schemas.openxmlformats.org/officeDocument/2006/relationships/slide" Target="/ppt/slides/slide15.xml" Id="Rbf0902266f954657" /><Relationship Type="http://schemas.openxmlformats.org/officeDocument/2006/relationships/slide" Target="/ppt/slides/slide16.xml" Id="Rd035fe7bf1f14286" /><Relationship Type="http://schemas.openxmlformats.org/officeDocument/2006/relationships/slide" Target="/ppt/slides/slide17.xml" Id="R9f2747c8997f442b" /><Relationship Type="http://schemas.openxmlformats.org/officeDocument/2006/relationships/slide" Target="/ppt/slides/slide18.xml" Id="Rb126786d8e51430e" /><Relationship Type="http://schemas.openxmlformats.org/officeDocument/2006/relationships/slide" Target="/ppt/slides/slide19.xml" Id="R3b672846897442d5" /><Relationship Type="http://schemas.openxmlformats.org/officeDocument/2006/relationships/slide" Target="/ppt/slides/slide20.xml" Id="Rd543f62e4b3549f1" /><Relationship Type="http://schemas.openxmlformats.org/officeDocument/2006/relationships/slide" Target="/ppt/slides/slide21.xml" Id="Rfdb814b3943949bb" /><Relationship Type="http://schemas.openxmlformats.org/officeDocument/2006/relationships/slide" Target="/ppt/slides/slide22.xml" Id="Rb331c547a0b74188" /><Relationship Type="http://schemas.openxmlformats.org/officeDocument/2006/relationships/slide" Target="/ppt/slides/slide23.xml" Id="R4bdbd6229ec046e3" /><Relationship Type="http://schemas.openxmlformats.org/officeDocument/2006/relationships/slide" Target="/ppt/slides/slide24.xml" Id="R6a617c36879b4ba8" /><Relationship Type="http://schemas.openxmlformats.org/officeDocument/2006/relationships/slide" Target="/ppt/slides/slide25.xml" Id="R02b4959e60564689" /><Relationship Type="http://schemas.openxmlformats.org/officeDocument/2006/relationships/slide" Target="/ppt/slides/slide26.xml" Id="Ra0567cfef10f46ab" /><Relationship Type="http://schemas.openxmlformats.org/officeDocument/2006/relationships/slide" Target="/ppt/slides/slide27.xml" Id="Rc62d6d499f9047ed" /><Relationship Type="http://schemas.openxmlformats.org/officeDocument/2006/relationships/slide" Target="/ppt/slides/slide28.xml" Id="Rd23b83cdabb046ea" /><Relationship Type="http://schemas.openxmlformats.org/officeDocument/2006/relationships/slide" Target="/ppt/slides/slide29.xml" Id="Rfa0291e332c84f63" /><Relationship Type="http://schemas.openxmlformats.org/officeDocument/2006/relationships/slide" Target="/ppt/slides/slide30.xml" Id="Rc2965ae72c8c47ca" /><Relationship Type="http://schemas.openxmlformats.org/officeDocument/2006/relationships/slide" Target="/ppt/slides/slide31.xml" Id="Ra52fb0d88c154777" /><Relationship Type="http://schemas.openxmlformats.org/officeDocument/2006/relationships/slide" Target="/ppt/slides/slide32.xml" Id="R0aadb8bf1c7b484e" /><Relationship Type="http://schemas.openxmlformats.org/officeDocument/2006/relationships/slide" Target="/ppt/slides/slide33.xml" Id="R4d35c37563b149a6" /><Relationship Type="http://schemas.openxmlformats.org/officeDocument/2006/relationships/slide" Target="/ppt/slides/slide34.xml" Id="Ra8592028c0bd420d" /><Relationship Type="http://schemas.openxmlformats.org/officeDocument/2006/relationships/slide" Target="/ppt/slides/slide35.xml" Id="Ra83cc1edff58498e" /><Relationship Type="http://schemas.openxmlformats.org/officeDocument/2006/relationships/slide" Target="/ppt/slides/slide36.xml" Id="R25cfc7fd86314726" /><Relationship Type="http://schemas.openxmlformats.org/officeDocument/2006/relationships/slide" Target="/ppt/slides/slide37.xml" Id="Re28b6c15100e4f92" /><Relationship Type="http://schemas.openxmlformats.org/officeDocument/2006/relationships/slide" Target="/ppt/slides/slide38.xml" Id="Rf3d4235fcff14918" /><Relationship Type="http://schemas.openxmlformats.org/officeDocument/2006/relationships/slide" Target="/ppt/slides/slide39.xml" Id="Ra1c978fd61704565" /><Relationship Type="http://schemas.openxmlformats.org/officeDocument/2006/relationships/slide" Target="/ppt/slides/slide40.xml" Id="R3800717000604147" /><Relationship Type="http://schemas.openxmlformats.org/officeDocument/2006/relationships/slide" Target="/ppt/slides/slide41.xml" Id="R8718210b7ebf4a26" /><Relationship Type="http://schemas.openxmlformats.org/officeDocument/2006/relationships/slide" Target="/ppt/slides/slide42.xml" Id="Rc3f5a9884da847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327acf80b944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a67c5b9cf84563" /><Relationship Type="http://schemas.openxmlformats.org/officeDocument/2006/relationships/notesMaster" Target="/ppt/notesMasters/notesMaster1.xml" Id="Rfb2b8d626dde46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6feaaeeed3435d" /><Relationship Type="http://schemas.openxmlformats.org/officeDocument/2006/relationships/notesMaster" Target="/ppt/notesMasters/notesMaster1.xml" Id="R46267e61179d41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e4b7962c324e1a" /><Relationship Type="http://schemas.openxmlformats.org/officeDocument/2006/relationships/notesMaster" Target="/ppt/notesMasters/notesMaster1.xml" Id="Re5d0e71ab64740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aa0b5ed8ed44a0" /><Relationship Type="http://schemas.openxmlformats.org/officeDocument/2006/relationships/notesMaster" Target="/ppt/notesMasters/notesMaster1.xml" Id="R439f71ddb9f041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20881b449e421e" /><Relationship Type="http://schemas.openxmlformats.org/officeDocument/2006/relationships/notesMaster" Target="/ppt/notesMasters/notesMaster1.xml" Id="R3df6969e643b46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54226d47524bcb" /><Relationship Type="http://schemas.openxmlformats.org/officeDocument/2006/relationships/notesMaster" Target="/ppt/notesMasters/notesMaster1.xml" Id="Rf5df56654d4741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a6f63aaa7a4935" /><Relationship Type="http://schemas.openxmlformats.org/officeDocument/2006/relationships/notesMaster" Target="/ppt/notesMasters/notesMaster1.xml" Id="Rf860fae2127840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2d3dd517f04419" /><Relationship Type="http://schemas.openxmlformats.org/officeDocument/2006/relationships/notesMaster" Target="/ppt/notesMasters/notesMaster1.xml" Id="R1d3e98cf1cd043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520722a8b147f5" /><Relationship Type="http://schemas.openxmlformats.org/officeDocument/2006/relationships/notesMaster" Target="/ppt/notesMasters/notesMaster1.xml" Id="R63b2ebc845284e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febd34df474d23" /><Relationship Type="http://schemas.openxmlformats.org/officeDocument/2006/relationships/notesMaster" Target="/ppt/notesMasters/notesMaster1.xml" Id="R7508c1aa2f714a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ea218a10e84c20" /><Relationship Type="http://schemas.openxmlformats.org/officeDocument/2006/relationships/notesMaster" Target="/ppt/notesMasters/notesMaster1.xml" Id="R0b6a39507a4b4c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193d372b0c4f1a" /><Relationship Type="http://schemas.openxmlformats.org/officeDocument/2006/relationships/notesMaster" Target="/ppt/notesMasters/notesMaster1.xml" Id="R143de8aaba0340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5f10b000f54c43" /><Relationship Type="http://schemas.openxmlformats.org/officeDocument/2006/relationships/notesMaster" Target="/ppt/notesMasters/notesMaster1.xml" Id="R9eb99957a3a84f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e2ebd092e34a5e" /><Relationship Type="http://schemas.openxmlformats.org/officeDocument/2006/relationships/notesMaster" Target="/ppt/notesMasters/notesMaster1.xml" Id="R879a154de15644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d636e9124b4684" /><Relationship Type="http://schemas.openxmlformats.org/officeDocument/2006/relationships/notesMaster" Target="/ppt/notesMasters/notesMaster1.xml" Id="R2a58dad6cd7448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90c527c9634e88" /><Relationship Type="http://schemas.openxmlformats.org/officeDocument/2006/relationships/notesMaster" Target="/ppt/notesMasters/notesMaster1.xml" Id="Rb2c41467dd2746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d4c6bb7ddd742e5" /><Relationship Type="http://schemas.openxmlformats.org/officeDocument/2006/relationships/notesMaster" Target="/ppt/notesMasters/notesMaster1.xml" Id="R69cde2c52789418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562cb6e15524ca4" /><Relationship Type="http://schemas.openxmlformats.org/officeDocument/2006/relationships/notesMaster" Target="/ppt/notesMasters/notesMaster1.xml" Id="Rcd93b3b4b8d7412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e3c8add6b54473a" /><Relationship Type="http://schemas.openxmlformats.org/officeDocument/2006/relationships/notesMaster" Target="/ppt/notesMasters/notesMaster1.xml" Id="R33a7ff12c28642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1bf0e19787c4817" /><Relationship Type="http://schemas.openxmlformats.org/officeDocument/2006/relationships/notesMaster" Target="/ppt/notesMasters/notesMaster1.xml" Id="Raf0f15be09aa4a1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a2a3bd65e8b4a6b" /><Relationship Type="http://schemas.openxmlformats.org/officeDocument/2006/relationships/notesMaster" Target="/ppt/notesMasters/notesMaster1.xml" Id="R5f1f020d49ad40c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28d63c15d7a4063" /><Relationship Type="http://schemas.openxmlformats.org/officeDocument/2006/relationships/notesMaster" Target="/ppt/notesMasters/notesMaster1.xml" Id="R070afc1de6844f7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040ec2edde94403" /><Relationship Type="http://schemas.openxmlformats.org/officeDocument/2006/relationships/notesMaster" Target="/ppt/notesMasters/notesMaster1.xml" Id="R8495974216de4fe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10d0e6f55954db2" /><Relationship Type="http://schemas.openxmlformats.org/officeDocument/2006/relationships/notesMaster" Target="/ppt/notesMasters/notesMaster1.xml" Id="Rc0c50737b5984b2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6ab5abdbdea48a4" /><Relationship Type="http://schemas.openxmlformats.org/officeDocument/2006/relationships/notesMaster" Target="/ppt/notesMasters/notesMaster1.xml" Id="R9a701dc19a79484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3132b9bfff84124" /><Relationship Type="http://schemas.openxmlformats.org/officeDocument/2006/relationships/notesMaster" Target="/ppt/notesMasters/notesMaster1.xml" Id="R44c33cc27c0f4b7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f4330a5f1ee4070" /><Relationship Type="http://schemas.openxmlformats.org/officeDocument/2006/relationships/notesMaster" Target="/ppt/notesMasters/notesMaster1.xml" Id="R49a305c56c054ea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b087be6a4e649ef" /><Relationship Type="http://schemas.openxmlformats.org/officeDocument/2006/relationships/notesMaster" Target="/ppt/notesMasters/notesMaster1.xml" Id="R42401fb8e0f1441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151e3a8d1bc4673" /><Relationship Type="http://schemas.openxmlformats.org/officeDocument/2006/relationships/notesMaster" Target="/ppt/notesMasters/notesMaster1.xml" Id="R628480bc959f4ef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040b04dc35240c0" /><Relationship Type="http://schemas.openxmlformats.org/officeDocument/2006/relationships/notesMaster" Target="/ppt/notesMasters/notesMaster1.xml" Id="R1614e2602509464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0e5a70119c146ff" /><Relationship Type="http://schemas.openxmlformats.org/officeDocument/2006/relationships/notesMaster" Target="/ppt/notesMasters/notesMaster1.xml" Id="R350ba6ff173e459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32e68ca50a449e7" /><Relationship Type="http://schemas.openxmlformats.org/officeDocument/2006/relationships/notesMaster" Target="/ppt/notesMasters/notesMaster1.xml" Id="Rea907b4b47ab465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82b16d343f44997" /><Relationship Type="http://schemas.openxmlformats.org/officeDocument/2006/relationships/notesMaster" Target="/ppt/notesMasters/notesMaster1.xml" Id="R3591fc52cdaa4fb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53f85c364444565" /><Relationship Type="http://schemas.openxmlformats.org/officeDocument/2006/relationships/notesMaster" Target="/ppt/notesMasters/notesMaster1.xml" Id="Ra75f78cdc6204ec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13452471ad44ce4" /><Relationship Type="http://schemas.openxmlformats.org/officeDocument/2006/relationships/notesMaster" Target="/ppt/notesMasters/notesMaster1.xml" Id="Rf8361fa13f374f7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d269a2976904b0b" /><Relationship Type="http://schemas.openxmlformats.org/officeDocument/2006/relationships/notesMaster" Target="/ppt/notesMasters/notesMaster1.xml" Id="R379c663b737e489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afe7ea1f8dd4ac2" /><Relationship Type="http://schemas.openxmlformats.org/officeDocument/2006/relationships/notesMaster" Target="/ppt/notesMasters/notesMaster1.xml" Id="Rbf73e87cc98d439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96a0e1e0fd74b0b" /><Relationship Type="http://schemas.openxmlformats.org/officeDocument/2006/relationships/notesMaster" Target="/ppt/notesMasters/notesMaster1.xml" Id="R23f22b30d04348d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7123fbebce34ed9" /><Relationship Type="http://schemas.openxmlformats.org/officeDocument/2006/relationships/notesMaster" Target="/ppt/notesMasters/notesMaster1.xml" Id="R5e053709bbd44b7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9b89aabc3f74897" /><Relationship Type="http://schemas.openxmlformats.org/officeDocument/2006/relationships/notesMaster" Target="/ppt/notesMasters/notesMaster1.xml" Id="Raa5aca10f18a4fb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6999f9bbdbc4ae9" /><Relationship Type="http://schemas.openxmlformats.org/officeDocument/2006/relationships/notesMaster" Target="/ppt/notesMasters/notesMaster1.xml" Id="R6b40dbc4cecd455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ab62deccd244bda" /><Relationship Type="http://schemas.openxmlformats.org/officeDocument/2006/relationships/notesMaster" Target="/ppt/notesMasters/notesMaster1.xml" Id="R5d42a203219c48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4fc4435b743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7b1fdb5d2547e5" /><Relationship Type="http://schemas.openxmlformats.org/officeDocument/2006/relationships/slideLayout" Target="/ppt/slideLayouts/slideLayout1.xml" Id="R7d2c1333b55342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2c1333b55342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fc0b5a67c45d6" /><Relationship Type="http://schemas.openxmlformats.org/officeDocument/2006/relationships/notesSlide" Target="/ppt/notesSlides/notesSlide1.xml" Id="R04c5aa81eb154e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0152e464043e2" /><Relationship Type="http://schemas.openxmlformats.org/officeDocument/2006/relationships/notesSlide" Target="/ppt/notesSlides/notesSlide2.xml" Id="Rebe197fe9d254c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a724c09794fe5" /><Relationship Type="http://schemas.openxmlformats.org/officeDocument/2006/relationships/notesSlide" Target="/ppt/notesSlides/notesSlide3.xml" Id="R6d47964525e744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cf2ceee574ad7" /><Relationship Type="http://schemas.openxmlformats.org/officeDocument/2006/relationships/notesSlide" Target="/ppt/notesSlides/notesSlide4.xml" Id="R7dafb364d30b46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8f52691ac4377" /><Relationship Type="http://schemas.openxmlformats.org/officeDocument/2006/relationships/notesSlide" Target="/ppt/notesSlides/notesSlide5.xml" Id="R26b1f2388ced4e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f29f9c2cd4d0e" /><Relationship Type="http://schemas.openxmlformats.org/officeDocument/2006/relationships/notesSlide" Target="/ppt/notesSlides/notesSlide6.xml" Id="R3f6d0bf3e69a44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b878edad942aa" /><Relationship Type="http://schemas.openxmlformats.org/officeDocument/2006/relationships/notesSlide" Target="/ppt/notesSlides/notesSlide7.xml" Id="R9b99556ab06f44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3238ca3354e61" /><Relationship Type="http://schemas.openxmlformats.org/officeDocument/2006/relationships/notesSlide" Target="/ppt/notesSlides/notesSlide8.xml" Id="Rf2027192eede48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a4d25f29846e3" /><Relationship Type="http://schemas.openxmlformats.org/officeDocument/2006/relationships/notesSlide" Target="/ppt/notesSlides/notesSlide9.xml" Id="R1f29f6f7c8a246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fcd092bb147b2" /><Relationship Type="http://schemas.openxmlformats.org/officeDocument/2006/relationships/notesSlide" Target="/ppt/notesSlides/notesSlide10.xml" Id="R58ee3bec706646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82719d2f244bd" /><Relationship Type="http://schemas.openxmlformats.org/officeDocument/2006/relationships/notesSlide" Target="/ppt/notesSlides/notesSlide11.xml" Id="Rae3ea5aaea3d4f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dc38560a14be1" /><Relationship Type="http://schemas.openxmlformats.org/officeDocument/2006/relationships/notesSlide" Target="/ppt/notesSlides/notesSlide12.xml" Id="R770b6c2647fc45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69413edf445c7" /><Relationship Type="http://schemas.openxmlformats.org/officeDocument/2006/relationships/notesSlide" Target="/ppt/notesSlides/notesSlide13.xml" Id="R8428468926a44e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572e50f9c470a" /><Relationship Type="http://schemas.openxmlformats.org/officeDocument/2006/relationships/notesSlide" Target="/ppt/notesSlides/notesSlide14.xml" Id="R8f4d8a50dbc049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6ac7cd0e249d2" /><Relationship Type="http://schemas.openxmlformats.org/officeDocument/2006/relationships/notesSlide" Target="/ppt/notesSlides/notesSlide15.xml" Id="Ra8ed42525a1d44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2685d1e0b43db" /><Relationship Type="http://schemas.openxmlformats.org/officeDocument/2006/relationships/notesSlide" Target="/ppt/notesSlides/notesSlide16.xml" Id="Re351a6978ab1441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7fd1fadf24e0f" /><Relationship Type="http://schemas.openxmlformats.org/officeDocument/2006/relationships/notesSlide" Target="/ppt/notesSlides/notesSlide17.xml" Id="R382d1ecd29104b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1dd3d0d444503" /><Relationship Type="http://schemas.openxmlformats.org/officeDocument/2006/relationships/notesSlide" Target="/ppt/notesSlides/notesSlide18.xml" Id="Re8f75f0653c143c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25be82a584890" /><Relationship Type="http://schemas.openxmlformats.org/officeDocument/2006/relationships/notesSlide" Target="/ppt/notesSlides/notesSlide19.xml" Id="R0854cc1590954c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b2e2848394167" /><Relationship Type="http://schemas.openxmlformats.org/officeDocument/2006/relationships/notesSlide" Target="/ppt/notesSlides/notesSlide20.xml" Id="R5ea659d10f1e42b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1ebbf1b2c4e2e" /><Relationship Type="http://schemas.openxmlformats.org/officeDocument/2006/relationships/notesSlide" Target="/ppt/notesSlides/notesSlide21.xml" Id="Re0c46d928a25413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0f4558fc9476c" /><Relationship Type="http://schemas.openxmlformats.org/officeDocument/2006/relationships/notesSlide" Target="/ppt/notesSlides/notesSlide22.xml" Id="R0ce5c4ea06174c9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501786bc44005" /><Relationship Type="http://schemas.openxmlformats.org/officeDocument/2006/relationships/notesSlide" Target="/ppt/notesSlides/notesSlide23.xml" Id="R613e7d88e9924cf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988ef73fc4e28" /><Relationship Type="http://schemas.openxmlformats.org/officeDocument/2006/relationships/notesSlide" Target="/ppt/notesSlides/notesSlide24.xml" Id="R42500a175c014b1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34b43604c4df2" /><Relationship Type="http://schemas.openxmlformats.org/officeDocument/2006/relationships/notesSlide" Target="/ppt/notesSlides/notesSlide25.xml" Id="R50ff5d594ed84d9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d369d0f314d01" /><Relationship Type="http://schemas.openxmlformats.org/officeDocument/2006/relationships/notesSlide" Target="/ppt/notesSlides/notesSlide26.xml" Id="R8342da59b0c44f7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a6c77b71d42e1" /><Relationship Type="http://schemas.openxmlformats.org/officeDocument/2006/relationships/notesSlide" Target="/ppt/notesSlides/notesSlide27.xml" Id="R1707a0de2668456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67e805b2543cb" /><Relationship Type="http://schemas.openxmlformats.org/officeDocument/2006/relationships/notesSlide" Target="/ppt/notesSlides/notesSlide28.xml" Id="R2e5da8aa280545b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a0e9273814700" /><Relationship Type="http://schemas.openxmlformats.org/officeDocument/2006/relationships/notesSlide" Target="/ppt/notesSlides/notesSlide29.xml" Id="Rc0b08c0d53c040d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8e4cb66914b31" /><Relationship Type="http://schemas.openxmlformats.org/officeDocument/2006/relationships/notesSlide" Target="/ppt/notesSlides/notesSlide30.xml" Id="R7a94db875199484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06695735f4c6d" /><Relationship Type="http://schemas.openxmlformats.org/officeDocument/2006/relationships/notesSlide" Target="/ppt/notesSlides/notesSlide31.xml" Id="R9c27f47f17e04e8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09fc98de94a70" /><Relationship Type="http://schemas.openxmlformats.org/officeDocument/2006/relationships/notesSlide" Target="/ppt/notesSlides/notesSlide32.xml" Id="R77ccf9402cb44ad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7d6803efe4a6e" /><Relationship Type="http://schemas.openxmlformats.org/officeDocument/2006/relationships/notesSlide" Target="/ppt/notesSlides/notesSlide33.xml" Id="Rfea1020a31a5433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51e70eac94fa1" /><Relationship Type="http://schemas.openxmlformats.org/officeDocument/2006/relationships/notesSlide" Target="/ppt/notesSlides/notesSlide34.xml" Id="Ra2e74cbc7f064ed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0ccd907da41d7" /><Relationship Type="http://schemas.openxmlformats.org/officeDocument/2006/relationships/notesSlide" Target="/ppt/notesSlides/notesSlide35.xml" Id="R9a25cb86465149e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bf2b5f04f43d5" /><Relationship Type="http://schemas.openxmlformats.org/officeDocument/2006/relationships/notesSlide" Target="/ppt/notesSlides/notesSlide36.xml" Id="R18c2880e0746484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9293b656a48a1" /><Relationship Type="http://schemas.openxmlformats.org/officeDocument/2006/relationships/notesSlide" Target="/ppt/notesSlides/notesSlide37.xml" Id="R31a79feb9c344e0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0ab2c8e9145b6" /><Relationship Type="http://schemas.openxmlformats.org/officeDocument/2006/relationships/notesSlide" Target="/ppt/notesSlides/notesSlide38.xml" Id="Rdc9fadf9c55b404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66bf174894b8c" /><Relationship Type="http://schemas.openxmlformats.org/officeDocument/2006/relationships/notesSlide" Target="/ppt/notesSlides/notesSlide39.xml" Id="R50afa99fd7e94df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25b7442d94c45" /><Relationship Type="http://schemas.openxmlformats.org/officeDocument/2006/relationships/notesSlide" Target="/ppt/notesSlides/notesSlide40.xml" Id="R32fef49afcd3483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c4c2dbd184921" /><Relationship Type="http://schemas.openxmlformats.org/officeDocument/2006/relationships/notesSlide" Target="/ppt/notesSlides/notesSlide41.xml" Id="Rcc87c88d1814473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30e5e3591471f" /><Relationship Type="http://schemas.openxmlformats.org/officeDocument/2006/relationships/notesSlide" Target="/ppt/notesSlides/notesSlide42.xml" Id="Reac7d9958c734b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99E7A-67E4-4AED-B4DB-327EBCD2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9D8F3-6B89-46E8-8B3A-C91010F3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Structures and Pointers: Introduction, Defining a Structure, Declaring and Accessing Structure Variables and Members, 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CD2C1-B4D4-4C7E-B058-69843251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C PROGRAMMING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1BPLC205E/105E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42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38D43-D226-43D3-BF5D-E2FB9E61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09FA2-F3B2-4353-9B96-BB4440D1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39398-97D9-41B9-8E1D-DB42F855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531D5-DE81-43FF-BB53-3BE122EF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6FD68-A7EA-499A-9370-8AB8814D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F5FC2-2AC5-4E0B-8857-CFCA40E7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0D232-EEBE-4332-9881-82BA901C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9F021-2225-49DB-8778-8B631F9C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83D0F-CD25-41EC-8C52-E43C63B1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22018-8F20-407F-AAA1-C989C259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782553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F90F1-0F28-4CAA-8D94-9644B4F1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FB3D2-D7C5-4E8F-8D7A-1646E591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4BADE-5D7F-4177-A604-DA4CE79E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3D0BE-FD73-41B1-ADA1-72CFC000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AD0AC-836F-472B-A6CB-C017AA55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DFCC6-825A-4567-B425-03481D83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B817E-B2F1-440E-92F7-9226549B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4C89D-63C9-47EC-85CD-1ED6F797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149AC-39ED-4291-914D-5B32F1C9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42AEB-0A62-4A21-B80F-72A6553E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B1D41-6165-46B6-8224-BD77A9F2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705F0-358C-4D10-A021-79D08508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1C5A6-8DB7-463A-9537-12157AD9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42B65-EADF-47E5-BF2C-F18B38B1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B0970-09A5-4D76-83E7-52E16BB8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453102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3CD28D-070F-4F59-AC6F-7EABCDBC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A542F-69CD-4AC4-A40F-F90CA670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70D89-48C6-443A-A8C5-93DBD55D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B6646-AFE5-4933-A4C3-3095E12B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842E5-189D-4B13-9CD1-DE85BFC0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E14D9-A2AB-483D-98DE-01F68B7E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B66A1-223D-4975-8AAB-F49326D9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08439-71CD-49D3-A253-630C468F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A9A79-D63A-42A7-8619-4D089EC6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Structures and Pointers: 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3FF38-6066-464D-9A1B-976649CB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84245-180C-4EC7-803B-BA340BAF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B8108-0C9B-486C-9CA6-0E0BCE64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Defining a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D0710-5AF1-47EF-AB78-3D25A94B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2F49B-DF7E-4C99-ABA8-E86CBDDA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5749B-2E1A-48F3-8589-67F4AAE1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Declaring and Accessing Structure Variables and Members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2BABF-73E3-43BD-9374-40AB57E9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5F846-AD10-4F31-BC57-FDC16BFA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F6D9E-BEA1-484E-8769-3983A083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Structure Initialization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7E8E8-D92A-46B0-8D81-766A715E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8EB315-C84C-465A-A628-811E2C34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AD1F7-153B-4148-A8A5-A443C3A6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Copying and Comparing Structure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78E12-9C8E-4970-86C0-BA503E82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4B4A3-BFD7-448D-A654-A4EA18F1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D82A5D-43DD-4285-B99D-3F3589CE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Array of Structures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36F30-E008-4B6A-AFF5-C8EEA9D7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91A4E2-454E-4A15-AA2A-5F9A2546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64C721-9C72-4ACB-9AB3-C8EA4A22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Arrays within Structures. Pointers: Introduction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F7D171-EDC7-4637-884B-3DA62EE8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A02973-6DDE-4610-93EB-149FAFA0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ACC985-CF55-4F4C-8E6F-B85F19FA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Understanding Pointers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EE98F2-94C4-4F71-BC1A-59B2636E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B95285-0921-402B-A796-93C27FB9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290174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1C273F-BA93-46F0-A0DC-F3AAE14D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A5A39-78E7-4CF2-BFFA-06572766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856FB-B4A5-4C2D-A141-989DD380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9016C-F73D-4E00-B470-1B44301B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E641B-2C74-4A7A-8FBC-772D556F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C4541-2CDB-4E45-A4E4-7E3291AE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80EE8-49DC-4610-ACE8-BD172F59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0216B-CF96-48C9-B805-2100CE58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Structures and Pointers: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C3801-431C-4EF1-B626-3315F624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2E4BB-D267-40FA-99C8-5BEEF513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0BCF3-9079-4794-BEEF-6507FE02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Defining a 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1C81B-DFFF-4798-84B1-E80A5166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76260-9AF4-4DE9-8256-F0305BB3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FA03E-7DCF-467C-ACD6-2A76422B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Declaring and Accessing Structure Variables and Members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533C0-CFB9-4654-9A2F-E84E9959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92BF5-EEB0-46D6-8903-CA239D3B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CA11F-F16A-4C6A-94F0-07583353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Structure Initialization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9E500-3513-46FD-A1D3-E585C2AF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965AA-7DCC-4500-BAD4-3E45D2DF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14125C-8CF6-439F-85F6-C4ABE68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Copying and Comparing Structure Variables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B2D21-D4EB-4849-A616-A7AD4E0F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6D9C27-123B-4157-A08C-1B07680C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2DD00-D342-489F-91E1-4E43E90B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Array of Structures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DACB04-D067-4BB1-96FC-D8CAA428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E93186-99A9-4784-A7BD-C1EC1CC5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119C3-DA69-4D45-97CE-5978A66D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Arrays within Structures. Pointers: Introduction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93BB8E-98BF-48B3-88F7-10EF3239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E1BAE2-D739-44A0-AA37-686BAAA5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81252B-CF77-4D7D-9B59-16188BE0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9142528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B2961-3D8C-47FB-A7B5-5A53450F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C6462-B7A0-49B7-A5F5-74ACB8C5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35344-89DF-4B85-BB63-2C24B1F2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0173D-4FFC-41A9-9A7F-86F0006B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FB6DA-AB67-454B-A95C-16AC753C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Structures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413C0-2115-4934-9ECC-CBDAEB64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Pointers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82A71-C638-40D2-A6BB-F7AB9908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4F70D-5C59-4EAD-9E0C-B084A1AA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56591-9A6F-4169-AADA-B9ED7D0A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Declaring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7F446-185C-4A46-831C-F825196D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Accessing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3847A-3463-4C96-9F5B-B671FBDA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BCB2F-321B-45F5-950F-5CBE5E2D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Members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51AD1-F676-49CD-9322-F2495D20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Initialization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D3ECA-63D8-4BFB-80C9-21B4EA09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Copying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F8DE1-BC45-4DC4-9F87-94BBB0A0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C9D0F-F726-424D-B339-506AB315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4816080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BB7FC-C888-4FA5-82CD-54624D9F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5266F-F0A9-44E9-9657-EF4F5098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BDA1F-5F41-4AF3-A9BC-0DC91DA9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6C242-EBB9-4EF4-8D27-2C135054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28A75-ACE1-44D5-81D1-BC2628A6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Structures and Pointers: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267ED-5465-4BF4-BB9C-CF01C832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Structures and Pointers: Introduction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CEE3D-7445-40FB-B943-347CBF0D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96A59-5288-4AF1-BABE-924308E9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E8512-2F29-41FB-ACE7-95E28202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C2998-86B0-479B-9B38-6109423B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4955F-5BB1-456E-BA05-46332041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52A7C-F635-42A3-A824-5B5D0155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61595-7163-43D3-8459-98DAA0FE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5FA4D-5BAE-4809-975F-D1F57DE2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21AD1-483A-4498-B859-4BC7960D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FA41F-4340-44FD-9316-C0B996D7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698933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575AB-FC0C-4F14-A4B1-577D9BF8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97350-44E5-4A21-9A5B-29184131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D00E9-AB73-4C99-9C97-C9E68923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3F4C3-EE3E-47E5-BC73-3D68365B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049BF-70C1-4C21-B2CF-A6BD0E01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03AFF-5E2C-4453-B3C0-38573087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09954-CB67-436F-B944-946B3CAD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A4E81-B613-4C6B-A257-59EC22FC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4D817-82FD-46EC-88EE-1A481EAF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Structures and Point...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2C611-51B6-4E5C-813A-D5951292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0900E-CA3E-4503-A91F-E9D2F953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956EC-4D4F-492D-B3DC-62B0DA67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Structures and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DF2E4-88D4-4B58-941A-904B000A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DD452-1E16-4614-8D68-268429E1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EE3E1-6256-4E52-951C-535BBDD3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Structures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4F183-2EC5-4D01-B161-7B405754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80FA7-BDBB-48DA-9B14-04681381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50216-8F21-45E0-B278-C135E5FA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Structures an...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49723-8AEB-435D-989C-FEF51C09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21BCE-A1FB-43D0-97B5-2C8F2945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77A539-F09C-4042-813B-F9195D14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Structures and Poin...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008EFB-BADB-43BF-91BA-4EE8D897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F06F80-A34F-4FEB-80E6-BA9C8617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8727806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6343E-F0BB-46C1-A1D3-BC5B72E6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B369F-9E28-4DE3-B737-152529C4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20C64-2A7A-4489-AB8F-6008F9DA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A3964-5A00-4910-B70D-F39BD4AB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05263-7F9D-466F-AEA0-CD7D4289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3AC8D-5138-42A5-932F-20AB1644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CA3EF-D206-4B58-BA76-8BE38D7A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C992B-D581-4C5A-AF54-2617D9E9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133E7-CC3B-424E-BCB3-06181B53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AABFB-08FA-44EC-AEA2-78CAE1DC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056DB-968C-4CD4-A0A4-32743ABF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C89E0-8A9B-4BCA-89BC-A679075D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0DE3B-054C-469D-A9A3-7B940029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206BC-80C8-4AAA-90F3-FD5AE5A6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CFE79-5C31-4B22-89A0-5556371F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6728171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6A033-EC57-4EA4-9C80-45A80734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3107D-BF44-478F-B3DC-19AE13E5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63E5D-6CAB-4360-948B-580646F3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D7FC9-4DF7-4AD6-A072-79BE4036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80B34-14CD-4389-9A3B-65BE6AE3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F9BE7-E0D3-4B88-950D-2B9FCC3C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Structures and Pointers: Introduction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F456C-0752-478E-9EAE-8B596EC5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D610C-4B37-4C4F-B7F9-2413E5CE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73C59-D8B0-4909-A79F-9D4ECEA8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E8CE3-519D-4EAB-B462-2A301A5A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1739C-8A97-4E7B-AF75-5B33ECF0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692209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CDA57-E181-45F6-A2A9-2B06C8EF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ADB73-3B48-453E-8D2C-77078F0A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6D8A2-D739-41F6-A034-DC023C92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7B9BC-DA91-4DD9-A8F6-5BB64ED6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DD91D-F6A0-4D5C-979E-93192ED0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Defining a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5B2CB-C106-45E4-BC98-F513AF7B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Defining a Structure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B2632-9427-48F3-B211-085FBB64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8251A-D72E-474B-8638-20B1F599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77D16-FBA1-4E50-89E1-DB7FB183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CCD91-E439-479F-8507-2B0A2AE4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FBC1F-1810-41E0-BAAB-3F2E6CA5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31643-1B67-41B2-B04E-4D0A70B0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2C6DB-3024-4B3C-93AF-D0EAE27A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7E2B8-A797-4495-A8E7-B4712312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349AE-E059-490B-928F-ABE3BD3B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A0BC2-3075-443D-B647-EE20138C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9534829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D80E6C-D6CC-492C-93DF-61E0A99C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E7100-67A0-47E8-BBD7-B8BA540D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D200B-E124-48DA-9D91-72F9FB5D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8AF56-0428-403B-8E62-6766C774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796B0-BC69-4AB8-B5D4-400B3F35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11E64-A199-40D8-A6DD-89FD201D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FBC2F-DA91-46B2-BF2B-9FD65570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3A66C-9A1B-4DDA-BEB7-40BC26C5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2B78B-5C8C-415C-8EDC-90D2AE32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Defining a Structure.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F4320-8628-47BC-B6D4-629DF05B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215E4-4ED3-4299-94D6-39BB0152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04845-6423-4331-AE19-D8B1A525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Defining a Struc...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7AAD5-5DA7-445E-AC7E-3DF442AF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D0176-A6E9-4306-B99A-BB439F30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00A7E-E158-4C98-A0B8-9E475A06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Defining a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81652-8906-4CEF-852E-5C7EC117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6CB49-0E1D-499B-9B0D-6ECC9E47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4F12E-81F1-4CE4-9A87-57109E65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Defining a St...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776F7D-48C2-456D-989A-6ABF6E44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AFB09A-2EF0-4595-B8A6-03ABB7C9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CE7D5-ACCE-46E9-9E4D-7717D9CA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Defining a Structur...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D2BB8B-E0D3-41D2-913F-04B4CC4C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30A7BD-FA53-4F0B-9070-9DA880E1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7475510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83EC5-1753-4D7E-A05C-4813ECD0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4B586-2ABB-4D1A-90AC-CFB7EA99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FAA9D-6FC9-4E96-9CC3-84F58518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9DAF0-AE73-4EE8-8DBF-00A2EB7C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F3867-F583-402D-A9F1-094DD2C7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97920-A87A-4916-A5D2-9DF9C339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66C25-B9CC-46C8-BAF2-91D7E64D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6C89B-6B95-46E3-9261-FD5B9247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23FBF-44E5-4E24-94BC-E58E7C8F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9654C-038D-4B96-A151-3B63F487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3D4D7-5830-4B77-AC80-25126E5C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770B2-7BC5-4701-AC1D-1995C418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2FB98-1780-46B3-9391-964B62BE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8EEB4-535B-4600-9201-CF684A38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42B0C-0192-48F5-A90D-97ECB9E4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7863451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4A678-8160-4783-9727-BB961CFD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C8CF9-AFC5-40D5-82D1-5FC6AA12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D369A-4C87-45EB-A55D-394F356E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6179C-5129-4E19-9BEC-6C21995A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8FDB0-B407-4214-ACFE-D347AE74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44B64-10A6-444B-A167-6131956A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Defining a Structure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F22CD-9BC0-4830-9A29-9C9CCBFE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BE0E3-EF47-40A8-B5C5-9B820D5A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DC969-EAE5-4BB1-BB06-6822B6AB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3B6ED-C37A-46B8-B68E-B6F8DCCB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3B666-4E1E-42A9-AF9D-740C351D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973918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FB2F0-E083-4C74-8AED-7AF51164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E0276-033D-4749-9469-1D065FEA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A7693-ABB4-499B-83B9-73CBBC3F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58951-81DB-432D-82D7-77D3C4D6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18EA5-05D1-4AA6-9A73-1E2EACF2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Declaring and Accessing Structure Variables and Members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7C4F4-3B15-4935-9C25-A466A093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Declaring and Accessing Structure Variabl...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B53A5-6061-41DF-B3A1-21DDBDD6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C6C62-F5DD-4276-ADC8-7FE694EA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0B4DB-38D7-4A3E-881F-DAEAA93B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C0660-91D9-44E1-B7FE-1247C83F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64738-AA45-44A4-96AA-291A5BA0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4A683-6790-404B-8022-21D5F5EC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B2660-42FA-4038-880E-DD74502E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8930F-3583-4111-A8EB-7125AD85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785D0-75FA-4C2B-ACBF-3D55AF58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ADD2B-FD8A-42CC-96A5-D1D96F75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8118821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0BD6A9-9C0E-4F59-AAD2-86C1BE97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EC241-0E74-40C6-A1EA-0DBEEA66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F11C8-11E9-4E8E-B713-37618032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00902-32FC-4BE5-9DBE-4D28485F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A98A7-9C39-4755-AE98-C0690ECA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07344-7222-4DFD-9740-F53C9DE8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7F3EA-5643-40EB-B48E-9A06E017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926F4-A9F5-4EBB-96A9-1F512C84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F549D-AD85-437E-A367-6857F491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Declaring and Access...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0EA70-3161-465D-ADEF-06F764FD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43DFD-464B-4F5B-95E8-51DA41A5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338A7-849C-45D4-BEE6-FF550480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Declaring and Ac...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26D4A-CF1F-4FDF-A7AB-7D736B22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5DD80-3373-4F54-B78B-E10212EC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BD8D3-7182-4F4D-A0AD-FED832F1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Declaring 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0ABE0-5C15-47E6-8F9D-88FD0B14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BEA84-BA6F-4750-BDB3-1C07D7B0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6EFB9-2D5A-46DE-85C7-96A73F7C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Declaring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2B47C-7012-421B-A5BA-35083858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F333F-23B8-4E85-B85E-7554D7B5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F072DF-A02B-4412-ADF0-241484A8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Declaring and Acces...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EAB4B-5542-48E0-982E-E5C5D31C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6FC448-7B02-4D6C-9619-971211AB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374270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FE59A-AB24-452A-8033-92DA4B5D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17E62-A961-46A7-AAAB-F530ACB1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3FC67-B8C6-44D4-A0F6-DA14E194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32ACB-C2E5-44E0-B008-A00170EE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28F4C-3EE1-4560-8D0C-C804C97E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1DF01-1539-4097-AD60-9CE57F29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56D10-68CD-4909-89D4-A738D97D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125F6-57E4-4BFB-ADF3-68CD17F6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AD4F1-DB2C-44CE-8C58-5F03235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45725-D1D3-4CA5-88FD-34FD06B3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6A4D3-C893-4259-8091-63993116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8800D-1D5A-4A1C-851D-E2253B0F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5784A-6056-4937-A426-C05577B8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BFD87-31D2-427F-AE10-2CDFC01D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87AF0-16A4-407E-B58E-DFD98026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8335845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ADC1E-6F42-482E-A7FE-EF0E3EB3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1C7EC-78AD-45CE-AD5C-D9716A80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08D83-6AAD-4899-9917-9BDCFB6F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7A576-E845-4DA9-9916-56246A73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002A9-BE43-4822-AF2C-765A9603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8D98F-827E-4190-AD9B-73E96D37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Declaring and Accessing Structure Variables and Members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7BCE1-59A5-4885-BEDD-6A85CD1A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7787C-82E8-4F60-BFD7-39C8037B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B197E-16E6-4521-B675-57729202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E946F-23ED-407E-A27B-A09FC547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A0DBB-7F6A-438D-97A6-C4A177F5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9690014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FCAC8-5EF8-43E5-BE4B-892E4CCE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36BE6-5079-4DEF-9AD1-A74E494D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19999-60A6-4CD7-81BB-052177D4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86B13-0462-4B67-9EB1-213AD664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706D7-6B48-4FE2-B5F3-63B6549B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Structure Initialization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BF619-5B6E-42E6-BAF8-D0064372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 Initialization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67D99-8FC1-46A5-87F3-7198C165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64535-2994-4895-9EBD-21901878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FAA86-4AB6-4799-873F-734BA735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7A406-EBF6-427D-9245-FA1A2A9F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A1CAC-5FF6-482C-B19C-3B048F9E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C3BC5-BD3C-4CC3-9EE6-17356639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790ED-D4E1-4236-85FD-B73DF80B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30498-62B5-47D5-9F6D-863DA6B8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41363-C478-4C97-84AE-33BDF9B6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392A3-89AF-4B83-988D-001803FE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441991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73D155-FA43-493B-8192-2CE2876A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20C44-85E7-4633-9DEC-63BD763C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E8DA0-9124-47B0-837D-EF209587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48518-803F-4B83-A61D-FBC7BCA7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2871C-0942-4D2E-8060-9571192F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16FD2-5103-403B-BDBB-EDF27ABE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1303E-A76C-450E-A0FA-0E882DFC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62DB4-64AF-4664-909C-23281F23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85C5E-F2FC-49DE-AB58-502BF93C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Structure Initializa...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EECE0-337B-4425-A894-99078777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83DF6-4D36-499D-BE8E-1129C2D8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EB06B-6E0C-4F1D-915C-7DF28318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Structure Initia...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DD9BB-6FDD-4224-93DE-2495479F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2F00D-8424-4043-9717-830679FB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F8944-8210-46B5-906C-8FE6F51D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Structure 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ADE6D-BB59-4DC5-A9A8-141FF4E7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33714-6129-44B2-9DDD-DEF38570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9EA5B-A994-4E32-BD37-2101442A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Structure Ini...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7BDA8-F798-458B-AD3B-EFD8C934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82186-9B75-4CDA-BB0F-8F69E59C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FBC53F-B1D3-4F5E-80F7-71C86566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Structure Initializ...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5F75BE-63DB-4DFC-8A63-AFD5977B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5DAB7-BEAB-4091-96D4-E4C5042C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317076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8BF4C-5BF2-4C2D-B73D-A15ED452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E1FF9-92A2-4F2C-B70A-467C7A8D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BBDD8-CBC6-4611-A7F7-CB146758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D0898-7F89-4378-A728-471DA1C0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A613E-8C83-4561-81B7-BE7B970B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7BD11-4937-4C15-A679-6052A43D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1AAB8-B4DA-4EB6-B654-C4466547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D8E1B-48A2-4B34-9295-58FFAA31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7B3E5-72C1-489E-9397-C0D2A700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B61BF-93E1-49EE-A26F-E081D786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30B1E-4361-4B6E-9937-0B0BDF15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A21A4-F600-4242-AD1D-DDD7807C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136B7-30B8-40AC-BE8E-520D5680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0B984-C5C7-4DD7-92B6-238C2915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4C3DE-B086-48AB-B977-363E521A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6887214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8A7F8-8094-4B4B-97CB-05D2A672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2F891-887C-4C78-90FF-4AE94450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E2208-E664-4B4D-9650-216A8926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A8221-78E8-46C6-8C0C-319ED4F8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B23CC-69D8-4FC6-AA78-956B824F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92F14-2C7B-499C-8494-0765CD96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Structure Initialization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24DE1-C40B-42A2-9F7D-60150E6F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694E2-DEDB-4B54-980C-2171F1B1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2096E-08A5-4E30-BEF7-4EFD7977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42766-3E7A-41EF-B316-862D2848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C1790-6F13-4A52-A260-007BD96F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692326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ED044-8C9E-4630-A31C-60C7839E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DE21B-C44F-451B-BEAD-A1845B8C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2705B-A627-4026-9DFB-73917CC9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2E1B1-6E53-4B4A-80DD-49AC4F9A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91396-A1F0-4131-B5C0-CDBC2399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Copying and Comparing Structure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C6C9E-97CF-4E0E-8A3D-9AFC17D1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Copying and Comparing Structure Variables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CB088-1674-4FEA-8BF0-1B2BCF1C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71C78-48D6-4FCA-B93B-4C2CC73C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F3B23-136B-4A96-A88A-43561446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1111C-95FB-4BCC-A63B-49BF6D14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4D111-F861-4311-BD9C-BB4F5BB5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55ADD-AC75-415B-840E-336D10A3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981A4-AD98-4AC8-A8DC-36DEE234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0A21A-7257-4310-AFB9-81A72AA3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6E04B-4EEC-4259-AD20-DE66A066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2CE95-245E-43A7-8B6C-B0BF1BCA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798608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69234-2917-4D6D-BA63-6094D492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BEDF7-4A61-45A6-83FA-3282A179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3CCB5-082E-423E-B7B9-2CF29781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31932-5122-4FD9-B53D-C9CFF6BC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68189-EC0B-47DE-B25F-2BFA33E0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C2161-DF28-4B10-8CD8-BBD47F50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B2EA6-E675-49A7-A7FB-14CA0B3C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8110D-3041-4CCB-A532-E7A0D0A8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B02EE-D430-47C5-A644-E9A58430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Copying and Comparin...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BE1CD-AE30-42E6-BEED-16CF34FD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99F35-2B22-4D46-8706-13B72B39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CC3EC-E531-4B24-9427-06036CF9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Copying and Comp...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63C0A-645D-4F23-8F75-48D9CE7C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82F52-BC52-4F75-9BCC-DCE39A40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4D4C4-2458-4899-B03A-2702048F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Copying and...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627BA-4DA2-4827-8BAA-38480AD8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C66C9-6760-4BE6-90FB-9ADE7535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4BB453-2CAF-46CA-B1E1-D88461DA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Copying and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AC5DB-C2A3-4790-914B-34618AE0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BD175-CA34-49AE-B5D9-A631143F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1B00F-818F-47F8-9F57-A4056021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Copying and Compari...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043DC-D84C-442A-A888-89999526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FEA04-DD0C-4645-B5F4-0FD532B5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5062538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C44EF-9175-4111-94E9-B5750E26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61B4A-C39F-4DFE-AD15-3C3627FC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01725-6150-4985-9236-B6B3704B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4E142-1B81-47B0-9E0F-28F39E0B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B8A9C-C508-4D38-A54B-C56DB6C3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6EA1B-05E7-4ACE-A3B5-9FB7BBD6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5D2B2-1475-472F-BD2F-FA8EA1E0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B2D48-C8C6-42A3-9FB2-C0EC37B0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0300E-00DB-4366-A0F9-82D6872C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7ECDD-EA65-47BB-9B13-62B030DC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AAE6C-1301-4F60-B5D6-9C4C0411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3A897-0BBE-4EE4-B036-35D0918C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52284-9E9E-438B-A9D4-DA0C86C6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F9455-7037-4E46-AF63-9004CD3F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D555A-1C0B-41E8-ADDB-FA2913C6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0754562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98A83-CDBC-4C16-82B3-E7BC623D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04A28-5CD3-47B0-A4C5-69290F6E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4561A-353E-4F41-B243-8BCBFA54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3A915-E468-404B-B17A-69532431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85FBE-E269-4B36-89C2-2AD8816F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743FA-C609-4017-BD7D-0B5BBCEE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Copying and Comparing Structure Variables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A2715-48DA-4660-9228-41F32CCD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9D1CB-040B-43CB-877A-B34F9C81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6DF11-83E7-454D-8FA9-986D410A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85ECB-FA90-4709-807A-2EDA538C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20232-EA2D-4711-A5D8-038AA6D5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8090893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A1E59-BB94-4F19-A80A-82859074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C1DCF-73FC-4DA7-8973-C925D361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0A130-FB45-4D0B-BB05-D3C180AD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67C9E-CA6E-4B9B-BB26-8AEA9269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0DA29-8AC9-44EF-888C-A10C8AF3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Array of Structures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DC13B-F7D5-40AA-A521-1E1DBA02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Array of Structures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F2063-8086-427F-A7D7-B1C1A862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1441A-5EBA-4721-8DE9-F7E8E5E6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6C92A-34B2-4390-8482-324855A8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BA100-7273-4ABE-974E-CFFA5A1F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5F127-BCBD-48FE-AA20-E9EC8C3F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550D7-2849-40B5-94C0-5C520785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97E72-346A-45D5-87C5-422FA054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71423-19C3-41B0-A305-3AEDE9BF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26E28-4D68-4274-BC8A-76A0363A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6A299-FC80-4638-A369-664C22F0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42752470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D0A0E0-FEBF-4E44-A3A2-319C225C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EED9A-7573-4248-8B18-4942B9D2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E4831-DAE9-43C0-8636-C1864414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ECC2B-4FB2-441F-A0CC-E34ED94F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AAE6B-019D-4A47-A92B-05ED6A76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2941A-AEF1-49D1-B3FB-8E0F4CF9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F9446-7A82-4857-86BF-3F72871F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630E2-1DBF-4FC6-B2D9-288A1383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3E0EB-4887-4693-A20D-9CC9B213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Array of Structures.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B91E3-935A-487A-810E-A2BC5AE6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03353-4611-4B4C-99F4-B9D95F9E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681D9-D34F-4DC8-ADF8-A63A58B6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Array of Structu...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BF0FE-9865-4A2B-8023-18F2C4A3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29267-F417-4189-8F4C-5062E6F9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28E8F-F342-43E1-8B25-437792CE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Array of Str...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B1AC0-5F06-4A4C-BC65-C8BC6EA0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45336-D7A7-4BF4-8AAF-3CD4C8FA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F8892-AF85-4706-85B5-3A53C9E9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Array of Stru...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CDDCE-2535-4EE0-85A6-DFD874E8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1FFCD-1B77-4880-B273-D70882F4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FF95A1-B75A-44EA-AF20-BB19CCBE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Array of Structures.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3F916-6A4D-4E3C-8A6D-D953929B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F18D6-1F54-4454-9751-7453F094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1207945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26DF9-B64C-4537-8A90-B1F0917E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866E5-74CB-47CC-84B6-01A78BF6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72880-5651-423A-84C6-8C6E504B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DB880-AAC3-45AE-9346-866F01D0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9B5EA-8636-40A0-92EF-34681716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D9E0F-9E5F-426F-AFCF-2A16F9D3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AC5A4-7E46-4053-AA09-01A1B801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F6135-1451-4833-87CE-2F936A70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94CFD-16FB-459D-9C18-088E7010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FE56E-77AC-4CCF-885E-62FC0BCB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E0FDA-EE9C-416E-BF94-889DC2CD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F6D48-9781-4C27-BA8D-BE1A5B23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72E5A-EB7D-4CB0-8B0D-4161D491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DA701-C86A-4025-8FEE-BB9FE895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2BAAF-B9C5-4A5C-AF51-FCCA9B3A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4410225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1A3C0-0F14-40D7-A9D9-A899F490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179A2-686E-42FB-8848-6A9204BC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D5A53-7D27-4797-9AA3-DA35865A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B706D-413D-4A57-BA77-310E9450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71A64-75BE-4EB2-BDE3-3B1E976E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90CCF-4DD7-45E4-8696-C4F298BB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Array of Structures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F3893-D5AD-4440-A0FC-4CA820BC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E1A40-F66F-42F9-A5C4-D80954BC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B91AF-B213-4531-8974-CF9D4F6E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8446F-0E4D-4776-868D-65CCDEB4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D86DB-F2F4-4C97-87C7-0DC6E277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05214634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5D3E1-D787-44F1-A6A1-826B6E47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4E85E-861D-459D-AA61-3682C41D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FBEF0-90BF-458A-A10A-EF7888F7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404F1-8F4C-4A87-A8E5-66F3B1C7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5F39E-9E13-4581-8A3B-DBE6273C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Arrays within Structures. Pointers: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FEE91-29DA-40C2-B672-39A5E2E5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Arrays within Structures. Pointers: Intro...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85D9C-DC57-4B47-921B-AD22FABB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E8BA0-9E89-47FF-BCF9-4ED703DB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2DA1E-39C3-4763-B5E6-B2CA9EFB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07C06-4B9F-475C-B67A-DDBBE781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0A5CA-5867-4E3E-9E66-6EF2493D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51790-1F87-45A5-88EB-33572F54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736A1-762B-4671-A7E3-63BA7252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31A4B-0637-4E7C-A174-FA7A6494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D278C-1FCE-4C67-BB00-93C9F806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9830A-1B78-4F69-A216-6B45621E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14437777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14C715-2BCE-4B91-80F3-891A110A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850D0-EA73-4B43-8B4B-1FDD8C5B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6F884-18AC-4AAE-AA38-D234A947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C2491-BAD5-428C-8101-9DCCB54C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80E7F-5461-4D13-8545-F7C3B5BE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83097-89FD-4263-8D66-A1DDEC96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59907-4CDD-4456-B485-A1DD34CC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619D7-7E28-4161-B542-0FE0C380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82DB8-CF53-41C3-A433-0BDF2486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Arrays within Struct...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00F15-77ED-4134-A4E2-24BB81AF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1A367-0B86-466A-9FCF-A9A45EA1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7F14B-51AA-4060-8DA7-4A3745B3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Arrays within St...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5FB2A-2B75-400A-B46A-1267A217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B936E-0550-45A4-B3F2-C40C2810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78990-C5FE-4E6B-8CB6-3DFBC8F1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Arrays withi...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D6407-C5A9-4685-8FC4-8844B643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46AE1-88D2-4281-A298-CD69ADD1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A9AFF0-12DA-484F-9746-6A06CCB2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Arrays within...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46899-5765-43E0-9BD6-61755DCB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DE0AA5-3CC4-4768-9BCE-9DD9A8A1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FB28D-5B63-464E-96FA-7D4A8191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Arrays within Struc...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63905-40C0-401C-A5F6-E244C4D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F79A3-B349-4202-997E-A3A9FDFA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9459363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38379-F4F1-4F9C-A243-53C43BBF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846A4-F641-4685-B1D4-E59AA437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0BA98-3DE8-4EA4-A13E-75E04DEC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E85EE-D8D6-41E4-9E22-52FDA373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31314-866B-4820-A5F2-D365EAED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4AF4F-F892-4E9C-A388-E1DE1D14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B5E42-11B6-4892-8AAE-DA96B2F7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D1BF6-6299-4A72-9177-BCC7CD8C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0253B-AA8E-4E78-A129-49BFCDA8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25469-ED90-4C88-ACF7-37B6C4CC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C2FC5-3CFB-4392-8A55-95D86316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A13CB-3F4A-42E4-8637-353191C6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266B8-0C2C-463C-8E6F-3A44F046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AA9C2-9FC6-41E1-AB81-A0787A79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7A476-B725-4D9C-9761-65ED5289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58083388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56026-41AD-4BDA-8B05-EE4389E2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87AF9-6B5F-4051-B7B5-4297D412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560C3-7AAD-4C20-BEAD-E7BBC087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10595-2236-4C8E-B85A-2BE183EE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44724-5ED6-4968-9D61-09705C8E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A7F83-C9AA-4294-A0B1-D72B2DD7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Arrays within Structures. Pointers: Introduction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83958-2086-47F4-8917-F77AEC6C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5ADE7-D9B0-4488-B5EE-33578CCA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579A0-E9FB-4C72-81D8-53D5D08F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D899F-CE1D-4633-B2F3-DD5EA143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79E75-2BBF-43FB-AB2A-771E11EB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5201955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3C0CC-4A0C-4ECA-96DA-43197EBE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1EED1-7772-493B-9611-6B88CB61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7458E-EBFF-48C5-B9F7-3E472333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9F169-B3FD-48DF-A11E-C79AFCD8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1CBCA-FBF0-4C71-AA6C-36A5979A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Understanding Pointers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7ED65-4172-471B-B23F-1F92A196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Understanding Pointers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42820-837C-4ACB-BFF0-ABB3B0D6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9DB0A-C91F-42AB-B0F2-5AB713AA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6DC85-A0B2-4769-B712-46447350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75ACC-1F90-4187-848E-192D5D18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A66EA-B2CB-4930-A80E-E97C5B19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B31C4-A726-4BB1-9BD1-F9635269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98B26-0761-4A70-9D11-9613481B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E308E-3223-4AD6-843A-4A515D04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61F49-312A-401C-9CE6-5AAD5E84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4333CA-495B-4FE0-A91C-FABABD41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70914274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1B7608-C9D1-4B9D-8855-B5ED04D8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F367E-D02E-411A-ABA7-F6D7FA0F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C1EFD-713F-412A-BCFD-EEC891E1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68E2F-50E3-4251-B3DE-84DBD5EF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E443C-3373-4010-B787-2CFE9729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92CE0-4031-47BB-BB57-CDBBC8B5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515F0-E03B-413F-80C7-B31C8A85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37E94-3F29-48C8-B751-D45DE1F6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B00FC-4856-4A0B-A293-6322B496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Understanding Pointe...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40C45-89AF-4C21-B873-61282C59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33FEB-1EF6-43B0-AF95-59EC6605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76496-7CFB-474A-BCBC-DB0FBFB3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Understanding Po...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22B31-F84A-4173-9CF6-A2A6E08F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6A9CF-8B74-43DB-AE49-F4995BAF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984A9-7189-4A15-95D1-595C8411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Understandin...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753A2-89E8-48C0-BB7C-A12799AF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19470-BF91-4FE0-AFA3-290B1335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A53E3-8F34-430B-A906-0653BC02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Understanding...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2B6BD-825C-4FCB-BDBB-26637744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31638-13C4-4863-8A74-4C1A412E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FE59D-16C6-43EF-91A0-B72C239D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Understanding Point...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0A997D-91C0-4F1A-9B1C-03D24C91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440F67-B103-4932-B837-FC392510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78978029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5A5EB-DF2B-4BD5-919F-589ECE46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4E108-85E7-4377-A777-94C62C8E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13E7D-52FA-4AC8-82A0-48583CEC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C819C-A0B9-4EFD-90E5-668FF58A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260E5-AB7B-4089-9D2C-4E56D328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E1203-A076-43A3-A2D7-1F28524A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016EB-9FFE-4102-9E5F-D8E01F18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7DC3D-7A7B-4604-ABF5-8E7743F6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63BAE-1CD1-4678-B9D0-7F10292C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9BB91-9120-4AF5-9C6A-A378A20B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26B29-5C9D-4DC9-8999-A72C20CF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C8294-4321-4EC3-8C99-751181C2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AD11F-116C-4BA3-84B9-83B0269C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578E6-5D91-4EF2-8A1A-CD598928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5A0E6-84E7-4B2C-91D1-5D5858B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46060011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C1AEE-4398-467A-A024-E71AB14D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70855-7E54-4F3D-8F23-D94CC1E3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4B099-5CFD-4311-AC77-CCB37E74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4D405-15A5-40A0-A972-32205F5E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8291F-7689-429B-9BCC-91969C16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5212E-36B5-4F05-B443-0E97AA11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Understanding Pointers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1AFBE-FD2A-4BB1-BB88-E1B6CF47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58084-B38F-41B4-9D91-37A245C5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B88FD-2F22-4F7D-9E43-024B5DE3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8D91D-6873-44DA-8ECF-60BA5796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59773-BA34-4B7E-8BD7-CF726DEE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95366875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D7B2A-5F03-41EF-98A2-D3602287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BDFC3-7FD6-4331-A51E-4045FDAC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8CE03-0CE9-4CD2-8153-29694B42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66D7E-6960-412C-890E-B1361DD9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C386F-4069-4D4D-B209-59DC5B7A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11AEB-76CD-45DF-B8BA-A2AB1460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51880062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16734-1EC1-4294-8DAF-5B221837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F417F-494E-4E9E-ACD8-0A92420C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937E4-66D0-4AC9-8567-C9AB5306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2D12C-5500-4A89-8840-C9D78E0B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12442-986B-40EA-BDB6-8C27B30D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Pointers: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Declaring: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354A7-211D-49A8-A450-39AEE1B7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70410369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0F970-0ABD-429E-A9C3-E2A7CD38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AD578-0812-4F93-A1ED-DD568117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9884C-9DF3-423F-8C08-7F5EA1A8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6D810-1922-410B-B613-88B6C3BD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A2360-9695-44F5-BA2B-65455C4D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F48E3-8127-4B2D-99C6-D9CF8A48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3439974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848C9-98B3-47ED-9E97-A7951890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40922-8500-4818-A19A-49AE9A6B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9FA8C-5721-4D25-94C9-CDFEE45C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9B4DC-1A78-4586-9C36-AEA08B4A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E8A76-0D1F-484F-B7F3-89C3C097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B57DE-5171-4D78-827B-E8A51FD2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3476231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1EEC7-5791-4E74-9562-1DAF4299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8E080-61E5-4089-85F6-47DE7260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8074F-A83D-4F09-8955-E937FFBD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D04BA-A276-4414-BE81-D7598AE6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35AC3-82E1-4CDE-BE3F-B38F9E0A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Structures and Pointers: Introduction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Defining a Structure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Declaring and Accessing Structure Variables and Members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Structure Initialization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Copying and Comparing Structure Variables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690AD-3EC6-4139-8D5D-04206A66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10B76-B4A4-4FDE-B744-CB6715C7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0C61E-CFC2-44CA-912D-9023F683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424964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2026-08-24T16:03:15.7640000Z</dcterms:created>
  <dcterms:modified xsi:type="dcterms:W3CDTF">2026-08-24T16:03:15.7640000Z</dcterms:modified>
</coreProperties>
</file>