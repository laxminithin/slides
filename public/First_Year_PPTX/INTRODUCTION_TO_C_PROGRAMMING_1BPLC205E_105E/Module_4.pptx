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28325922184490" /><Relationship Type="http://schemas.openxmlformats.org/officeDocument/2006/relationships/extended-properties" Target="/docProps/app.xml" Id="Rb33772c6dbff485c" /><Relationship Type="http://schemas.openxmlformats.org/officeDocument/2006/relationships/officeDocument" Target="/ppt/presentation.xml" Id="R386589a7ea304f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969d3676024853"/>
  </p:sldMasterIdLst>
  <p:notesMasterIdLst>
    <p:notesMasterId xmlns:r="http://schemas.openxmlformats.org/officeDocument/2006/relationships" r:id="R3e1843c38f7d491c"/>
  </p:notesMasterIdLst>
  <p:sldIdLst>
    <p:sldId xmlns:r="http://schemas.openxmlformats.org/officeDocument/2006/relationships" id="256" r:id="Rc36f1e2ffc944797"/>
    <p:sldId xmlns:r="http://schemas.openxmlformats.org/officeDocument/2006/relationships" id="257" r:id="Rf5880731b5054607"/>
    <p:sldId xmlns:r="http://schemas.openxmlformats.org/officeDocument/2006/relationships" id="258" r:id="Re5a652c3df1b47c8"/>
    <p:sldId xmlns:r="http://schemas.openxmlformats.org/officeDocument/2006/relationships" id="259" r:id="R0a8cde6d017a4cc6"/>
    <p:sldId xmlns:r="http://schemas.openxmlformats.org/officeDocument/2006/relationships" id="260" r:id="R5e96dcc348694bab"/>
    <p:sldId xmlns:r="http://schemas.openxmlformats.org/officeDocument/2006/relationships" id="261" r:id="Rc0c822f5d5d24784"/>
    <p:sldId xmlns:r="http://schemas.openxmlformats.org/officeDocument/2006/relationships" id="262" r:id="Ra74c1af2234b477f"/>
    <p:sldId xmlns:r="http://schemas.openxmlformats.org/officeDocument/2006/relationships" id="263" r:id="R196ba74c374541b0"/>
    <p:sldId xmlns:r="http://schemas.openxmlformats.org/officeDocument/2006/relationships" id="264" r:id="R8d67eb54cd5e401a"/>
    <p:sldId xmlns:r="http://schemas.openxmlformats.org/officeDocument/2006/relationships" id="265" r:id="R35a73b5af77e42ef"/>
    <p:sldId xmlns:r="http://schemas.openxmlformats.org/officeDocument/2006/relationships" id="266" r:id="Rbd7ec81b7f114f85"/>
    <p:sldId xmlns:r="http://schemas.openxmlformats.org/officeDocument/2006/relationships" id="267" r:id="Rc56277ccc8e84b07"/>
    <p:sldId xmlns:r="http://schemas.openxmlformats.org/officeDocument/2006/relationships" id="268" r:id="Rf5ae69369d4f442e"/>
    <p:sldId xmlns:r="http://schemas.openxmlformats.org/officeDocument/2006/relationships" id="269" r:id="Rd24f2c2dac964e23"/>
    <p:sldId xmlns:r="http://schemas.openxmlformats.org/officeDocument/2006/relationships" id="270" r:id="Rbe6340d15e0c4800"/>
    <p:sldId xmlns:r="http://schemas.openxmlformats.org/officeDocument/2006/relationships" id="271" r:id="R1721c7ae23bb424e"/>
    <p:sldId xmlns:r="http://schemas.openxmlformats.org/officeDocument/2006/relationships" id="272" r:id="R57b4e24714274cdd"/>
    <p:sldId xmlns:r="http://schemas.openxmlformats.org/officeDocument/2006/relationships" id="273" r:id="R293c90edfa944bae"/>
    <p:sldId xmlns:r="http://schemas.openxmlformats.org/officeDocument/2006/relationships" id="274" r:id="Rb4fb770c528a4994"/>
    <p:sldId xmlns:r="http://schemas.openxmlformats.org/officeDocument/2006/relationships" id="275" r:id="Rb766ac538b684c22"/>
    <p:sldId xmlns:r="http://schemas.openxmlformats.org/officeDocument/2006/relationships" id="276" r:id="R0bac5f2aadea41ec"/>
    <p:sldId xmlns:r="http://schemas.openxmlformats.org/officeDocument/2006/relationships" id="277" r:id="Rd194020e36184b1c"/>
    <p:sldId xmlns:r="http://schemas.openxmlformats.org/officeDocument/2006/relationships" id="278" r:id="Raa431b85dabc4ee3"/>
    <p:sldId xmlns:r="http://schemas.openxmlformats.org/officeDocument/2006/relationships" id="279" r:id="R71eee20c6bb64af6"/>
    <p:sldId xmlns:r="http://schemas.openxmlformats.org/officeDocument/2006/relationships" id="280" r:id="Reec6008875d5421d"/>
    <p:sldId xmlns:r="http://schemas.openxmlformats.org/officeDocument/2006/relationships" id="281" r:id="Rf0d8f7ddf3584945"/>
    <p:sldId xmlns:r="http://schemas.openxmlformats.org/officeDocument/2006/relationships" id="282" r:id="R3c3bd755fb68437b"/>
    <p:sldId xmlns:r="http://schemas.openxmlformats.org/officeDocument/2006/relationships" id="283" r:id="Rc54b1d15c51945ed"/>
    <p:sldId xmlns:r="http://schemas.openxmlformats.org/officeDocument/2006/relationships" id="284" r:id="R76f0a7eeba8849ac"/>
    <p:sldId xmlns:r="http://schemas.openxmlformats.org/officeDocument/2006/relationships" id="285" r:id="R8ffb964bae8e419e"/>
    <p:sldId xmlns:r="http://schemas.openxmlformats.org/officeDocument/2006/relationships" id="286" r:id="R18d69884a31c482a"/>
    <p:sldId xmlns:r="http://schemas.openxmlformats.org/officeDocument/2006/relationships" id="287" r:id="R8a36c3b9cb7a4a3a"/>
    <p:sldId xmlns:r="http://schemas.openxmlformats.org/officeDocument/2006/relationships" id="288" r:id="Rf166e41276b340fe"/>
    <p:sldId xmlns:r="http://schemas.openxmlformats.org/officeDocument/2006/relationships" id="289" r:id="R9d28a5e770d44fff"/>
    <p:sldId xmlns:r="http://schemas.openxmlformats.org/officeDocument/2006/relationships" id="290" r:id="R328e85687df74b20"/>
    <p:sldId xmlns:r="http://schemas.openxmlformats.org/officeDocument/2006/relationships" id="291" r:id="R1dc59dd933464d13"/>
    <p:sldId xmlns:r="http://schemas.openxmlformats.org/officeDocument/2006/relationships" id="292" r:id="Ref88d4a4f2504cc1"/>
    <p:sldId xmlns:r="http://schemas.openxmlformats.org/officeDocument/2006/relationships" id="293" r:id="Rf7626c8b2ed449f7"/>
    <p:sldId xmlns:r="http://schemas.openxmlformats.org/officeDocument/2006/relationships" id="294" r:id="R2411c4a83d3e4e5c"/>
    <p:sldId xmlns:r="http://schemas.openxmlformats.org/officeDocument/2006/relationships" id="295" r:id="R2d23b5ba5def44b8"/>
    <p:sldId xmlns:r="http://schemas.openxmlformats.org/officeDocument/2006/relationships" id="296" r:id="R8e97d562efc94fe9"/>
    <p:sldId xmlns:r="http://schemas.openxmlformats.org/officeDocument/2006/relationships" id="297" r:id="R2d4c84eac6d849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83ab4c320d45b3" /><Relationship Type="http://schemas.openxmlformats.org/officeDocument/2006/relationships/slideMaster" Target="/ppt/slideMasters/slideMaster1.xml" Id="R17969d3676024853" /><Relationship Type="http://schemas.openxmlformats.org/officeDocument/2006/relationships/notesMaster" Target="/ppt/notesMasters/notesMaster1.xml" Id="R3e1843c38f7d491c" /><Relationship Type="http://schemas.openxmlformats.org/officeDocument/2006/relationships/presProps" Target="/ppt/presProps.xml" Id="R7a1de62a27714793" /><Relationship Type="http://schemas.openxmlformats.org/officeDocument/2006/relationships/tableStyles" Target="/ppt/tableStyles.xml" Id="Rc6285b19919e4532" /><Relationship Type="http://schemas.openxmlformats.org/officeDocument/2006/relationships/slide" Target="/ppt/slides/slide1.xml" Id="Rc36f1e2ffc944797" /><Relationship Type="http://schemas.openxmlformats.org/officeDocument/2006/relationships/slide" Target="/ppt/slides/slide2.xml" Id="Rf5880731b5054607" /><Relationship Type="http://schemas.openxmlformats.org/officeDocument/2006/relationships/slide" Target="/ppt/slides/slide3.xml" Id="Re5a652c3df1b47c8" /><Relationship Type="http://schemas.openxmlformats.org/officeDocument/2006/relationships/slide" Target="/ppt/slides/slide4.xml" Id="R0a8cde6d017a4cc6" /><Relationship Type="http://schemas.openxmlformats.org/officeDocument/2006/relationships/slide" Target="/ppt/slides/slide5.xml" Id="R5e96dcc348694bab" /><Relationship Type="http://schemas.openxmlformats.org/officeDocument/2006/relationships/slide" Target="/ppt/slides/slide6.xml" Id="Rc0c822f5d5d24784" /><Relationship Type="http://schemas.openxmlformats.org/officeDocument/2006/relationships/slide" Target="/ppt/slides/slide7.xml" Id="Ra74c1af2234b477f" /><Relationship Type="http://schemas.openxmlformats.org/officeDocument/2006/relationships/slide" Target="/ppt/slides/slide8.xml" Id="R196ba74c374541b0" /><Relationship Type="http://schemas.openxmlformats.org/officeDocument/2006/relationships/slide" Target="/ppt/slides/slide9.xml" Id="R8d67eb54cd5e401a" /><Relationship Type="http://schemas.openxmlformats.org/officeDocument/2006/relationships/slide" Target="/ppt/slides/slide10.xml" Id="R35a73b5af77e42ef" /><Relationship Type="http://schemas.openxmlformats.org/officeDocument/2006/relationships/slide" Target="/ppt/slides/slide11.xml" Id="Rbd7ec81b7f114f85" /><Relationship Type="http://schemas.openxmlformats.org/officeDocument/2006/relationships/slide" Target="/ppt/slides/slide12.xml" Id="Rc56277ccc8e84b07" /><Relationship Type="http://schemas.openxmlformats.org/officeDocument/2006/relationships/slide" Target="/ppt/slides/slide13.xml" Id="Rf5ae69369d4f442e" /><Relationship Type="http://schemas.openxmlformats.org/officeDocument/2006/relationships/slide" Target="/ppt/slides/slide14.xml" Id="Rd24f2c2dac964e23" /><Relationship Type="http://schemas.openxmlformats.org/officeDocument/2006/relationships/slide" Target="/ppt/slides/slide15.xml" Id="Rbe6340d15e0c4800" /><Relationship Type="http://schemas.openxmlformats.org/officeDocument/2006/relationships/slide" Target="/ppt/slides/slide16.xml" Id="R1721c7ae23bb424e" /><Relationship Type="http://schemas.openxmlformats.org/officeDocument/2006/relationships/slide" Target="/ppt/slides/slide17.xml" Id="R57b4e24714274cdd" /><Relationship Type="http://schemas.openxmlformats.org/officeDocument/2006/relationships/slide" Target="/ppt/slides/slide18.xml" Id="R293c90edfa944bae" /><Relationship Type="http://schemas.openxmlformats.org/officeDocument/2006/relationships/slide" Target="/ppt/slides/slide19.xml" Id="Rb4fb770c528a4994" /><Relationship Type="http://schemas.openxmlformats.org/officeDocument/2006/relationships/slide" Target="/ppt/slides/slide20.xml" Id="Rb766ac538b684c22" /><Relationship Type="http://schemas.openxmlformats.org/officeDocument/2006/relationships/slide" Target="/ppt/slides/slide21.xml" Id="R0bac5f2aadea41ec" /><Relationship Type="http://schemas.openxmlformats.org/officeDocument/2006/relationships/slide" Target="/ppt/slides/slide22.xml" Id="Rd194020e36184b1c" /><Relationship Type="http://schemas.openxmlformats.org/officeDocument/2006/relationships/slide" Target="/ppt/slides/slide23.xml" Id="Raa431b85dabc4ee3" /><Relationship Type="http://schemas.openxmlformats.org/officeDocument/2006/relationships/slide" Target="/ppt/slides/slide24.xml" Id="R71eee20c6bb64af6" /><Relationship Type="http://schemas.openxmlformats.org/officeDocument/2006/relationships/slide" Target="/ppt/slides/slide25.xml" Id="Reec6008875d5421d" /><Relationship Type="http://schemas.openxmlformats.org/officeDocument/2006/relationships/slide" Target="/ppt/slides/slide26.xml" Id="Rf0d8f7ddf3584945" /><Relationship Type="http://schemas.openxmlformats.org/officeDocument/2006/relationships/slide" Target="/ppt/slides/slide27.xml" Id="R3c3bd755fb68437b" /><Relationship Type="http://schemas.openxmlformats.org/officeDocument/2006/relationships/slide" Target="/ppt/slides/slide28.xml" Id="Rc54b1d15c51945ed" /><Relationship Type="http://schemas.openxmlformats.org/officeDocument/2006/relationships/slide" Target="/ppt/slides/slide29.xml" Id="R76f0a7eeba8849ac" /><Relationship Type="http://schemas.openxmlformats.org/officeDocument/2006/relationships/slide" Target="/ppt/slides/slide30.xml" Id="R8ffb964bae8e419e" /><Relationship Type="http://schemas.openxmlformats.org/officeDocument/2006/relationships/slide" Target="/ppt/slides/slide31.xml" Id="R18d69884a31c482a" /><Relationship Type="http://schemas.openxmlformats.org/officeDocument/2006/relationships/slide" Target="/ppt/slides/slide32.xml" Id="R8a36c3b9cb7a4a3a" /><Relationship Type="http://schemas.openxmlformats.org/officeDocument/2006/relationships/slide" Target="/ppt/slides/slide33.xml" Id="Rf166e41276b340fe" /><Relationship Type="http://schemas.openxmlformats.org/officeDocument/2006/relationships/slide" Target="/ppt/slides/slide34.xml" Id="R9d28a5e770d44fff" /><Relationship Type="http://schemas.openxmlformats.org/officeDocument/2006/relationships/slide" Target="/ppt/slides/slide35.xml" Id="R328e85687df74b20" /><Relationship Type="http://schemas.openxmlformats.org/officeDocument/2006/relationships/slide" Target="/ppt/slides/slide36.xml" Id="R1dc59dd933464d13" /><Relationship Type="http://schemas.openxmlformats.org/officeDocument/2006/relationships/slide" Target="/ppt/slides/slide37.xml" Id="Ref88d4a4f2504cc1" /><Relationship Type="http://schemas.openxmlformats.org/officeDocument/2006/relationships/slide" Target="/ppt/slides/slide38.xml" Id="Rf7626c8b2ed449f7" /><Relationship Type="http://schemas.openxmlformats.org/officeDocument/2006/relationships/slide" Target="/ppt/slides/slide39.xml" Id="R2411c4a83d3e4e5c" /><Relationship Type="http://schemas.openxmlformats.org/officeDocument/2006/relationships/slide" Target="/ppt/slides/slide40.xml" Id="R2d23b5ba5def44b8" /><Relationship Type="http://schemas.openxmlformats.org/officeDocument/2006/relationships/slide" Target="/ppt/slides/slide41.xml" Id="R8e97d562efc94fe9" /><Relationship Type="http://schemas.openxmlformats.org/officeDocument/2006/relationships/slide" Target="/ppt/slides/slide42.xml" Id="R2d4c84eac6d849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8d91dafc0a41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95a5cbbca14b7d" /><Relationship Type="http://schemas.openxmlformats.org/officeDocument/2006/relationships/notesMaster" Target="/ppt/notesMasters/notesMaster1.xml" Id="R924d7f16e86c4e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71e813a5374285" /><Relationship Type="http://schemas.openxmlformats.org/officeDocument/2006/relationships/notesMaster" Target="/ppt/notesMasters/notesMaster1.xml" Id="R14e344d438544c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73385783544b55" /><Relationship Type="http://schemas.openxmlformats.org/officeDocument/2006/relationships/notesMaster" Target="/ppt/notesMasters/notesMaster1.xml" Id="R1b8a01f39f354c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1571eceddb4214" /><Relationship Type="http://schemas.openxmlformats.org/officeDocument/2006/relationships/notesMaster" Target="/ppt/notesMasters/notesMaster1.xml" Id="Ref965c2cb5874f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8ddafce9ae4ed7" /><Relationship Type="http://schemas.openxmlformats.org/officeDocument/2006/relationships/notesMaster" Target="/ppt/notesMasters/notesMaster1.xml" Id="R2578b896518043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41270184b74657" /><Relationship Type="http://schemas.openxmlformats.org/officeDocument/2006/relationships/notesMaster" Target="/ppt/notesMasters/notesMaster1.xml" Id="R4719cd7a9a4242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61823d23d643cc" /><Relationship Type="http://schemas.openxmlformats.org/officeDocument/2006/relationships/notesMaster" Target="/ppt/notesMasters/notesMaster1.xml" Id="Rece19e4f59134a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1360f73f2e4c28" /><Relationship Type="http://schemas.openxmlformats.org/officeDocument/2006/relationships/notesMaster" Target="/ppt/notesMasters/notesMaster1.xml" Id="R77dfee0a9ff546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084ced20574035" /><Relationship Type="http://schemas.openxmlformats.org/officeDocument/2006/relationships/notesMaster" Target="/ppt/notesMasters/notesMaster1.xml" Id="R48409b02e7cd45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96f9be0d9947f6" /><Relationship Type="http://schemas.openxmlformats.org/officeDocument/2006/relationships/notesMaster" Target="/ppt/notesMasters/notesMaster1.xml" Id="R6c5a746574d5411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adc21403d347bf" /><Relationship Type="http://schemas.openxmlformats.org/officeDocument/2006/relationships/notesMaster" Target="/ppt/notesMasters/notesMaster1.xml" Id="Rf127420327074ae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d39152a0eb45fc" /><Relationship Type="http://schemas.openxmlformats.org/officeDocument/2006/relationships/notesMaster" Target="/ppt/notesMasters/notesMaster1.xml" Id="Rdc093d99aab74db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fed5404ddbc4706" /><Relationship Type="http://schemas.openxmlformats.org/officeDocument/2006/relationships/notesMaster" Target="/ppt/notesMasters/notesMaster1.xml" Id="Radf54f5e1df14e5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8ae38091a3b4cf6" /><Relationship Type="http://schemas.openxmlformats.org/officeDocument/2006/relationships/notesMaster" Target="/ppt/notesMasters/notesMaster1.xml" Id="R6e85b16fba5840b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b9ce23533224cff" /><Relationship Type="http://schemas.openxmlformats.org/officeDocument/2006/relationships/notesMaster" Target="/ppt/notesMasters/notesMaster1.xml" Id="R6fb4a268a46b4ba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9d1078fdceb40e8" /><Relationship Type="http://schemas.openxmlformats.org/officeDocument/2006/relationships/notesMaster" Target="/ppt/notesMasters/notesMaster1.xml" Id="Ra6d13f7e93514a7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da5d10fb9584f22" /><Relationship Type="http://schemas.openxmlformats.org/officeDocument/2006/relationships/notesMaster" Target="/ppt/notesMasters/notesMaster1.xml" Id="R827b93d580c447f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73f2e1bb6484ce1" /><Relationship Type="http://schemas.openxmlformats.org/officeDocument/2006/relationships/notesMaster" Target="/ppt/notesMasters/notesMaster1.xml" Id="Rad4441957fe744a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071b9114adc40aa" /><Relationship Type="http://schemas.openxmlformats.org/officeDocument/2006/relationships/notesMaster" Target="/ppt/notesMasters/notesMaster1.xml" Id="R835b10957ae94e0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37c5eea9b304c5d" /><Relationship Type="http://schemas.openxmlformats.org/officeDocument/2006/relationships/notesMaster" Target="/ppt/notesMasters/notesMaster1.xml" Id="Ra17f09ac64b24c6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7dc3037056c4a9b" /><Relationship Type="http://schemas.openxmlformats.org/officeDocument/2006/relationships/notesMaster" Target="/ppt/notesMasters/notesMaster1.xml" Id="R89e096b47198499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fce365a7c864f5e" /><Relationship Type="http://schemas.openxmlformats.org/officeDocument/2006/relationships/notesMaster" Target="/ppt/notesMasters/notesMaster1.xml" Id="R9be2411a45c3442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beeface1ef44653" /><Relationship Type="http://schemas.openxmlformats.org/officeDocument/2006/relationships/notesMaster" Target="/ppt/notesMasters/notesMaster1.xml" Id="R63f097b1eb984b7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c77891a1f624a9f" /><Relationship Type="http://schemas.openxmlformats.org/officeDocument/2006/relationships/notesMaster" Target="/ppt/notesMasters/notesMaster1.xml" Id="Rabaf778356f942b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2dd6476b7a94f20" /><Relationship Type="http://schemas.openxmlformats.org/officeDocument/2006/relationships/notesMaster" Target="/ppt/notesMasters/notesMaster1.xml" Id="Ree725931fa30415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20b10fe54b248f1" /><Relationship Type="http://schemas.openxmlformats.org/officeDocument/2006/relationships/notesMaster" Target="/ppt/notesMasters/notesMaster1.xml" Id="R21e3ab6ec6a3458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51c0938b6c74723" /><Relationship Type="http://schemas.openxmlformats.org/officeDocument/2006/relationships/notesMaster" Target="/ppt/notesMasters/notesMaster1.xml" Id="Rd4f8ace044f84eb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b9242ef718a46db" /><Relationship Type="http://schemas.openxmlformats.org/officeDocument/2006/relationships/notesMaster" Target="/ppt/notesMasters/notesMaster1.xml" Id="R3544b5b01ee342e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380e0f54202487d" /><Relationship Type="http://schemas.openxmlformats.org/officeDocument/2006/relationships/notesMaster" Target="/ppt/notesMasters/notesMaster1.xml" Id="R4748dea9857c406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53743822cd04f6d" /><Relationship Type="http://schemas.openxmlformats.org/officeDocument/2006/relationships/notesMaster" Target="/ppt/notesMasters/notesMaster1.xml" Id="R4cdf413ea4eb4b1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01658696a504c52" /><Relationship Type="http://schemas.openxmlformats.org/officeDocument/2006/relationships/notesMaster" Target="/ppt/notesMasters/notesMaster1.xml" Id="R9fd6fa7d6c934c7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1094b23264c46a1" /><Relationship Type="http://schemas.openxmlformats.org/officeDocument/2006/relationships/notesMaster" Target="/ppt/notesMasters/notesMaster1.xml" Id="Rcff778cfa558452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37d9974936f4fde" /><Relationship Type="http://schemas.openxmlformats.org/officeDocument/2006/relationships/notesMaster" Target="/ppt/notesMasters/notesMaster1.xml" Id="R4a87ec09195b4fd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14e05ff23cd4872" /><Relationship Type="http://schemas.openxmlformats.org/officeDocument/2006/relationships/notesMaster" Target="/ppt/notesMasters/notesMaster1.xml" Id="Rc98d55e0766f4c0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ff509cb3840413c" /><Relationship Type="http://schemas.openxmlformats.org/officeDocument/2006/relationships/notesMaster" Target="/ppt/notesMasters/notesMaster1.xml" Id="R1c9ef03b40294a6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00467a9cda445b3" /><Relationship Type="http://schemas.openxmlformats.org/officeDocument/2006/relationships/notesMaster" Target="/ppt/notesMasters/notesMaster1.xml" Id="R76e5c3eab76d44d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f67cd802a094a3d" /><Relationship Type="http://schemas.openxmlformats.org/officeDocument/2006/relationships/notesMaster" Target="/ppt/notesMasters/notesMaster1.xml" Id="Rb286efc4c157440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9ab0666297f487f" /><Relationship Type="http://schemas.openxmlformats.org/officeDocument/2006/relationships/notesMaster" Target="/ppt/notesMasters/notesMaster1.xml" Id="R7797fa9187544e6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96c13cb38034ee3" /><Relationship Type="http://schemas.openxmlformats.org/officeDocument/2006/relationships/notesMaster" Target="/ppt/notesMasters/notesMaster1.xml" Id="Rc764def247a64e4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5cdbad20c114fa4" /><Relationship Type="http://schemas.openxmlformats.org/officeDocument/2006/relationships/notesMaster" Target="/ppt/notesMasters/notesMaster1.xml" Id="Ref6b0e7cd128403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9d9fd4962874f9d" /><Relationship Type="http://schemas.openxmlformats.org/officeDocument/2006/relationships/notesMaster" Target="/ppt/notesMasters/notesMaster1.xml" Id="Ra152aaa907d54a9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64d6585e8d364c0e" /><Relationship Type="http://schemas.openxmlformats.org/officeDocument/2006/relationships/notesMaster" Target="/ppt/notesMasters/notesMaster1.xml" Id="R18d12f07064942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7bff579b6947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15ed01289a44b6" /><Relationship Type="http://schemas.openxmlformats.org/officeDocument/2006/relationships/slideLayout" Target="/ppt/slideLayouts/slideLayout1.xml" Id="R54fb85b6a96a47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fb85b6a96a47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dd87937614faa" /><Relationship Type="http://schemas.openxmlformats.org/officeDocument/2006/relationships/notesSlide" Target="/ppt/notesSlides/notesSlide1.xml" Id="R4802f63226df40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f11d5aeb745d6" /><Relationship Type="http://schemas.openxmlformats.org/officeDocument/2006/relationships/notesSlide" Target="/ppt/notesSlides/notesSlide2.xml" Id="R18444bff9b7f49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91be2880f44a2" /><Relationship Type="http://schemas.openxmlformats.org/officeDocument/2006/relationships/notesSlide" Target="/ppt/notesSlides/notesSlide3.xml" Id="R6f322256898448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15071bbc24b18" /><Relationship Type="http://schemas.openxmlformats.org/officeDocument/2006/relationships/notesSlide" Target="/ppt/notesSlides/notesSlide4.xml" Id="Rbf47144c5bb243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410f8f86a46b9" /><Relationship Type="http://schemas.openxmlformats.org/officeDocument/2006/relationships/notesSlide" Target="/ppt/notesSlides/notesSlide5.xml" Id="Rdf7b0920dc884c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86095814e45dc" /><Relationship Type="http://schemas.openxmlformats.org/officeDocument/2006/relationships/notesSlide" Target="/ppt/notesSlides/notesSlide6.xml" Id="R3293c42dd91b4d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5579d049d4ecf" /><Relationship Type="http://schemas.openxmlformats.org/officeDocument/2006/relationships/notesSlide" Target="/ppt/notesSlides/notesSlide7.xml" Id="R8fe6c64fdf9c4f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e792d0088408a" /><Relationship Type="http://schemas.openxmlformats.org/officeDocument/2006/relationships/notesSlide" Target="/ppt/notesSlides/notesSlide8.xml" Id="R117c5144598947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f33bf4a5e4ebb" /><Relationship Type="http://schemas.openxmlformats.org/officeDocument/2006/relationships/notesSlide" Target="/ppt/notesSlides/notesSlide9.xml" Id="Rb46834711db34f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fd59dcc8f4e76" /><Relationship Type="http://schemas.openxmlformats.org/officeDocument/2006/relationships/notesSlide" Target="/ppt/notesSlides/notesSlide10.xml" Id="R55a5d8a5f8424e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cb0dea1ef443a" /><Relationship Type="http://schemas.openxmlformats.org/officeDocument/2006/relationships/notesSlide" Target="/ppt/notesSlides/notesSlide11.xml" Id="R3d66b1dd330c433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6207c025a4f6b" /><Relationship Type="http://schemas.openxmlformats.org/officeDocument/2006/relationships/notesSlide" Target="/ppt/notesSlides/notesSlide12.xml" Id="R8195f90d2b094b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2f3da69614d17" /><Relationship Type="http://schemas.openxmlformats.org/officeDocument/2006/relationships/notesSlide" Target="/ppt/notesSlides/notesSlide13.xml" Id="Rebb8daff70bb4b1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7d3c699804fed" /><Relationship Type="http://schemas.openxmlformats.org/officeDocument/2006/relationships/notesSlide" Target="/ppt/notesSlides/notesSlide14.xml" Id="R4212e22dbb924bd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08d57bba24017" /><Relationship Type="http://schemas.openxmlformats.org/officeDocument/2006/relationships/notesSlide" Target="/ppt/notesSlides/notesSlide15.xml" Id="Raf3844b55dd74df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7cc57d9614b0e" /><Relationship Type="http://schemas.openxmlformats.org/officeDocument/2006/relationships/notesSlide" Target="/ppt/notesSlides/notesSlide16.xml" Id="Rf48d1b18adaa442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2cd6d8ef14d2e" /><Relationship Type="http://schemas.openxmlformats.org/officeDocument/2006/relationships/notesSlide" Target="/ppt/notesSlides/notesSlide17.xml" Id="R9550a7d75db04f8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f343104174f8d" /><Relationship Type="http://schemas.openxmlformats.org/officeDocument/2006/relationships/notesSlide" Target="/ppt/notesSlides/notesSlide18.xml" Id="R2ccae70c19a44b1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1810599fa4e50" /><Relationship Type="http://schemas.openxmlformats.org/officeDocument/2006/relationships/notesSlide" Target="/ppt/notesSlides/notesSlide19.xml" Id="R320aa372d6114b8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0c604f10a45fa" /><Relationship Type="http://schemas.openxmlformats.org/officeDocument/2006/relationships/notesSlide" Target="/ppt/notesSlides/notesSlide20.xml" Id="R52e7723315ae46a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6fa3e8d2144cd" /><Relationship Type="http://schemas.openxmlformats.org/officeDocument/2006/relationships/notesSlide" Target="/ppt/notesSlides/notesSlide21.xml" Id="Rda7c1fa576e3487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85f920ab047cb" /><Relationship Type="http://schemas.openxmlformats.org/officeDocument/2006/relationships/notesSlide" Target="/ppt/notesSlides/notesSlide22.xml" Id="Rde555ee82f88418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8375e27c146ab" /><Relationship Type="http://schemas.openxmlformats.org/officeDocument/2006/relationships/notesSlide" Target="/ppt/notesSlides/notesSlide23.xml" Id="R8c107db3a0bb41a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4c24347b9411a" /><Relationship Type="http://schemas.openxmlformats.org/officeDocument/2006/relationships/notesSlide" Target="/ppt/notesSlides/notesSlide24.xml" Id="Recdbdfa10065497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ac64807224acc" /><Relationship Type="http://schemas.openxmlformats.org/officeDocument/2006/relationships/notesSlide" Target="/ppt/notesSlides/notesSlide25.xml" Id="Ra2fbdd4d967041f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265e5f5b44e00" /><Relationship Type="http://schemas.openxmlformats.org/officeDocument/2006/relationships/notesSlide" Target="/ppt/notesSlides/notesSlide26.xml" Id="R7cd43981739a4fb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f161837724ab2" /><Relationship Type="http://schemas.openxmlformats.org/officeDocument/2006/relationships/notesSlide" Target="/ppt/notesSlides/notesSlide27.xml" Id="Ra28e164337ea419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ae26321e904aea" /><Relationship Type="http://schemas.openxmlformats.org/officeDocument/2006/relationships/notesSlide" Target="/ppt/notesSlides/notesSlide28.xml" Id="R4586e2956807406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a673cebb34ded" /><Relationship Type="http://schemas.openxmlformats.org/officeDocument/2006/relationships/notesSlide" Target="/ppt/notesSlides/notesSlide29.xml" Id="R397f39a543874af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aec60781f4515" /><Relationship Type="http://schemas.openxmlformats.org/officeDocument/2006/relationships/notesSlide" Target="/ppt/notesSlides/notesSlide30.xml" Id="R1c55f573410047c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02156acf44bef" /><Relationship Type="http://schemas.openxmlformats.org/officeDocument/2006/relationships/notesSlide" Target="/ppt/notesSlides/notesSlide31.xml" Id="R6038fa7aa57c4a1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6801c6ab74fc7" /><Relationship Type="http://schemas.openxmlformats.org/officeDocument/2006/relationships/notesSlide" Target="/ppt/notesSlides/notesSlide32.xml" Id="R28ad431d3d20432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38907e5654029" /><Relationship Type="http://schemas.openxmlformats.org/officeDocument/2006/relationships/notesSlide" Target="/ppt/notesSlides/notesSlide33.xml" Id="R3f5dde6d93f1481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fc62fcec14376" /><Relationship Type="http://schemas.openxmlformats.org/officeDocument/2006/relationships/notesSlide" Target="/ppt/notesSlides/notesSlide34.xml" Id="Rb0e74f84bc474fc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e0a41e2224764" /><Relationship Type="http://schemas.openxmlformats.org/officeDocument/2006/relationships/notesSlide" Target="/ppt/notesSlides/notesSlide35.xml" Id="Re6f70cf626a943b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d042428a84680" /><Relationship Type="http://schemas.openxmlformats.org/officeDocument/2006/relationships/notesSlide" Target="/ppt/notesSlides/notesSlide36.xml" Id="Ra480f28bb5b3468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9c0ff79a6449f" /><Relationship Type="http://schemas.openxmlformats.org/officeDocument/2006/relationships/notesSlide" Target="/ppt/notesSlides/notesSlide37.xml" Id="R932254f0c7484c9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5c6d2a4fe4e58" /><Relationship Type="http://schemas.openxmlformats.org/officeDocument/2006/relationships/notesSlide" Target="/ppt/notesSlides/notesSlide38.xml" Id="Rbe59636f4ec14a8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9b4f639a71453b" /><Relationship Type="http://schemas.openxmlformats.org/officeDocument/2006/relationships/notesSlide" Target="/ppt/notesSlides/notesSlide39.xml" Id="Rf776cc967d3849c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c589a46a14299" /><Relationship Type="http://schemas.openxmlformats.org/officeDocument/2006/relationships/notesSlide" Target="/ppt/notesSlides/notesSlide40.xml" Id="R2bd74ad4e418463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fbd6c31aa94d6d" /><Relationship Type="http://schemas.openxmlformats.org/officeDocument/2006/relationships/notesSlide" Target="/ppt/notesSlides/notesSlide41.xml" Id="Rda7af8cf49f04c2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10fdaa1ce427d" /><Relationship Type="http://schemas.openxmlformats.org/officeDocument/2006/relationships/notesSlide" Target="/ppt/notesSlides/notesSlide42.xml" Id="Rbad8dca1a9a040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841811-525E-4629-A98F-A3711208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D3245-3659-418D-B816-D6609E8A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User-defined Functions: Introduction, Need for User -defined Functions, A Multi -functional Program, Elements of User -d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C35F5-E23E-4C87-80D4-2572FA69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INTRODUCTION TO C PROGRAMMING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1BPLC205E/105E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42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AEBE8E-FA36-4BC3-9CAB-5CBC782C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8BE13-D54D-4FFD-AD9D-CCACA16E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C7EA0D-A4CA-421F-BC78-B0CB8D13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05AFA3-F29B-4A99-A784-D5C347F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58ED0-9711-410C-80CF-207B71E3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E0B3D-7406-4297-929D-A0C16B76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A1E0A2-AEFB-4C62-9555-B4402747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852E3-A20A-4EB2-836F-13EF4368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3A908F-3C35-4320-8AF8-C5B200C6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D84D34-24D1-4CD7-A61D-D6265E66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4926199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4BD8A1-11B6-4570-BCE8-808A1496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E2DC3C-958B-46DF-B208-769DEAD6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94DFE-A6EC-4491-AADB-98178364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4DB00-09B3-4BB5-8DC2-85006A50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965C42-13B2-47A3-A7A5-21D87F7B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C82538-DEA0-44A2-AE43-941558DE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D7D22-8D18-408B-9EAE-15CF0234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0CF35-6C4F-4F37-B257-AFF0A4FE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0F9FB4-A378-4516-9157-27D58259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EF2508-25C0-4444-8258-328076C4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3A8F31-6721-4965-811C-F8764264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1E5A1E-9010-4301-A11C-655687A0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06A2E3-8861-47F7-8E41-2E5D7E8F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EAB0FF-D394-4EFB-AAE0-B0EB667A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E0FD51-DEF5-4891-9EA9-B055A755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8243920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B5EB32-D18E-422D-B8F4-7148F821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A374B1-30F5-4839-A0C0-2411C999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27F3B3-E1DB-4866-846C-636536C8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0AAEC-294F-4289-8CE7-D4C020D5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62A69D-E6FD-4F93-9416-1A01B666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DD72D-1485-4E72-9431-51900ADD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5718C2-30ED-4DE3-A672-530E1480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D38AEC-7C1B-4551-85C2-0E2B69A2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1301DC-09AA-4153-BCE8-11785120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User-defined Functions: Introduction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B09259-BFD6-4E42-81AF-9193E14C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12132F-6341-4E9C-996E-0C68EFAA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FC1454-E568-4EE8-98A4-85967F46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Need for User -defined Functions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1C8C53-0ABC-4ADA-A376-8E2E88C0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955601-CFB1-4D33-A471-4082401D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2DCB15-F648-4979-A5F1-1FBCD64B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 Multi -functional Program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AF1A1C-767A-40FB-AC35-EA699908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DBEF20-D33D-4F9C-84A9-FED7C546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632FC0-1D4A-4487-B1A7-438A0FA1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Elements of User -defined Functions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3E5B31-F48D-4702-8E9C-5CE51E15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622AD5-4DF9-4D92-AF9A-114A365C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CA861C-8138-4E22-8B98-AB35E65F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Definition of Function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FE9AA7-CC28-4920-BCE6-0BE002F6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AF4774-8F41-451A-8410-C4292D5D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7FB253-7002-43D6-9546-5E2CBB50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Return Values and their Types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75AE8F-6659-486A-B3A0-7DC69FB1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EADC80-DABA-4ADB-9A6A-06149804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5B8688-07CA-4023-9A33-8A7DE392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Function Calls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CF6429-3D48-4AC5-A4B2-DC7EDDAA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B5D412-1FB0-4091-AC9C-133739FA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7B2D0F-6655-4CA6-850A-D4F91311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Function Declaration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72EC5A-3158-4AC5-8005-5E9FC26B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24A076-1A41-4B55-89DA-EC32F632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9522709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B8017E-FB67-45DF-B759-BA59BAAD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BA5E4-5782-494D-8687-14CDFA66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BAC4F1-C270-4A12-A570-E471BCA2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4F1B2-50E5-4766-9468-70F93141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D1EB9-EE07-47B5-AA26-688C73D3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DE52C-D727-4179-983D-5319EC15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08390-EA51-4616-A346-4347771B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5444C-0E24-485B-810D-F1C1ACF4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User-defined Functions: 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374BF-846F-47B2-80AF-A4EDE2D9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43DC2-7AA4-4D63-A006-DBEFC7CF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0E4BCD-AD09-40EA-9284-1767D271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Need for User -defined Functions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AB6FF3-0ADF-4725-8369-CE42EED9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81B445-68A2-4EA1-9223-9DB446D9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B14FBD-5BC4-45F5-9005-1F2547C0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 Multi -functional Program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3E45D7-4EE4-4A67-BD59-996BC891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216C0D-6F47-440A-80C3-4A423C87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E54740-D804-4585-82AF-39DB4D27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Elements of User -defined Functions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646155-48F6-4831-9D95-11903C89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BF3ACE-4975-421A-BCF6-C524E141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8F562F-8E2C-4DD3-9270-12770DCF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Definition of Function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EAF22D-4047-4660-A15D-0DA34031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5D4E10-DD25-485D-A8E3-29187CB9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F9886D-FE14-4140-89EB-3FF47170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Return Values and their Types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C20BAB-B5EF-4391-850A-384E458B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562D96-27F4-4739-B453-0BD7601E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5A0EC8-A0AB-4D00-8499-71C0E005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Function Calls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C95259-1876-4521-AA60-CCD02274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8EFBB1-89DE-4089-9752-41646279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EA79D4-F4FD-40E7-AE96-DA58B12A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7103850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4C2DFA-0D0E-412E-AE41-69683A31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0FBAC-E588-4560-BC7D-B70B3B14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D0687-7495-4A3E-97DF-B8A14E65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69042-3D38-45B6-B7C4-4DC9271B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8AB01-AD26-4354-A448-50689DB6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User-defined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A53C1-928E-4289-824A-8304535F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Functions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48DCE-D676-46CA-A8DE-A2D6CE5B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E6B97-B5BE-451C-9379-23917D0D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User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D5A3C8-0856-4A74-B47D-F10FB2A1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defined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476CFE-C831-4A90-A8D9-104DB2E8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Multi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A06B7C-3AA0-4349-A473-21C0B025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functional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1F422B-7459-41B2-828E-021882F6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Program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DBEE5F-07FE-432F-B194-9190331C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Elements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9D53A8-9EF4-4974-AA60-D8069F1B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Definition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99CB5B-CC95-4F55-B69F-DDB636B4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1578C1-6E92-4CCE-B1FD-5AF3EE48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321197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E8BA31-647B-47A3-B8AA-3B349153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4A246-0141-4C0E-A81F-3DD6A60F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E8286-7989-4F48-84FE-2E68200F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99886-A839-4FBE-895F-55D4850B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43AE7-A400-4F0A-AA31-F19F3F68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User-defined Functions: 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C44CB0-B4BD-4A97-8E45-6317950B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User-defined Functions: Introduction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BC31AC-7BF8-4A3D-9646-3E0249EB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7F1CB-52A8-4C76-9943-EAD7202F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B25C4B-5FED-4ADA-A397-24007997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5BA46-713F-446C-8F0A-367E0E7D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C4369-0382-405E-A4F8-FC48A4BC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981C78-A8A5-4538-883A-4EF1635F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704FEF-ACD2-4A06-91D1-41CC46F5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9869AE-A43C-44ED-8AA2-1E3A5288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331C69-71CE-4ECA-86B1-381BABE5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4A3820-FE26-4D80-8E55-2B554697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0692951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5D0B55-F58E-4A84-A48D-F47BF3D2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2BDDB-E4F1-429F-B679-E88CDE64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9DA54-D996-4DBC-AADD-E97CB560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23D6D-B6C9-4401-B876-09C53258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F4D948-55AB-4CDA-A5A4-81AB7AB6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123208-6B0E-4587-9D1F-38E11A40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578E6-32A8-4065-A65C-6112186E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3716E5-C98B-4359-A95A-1AD62C24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C31058-A865-42BF-9761-7EEB7797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User-defined Functio...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A1EE6D-DDB6-49F1-BD6E-2D079884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CA33D0-6BEB-4425-8774-F6B9915E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47F032-2B7F-4209-832F-58C1CEFB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User-defined Fun...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7CCD96-3E38-4136-A200-1CE2F7B1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3F13FA-553C-421A-BDBE-1D04AAD5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522C37-9B7D-43D1-9644-CC0ABA25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User-defined...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D138E5-BD5C-4A2D-BE6E-58A07E55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70DE53-81EB-401F-A14A-D37A3116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CA4EC1-92D8-4689-AD5A-940F61DA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User-defined...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85378B-7BAF-4C88-B7E7-42B617CC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E74E28-F685-4C2C-A201-CB59C24F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DE7873-7515-4FD4-B5E6-58E36F3A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User-defined Functi...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CA05B0-9591-4D33-BB0A-83B0AA01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7C36B5-E30D-44FA-B8A1-CD68AE4A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8827692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E98FF1-78B7-4362-A28F-917272DD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9BAD3-0635-410A-AF2B-15400DD2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DD8F9-356C-4721-8C96-8DA12B56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99026-EBC9-419E-88EC-59F285B3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DA2E55-8147-4E61-991A-7E5B11E7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F7153-B963-48CC-B6BB-559D911F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1897A-1880-4260-AE31-A28E9BEF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E17324-6607-4364-8551-4D5BFE7A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2F1D2-6C0F-4C94-9C3B-DC46AB86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61FE45-9F4E-46CD-ADFB-1E3F39B9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1C82B-7D4A-4E62-9EA4-EF6E85B1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84CA13-C47B-459E-AB39-527200F1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F00691-1E9D-4C5A-9006-CC47FA1F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9032D6-361A-4ECA-92DC-F265771F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67D062-5769-493E-BCB9-F7DBA0B0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9336885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552FD1-234F-408B-9094-122EAC98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C53DB-E3AD-4EF5-A83F-54108E21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06767-E56C-4C76-9B79-BBDB2E2E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F8817-AE9B-4D4A-BD91-3F98A037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E1FFD1-B0AF-4669-B373-EBDA9472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47CAF-39D7-4398-93A5-4B94063E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User-defined Functions: Introduction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6EE39-BB84-498B-84E6-701C7DF3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9E72F-A599-48B1-A58C-20007697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7886A3-20E0-476F-B876-237DC671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25D2D9-CB73-4E3F-910F-696770D0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CF783D-BF61-4D9A-BA0A-8169CB36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5016973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A23257-511C-4E75-A07B-B78141AB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2ABF2-C99E-4CFF-BB86-A8233056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BFA2A5-E556-46AE-AE37-FFE4BB99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95C04-9081-41A8-B597-DE88DBD7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31A641-091A-4BF9-94B1-143A8BC8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Need for User -defined Functions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65C042-5C6F-4D0D-8CF1-F3DE7DA1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Need for User -defined Functions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C54C18-9F47-4AC1-971B-CAFB4AC8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3F0493-893A-4C98-A8C8-888CEEA8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D99F6-6A86-4713-BEF0-B55E7650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17D527-B0BC-42F4-9EED-D3ECBFB4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79F70F-7A23-4A4D-9016-9B6A25E6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323F35-ECFE-4536-B891-26BCBE30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17C6C0-2081-429A-B445-1AD38E98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E73C4C-5E38-467B-8B1B-E1C5AEB3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0B1A79-57B3-4DE2-8B38-A9935850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82BDE3-590C-4DEF-9435-55AFC0E9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4304751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1812DA-C1EB-430C-A3E9-6A661E9F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E5CFA-8FFC-4061-B2BC-4B5BA96E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8C915E-4CE2-4533-9BE4-D617AC4E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A08EAF-DBCC-4139-A460-4E4ABE31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F536AB-B095-4EF6-80C9-2A2774A2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29118-F726-4DFF-B695-26D2B515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18BAE1-D37F-40B8-AE3E-52D22246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34682-AF97-4CEC-AFE0-61472617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EAB7C0-EEBC-4147-8451-7AEBA54B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Need for User -defin...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4060C9-C33B-4FA4-B6F5-5D1D4814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A4161D-844F-4F45-A462-04333DC3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46635F-E576-4740-8050-73C3A51E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Need for User -d...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9E5234-5D6B-4DBF-BF1D-2123CDB8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405FA4-605C-4D0E-B9B0-A40CBCD3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FBC4D2-D210-4085-B941-4CE12ABC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Need for Use...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46516F-6A97-48D7-8757-C0F29BEA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8D2325-6BAC-4FC2-B3B1-85098D15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58DA24-08B1-4C2B-B521-E95A4891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Need for User...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187B65-C8A4-4FD3-81C0-9676FA72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53044B-8C62-4500-8B18-DBBBFA86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916916-9A41-4653-BE47-AD2945AF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Need for User -defi...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D69914-0B0A-4BAD-9AEB-A8F41EE5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3F84AF-54FC-4FD8-8FFA-0A9D697A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9586513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E48D50-6868-4A8B-A3DB-CEF4B93C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151A2-013A-4BCE-875D-CBB50554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89571-17CC-4813-98C6-7D8883B0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E2DC6F-BDE3-417D-A477-A31A32BD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928E1F-11A8-4822-B17B-69AA4520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CE84A-E07B-4B1B-89DE-698265F7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D8734-85D5-445A-9BCA-BEA9A70C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97BF38-B56E-466F-9A6A-80E0BEFB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853A6-09E6-4BCB-BAC7-B8DD961C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AEEA4A-53BD-438B-8BBE-FE00B4B1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FE1D77-A16F-4DD0-BCE7-15503905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3454A1-F332-4A82-8BFC-3A02B56B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8C0590-9B47-4304-B7B8-0FF487DF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00C14C-BAC5-491E-B52D-25C141F4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6435DA-F8DF-4B08-9118-FCB8358B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2257223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B0401F-9C44-463C-9479-AAFF945A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5B2CB-4BD1-480A-9652-B62A1F0B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CF820-170C-4EBD-9F00-84B08ACB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58C50-D8AB-44FC-A87C-4F7FC198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A63E9-7424-4532-8440-5AB4DECF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1DAFD-A9E2-42F5-BBEF-C83C306B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Need for User -defined Functions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B9E1F-600F-446B-BA07-87899E94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BB084-5FCC-41CC-98D0-2C96900C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565C15-A3A0-4FAC-90C7-4BBFD98B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313642-DD71-4427-BA25-FC96A7D4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6875F3-79E1-4D25-862E-B7101604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4112392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9A2C8C-5C14-48DB-93EA-EDCACBFF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48A12-9160-4A2A-9352-AD711C72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A96D68-7FC6-4B33-A82A-56BDD180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DABD0-3512-4392-861B-200191F1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943C3-A0C9-4AFB-9A43-00385385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 Multi -functional Program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C4029-4D26-4354-854C-9EC70E88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 Multi -functional Program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F30D7-D628-45B3-9211-277D1A6D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E1682-607A-4E31-9945-525C119F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D5EBF-F637-4A36-AE09-F0C16401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2403EA-ED16-4724-8EFE-A5455768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9B6628-51EE-4487-B825-61C11155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F17B0-3B2B-4A76-9171-DBCB9DB3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72D339-0CD0-4ADC-8264-5357EACB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9146B1-2F06-4CF2-9D6F-5357D711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490132-8F8D-429D-95E7-4C132887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C44B26-6AD0-44B8-8D16-F2403773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8754812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200936-AE3C-4965-95A6-B0F2CA51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090D4-CC49-4603-B429-30907429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B45AE-E995-47EA-90FD-D7C95EB7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F587D-BEF3-4555-B6EC-B7A0881B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FB6DB-2D19-4CAB-A47F-EF41C141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375E12-0B88-450F-B3AC-3ACCB301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0AEE6-FD7E-43B3-B372-EF5F95D4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487CF-9889-44B6-96F1-E3D8E4F8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F11582-A2C4-4BFA-8D4E-E9032CEA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A Multi -functional...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139B3-6C16-42E3-9853-67A35F84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98FAED-A9CE-448C-9049-AE3938D3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0EC1E3-A0AE-4E71-8CE0-6F3B00C7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A Multi -functio...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FA81C4-71EF-40DB-BDE9-AE01E788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E84484-ED22-4EBD-87B5-17E274FF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154C1E-EE88-4AE4-9361-235B45F5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A Multi -fun...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D55882-C43C-48B7-BB54-3F4E1A6A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4EBFE9-9272-46D0-A7E7-038757C7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7ACFD2-5B14-421E-9E62-2B153DD3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A Multi -func...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E220B1-D775-43D5-8098-2B67372A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FCA8A8-458F-4540-A9C5-6408C175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C329A3-81A2-40D4-9F5D-2F226783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A Multi -functional...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6529C4-D3E5-4C47-B93C-614D8FE0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0CCBB6-FFCA-459D-942E-BB9FAA25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2232753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646A1F-18C0-4CA2-802C-BC817E56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3F814-3BEA-48CC-999A-8958D918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01B02-B792-4925-967E-79261D12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432A5-C4AB-476E-B433-90ACA5BD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EE03B-22EB-4DC2-85BB-D0835DD1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D3F61-828F-47E3-950A-8DFC896E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7A242-91D9-40DB-89CC-EB39574F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BD33B-5855-4FF5-BB4A-A49392A6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BAB2BE-9DDB-4724-B7E1-D13A11AC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EAE55C-33BC-4965-ADC5-0ED18017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2852B5-4A23-4E30-BE98-6E958255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C04756-325B-4089-9BA5-A01D107C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C9CAA2-8DB5-4A64-B1FA-5C53EFFC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9EC093-737A-47BC-AAD4-F475B4EB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C5C735-81E2-4248-A9BA-5E88547C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30154109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48E1F2-4177-4FDA-8576-AEE44544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A648EB-D735-4B7D-A5C7-8275FEB7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0A9C3D-7ECB-4F80-A792-0A947FB4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17C11-D210-438F-A931-4FDFAA76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B0A29-6A8A-4609-ABFB-89E3F6C2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C6B1A8-58E4-4A5E-B05F-52074471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 Multi -functional Program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A4CDE-B2DF-475B-BD55-83284F79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C4BDFA-E2CC-4F34-B2C0-75ABAE0F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089FAC-C9E5-428C-884C-A26C0D04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9A6E52-95F7-4E74-873A-80D33931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C4A274-6DBE-4BD1-941F-459580D7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206401010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5F937C-1389-4153-8E00-3D4FC4A8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13D6D-F727-4A7C-8125-1895F369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51B82-3BE4-4CB3-A208-5505D0E1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415FE-5A01-4414-95F1-B3435754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A6909A-F292-4AFC-AC2B-D35E1ED3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Elements of User -defined Functions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4EA197-793C-45BA-8ED7-D7C13A28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Elements of User -defined Functions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37BFA-2DE3-4DC5-B386-5E93C728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28D7C-DFFC-4766-9C30-0B472650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786A0B-8856-4E51-9002-3AE5730E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A9B07-1C15-4136-83FD-1993ACE1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2AEB6A-976E-4DDB-B0CF-09A78C22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B45E26-FEAC-4109-9AD7-0C1B0EA8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8E0313-64A6-4E0C-8E36-BEEAAD12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AFB1CA-45E2-4F11-9A46-99E9D1E6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B40C28-F327-4954-AEE7-D7A00B2B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ECCBDD-551C-4D65-8B1B-97E3B4D5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36887866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E7C8B6-8A53-4C62-8F27-C2C55D7F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EDCF8-6307-47D6-93E0-C5BDDC55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2E0D4-5F95-43AD-B1D8-77D37DD6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D86DB3-3F68-43F8-9FBB-A38FEDDF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02BD2-A43F-4B3A-ABA9-07BE032D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967A4-7B6F-4AA0-BCF1-72242A87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63C3E-0EDC-4706-8D41-4C8E8850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B99BFC-E68E-4C9A-8E3F-26198527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70B12-FEEA-496A-B73D-151141D0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Elements of User -de...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E5073E-B902-4917-9D12-51C6F7A0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4E51C7-B9E8-46AB-B934-66D8F18A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B97FA6-DA18-4344-9DA3-EC185E2A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Elements of User...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6C535B-EAD3-4FF2-8967-06E95449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642D2B-841E-4C5B-B041-9F72327E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9D04C3-A3EE-4A38-BAFF-F59C9298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Elements of...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FA084D-6FDB-4A5F-B480-9D1968A7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AF1E5E-C9C3-43A2-B0F3-61504CAA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946CEE-A1D1-41DF-8281-32096F93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Elements of U...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A6C5B4-A62B-4E27-86F7-D7BB8EF5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7D1E95-D95D-4765-B019-09D98425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742490-73BC-40B8-BDCC-D29D5DBE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Elements of User -d...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B435FC-F42C-4358-82D8-98F322E0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9F7616-551D-466F-84D3-F8F54D9C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91743249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F3734E-0E05-4EB3-A14B-2E6FD33D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F6C4F-D179-4BC2-A59C-7AC8AF4E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89C4C-64F3-4658-9965-EC91BD9C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1E7CF-7794-4AA5-9B12-B9E02EFC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9C7B2-EB68-4B6A-AE99-FF7FB611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F12FA7-DAA5-4DD6-9771-6AB5DED8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D16C-BBAB-47E9-9732-CE91BFB7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756633-D36D-4BC2-A421-0AEC89E3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34CDD-5325-4A48-A275-1D392952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EAFFC-6666-438F-83FE-3564E270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9A9392-4813-4FC6-B6A0-DE168D99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C2462E-1292-4317-9F49-E113AEA1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6D3EBE-EF07-41BD-BE74-92160628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EDFE6D-F9B6-4BF3-8A46-54DE2B7C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F428AE-CA69-49F3-B49D-ABD21250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68496346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1138A0-C4AC-4BE5-916E-6DC669F6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8D74F-7CC9-4B04-9801-A59A0D3A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77D4D-7D33-4B7E-87D2-E1ED730B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C8F75-3B1D-4806-A22A-BBAC83B2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53754A-409A-4A0E-9B2F-A1D63897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D4D98-8AB0-4F4E-A7B4-35C139B8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Elements of User -defined Functions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CC97E4-584E-47A2-991D-5C4424ED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0E37F-C54B-4616-8FD9-BC822986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C2F887-075E-4638-92BE-6F8AED07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E368E-BC13-43EF-9089-12A695F7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22FCD-BDA1-438F-BC0D-70A6E96D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37153524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277B92-2C62-4481-9E9A-BBAFBF61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238317-27D8-4334-811A-F2E7963C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DFE8C6-DDAD-4E2B-9CA2-E95BE40C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EC198E-49A8-443A-A3F1-DFAA687D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10958-90C2-4D1F-A290-0D57C53F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Definition of Function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C0074-081A-4B99-A186-0DE32346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Definition of Function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8928E-C118-4FE4-A581-DAB80D4C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F5AFF-61A4-4176-8D3D-DF6CE950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4C3B6-DC1D-4A47-9677-E06C985B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B4DCEE-1451-4F65-AB2A-FE96DC55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BF513E-027D-4420-9D08-1897030C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BD2622-E2D1-413B-BFA3-E15F1DF5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44891D-7CB2-4F97-9E97-F685F138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EEB35A-773E-4A25-BBA0-B3956991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EF961E-05A2-417B-88F7-280C2CC8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272865-AEF8-4C0D-A643-6D09598B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31668619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CFAC5C-4EB7-46B2-8D99-6BF2DB6E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821FE2-EE11-4D0B-B9FC-95A5FD6B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C73F6-D3B1-44B2-B6D7-D9B406B0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EE5E0-AD69-4B69-9A1C-EBB41672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771B2-DCF7-4C61-8B6D-78652131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CBDE4-2E68-4EDC-B264-E5476C74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FE31F-9B75-4843-9A59-8E6FA8A9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EFD016-D39D-4012-8023-DBDC1472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A93DE0-E933-4F58-BD77-AF5943D8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Definition of Functi...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FB7BD6-DCFC-4656-ACCD-B6448D15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DDE8DE-7F6F-4BD6-A61A-A0AADFCA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5FE35-AB05-4A8B-B4CE-5E7C01C7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Definition of Fu...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83EF63-F0D4-4B6F-A3CE-2900F56B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4E7C3E-787B-45E7-B03B-EB32E98F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7BA548-A3CB-4954-A46A-187563B7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Definition 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1F6843-93E0-4C6B-9D77-1FB21212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C52A74-F82E-4308-B2B5-35D18FB0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A123B5-43B1-4F05-A9AF-ABA6393F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Definition of...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B007DF-CD46-4032-A463-E224B99D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703B29-312E-45C4-A692-8C6032DC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F7F08D-7F26-4B05-B418-8AAA6578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Definition of Funct...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1EE5DF-EF82-4B88-912B-2070686B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7CE312-B0B5-4693-A0C4-2CF3AE73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20276870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FE868A-2433-42AF-9B5B-4D679F48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8F1A7-854D-49A3-9A7E-2E031415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447E09-F90C-45B4-BF6A-29341497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139147-0512-47D6-AF40-99D425F3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EB82C9-A781-4403-B265-F7D78F4C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D7AB36-06EE-4698-8639-5D4754E2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96A72-BC66-4953-BE87-2EB82B74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1C98A-2C62-4AA9-8F0A-C7C4E8BF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C4E56-3FE5-422F-9048-16CF225D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4849E0-B218-434F-9158-9E25CA91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7952DF-1877-4615-972D-0FB47F17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6724E6-9EC2-4F36-82D5-419CC5C8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E7FF39-7784-4C58-A749-509C0D6F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60BBCB-03C8-46B0-8914-06DCFD9D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E7C93C-8F1A-4DFD-A51C-354EDAA4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12694414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2FDB57-B501-4FC0-8876-CA49F57A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B4DEE-16A2-4E69-A8EF-01DA5DEC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C8669-FB00-4E7E-8884-F3D98A67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86DA0-B99E-4A57-8B2B-20239E2C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87569-8B63-4A51-86C1-6EE59A1F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75B6F-F674-48E0-A762-E1254A92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Definition of Function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B9B5A2-DD23-4077-A0B3-AE05BCF0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066D4D-5A0C-4E79-8997-776A2AF6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D7E62-1019-4F60-9091-22F07626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750BB7-36F1-4C23-8FE0-5A8D7109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DABEDB-23B3-4DC5-B820-6ADFA868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64599865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902637-0945-4F31-9BD8-E391570E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03229-6F15-4A8B-BF04-DDD01CA3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DCEDE8-C38A-44E9-A8CC-383F4ED5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1E2E-40A4-4591-88FA-170682B1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AE2205-7B78-4DB5-A0B5-1CE96C09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Return Values and their Types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568C0-B793-46BB-845E-EFF8EC59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Return Values and their Types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52C91-E4EA-495C-8992-2C33E51C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6B8E8-F81F-4CD9-A4CA-C044CA9B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93C60B-68D4-486A-A756-63FD9ABF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BDA0F7-D1E4-427C-BD47-6ABB93CC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C5380-303C-47C8-A427-3C346456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56505D-C79D-4F00-AADF-8AA092D9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C57116-2E45-44A6-A8F1-A9D107F0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AE9EE1-8D67-40F3-92FC-EDF25E8C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9FD4C6-3569-4183-AB4F-AF41B664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3A1A15-4FCD-496F-9824-71AABA2F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6878563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567F46-FB21-4892-A40D-8B4126C5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A156B-9F06-4CC0-ABBB-1A336A97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D3C45-DDE1-4BE0-BDF7-130A2437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FB9DFC-C08A-4557-BFEC-37C98C04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E07635-1BBD-47FC-A501-FB375EAA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9B556D-3FA8-429F-9236-630CB864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3E46D6-7FF3-4A1C-8E47-1F339418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024C7-D752-40D4-9BB9-1939C578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AE892C-419E-4446-B20C-8D5D6D8F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Return Values and th...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A678B1-446C-41AB-827A-99D7B493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0A9070-4AAB-4FE5-BCCB-F439044C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E9EDB7-2E66-42F5-8DF4-78C950BE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Return Values an...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0939D-3E52-4149-A91B-16F58B6D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8E461D-19DA-4461-B780-536D0BF0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B53E16-1E28-43C0-87DF-C6A5CCCC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Return Value...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BC9FF4-46E6-4994-880C-AA7B9209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7D4577-B66C-4CAB-875C-22C57B59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BF5B85-E660-4E91-A019-4DB91AF2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Return Values...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59CCBC-DEFD-40D0-9B69-E6C8ED24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C66583-4AC9-466D-A1D9-CA7FDF88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822E42-4B74-47C0-A4AC-95F39779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Return Values and 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19A754-6119-4F48-A331-049C03E0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9282DD-2E45-4BE5-8038-60727FA8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16663828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A38E1A-ACED-421A-BFB6-FF765A3D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E22A2-B3CB-4C6A-A528-491FFCEF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5BD28C-040E-423B-84B8-0B4E0963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F3601-B893-4818-BFC4-628BC33A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E26E3-0727-4014-95FB-5E2027C7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1E030-6212-4265-9BC3-054D556F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DE6CD-B730-4C52-B49B-13F446DC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29DAA-F48F-4752-9858-0C060416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B07F4B-86F3-48DB-B252-5F068CA2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B4440-6ABD-4342-8D2F-0624D92C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AAC400-D254-4A55-A032-2AEF255B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B6300-D34D-47BC-BCCF-2884904B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957CDB-876C-40E2-BA06-04BBC36B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FD6291-B899-422B-B314-34ED034F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B76D77-547A-4169-9AAE-1465493D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68377557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B12512-10AA-4280-93BD-04551E39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0F827-15E0-406B-BD10-0BCC8263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24509-AA7C-448B-91E4-19A5115A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F47D3-D7D1-4082-AE87-A2021DBE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EC7FB-0EA2-48AB-9C86-90A1D433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8A3B8-4D7F-484A-B9C7-1E6FE78B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Return Values and their Types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F90DD9-2F30-4794-8A6F-208A00AE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1A580-0A2D-4191-859E-718453B3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DE7360-5554-48BF-B93F-A7EFED3D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CBBF11-C0E4-4673-B15B-D7276990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2CC147-CD23-4275-A431-E9073CFB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41787505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4693AC-9810-4DD3-960B-6291F9B8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2A6E9B-5180-4AF1-91D7-F6E5200F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CB414A-77EC-4753-B036-BF7DD92B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13971-11DB-48F3-9BA7-65834F02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B5C802-B012-4EF2-ADC1-A4B14C24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Function Calls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DCBDBF-58D5-4F3F-B303-4F898CB4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Function Calls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844E4-C287-48D4-8C7B-D441460F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1BCFF3-8BFF-4227-9819-2476A5B9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E5EE05-87F7-46BE-A3AE-9237FAB6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A92EB-663B-44E1-AEC6-3DFBAD56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6860CB-1A93-4927-918E-7E6A6D65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B0B6DD-EB33-4E8F-9C62-EAAD24E3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334205-14EF-434F-8543-A65A0FE9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E8CFCC-6BAA-46C1-86BB-660370C5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B23EC7-27DD-46C1-A17A-A8C71A25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C7A4E0-B3F7-437D-9867-3F0B0CE6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211614336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BEDDBD-7033-431A-ADCE-D73CD1CC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F5212-7DE9-4F28-A394-40390D4A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540A0-DCAE-49CA-958C-ACA21535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25B45-1270-4E53-B5BB-CDBF4B53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1CEBBA-1731-4313-91CB-9697B275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5D7765-D420-42D0-8597-5AA319B4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9253D3-71BC-4962-81F7-20B30A92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146171-F5E4-4623-841D-853BE1BA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46BEC1-AA77-4902-83F2-A602FF6E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Function Calls.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F8ED0-B962-4B2D-A13E-DAE46D8B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354797-A6AC-465F-8FCB-9C8DA586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96008-5A6E-407A-ABEF-D1793E99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Function Calls.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F78929-14E7-46A0-B4B1-BE7E336C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C145C4-EC73-436F-8B7D-29FBD55A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43788A-258F-4ADB-927E-623D6804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Function Cal...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6E8F70-283B-43C5-8391-20FE7CCC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36F9B5-2287-4F98-8EB0-296F920A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8C72DA-251E-4B76-A2E2-808CC18E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Function Call...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A70E43-7A53-4B54-948A-C13C62ED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9AFD59-48E1-414B-9F3E-736C0719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5678A8-65B8-4258-8143-FDAB7151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Function Calls.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336E67-6DC3-435C-B174-BD010518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A07A88-176C-495A-B156-8989F6C9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27622331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C0472B-D25B-465C-B34A-5D4A64A0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25FC2-F9ED-4C3A-92A9-1C5006F5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9763F-EC8D-4F74-A374-EAEB04EF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96646-775E-41CC-954C-A2EA1DFF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2CDB3E-BB03-4BC6-8DE6-22B0DAD0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A4A581-D795-442D-82D2-E1013BB0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0CF8E-67F9-48A2-BB59-C49DCD31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044641-250F-4677-B385-5B3822C0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CF339-0DF3-461B-B9F3-D38BD0C3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F035AA-F08B-4F42-9CA7-79F84844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A7C26C-C715-4573-B999-6E6CF039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A499F-5E85-4FAB-82CE-9F1F2C6D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511A8C-B52C-40CB-BBE7-D462290F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4F20D4-4BC3-4DBE-85E6-8AEAE298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CBF445-BB80-4D01-9D33-B31B1D4B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25171365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A9DEEB-F28A-44F3-AFB8-D805EF8D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4009D-6FF5-47C9-9DA5-23043577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D9AA3-FA1F-4D4E-9345-2E12CDB5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7EB3EF-B0B6-4B95-9B39-23604CDF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A68092-CB7E-4FDD-831E-702308A3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3167B5-273F-4752-B1B2-D583A33F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Function Calls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DCE39-9CE0-4D29-806F-FF830B41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4466E3-F4DB-4D43-878A-EE8FB28E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47C21-2C8B-4041-BD88-D87394E1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B9F74-E7F5-4393-9B29-219E4DE8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F6647C-9AA9-4D25-8271-B27670EA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04968268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9A15CB-E283-4A96-843D-D60E84FF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6FF1C-6D5E-4744-BD40-BD9FF5FD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4DDF3-AFCA-4D6C-BFB1-B66E9BC6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47DCC6-7F5A-4F49-8911-39A42639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EF68A5-C7CC-4942-9AF6-A27D35F4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Function Declaration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87046D-55A7-41DF-8147-4DE05C6F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Function Declaration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ED260-9CFE-45B2-9C68-D1133D97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2CC6ED-6892-4247-8B2A-787DA7F6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5801F-87A1-45BF-BA83-FBC748DF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AED958-A7C4-4919-83B4-39AD67B3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EECB2F-A9F9-4D67-A859-4F0EDE78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ECB14E-B9BD-4454-AC8C-9DD3394E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0F5D2B-68AB-4C4E-9073-8BE4BBBA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C62297-FC4F-4EC3-82B7-616D70BA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7B5C84-A6F4-42ED-9172-CBF82ACF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C41F24-A86C-4A22-B6E2-2DB1E862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48584776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7209F8-63A9-48C9-BB2F-B080A26A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5EC6AA-82C8-480C-925A-420A9E9A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450A4-C8F8-4F19-81E6-6494CACD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4630AE-A263-4EE5-87DB-E496AC89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8DD2E2-7110-41AF-8FD0-BD6B43E5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E0949-6E0E-4F65-97DB-F4C85AD6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BA43D3-2BF9-4D84-99DC-8B4B1CF4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68C255-6E09-43F8-A65C-1A804D62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232300-1C64-4616-A228-963D3400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Function Declaration.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F8348-6C01-4A3B-980A-24599040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9B560-B4B4-4A0C-B6B6-7D2B5939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725D2B-AD2B-4ABE-908F-03E39048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Function Declara...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6D8679-C949-41DA-9B25-B5E266FE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2B9F3F-E1F7-43AD-B7B4-49D3883A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B79A6B-A993-4BFD-9050-724B65B0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Function Dec...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772A3E-FB4C-4512-BC15-8AFEE67A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AEC8FB-51F7-4184-A81B-54D0BC18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A56444-0794-44C7-A937-2F574986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Function Decl...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B31541-064F-49FC-8728-C4433AB8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172C09-B458-41A1-B231-F4CE6B11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938621-C951-463D-9D7C-504B08C2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Function Declaratio...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AF7165-007E-40A1-ACDA-2B4F3DD7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061098-DE29-4322-AFDB-487380D3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99035538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B4B971-21E9-4F4D-A5DC-CC5F0C97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89F09-6AA6-441D-82D3-D58A3C2A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6C895E-4C11-475B-8180-1259EC00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1C819C-A0FD-4F6A-9320-B60C651E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411BA-D3DE-441B-98BC-530DD90F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62F86-5892-4A65-8597-AB8E33D2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B1E81-2B1D-4E01-B317-53850164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0D2EE-57A9-4F9C-84FF-BBC96C13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98C1C7-A682-4943-A661-CF046B37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BDD033-6C40-4FE2-AD95-2E9F4D20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58CB37-9E40-4C1D-8969-A49995DF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003A3D-3923-436E-9980-401BA881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AE3257-85B3-4EC9-82F9-3E9F1365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8D3A50-2BA2-47D6-9C78-5ED12705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F528BB-2E81-47D2-84F0-E64F82DE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72368026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94DF88-453B-4102-B8B0-81D19235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E9AA6-00DF-4CAE-99B8-5784C4AC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C91C8-AAA0-4B74-9932-A538ACA9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2813C-4BC2-4F57-AF23-A11E2293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EA698-F0E3-4A45-856B-F08A2AF7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C92E7-607E-4440-A9DB-54291086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Function Declaration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00E5C-52DA-42C6-9198-28ECDD80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8774C-8CEA-452D-8CE0-8772826C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FDC82A-A106-438E-8CD7-40DEBEE7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13C4C9-CF3E-4B72-8718-C9155E94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6086D2-A0E2-41AD-B801-FA6DE100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2863198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36C260-4657-4D1D-BE5D-C12F7B19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BA20F-10B4-4775-9845-768FDB8E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B24E5-AFA7-467F-B97F-85ADF801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332160-EC17-4D33-8AFD-F6A376AE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5D49D1-F056-4A8A-8A96-76963BFB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E549B-C46D-4D8E-8AAF-AC2A8E82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8901422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333424-B44C-40EF-88F7-ECB7370D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C1C48-A1A3-4609-89EE-980EBBDC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89FED-C97B-4C3C-A99E-A1A63599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E513F-08FD-490C-8C8A-BD890A98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FBFBA-D495-4AA8-87F1-2E6A3E2F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User-defined: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Functions: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Need: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defined: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1192E-F6CE-43D8-A087-218F4AAE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07324272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0DE857-824D-4645-90BE-90221911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389A7C-8F2D-4BCD-89F3-7D087146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52A1C9-D1E7-4132-AB1D-F5650882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2A07D-8DB6-4161-8073-AD2B7523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F9207-C0AA-4AEC-8D89-C98A2558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Variables: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Decision/loop: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State update: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Output: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C102CE-A309-4638-B8CE-211DF5DC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09987402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4BD26C-D250-4CE7-8C11-6016D1BD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4C45D-4746-4E22-B69D-84DCCEE0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AA7CB-8E1C-4762-8245-3029A93F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0D383-7B16-43C7-9DBA-8EC42432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8C8084-B414-40F9-ADC8-4C37D4BB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Pasting code without explaining data flow, control flow, and the point where the output is produced.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44372C-1159-4056-89B7-482E7802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35547439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651B1D-8258-41EE-8F71-AA3DE5DA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20554-18AC-40C7-82CB-99F48992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48C5E-DEED-4E4E-946E-09C1B4C1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7417E-9EE6-4D0A-A617-48809EC3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1CC53-F93B-456B-B9DB-0B7F9496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User-defined Functions: Introduction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Need for User -defined Functions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A Multi -functional Program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Elements of User -defined Functions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Definition of Function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C0BF1-0A02-4E88-8864-12DEBBE1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670A0-0E52-4CFE-9D3B-B94441BC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333076-1EF3-405A-B840-02FC2904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9838130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2026-08-24T16:03:15.5390000Z</dcterms:created>
  <dcterms:modified xsi:type="dcterms:W3CDTF">2026-08-24T16:03:15.5390000Z</dcterms:modified>
</coreProperties>
</file>