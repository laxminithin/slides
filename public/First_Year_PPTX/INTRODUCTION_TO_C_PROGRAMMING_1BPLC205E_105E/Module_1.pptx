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e1ebd3a4e44dd" /><Relationship Type="http://schemas.openxmlformats.org/officeDocument/2006/relationships/extended-properties" Target="/docProps/app.xml" Id="R6ce9d2203d854457" /><Relationship Type="http://schemas.openxmlformats.org/officeDocument/2006/relationships/officeDocument" Target="/ppt/presentation.xml" Id="Ra623e4c339af49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16f0080c14e28"/>
  </p:sldMasterIdLst>
  <p:notesMasterIdLst>
    <p:notesMasterId xmlns:r="http://schemas.openxmlformats.org/officeDocument/2006/relationships" r:id="Ra8f1d7ab97284c7c"/>
  </p:notesMasterIdLst>
  <p:sldIdLst>
    <p:sldId xmlns:r="http://schemas.openxmlformats.org/officeDocument/2006/relationships" id="256" r:id="R0b874d8ae8a44838"/>
    <p:sldId xmlns:r="http://schemas.openxmlformats.org/officeDocument/2006/relationships" id="257" r:id="Rf190ea3fa3304378"/>
    <p:sldId xmlns:r="http://schemas.openxmlformats.org/officeDocument/2006/relationships" id="258" r:id="R54d45a296e894e6b"/>
    <p:sldId xmlns:r="http://schemas.openxmlformats.org/officeDocument/2006/relationships" id="259" r:id="R3924fa007024469c"/>
    <p:sldId xmlns:r="http://schemas.openxmlformats.org/officeDocument/2006/relationships" id="260" r:id="Ra2cc644dd2204f80"/>
    <p:sldId xmlns:r="http://schemas.openxmlformats.org/officeDocument/2006/relationships" id="261" r:id="R0c2ecfc8a34b4776"/>
    <p:sldId xmlns:r="http://schemas.openxmlformats.org/officeDocument/2006/relationships" id="262" r:id="Rfe2c28bc7c2f466a"/>
    <p:sldId xmlns:r="http://schemas.openxmlformats.org/officeDocument/2006/relationships" id="263" r:id="R76921c88337f4830"/>
    <p:sldId xmlns:r="http://schemas.openxmlformats.org/officeDocument/2006/relationships" id="264" r:id="Rb0d4831f63c04a39"/>
    <p:sldId xmlns:r="http://schemas.openxmlformats.org/officeDocument/2006/relationships" id="265" r:id="R327b821b031e437d"/>
    <p:sldId xmlns:r="http://schemas.openxmlformats.org/officeDocument/2006/relationships" id="266" r:id="R8929ac933d58455c"/>
    <p:sldId xmlns:r="http://schemas.openxmlformats.org/officeDocument/2006/relationships" id="267" r:id="Re3b2cb89f2394968"/>
    <p:sldId xmlns:r="http://schemas.openxmlformats.org/officeDocument/2006/relationships" id="268" r:id="Rcd65885e42eb40e1"/>
    <p:sldId xmlns:r="http://schemas.openxmlformats.org/officeDocument/2006/relationships" id="269" r:id="Rc9f835715775429b"/>
    <p:sldId xmlns:r="http://schemas.openxmlformats.org/officeDocument/2006/relationships" id="270" r:id="R7162cf8e2ef74255"/>
    <p:sldId xmlns:r="http://schemas.openxmlformats.org/officeDocument/2006/relationships" id="271" r:id="Rd8fb604ec1b4485a"/>
    <p:sldId xmlns:r="http://schemas.openxmlformats.org/officeDocument/2006/relationships" id="272" r:id="R7690c69618cb422c"/>
    <p:sldId xmlns:r="http://schemas.openxmlformats.org/officeDocument/2006/relationships" id="273" r:id="R31ca17650e6b4b46"/>
    <p:sldId xmlns:r="http://schemas.openxmlformats.org/officeDocument/2006/relationships" id="274" r:id="Ra07133c1e87c4115"/>
    <p:sldId xmlns:r="http://schemas.openxmlformats.org/officeDocument/2006/relationships" id="275" r:id="R10a85ca5f27c4302"/>
    <p:sldId xmlns:r="http://schemas.openxmlformats.org/officeDocument/2006/relationships" id="276" r:id="R2d069645ac7a4948"/>
    <p:sldId xmlns:r="http://schemas.openxmlformats.org/officeDocument/2006/relationships" id="277" r:id="R9d60c45c5c384d1d"/>
    <p:sldId xmlns:r="http://schemas.openxmlformats.org/officeDocument/2006/relationships" id="278" r:id="Rcacebaa96c7f46ca"/>
    <p:sldId xmlns:r="http://schemas.openxmlformats.org/officeDocument/2006/relationships" id="279" r:id="R110f670fe01c4fc3"/>
    <p:sldId xmlns:r="http://schemas.openxmlformats.org/officeDocument/2006/relationships" id="280" r:id="Rb883ee5b287c40ee"/>
    <p:sldId xmlns:r="http://schemas.openxmlformats.org/officeDocument/2006/relationships" id="281" r:id="R553bd380e95e4421"/>
    <p:sldId xmlns:r="http://schemas.openxmlformats.org/officeDocument/2006/relationships" id="282" r:id="Re69352810a6549fb"/>
    <p:sldId xmlns:r="http://schemas.openxmlformats.org/officeDocument/2006/relationships" id="283" r:id="R309467125bfc43ee"/>
    <p:sldId xmlns:r="http://schemas.openxmlformats.org/officeDocument/2006/relationships" id="284" r:id="R35c94177d6064afb"/>
    <p:sldId xmlns:r="http://schemas.openxmlformats.org/officeDocument/2006/relationships" id="285" r:id="R868becc815454158"/>
    <p:sldId xmlns:r="http://schemas.openxmlformats.org/officeDocument/2006/relationships" id="286" r:id="R67fe28d0ddd7463c"/>
    <p:sldId xmlns:r="http://schemas.openxmlformats.org/officeDocument/2006/relationships" id="287" r:id="R3322a5c3ac0c48ce"/>
    <p:sldId xmlns:r="http://schemas.openxmlformats.org/officeDocument/2006/relationships" id="288" r:id="R2f64197857d144a3"/>
    <p:sldId xmlns:r="http://schemas.openxmlformats.org/officeDocument/2006/relationships" id="289" r:id="Rd10afa50af464d2b"/>
    <p:sldId xmlns:r="http://schemas.openxmlformats.org/officeDocument/2006/relationships" id="290" r:id="Rd0e727364d7f4f55"/>
    <p:sldId xmlns:r="http://schemas.openxmlformats.org/officeDocument/2006/relationships" id="291" r:id="R3b03ed90ae2947c7"/>
    <p:sldId xmlns:r="http://schemas.openxmlformats.org/officeDocument/2006/relationships" id="292" r:id="R48ab7e300dc4428b"/>
    <p:sldId xmlns:r="http://schemas.openxmlformats.org/officeDocument/2006/relationships" id="293" r:id="R4f83552a45154ce4"/>
    <p:sldId xmlns:r="http://schemas.openxmlformats.org/officeDocument/2006/relationships" id="294" r:id="Rac54684954a141ef"/>
    <p:sldId xmlns:r="http://schemas.openxmlformats.org/officeDocument/2006/relationships" id="295" r:id="Rc9a6599b01574a59"/>
    <p:sldId xmlns:r="http://schemas.openxmlformats.org/officeDocument/2006/relationships" id="296" r:id="R26a7524491594ff3"/>
    <p:sldId xmlns:r="http://schemas.openxmlformats.org/officeDocument/2006/relationships" id="297" r:id="Rb4c3d9041ebf48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9a6ad1b47b4243" /><Relationship Type="http://schemas.openxmlformats.org/officeDocument/2006/relationships/slideMaster" Target="/ppt/slideMasters/slideMaster1.xml" Id="Re6716f0080c14e28" /><Relationship Type="http://schemas.openxmlformats.org/officeDocument/2006/relationships/notesMaster" Target="/ppt/notesMasters/notesMaster1.xml" Id="Ra8f1d7ab97284c7c" /><Relationship Type="http://schemas.openxmlformats.org/officeDocument/2006/relationships/presProps" Target="/ppt/presProps.xml" Id="R61894cb9421c46d0" /><Relationship Type="http://schemas.openxmlformats.org/officeDocument/2006/relationships/tableStyles" Target="/ppt/tableStyles.xml" Id="R07525b52b481423a" /><Relationship Type="http://schemas.openxmlformats.org/officeDocument/2006/relationships/slide" Target="/ppt/slides/slide1.xml" Id="R0b874d8ae8a44838" /><Relationship Type="http://schemas.openxmlformats.org/officeDocument/2006/relationships/slide" Target="/ppt/slides/slide2.xml" Id="Rf190ea3fa3304378" /><Relationship Type="http://schemas.openxmlformats.org/officeDocument/2006/relationships/slide" Target="/ppt/slides/slide3.xml" Id="R54d45a296e894e6b" /><Relationship Type="http://schemas.openxmlformats.org/officeDocument/2006/relationships/slide" Target="/ppt/slides/slide4.xml" Id="R3924fa007024469c" /><Relationship Type="http://schemas.openxmlformats.org/officeDocument/2006/relationships/slide" Target="/ppt/slides/slide5.xml" Id="Ra2cc644dd2204f80" /><Relationship Type="http://schemas.openxmlformats.org/officeDocument/2006/relationships/slide" Target="/ppt/slides/slide6.xml" Id="R0c2ecfc8a34b4776" /><Relationship Type="http://schemas.openxmlformats.org/officeDocument/2006/relationships/slide" Target="/ppt/slides/slide7.xml" Id="Rfe2c28bc7c2f466a" /><Relationship Type="http://schemas.openxmlformats.org/officeDocument/2006/relationships/slide" Target="/ppt/slides/slide8.xml" Id="R76921c88337f4830" /><Relationship Type="http://schemas.openxmlformats.org/officeDocument/2006/relationships/slide" Target="/ppt/slides/slide9.xml" Id="Rb0d4831f63c04a39" /><Relationship Type="http://schemas.openxmlformats.org/officeDocument/2006/relationships/slide" Target="/ppt/slides/slide10.xml" Id="R327b821b031e437d" /><Relationship Type="http://schemas.openxmlformats.org/officeDocument/2006/relationships/slide" Target="/ppt/slides/slide11.xml" Id="R8929ac933d58455c" /><Relationship Type="http://schemas.openxmlformats.org/officeDocument/2006/relationships/slide" Target="/ppt/slides/slide12.xml" Id="Re3b2cb89f2394968" /><Relationship Type="http://schemas.openxmlformats.org/officeDocument/2006/relationships/slide" Target="/ppt/slides/slide13.xml" Id="Rcd65885e42eb40e1" /><Relationship Type="http://schemas.openxmlformats.org/officeDocument/2006/relationships/slide" Target="/ppt/slides/slide14.xml" Id="Rc9f835715775429b" /><Relationship Type="http://schemas.openxmlformats.org/officeDocument/2006/relationships/slide" Target="/ppt/slides/slide15.xml" Id="R7162cf8e2ef74255" /><Relationship Type="http://schemas.openxmlformats.org/officeDocument/2006/relationships/slide" Target="/ppt/slides/slide16.xml" Id="Rd8fb604ec1b4485a" /><Relationship Type="http://schemas.openxmlformats.org/officeDocument/2006/relationships/slide" Target="/ppt/slides/slide17.xml" Id="R7690c69618cb422c" /><Relationship Type="http://schemas.openxmlformats.org/officeDocument/2006/relationships/slide" Target="/ppt/slides/slide18.xml" Id="R31ca17650e6b4b46" /><Relationship Type="http://schemas.openxmlformats.org/officeDocument/2006/relationships/slide" Target="/ppt/slides/slide19.xml" Id="Ra07133c1e87c4115" /><Relationship Type="http://schemas.openxmlformats.org/officeDocument/2006/relationships/slide" Target="/ppt/slides/slide20.xml" Id="R10a85ca5f27c4302" /><Relationship Type="http://schemas.openxmlformats.org/officeDocument/2006/relationships/slide" Target="/ppt/slides/slide21.xml" Id="R2d069645ac7a4948" /><Relationship Type="http://schemas.openxmlformats.org/officeDocument/2006/relationships/slide" Target="/ppt/slides/slide22.xml" Id="R9d60c45c5c384d1d" /><Relationship Type="http://schemas.openxmlformats.org/officeDocument/2006/relationships/slide" Target="/ppt/slides/slide23.xml" Id="Rcacebaa96c7f46ca" /><Relationship Type="http://schemas.openxmlformats.org/officeDocument/2006/relationships/slide" Target="/ppt/slides/slide24.xml" Id="R110f670fe01c4fc3" /><Relationship Type="http://schemas.openxmlformats.org/officeDocument/2006/relationships/slide" Target="/ppt/slides/slide25.xml" Id="Rb883ee5b287c40ee" /><Relationship Type="http://schemas.openxmlformats.org/officeDocument/2006/relationships/slide" Target="/ppt/slides/slide26.xml" Id="R553bd380e95e4421" /><Relationship Type="http://schemas.openxmlformats.org/officeDocument/2006/relationships/slide" Target="/ppt/slides/slide27.xml" Id="Re69352810a6549fb" /><Relationship Type="http://schemas.openxmlformats.org/officeDocument/2006/relationships/slide" Target="/ppt/slides/slide28.xml" Id="R309467125bfc43ee" /><Relationship Type="http://schemas.openxmlformats.org/officeDocument/2006/relationships/slide" Target="/ppt/slides/slide29.xml" Id="R35c94177d6064afb" /><Relationship Type="http://schemas.openxmlformats.org/officeDocument/2006/relationships/slide" Target="/ppt/slides/slide30.xml" Id="R868becc815454158" /><Relationship Type="http://schemas.openxmlformats.org/officeDocument/2006/relationships/slide" Target="/ppt/slides/slide31.xml" Id="R67fe28d0ddd7463c" /><Relationship Type="http://schemas.openxmlformats.org/officeDocument/2006/relationships/slide" Target="/ppt/slides/slide32.xml" Id="R3322a5c3ac0c48ce" /><Relationship Type="http://schemas.openxmlformats.org/officeDocument/2006/relationships/slide" Target="/ppt/slides/slide33.xml" Id="R2f64197857d144a3" /><Relationship Type="http://schemas.openxmlformats.org/officeDocument/2006/relationships/slide" Target="/ppt/slides/slide34.xml" Id="Rd10afa50af464d2b" /><Relationship Type="http://schemas.openxmlformats.org/officeDocument/2006/relationships/slide" Target="/ppt/slides/slide35.xml" Id="Rd0e727364d7f4f55" /><Relationship Type="http://schemas.openxmlformats.org/officeDocument/2006/relationships/slide" Target="/ppt/slides/slide36.xml" Id="R3b03ed90ae2947c7" /><Relationship Type="http://schemas.openxmlformats.org/officeDocument/2006/relationships/slide" Target="/ppt/slides/slide37.xml" Id="R48ab7e300dc4428b" /><Relationship Type="http://schemas.openxmlformats.org/officeDocument/2006/relationships/slide" Target="/ppt/slides/slide38.xml" Id="R4f83552a45154ce4" /><Relationship Type="http://schemas.openxmlformats.org/officeDocument/2006/relationships/slide" Target="/ppt/slides/slide39.xml" Id="Rac54684954a141ef" /><Relationship Type="http://schemas.openxmlformats.org/officeDocument/2006/relationships/slide" Target="/ppt/slides/slide40.xml" Id="Rc9a6599b01574a59" /><Relationship Type="http://schemas.openxmlformats.org/officeDocument/2006/relationships/slide" Target="/ppt/slides/slide41.xml" Id="R26a7524491594ff3" /><Relationship Type="http://schemas.openxmlformats.org/officeDocument/2006/relationships/slide" Target="/ppt/slides/slide42.xml" Id="Rb4c3d9041ebf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36bc941976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f5dedac664409" /><Relationship Type="http://schemas.openxmlformats.org/officeDocument/2006/relationships/notesMaster" Target="/ppt/notesMasters/notesMaster1.xml" Id="Ra9bbd8cc55bc4a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f90983e76495c" /><Relationship Type="http://schemas.openxmlformats.org/officeDocument/2006/relationships/notesMaster" Target="/ppt/notesMasters/notesMaster1.xml" Id="R9e39cdc04c194e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e586f981b84c70" /><Relationship Type="http://schemas.openxmlformats.org/officeDocument/2006/relationships/notesMaster" Target="/ppt/notesMasters/notesMaster1.xml" Id="Raf28c1e6e3ab43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716fe2cd44667" /><Relationship Type="http://schemas.openxmlformats.org/officeDocument/2006/relationships/notesMaster" Target="/ppt/notesMasters/notesMaster1.xml" Id="Rcc3c23d98ea34c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278e3f1a248ad" /><Relationship Type="http://schemas.openxmlformats.org/officeDocument/2006/relationships/notesMaster" Target="/ppt/notesMasters/notesMaster1.xml" Id="Rd53781aca61845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f546844ace4f68" /><Relationship Type="http://schemas.openxmlformats.org/officeDocument/2006/relationships/notesMaster" Target="/ppt/notesMasters/notesMaster1.xml" Id="R613aba27f9ff48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18064235794c2a" /><Relationship Type="http://schemas.openxmlformats.org/officeDocument/2006/relationships/notesMaster" Target="/ppt/notesMasters/notesMaster1.xml" Id="R8557863577a040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3c800561504594" /><Relationship Type="http://schemas.openxmlformats.org/officeDocument/2006/relationships/notesMaster" Target="/ppt/notesMasters/notesMaster1.xml" Id="Ra24a7de11e5b44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eac8d442394827" /><Relationship Type="http://schemas.openxmlformats.org/officeDocument/2006/relationships/notesMaster" Target="/ppt/notesMasters/notesMaster1.xml" Id="R144291a894534d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22a8c632494c20" /><Relationship Type="http://schemas.openxmlformats.org/officeDocument/2006/relationships/notesMaster" Target="/ppt/notesMasters/notesMaster1.xml" Id="Rd35c08ff66744a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6866333ab947ce" /><Relationship Type="http://schemas.openxmlformats.org/officeDocument/2006/relationships/notesMaster" Target="/ppt/notesMasters/notesMaster1.xml" Id="R062f7202050b4c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67cb994fe24484" /><Relationship Type="http://schemas.openxmlformats.org/officeDocument/2006/relationships/notesMaster" Target="/ppt/notesMasters/notesMaster1.xml" Id="Rd11cac84fef240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a33300cd3340ff" /><Relationship Type="http://schemas.openxmlformats.org/officeDocument/2006/relationships/notesMaster" Target="/ppt/notesMasters/notesMaster1.xml" Id="R5070af7e8aa946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5829a6e3734a70" /><Relationship Type="http://schemas.openxmlformats.org/officeDocument/2006/relationships/notesMaster" Target="/ppt/notesMasters/notesMaster1.xml" Id="R199ada48f7a14d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f6044d0f044077" /><Relationship Type="http://schemas.openxmlformats.org/officeDocument/2006/relationships/notesMaster" Target="/ppt/notesMasters/notesMaster1.xml" Id="R908b786c0b434e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275aa77f604a38" /><Relationship Type="http://schemas.openxmlformats.org/officeDocument/2006/relationships/notesMaster" Target="/ppt/notesMasters/notesMaster1.xml" Id="R58c84aeb21b443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1269b8b1ae4bff" /><Relationship Type="http://schemas.openxmlformats.org/officeDocument/2006/relationships/notesMaster" Target="/ppt/notesMasters/notesMaster1.xml" Id="R7f55160b1b1449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829699c4b74a99" /><Relationship Type="http://schemas.openxmlformats.org/officeDocument/2006/relationships/notesMaster" Target="/ppt/notesMasters/notesMaster1.xml" Id="Ra0966240c62340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7936143ce9472e" /><Relationship Type="http://schemas.openxmlformats.org/officeDocument/2006/relationships/notesMaster" Target="/ppt/notesMasters/notesMaster1.xml" Id="R77c090af596a46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afd95e59a841b3" /><Relationship Type="http://schemas.openxmlformats.org/officeDocument/2006/relationships/notesMaster" Target="/ppt/notesMasters/notesMaster1.xml" Id="R43ebf6bceb6245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fc69e3cd794c72" /><Relationship Type="http://schemas.openxmlformats.org/officeDocument/2006/relationships/notesMaster" Target="/ppt/notesMasters/notesMaster1.xml" Id="R3aa6bf8aa5c545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ca51675d1845ba" /><Relationship Type="http://schemas.openxmlformats.org/officeDocument/2006/relationships/notesMaster" Target="/ppt/notesMasters/notesMaster1.xml" Id="R8221546835c141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963b91a80d4509" /><Relationship Type="http://schemas.openxmlformats.org/officeDocument/2006/relationships/notesMaster" Target="/ppt/notesMasters/notesMaster1.xml" Id="Rd582b8c84e18442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38d6d4293945b0" /><Relationship Type="http://schemas.openxmlformats.org/officeDocument/2006/relationships/notesMaster" Target="/ppt/notesMasters/notesMaster1.xml" Id="Rbbfd754e82784f2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c7dffc40b94d82" /><Relationship Type="http://schemas.openxmlformats.org/officeDocument/2006/relationships/notesMaster" Target="/ppt/notesMasters/notesMaster1.xml" Id="R3e0305fc7a81431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dbb50c99c8b41b9" /><Relationship Type="http://schemas.openxmlformats.org/officeDocument/2006/relationships/notesMaster" Target="/ppt/notesMasters/notesMaster1.xml" Id="R2cee0c87983b44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356f8cc304842d3" /><Relationship Type="http://schemas.openxmlformats.org/officeDocument/2006/relationships/notesMaster" Target="/ppt/notesMasters/notesMaster1.xml" Id="Rb007ae26d839409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6aaf0d3d9f54a1e" /><Relationship Type="http://schemas.openxmlformats.org/officeDocument/2006/relationships/notesMaster" Target="/ppt/notesMasters/notesMaster1.xml" Id="R16365aee22034e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c99cc014b94b7b" /><Relationship Type="http://schemas.openxmlformats.org/officeDocument/2006/relationships/notesMaster" Target="/ppt/notesMasters/notesMaster1.xml" Id="R46e48398a1df48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47a43d432b4d93" /><Relationship Type="http://schemas.openxmlformats.org/officeDocument/2006/relationships/notesMaster" Target="/ppt/notesMasters/notesMaster1.xml" Id="R3f095de49afd45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b61c62fc56743ca" /><Relationship Type="http://schemas.openxmlformats.org/officeDocument/2006/relationships/notesMaster" Target="/ppt/notesMasters/notesMaster1.xml" Id="R55ac088d78a9459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4298b83fb5b4658" /><Relationship Type="http://schemas.openxmlformats.org/officeDocument/2006/relationships/notesMaster" Target="/ppt/notesMasters/notesMaster1.xml" Id="R97d9f1451847452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8a44ba647046ed" /><Relationship Type="http://schemas.openxmlformats.org/officeDocument/2006/relationships/notesMaster" Target="/ppt/notesMasters/notesMaster1.xml" Id="R9a1e07b54d71440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0ca0c3841074f03" /><Relationship Type="http://schemas.openxmlformats.org/officeDocument/2006/relationships/notesMaster" Target="/ppt/notesMasters/notesMaster1.xml" Id="R2a2ba95cdde24ee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e95eb76a2714e90" /><Relationship Type="http://schemas.openxmlformats.org/officeDocument/2006/relationships/notesMaster" Target="/ppt/notesMasters/notesMaster1.xml" Id="R8c4ec6e509014ca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25f68800a7f4b08" /><Relationship Type="http://schemas.openxmlformats.org/officeDocument/2006/relationships/notesMaster" Target="/ppt/notesMasters/notesMaster1.xml" Id="R374da8444bcc460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64e56e16431409a" /><Relationship Type="http://schemas.openxmlformats.org/officeDocument/2006/relationships/notesMaster" Target="/ppt/notesMasters/notesMaster1.xml" Id="R1dcdfd912a45421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a62b8fcaa04979" /><Relationship Type="http://schemas.openxmlformats.org/officeDocument/2006/relationships/notesMaster" Target="/ppt/notesMasters/notesMaster1.xml" Id="Rf7df5f453a8643f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7342614d7574a83" /><Relationship Type="http://schemas.openxmlformats.org/officeDocument/2006/relationships/notesMaster" Target="/ppt/notesMasters/notesMaster1.xml" Id="R87fcccf2ab3c4a6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5510270c54c4c77" /><Relationship Type="http://schemas.openxmlformats.org/officeDocument/2006/relationships/notesMaster" Target="/ppt/notesMasters/notesMaster1.xml" Id="Raeaef5bd949d495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6a80a52f5264af8" /><Relationship Type="http://schemas.openxmlformats.org/officeDocument/2006/relationships/notesMaster" Target="/ppt/notesMasters/notesMaster1.xml" Id="Rdbaa496053bc460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93c5064a61340bb" /><Relationship Type="http://schemas.openxmlformats.org/officeDocument/2006/relationships/notesMaster" Target="/ppt/notesMasters/notesMaster1.xml" Id="Re9036ac1f75541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2d0c44d1f4d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cf131588e4a96" /><Relationship Type="http://schemas.openxmlformats.org/officeDocument/2006/relationships/slideLayout" Target="/ppt/slideLayouts/slideLayout1.xml" Id="R8b150ff4721e45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50ff4721e45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03dff71fb40b4" /><Relationship Type="http://schemas.openxmlformats.org/officeDocument/2006/relationships/notesSlide" Target="/ppt/notesSlides/notesSlide1.xml" Id="R1ff922fa7da745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37a9157344dff" /><Relationship Type="http://schemas.openxmlformats.org/officeDocument/2006/relationships/notesSlide" Target="/ppt/notesSlides/notesSlide2.xml" Id="R3bd5a5caa8bd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d51f3299f436d" /><Relationship Type="http://schemas.openxmlformats.org/officeDocument/2006/relationships/notesSlide" Target="/ppt/notesSlides/notesSlide3.xml" Id="R8844c10e1bf4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5b5e8d30d4110" /><Relationship Type="http://schemas.openxmlformats.org/officeDocument/2006/relationships/notesSlide" Target="/ppt/notesSlides/notesSlide4.xml" Id="Rc10c98a14e2b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c13361b34416b" /><Relationship Type="http://schemas.openxmlformats.org/officeDocument/2006/relationships/notesSlide" Target="/ppt/notesSlides/notesSlide5.xml" Id="R466682c3ac434b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893b5cb6e433f" /><Relationship Type="http://schemas.openxmlformats.org/officeDocument/2006/relationships/notesSlide" Target="/ppt/notesSlides/notesSlide6.xml" Id="Ra643741a1f6548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0ac382b044ac7" /><Relationship Type="http://schemas.openxmlformats.org/officeDocument/2006/relationships/notesSlide" Target="/ppt/notesSlides/notesSlide7.xml" Id="R8d3dc9425dea4a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5a81676834f95" /><Relationship Type="http://schemas.openxmlformats.org/officeDocument/2006/relationships/notesSlide" Target="/ppt/notesSlides/notesSlide8.xml" Id="R42b4b6d158264e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94a1b80694faf" /><Relationship Type="http://schemas.openxmlformats.org/officeDocument/2006/relationships/notesSlide" Target="/ppt/notesSlides/notesSlide9.xml" Id="R00b529b72e5d4e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df25281af4f13" /><Relationship Type="http://schemas.openxmlformats.org/officeDocument/2006/relationships/notesSlide" Target="/ppt/notesSlides/notesSlide10.xml" Id="R7c422769128f44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97250118845a2" /><Relationship Type="http://schemas.openxmlformats.org/officeDocument/2006/relationships/notesSlide" Target="/ppt/notesSlides/notesSlide11.xml" Id="R8d1ebe6c2bda46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5f2b3003042c0" /><Relationship Type="http://schemas.openxmlformats.org/officeDocument/2006/relationships/notesSlide" Target="/ppt/notesSlides/notesSlide12.xml" Id="R0310c1580c4e47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907dfe6fd44a3" /><Relationship Type="http://schemas.openxmlformats.org/officeDocument/2006/relationships/notesSlide" Target="/ppt/notesSlides/notesSlide13.xml" Id="Rfea8b2799d8a44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6d301d8114d65" /><Relationship Type="http://schemas.openxmlformats.org/officeDocument/2006/relationships/notesSlide" Target="/ppt/notesSlides/notesSlide14.xml" Id="R48a429e837b64d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8bc4320944d63" /><Relationship Type="http://schemas.openxmlformats.org/officeDocument/2006/relationships/notesSlide" Target="/ppt/notesSlides/notesSlide15.xml" Id="Rbed92705afde4c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cbe17886f4a7a" /><Relationship Type="http://schemas.openxmlformats.org/officeDocument/2006/relationships/notesSlide" Target="/ppt/notesSlides/notesSlide16.xml" Id="R5104f7b3095d43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745e222cf4f13" /><Relationship Type="http://schemas.openxmlformats.org/officeDocument/2006/relationships/notesSlide" Target="/ppt/notesSlides/notesSlide17.xml" Id="R4d541155d20242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cd56102fd4246" /><Relationship Type="http://schemas.openxmlformats.org/officeDocument/2006/relationships/notesSlide" Target="/ppt/notesSlides/notesSlide18.xml" Id="R30eca6af84b548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ad9d0a06e4ab4" /><Relationship Type="http://schemas.openxmlformats.org/officeDocument/2006/relationships/notesSlide" Target="/ppt/notesSlides/notesSlide19.xml" Id="R88069096f27a43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81d44c2164312" /><Relationship Type="http://schemas.openxmlformats.org/officeDocument/2006/relationships/notesSlide" Target="/ppt/notesSlides/notesSlide20.xml" Id="R14f4649004fc40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bc51269b4485f" /><Relationship Type="http://schemas.openxmlformats.org/officeDocument/2006/relationships/notesSlide" Target="/ppt/notesSlides/notesSlide21.xml" Id="R8598b0128dce4c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8a7146bcc4055" /><Relationship Type="http://schemas.openxmlformats.org/officeDocument/2006/relationships/notesSlide" Target="/ppt/notesSlides/notesSlide22.xml" Id="Ref1bb4298cdc48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42dac5a142c7" /><Relationship Type="http://schemas.openxmlformats.org/officeDocument/2006/relationships/notesSlide" Target="/ppt/notesSlides/notesSlide23.xml" Id="R76d3003fe50b4d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6dbad60624010" /><Relationship Type="http://schemas.openxmlformats.org/officeDocument/2006/relationships/notesSlide" Target="/ppt/notesSlides/notesSlide24.xml" Id="Rbad70389eada48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7ade2420480e" /><Relationship Type="http://schemas.openxmlformats.org/officeDocument/2006/relationships/notesSlide" Target="/ppt/notesSlides/notesSlide25.xml" Id="R9d74e1e517da422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5250113fb421f" /><Relationship Type="http://schemas.openxmlformats.org/officeDocument/2006/relationships/notesSlide" Target="/ppt/notesSlides/notesSlide26.xml" Id="Ra5bc5e49ec8243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b5fe0eaa447a8" /><Relationship Type="http://schemas.openxmlformats.org/officeDocument/2006/relationships/notesSlide" Target="/ppt/notesSlides/notesSlide27.xml" Id="Rb7bea77e277b46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4ff8123894d6e" /><Relationship Type="http://schemas.openxmlformats.org/officeDocument/2006/relationships/notesSlide" Target="/ppt/notesSlides/notesSlide28.xml" Id="R7653319b7c40401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ad26c3a1e48ad" /><Relationship Type="http://schemas.openxmlformats.org/officeDocument/2006/relationships/notesSlide" Target="/ppt/notesSlides/notesSlide29.xml" Id="R88af232113fc46a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b5f21db034a74" /><Relationship Type="http://schemas.openxmlformats.org/officeDocument/2006/relationships/notesSlide" Target="/ppt/notesSlides/notesSlide30.xml" Id="Rabd898e89fd54f0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b4678529b4afa" /><Relationship Type="http://schemas.openxmlformats.org/officeDocument/2006/relationships/notesSlide" Target="/ppt/notesSlides/notesSlide31.xml" Id="R7659fabc99744df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712674ca34ba1" /><Relationship Type="http://schemas.openxmlformats.org/officeDocument/2006/relationships/notesSlide" Target="/ppt/notesSlides/notesSlide32.xml" Id="R955c8a95cb1d473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b8165114a4cec" /><Relationship Type="http://schemas.openxmlformats.org/officeDocument/2006/relationships/notesSlide" Target="/ppt/notesSlides/notesSlide33.xml" Id="R24ba0c434da04cb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32a943de649b1" /><Relationship Type="http://schemas.openxmlformats.org/officeDocument/2006/relationships/notesSlide" Target="/ppt/notesSlides/notesSlide34.xml" Id="R1432465018fa421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ee6bc71964b5e" /><Relationship Type="http://schemas.openxmlformats.org/officeDocument/2006/relationships/notesSlide" Target="/ppt/notesSlides/notesSlide35.xml" Id="R4378a12f0ca44ae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4bfb65798439c" /><Relationship Type="http://schemas.openxmlformats.org/officeDocument/2006/relationships/notesSlide" Target="/ppt/notesSlides/notesSlide36.xml" Id="R378f47d2c84d446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b395d78d54b67" /><Relationship Type="http://schemas.openxmlformats.org/officeDocument/2006/relationships/notesSlide" Target="/ppt/notesSlides/notesSlide37.xml" Id="Rce33933ea2aa45a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54cb996c54d45" /><Relationship Type="http://schemas.openxmlformats.org/officeDocument/2006/relationships/notesSlide" Target="/ppt/notesSlides/notesSlide38.xml" Id="Rd1b1f81507c24f7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8f6e4bc7640d3" /><Relationship Type="http://schemas.openxmlformats.org/officeDocument/2006/relationships/notesSlide" Target="/ppt/notesSlides/notesSlide39.xml" Id="R3569ad881ab54a2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916c48cd54e14" /><Relationship Type="http://schemas.openxmlformats.org/officeDocument/2006/relationships/notesSlide" Target="/ppt/notesSlides/notesSlide40.xml" Id="Rde9d5f704dda4cb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3a1f650e44c5d" /><Relationship Type="http://schemas.openxmlformats.org/officeDocument/2006/relationships/notesSlide" Target="/ppt/notesSlides/notesSlide41.xml" Id="Rc19095371f904e6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d6e321e554123" /><Relationship Type="http://schemas.openxmlformats.org/officeDocument/2006/relationships/notesSlide" Target="/ppt/notesSlides/notesSlide42.xml" Id="R2a2a7d83334a44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E05C2-CC32-4978-BF90-8DE33E7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F51AE-5372-4C1B-B9C1-881DB6D4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Flowchart and Algorithms: Art of Programming through Algorithms &amp; Flowcharts. Overview of C: History of C, Importance 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0F516-FC14-48D6-B09A-C8D2FD0C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F2BC5-E183-4600-9DCD-B35FB46C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3271F-BDC3-45BE-982C-5A8302B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14793-65A3-423A-993D-F98BE959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E994B-562C-4206-B9C8-93CAEB5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2A4B8-2F94-4BBC-8CCD-89A2CEED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4BE95-CF44-4F68-854F-F6E28B0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7BC79-7CB4-41CB-9022-2A6FAF4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0BF75-91D9-4696-B78D-E3A31B4B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36C4C-31C8-4C20-BA5C-553AE60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FF865-C875-47B7-ADB0-1D4B5912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36668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44894-3734-4EA6-9EBB-DE27F0D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EF48B-03DD-40A0-9321-0162B0B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F619-9714-40FB-A5C8-87750BFC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AF9F5-11B4-4D45-8CC4-DA8FF8BA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B47F4-19EC-4FFB-A855-E7D1A8AC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6E63C-B935-4F25-8EF5-53BD5E95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120A3-18D6-4C68-9DDC-EB3DADF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C6DFF-38CB-42A4-998C-0F6A8664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C907E-E606-4C0B-A482-D2FAF53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39031-35AB-4224-8F6D-F9605824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38094-2E61-48AA-A126-A0AE6A8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F9233-FED7-4B5F-8684-7D46EAD2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834CB-F99D-47B6-AB0A-ED25C3F4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34469-A84B-4E71-98CB-48AFCE85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1773B-E9D2-4199-A4F5-4509B66D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91799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68550-766B-42EF-8368-CDDA1143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EE353-5E1F-4A12-999C-077CE833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20202-3ADE-47DA-B96F-E524E616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89C63-7C76-4DAC-9094-F76A9356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FFD42-4BC8-4C18-B9E0-FA30722B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2ABBD-ED6C-4EA4-8E3C-713DD49E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BFB68-2CC3-4032-968A-4E0684B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C2968-0610-4E6B-9A96-1369E6AC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AAF57-4790-43A3-92A9-0DE9073D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Flowchart and Algorithms: Art of Programming through Algo...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253F6-CC2F-4D81-A63C-FF6BC91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E7FFA-FFC2-4612-9357-DA9DB1A7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84B76-147B-4D2D-935B-AF0283DF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Importance of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62F62-7796-4E27-B244-EC03ADEE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3324D-23B7-429C-A6B1-C92C4E7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5338B-DEFE-469F-AB50-7A8DAAC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 Structure of C Programs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8BD4A-036D-465E-808F-2593B633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0F084-CBBC-49C4-81ED-E333779E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1661E-D228-4106-A70C-FE740D72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Programming Style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546B0-C6C1-42D0-AB95-C73B162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C3759-4E34-40D5-A49D-EC14E316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AFF71-EEFD-4648-8111-852A4CD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Compiling and Executing a ‘C' Program. Constants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D7625-AC39-4712-B3C8-8C95F0B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9BEFA-E5DA-4062-B77E-44CC3C7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84C1B-6BBE-4EAD-B19A-49097682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Variables and Data Types: Character 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793518-78AF-49C0-9D3B-ECE0ECE6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4F517-FC7B-443E-AF84-09DB0E8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B17405-C1D3-4974-9A24-B7403276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Keywords and Identifiers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3D248-B561-4F1F-98FB-F4F1DEB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09767-081E-4321-BBE8-3D37F069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368806-0CB9-445B-AA0B-8AD52322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Constants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FBCAA-E31A-47D4-BAF2-6F6AA819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8D0DD-7A3D-467A-A0C5-FA4CA66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00151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1EF88F-3BF6-4F32-AEF5-4AE0D15D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F1934-1ED3-4405-A384-3CC3C990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4ACFD-9631-4663-A3E6-6451474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69B7E-A638-49E4-8D84-D0A0CFEA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EF17F-7F29-4284-9321-47A40A8E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A20A4-270B-4EE6-8E93-CA72BB5E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6DE41-8CBD-44AC-BD89-29563AC3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2BCE4-1D9C-40E6-A0F4-4B684EFD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Flowchart and Algorithms: Art of Programming through Algo...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9C3B0-084A-418D-8EBD-7A84F593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FDE6E-1AE5-460B-8ED5-5AC1E2B7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00358-C85B-4D8D-8AA3-47436F0B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Importance of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A4C3F-4D3F-40D3-A252-83226B41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DAA37-4F6F-4208-8E95-8C256B6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47B33-E342-4372-86FA-F8341B35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Basic Structure of C Programs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513A8-8B01-4A15-934C-4D74BA53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3C9A3-367C-42D3-B570-9D4665C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D6A6D-1E28-4869-8546-A6A1641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Programming Style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333B6-62B8-4090-9C15-2A5F5F63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38328-6485-4EFB-B977-98A5DF4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F5EFB-33A6-4C9D-882D-CB3A8A4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Compiling and Executing a ‘C' Program. Constants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26C6F-8966-4DFF-93B6-A0A41AB8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4E139-B467-4C71-B40A-1FB29840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53CCF-C47F-42D9-A04B-651AF68E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Variables and Data Types: Character 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751F3-74C4-4501-AEBA-BE9F353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0C7F7-958D-465B-AB5C-393F11E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CD444-34B3-483B-B4AF-78BF6A08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Keywords and Identifiers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B2312-7FD9-4F0D-AF51-378ADC70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0E6E6-0A76-4BE4-B174-927349D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419AD-9A33-410F-BBA7-5A84F57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9864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3B5D8-A3F0-4D57-A5E8-804EFE34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E79BA-8EA8-414C-847B-C0C8332A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7E8EC-61A5-49AE-93E4-8EED09CB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0167B-F4EA-4A6D-A896-7A31FCF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465A9-9831-46F2-B038-438D0128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Flowchart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BFDA9-259E-4F1B-86D5-18D919CE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Algorithms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68D9E-13B3-486E-9661-CBA54F3F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Programming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AC5F0-2921-419D-9E18-08C9611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Flowcharts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E48D1-350F-4671-9F97-6EC5D873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F88FA-58C6-47E2-AD1C-1EA4422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0A32D-FCFD-4625-997D-B0F0337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Importance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7911B-8D9A-4A48-9E91-6CA7D9E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CC241-0A5A-45CC-BF66-F0ECA17C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Programs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7FD26-1403-4C4C-922E-6B5F228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Style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69B5E-38BD-49FD-B57C-D3D16DD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4F390-3AB2-4603-A7E7-E0C8B9C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46261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BB583-14C4-4705-BAFA-F5E9FAF3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AC321-95DF-4E39-935B-59530646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D01D5-76B3-41C1-BBFB-28C19BDA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ABBB6-47F8-4A54-8D67-57E1D93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7E869-41BF-4AD2-AD57-28479E3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Flowchart and Algorithms: Art of Programming through Algorithms &amp; Flowcharts. Overview of C: History of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FC2C4-D8CB-46EA-A27D-97422530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Flowchart and Algorithms: Art of Programm...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7256C-4923-473B-BC04-6EEE8E89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EDE31-3E2C-476D-8249-848A507D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826D5-B594-47FF-AA7D-05344A55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E7481-DB67-4983-97F5-067A4D85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FE90A-9E29-40C2-9806-8D61BD60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B7DE5-6BC3-45AD-83D6-3D1AE74C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33A6D-C74A-4F9D-BB01-A059C3BA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1080E-9557-4CF7-88C8-CD29584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DA90B-68FC-4BEA-BFDD-C6C802AF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E411B-D8A0-4FA0-8709-8011D60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73805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4A49B-5598-4BF9-B05A-A1EC2E2E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E548B-9D23-4430-9005-DED5CE8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AB417-5EEE-449E-8B61-54E3EA5B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925A4-6AC1-4319-9EE6-062CA14B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61D43-BF4F-4AB3-8788-30A3BFBC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5E7F5-64CA-43EC-B952-451BB307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6B01B-BE52-4C10-A6BA-6640AF6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424F3-4031-4955-836D-492899DB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2FFDA-CD79-4500-B1F2-FF3E6F53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Flowchart and Algori...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66E1-5AA0-4111-AC3C-72774159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54CD4-C282-47FE-9E88-CA7E1490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28007-4F29-482D-B9B0-DFBB837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Flowchart and 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2FF20-96FF-4F28-A8CF-DEF8DE71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5ED92-B93A-4B05-B32C-137B1EF3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0A5BC-C877-4BB0-8511-372F8617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Flowchart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10F5D-8000-4EA6-A72A-7DD70355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A2993-E0AF-4154-A546-3EC796D4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F8027-006A-4380-BB78-2419E5CB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Flowchart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325E9-B660-48F5-9338-332C643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EB2AC-2100-4D7A-A05C-510BC0B9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BE37A-EE3F-4746-B033-69A1CD77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Flowchart and Algor...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9D2EC-F24C-4CA7-901F-D3F06B3A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1035D-4CE6-4FB1-A007-6B588C98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81562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7A8FA-24DE-418B-BC5B-0660BFA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0629F-9254-41B0-856A-18B5749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A8272-8AD6-400E-827F-5EB76F7A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5001C-47CD-4C18-879A-72425826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AF411-BAC9-4640-89AB-F611DD67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46EE3-3356-4286-878F-1383EDB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54A21-0395-435E-8F3B-CBC4BE87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E4B3E-4B07-45BB-9116-0416E5C0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632F9-3E3F-413F-879F-52A08611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44064-F760-4CB2-BF97-D0F7874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F43D2-34FA-48B5-AA4E-853EA149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AFEB2-3368-45D0-A6D4-14565F04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4105C-A7FB-4507-8F2C-798653F4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520AF-99EC-4E07-91E4-5C6707C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B38C7-5D5C-44C0-AC35-0557BA4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52214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4A8F4-09ED-405E-B913-A8EC65E5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44D8F-C67E-4EF1-9354-0C11B8BE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4BA4A-D979-469D-8DCC-056C3695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27654-F292-465D-9769-DD2694E3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D68FD-F27B-4B86-8617-9AC0E97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1ABDB-0438-4473-B9B2-82B189CE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Flowchart and Algorithms: Art of Programming through Algo...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96279-C088-4FC8-83F4-C96BD8E7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61280-B5CD-4B5C-BE64-BC19E33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591F4-E30B-4471-A0E5-AADD748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096A6-B107-408D-9528-C1408A12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36F67-28AB-4B5E-817A-01D081D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31180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0218C-A059-4AF4-B374-64E5804F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ABED4-7F2D-48AA-B113-F845F03E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9CA11-9F9F-42ED-8D05-C970955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B1594-2191-4B27-A4D6-BA65D4FA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E9BBB-1DDE-4E86-BD92-A82947D2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Importance of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82751-9E69-4DC5-9D91-429CE7B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Importance of C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894A3-9A32-40B6-BCEC-65C22B7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6128-78B5-43B8-8593-FE2119B9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9BAE7-A2A6-42F5-88AC-0E909CAA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D67FA-21C3-4305-A032-921E74BB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4D369-A140-41C4-B4B6-19578DBC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1978E-3B66-4CBB-A679-57BB1B7F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B1E3D-2520-46D0-9BB3-2F3273B8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C8E80-05C9-4F98-A1D0-EF7D10B1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4EE6F-40AB-4473-9685-F1669F1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8C18E-6531-4783-A59C-CD95B5B4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7915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56629-835A-4964-ADFC-CD0A9E0A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5E194-085C-4C4B-B2DD-D981B66F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D131C-0C3E-40C7-8546-A0F3B8AA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B7A91-523E-4830-A613-63B50727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BA337-12EB-4147-ADB9-4102A79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D6C90-DA16-4045-840F-A193308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5D7E9-17C0-467A-B4A1-71B7FCBB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1FDC8-1A3F-4A12-ABA7-3A9CCB91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86014-B950-4BB5-99FD-1DBD9B49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Importance of 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E0B26-0687-421E-BB21-E3BC1332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75625-4BD3-4295-A753-1795F245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0E977-983B-4C57-9874-CC19D040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Importance of 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2C7BF-43E8-45E1-A4ED-E74D54E6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03106-391D-4D65-9B9E-E7A4B09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3F301-4C85-4063-A61B-B95962D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Importance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C545A-10C4-4151-95F5-EC303579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F6708-8E73-4A79-AF08-3B945BC3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06DBA-E0F2-4C1A-A3F8-C98D4BB1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Importance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C7CCE-334B-41A3-B9BD-A9CAD5E7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220B1-F05D-4A60-A54F-C598C49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EE504-8BD4-4916-9FA6-7A59E16E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Importance of 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3FB9E-9B8D-4347-8C8B-F9DCDFE9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24225-FE22-4602-8409-2405B85F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29506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3FD30-CCA4-47AD-9B9F-63A9463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B6B16-C79E-4EED-9706-16A7558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EEF76-9C5E-4ABD-9E26-8E56013F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3DAA4-8CF8-46FD-BF9A-0EAA72D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41D5F-38E2-43D7-A5A7-49488F9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E649A-6F34-4C1E-B46B-94B2CF35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AF2BE-6E26-4028-9BAD-4B42D69A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A91C5-92DC-4EB4-B439-0FC09A1B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2842E-F07B-475C-96E7-B5C43B64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F276E-2024-4E7B-A06E-B52E7901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EECB2-0EB1-4635-9A30-8DC10C9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32D7F-1D1D-455D-AB65-F5B29CC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4052F-2002-4F23-B12E-B60EDFC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A2BC0-904F-420F-8879-8B74E45F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A2262-2784-4E5C-B149-33C64EFD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108999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6BE23-D5B0-4B85-BD45-3CC862C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37D53-4383-427A-95DF-70FD02D7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F39F7-9B9C-408F-963A-BC2FAE58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32BCD-C7F3-49BB-8F0C-02A6FC6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788D4-8055-475B-9F74-4970C68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31939-D8E8-4DC7-81BB-8F85D0A3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Importance of C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7E2A9-6F08-449B-989B-3C9D5BF7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661FC-2E8F-43D4-871B-F1A052A0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10E27-8459-41EE-AF24-5D5928EC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9376B-3AC7-4882-8CB2-A8EB1E60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327BC-61F7-470D-A620-23A91EF8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5464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3F22B-0891-4779-B9DB-728ECB74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02AED-8EEB-4045-B1A8-3269696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A3366-6FC8-41D5-BD67-9395F24C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E69FE-7B01-44F5-9BC3-C1802F3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8726A-A750-4567-924A-6D8EAAE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 Structure of C Programs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9AE3-CA64-4620-8D1F-C671AB5A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 Structure of C Programs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DF270-81F5-489E-B6B0-B7E08D5E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44902-8CE1-429B-A789-BEBD7D34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6CA50-DD15-4145-91B5-F7230E19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E66E5-4CC3-441E-8022-7780692D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13222-1676-4BD5-A27B-90545A7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2A719-2244-4529-BDF0-2A8510DF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AD874-3A98-46AB-AA9B-1FA9AE89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E87C2-99DD-42A1-8E8C-6827C7EF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3A569-D58E-4C18-8D84-7EFBAA42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A52C5-1C8C-48D7-B309-1B5BCE7F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77190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22C8D-960C-4C27-B612-B82F3BAA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71E38-C377-4043-A433-DE220792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E70EB-9C0A-4164-8E85-CF3F6500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8087C-A180-45BC-BD3A-8AF91AFC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EAE8C-D49C-446B-A672-0388E95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79CE5-DD14-454D-A1F9-34032430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FE73F-6880-45E0-92BF-6AFF0862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580F7-6A3F-4A86-B7BC-1DD7797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4AA5A-6559-41FB-A766-DBB9EB40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Basic Structure of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F7E91-C5D5-4E02-A161-9198259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A2674-20FB-484C-BB56-EE3EBD97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8DB6C-25E8-4210-A210-85D43767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Basic Structure...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B2138-E194-4F28-A9F7-5655360C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3C173-53EF-4211-9FD9-2CEAA9C9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87B76-1BD2-47F0-8E86-5F1BE9B2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Basic Struct...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3DABF-FE41-4189-957B-4A830888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13C7C-1347-4373-A866-55937E64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ED880-4BEC-41D1-8659-BCB26EEB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Basic Structu...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847F1-B11C-4BBA-8079-047CE656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B4799-FD4E-4125-9B82-C3B7490C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24F9A-5B6D-49DB-BE8F-316FDD68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Basic Structure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CD69A-0A11-4C4B-9642-C0AD36D9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8FEBB-CE01-43EC-8F07-31E31B4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545740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70374-795D-45DC-8B1C-E4884EA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6B535-2C3D-4E12-9FC5-3E50ABCA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641EB-63C1-4FBD-BB13-F4E37B7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8B9C5-7CB0-455C-B9DB-AFA2A16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68407-6300-4667-9240-98ADA734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F9242-E0FB-4DB7-AEF4-459298C9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7D3EE-0CC3-4E6F-9676-83B035C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9D1EF-856F-40AB-839D-51F81E8D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CAB0A-0F31-4BEC-9208-E3CB9C0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3E470-0763-464D-853B-472AFDBF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3E49D-6799-4CC9-86B0-E672F46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49F66-1659-44F1-AD3F-57DAB329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2F427-9691-4133-A3AF-E83AD672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36A44-85F8-4235-8E6F-D78B2A5D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3D95C-B207-46E2-95F2-D38A5B7E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852086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CDD19-F228-4412-B1EF-D504EEC4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FDD80-3C04-40B2-8BA1-D611D7D7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90EA-AEAA-47F7-8A46-11D51C75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083F5-6980-40B7-9004-F41D7E6E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C6FFE-3BE3-4122-B56F-50B3CF4B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22E54-2CC5-4785-876F-25757F85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 Structure of C Programs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57C9E-AB65-49FE-9B4F-75769ECA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36E08-2CBB-45EB-9735-023B3C4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29CDF-B935-4F7B-A27A-A057D383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5FD6D-EDD9-4612-8A5F-4B4E5347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4844F-384E-4284-B067-89DC5D1C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346986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51153-A6A5-44D4-ABF1-A3A8D8EF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0A557-EE82-42ED-8CC2-D926C4AF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4C5DE-3227-4280-BB18-3249564E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9DACA-4A4C-4B51-933A-B0C876A4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FF3A3-A4E2-4C98-B213-7E0ED740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Programming Style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1A01B-27EB-44FF-8A40-B0799312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Programming Style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9A4A7-2D7F-40F1-BCC4-C8D46D89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844B-D02A-426C-81C1-5A1C7FE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FEC85-41E2-4DFC-AB5E-506AF82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6387A-7969-46EF-9DEE-0F26EAC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2EF43-C604-4A22-BD24-F2E81975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FEE5F-1709-495C-9EE3-97796D5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A76FF-4542-4F60-A169-95E12237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C154A-7F3F-487A-9DCC-45F0BC88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AEBA6-4361-41ED-8B13-03A13FE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E046F-00E2-4B39-93C0-A1B01AF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786407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5F67D-E871-47D3-A2E8-FB7372CD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4C201-2954-40A5-BA8A-07957EA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E4D58-A3FC-42E7-B00B-85783E07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F93B3-21CE-4F31-83AA-638ED38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26996-83A6-4631-A559-D6AB4675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D064D-7178-4E34-B6AA-2B63BC2A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6E4C1-542A-48AD-9A5F-0E15BEF6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64696-B07B-4D43-9DE1-387E2CE0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7F639-190D-4172-9DD7-AF99F9E7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Programming Style.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D379F-0110-4F88-A3DE-54C6743E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A54AE-5387-42E3-828E-60823D48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D4D40-AE9D-4FEE-81BA-48843B1D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Programming Styl...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10336-CE9B-4F13-9E3A-5209F678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BD102-E63A-48D8-ACA9-7DCF4FDF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B9F59-1F17-4C10-AFF3-9584F795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Programming...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27D7D-4B4E-49BF-8836-44EEDFB5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E2D97-6388-4936-AB7F-C23EC5C9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8B16F-9212-4412-A6F1-566C717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Programming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E5627-059E-466A-A76C-7E796D8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7E2C0-34EA-4E5D-9A7D-3F97CB6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4855F-02EF-4037-9DDC-AC7DF9F2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Programming Style.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A28E7-1FF1-4BB4-8936-1FD983BA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69752-AE82-4F81-A360-78BFAB5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635659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5FE7B-6048-48F5-A29D-CA5C5BD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72792-4003-4CAF-BC1B-4333B99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7BF54-9FA6-4416-A8D3-2DC297A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9CCDE-3F2A-4802-8BC3-9E6E9E3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B7F2E-0391-4748-9FFC-B679AFB7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7A1E9-4533-476B-AA5D-35C09317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E98C2-9274-4664-A944-B582545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2F282-A4DB-4CF6-980B-7019DA1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AD188-EAC0-4DCE-92E5-0EE7C544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D609D-A3E8-46A2-8AE5-9331DB5E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F90A1-AA8B-45E5-A1E8-029A8E21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3EC6D-032A-4AF5-A8F9-66146B66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BB39B-9BD8-49B1-ABC0-B751C56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51CFF-BD2C-4F46-9671-0131B442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B62FA-2812-49BF-BBD1-E109E799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330998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1DB95-B621-446D-A0C0-75788DB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E4576-1058-478A-9094-EA1741F9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C19A2-E9AA-44C0-879E-AD940DF3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806FC-BBE6-465A-AA29-5A273774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ACDEE-F810-4EDD-A995-952B09EC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6FD40-6AB9-4BEB-82A3-B211F99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Programming Style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E44A5-6106-4976-803B-12B03F1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DC487-B913-4664-B08B-290D521D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B8083-A47A-4C84-9132-924D7542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623B6-80B9-414A-B7EA-CA0D64C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D6DAD-9DAE-4BC2-8D0E-ED3911C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240722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6F718-DFCA-4186-944B-5F3C58F0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7EACA-24BB-4C98-BF07-82F15197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3B500-465A-4A23-B1B3-E9473196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25CBB-0ABA-47FD-A869-41A6780C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C6B73-0F7A-4DCF-A7FC-72B4E85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Compiling and Executing a ‘C' Program. Constants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6FEE4-19E7-4EAC-953A-58BABC9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Compiling and Executing a ‘C' Program. Co...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75E22-2491-4EC1-A210-C25E6739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04206-101C-4D53-A772-911C0C90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6B8F9-3F03-4558-9DEE-984E7A79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492BA-D936-4F98-8F75-773EBFC8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7EB42-F6A1-4134-8E9E-01F5BE8F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F7201-AD63-48E3-865E-E61D13B8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267C-CFDF-44D2-8402-42777253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D5C00-D217-4383-96BF-ACE94B1F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83ADC-1E3D-465D-82F2-B66D030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B1695-6EFC-4C95-8B7F-30C958B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139773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BEC1C-B66F-4B5E-8850-D376610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D8C18-2BB7-4EC4-BF3D-A03CD7B6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CDBE8-E045-4AB3-9D21-080CA746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F9D7-FA08-4C49-A658-88192EE5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4DF65-353B-47DA-B443-CA21E47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D50C7-BE28-40BB-9B23-69C7F1D8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84EF9-1C6C-4958-A815-0C2A0010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E3A8D-49A3-4B5E-8CFD-7818942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40997-61B8-4F99-96CD-B9A53DF8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Compiling and Execut...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E9A09-8A66-47BC-8957-86BB38E7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97C24-2A95-4165-9DAC-BF26C1F9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E7C16-E67E-4BB1-81D0-9C0C2308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Compiling and Ex...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CD150-6B6E-4744-B879-DD578545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678AD-D794-49C0-A340-9D3F9CC0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56B29-9DE1-4D2F-8AC8-FE114732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Compiling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04C58-1024-4207-BCCA-57C15C90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7263E-B92D-4C26-B475-9125223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5715D-28DF-45F6-852D-0CF92B0A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Compiling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B328A-F6B9-4F58-B7A4-221EC1E3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0E568-6379-430C-8121-4866A294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23CFC-2DF2-4B18-8099-BFDF6E69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Compiling and Execu...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B0AE2-B580-4D5F-9B1A-397D4B87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A408D-922C-4D26-82B9-5DB37BE5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440288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DB1B7-F332-402F-B5B5-B0137BCD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F377B-9109-44A5-913A-F303FA8D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28625-96BC-4BA5-909A-7699086E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5C44E-8565-4F87-A3C7-27E266C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E5C9C-DAD6-4CCD-90C7-75CCDB2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539FF-E601-44E6-839F-61022F8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F3E60-C1F6-41D6-AD7A-81A592A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B73EF-9B9E-4977-BE13-AB93B39A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E1180-1CAE-4DF4-B4A8-C7749AD0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4D489-5A25-43E3-8B3C-C4BCA15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02F18-83A6-4A12-9B2B-9DC76F57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6C23A-C5C5-4E6A-87E9-6648C371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1F4CF-88F4-43CE-8998-7522A466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B91D4-2519-4751-93A9-AB1A4194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68188-9513-4727-8FFF-374D49AF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22390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4AFB5-97DA-44DA-B1BD-6E0E2E16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1962C-E2D6-4E0C-B23B-22CB0BA7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29D6E-F0CD-4E8A-BE4F-1490F8A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4AE66-1066-46AF-8F55-4C3AB2D1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3107-AA8E-448F-A830-4473EA8C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25CD9-06D4-4F61-A3DD-3E905C2C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Compiling and Executing a ‘C' Program. Constants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6D622-D560-4967-B34A-BF92419A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E211C-717B-4BC6-BC74-4A69E1A9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FED1E-97CB-4AED-B3B7-3FC0441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466C9-C749-4A4D-9CB4-D7157C62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100C8-043B-4078-9471-C95D5EFB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511703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42387-609D-4F86-B91E-0FC694CD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65767-75AF-4250-9034-B87AE3D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EBE7-D7C0-4FC8-BA66-3F263B7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4166-0154-4B1C-A7E2-7C3FA2BA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A4426-D393-4EE1-9270-E781012D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Variables and Data Types: Character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CB071-6972-4C97-A62C-7593A553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 and Data Types: Character Set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AE379-6C36-41F5-A59C-F0C3B0BB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D142E-BB73-4E12-AFC0-6C0652C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60C5F-9B2B-425F-A058-4A8DBA91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9B376-B252-4D78-BDB5-D43E29E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1C1F2-F098-4DD2-8C0D-406C811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30C6F-F9AC-4E54-967D-DF838AC7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3ECDB-D92A-429B-B939-D2561854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7D446-5784-4FFB-B547-3CE27289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4DC79-47E0-40B9-AE04-51289A36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71AB9-6512-4998-947D-175FE239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019990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ED45D-D2E0-4E20-8D2E-834F62DA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2E7F9-BA2D-4598-A25B-C2578D7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78AEF-7B89-4A51-88F9-E953F30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A333F-3283-4BC7-9FA9-9CA8F52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56EF9-1B22-4804-9CDF-B411E7E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545AF-3A52-47D9-99CD-C19C11D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B8A63-0D83-4668-8FEE-67CCCB4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15E7B-BFB1-478A-BAAF-F1796091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11909-6AB3-49F1-8047-6E4B6C1A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Variables and Data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0B2C6-F3AA-4A59-A28C-AB2450D1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D4DF2-1A5B-481C-AD80-EAE7043E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31E20-D3ED-41CD-9E90-B4CDD44E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Variables and Da...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FE61F-3BE5-4DCA-8396-B25DEC44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0A1FF-51B9-4525-86E2-F9C5525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461CD-765E-46E5-9DDE-920753A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Variables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48D7A-040A-4537-8288-45BEAC83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07A49-4250-4D34-AC4E-3CB262D1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7FD39-9869-4F35-9769-ED37C62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Variables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A171A-9910-4A4E-8769-65BBD17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13190-697E-401B-BDBA-3F27992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5D6F4-7553-4CF4-8F45-7E613596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Variables and Data...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4590E-8669-471D-B17F-04C3B777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BEED8-52B1-45F3-B5F0-FA017F78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78311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EBEDC-83D3-4FCF-9C97-A12936A8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6EC4E-A539-4861-8434-04BB7C3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D8DED-173C-463D-8740-4BD033B2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F00A5-F020-46A5-AED8-7AB47380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665F5-D548-42F5-8440-8621E6D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23D5E-FE0D-4CAB-A51D-60C2246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D7BB1-6F64-4E42-A7F9-9594D56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F581B-8D6C-4B8E-B0F5-89EBCD30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D14FB-7216-464C-B880-A9D56593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30451-C0E0-4914-BD70-248477AF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A54C8-25E0-4B64-B742-7A870820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ACA2C-8800-45A7-98D1-2E7C04EB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582E0-85A2-4E1F-97B9-D14898EF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FC8BA-C38A-498F-8FCF-924DF594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4E961-896F-4B78-8D7A-E96F2CE7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196134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8FD21-04D6-4DB3-9378-CE89092B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9F1A7-920E-4DFD-97B6-5E05ED2D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333AA-C1EB-4985-924B-E9716F8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7A813-5009-4967-9BBE-2CFD35BA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03EFF-471C-4E35-904C-1EC6583D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A6BEF-577D-4ED2-BED5-B11B9E61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Variables and Data Types: Character Set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264E4-AA20-4BE6-9AF2-95CBE982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05AA2-705B-4AD7-9153-BC466C3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C97C6-45C0-4008-BD8C-90B94AE3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FF6C9-3458-4245-AA3C-4A41064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42A55-2A4D-4A9A-ABBB-5738422B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3123767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2E526-0316-492C-BADD-B1C4038D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840B9-C277-4838-BED0-6ACDFE0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8BB4D-2C58-432D-A6EA-C99A233F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9AB97-C783-41CD-BD6A-0C5314C0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6A815-AED3-4A44-B004-7325809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Keywords and Identifiers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857DB-4B2B-4DA4-9CEF-3C4A5859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Keywords and Identifiers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1FC9A-4BBF-4DB7-AC25-7883344E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D7612-3CF9-4F01-B190-936DBA7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A2165-6B88-42E1-AF24-9BC19D70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C0078-50B8-457D-AC1F-1F88E6F8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574E6-B612-48CE-91DE-CFCDAFB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E9DC7-6CB9-47B4-A39A-7ABB5A8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2E34B-10C4-4D8F-8903-9D8FAE89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AE2AA-BB5B-45D3-ABB9-DD15C5B6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B6F75-04DC-46FA-A9F3-EB5FF220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ADA2F-D95D-4E9B-817F-6A97EF5B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651193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008CE-A255-4B13-AF84-F0BF750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9AAFA-6DE7-4CB1-BA9F-848C384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E97D3-129F-494E-89A2-1D911E3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93EEF-CB75-432E-B220-DC9D6753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A3565-31F5-42E7-AE9F-55B16340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A28E8-02B8-4F9A-BB43-7D22FEE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139BC-FF0D-4396-8D7B-225FACD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C2105-DBFC-47A2-AA5E-0A66E4F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4661D-DBE4-4C5F-A27D-FAAA6A73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Keywords and Identif...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B217C-8F17-4445-8DC4-F3CE41BE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FD00D-FC14-4144-B384-E67F3127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654C5-A56D-4C7C-91B6-A92D857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Keywords and Ide...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D193C-A107-45D1-AB90-79265474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450BF-236F-4115-8ED7-3BEEF0EE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B011C-8861-4898-9287-FDE01C1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Keywords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A145C-AC00-47C7-81DA-98E8DC0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8A028-7C1F-4FB5-BD08-DD521D3A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94ED6-5806-4C37-AEC8-AC5501A5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Keywords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EE8B0-1BFA-4E5C-9E7E-BCF1A7A6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E1008-AEE2-4353-85A7-FF0CBFE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8CB13-69F4-46B1-8757-CBBC09A3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Keywords and Identi...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7919F-D7E7-471A-8C2A-6A7B5600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4155A-1D24-41F3-A04D-FD8704B3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515220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B0433-A350-4265-9CF5-FFE4B0B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90A0C-0D28-4E66-8C23-E3342BEC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59C2D-4E3F-430D-A2F0-E36B81EE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3AA9-089B-4CA3-A40E-3C70DF2F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A1F17-1FC9-4DD7-AA1E-9A28220F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CFE2A-8BFE-4C01-A582-CD7B23D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E2F67-BD9C-42A0-9600-786CD97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F51B8-C427-4650-9C04-37F4ECE1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1DE0F-8474-4ECA-A8CC-C515693E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279B5-379B-4F57-9B2A-E96B8CE5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CD936-E0DF-4C75-96C9-C772C2E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3913C-88F5-4505-A724-96320119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92FA7-ACCA-4B2A-92C5-7409610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5D48D-B414-43BE-90E8-985684B6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C22B4-48A2-4E7F-9182-842286D8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542802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E6AE0-9EE1-4B5C-973D-851F5437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9DF86-DC17-4112-B5E7-E8E973D5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EA636-AF1F-4D26-8438-565665E4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A0FF0-8719-409D-9CA5-F506E83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4243C-1191-4360-AEF1-5B867C9E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C2C62-1D25-488D-95B5-BAFCDFB3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Keywords and Identifiers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5C51-2552-42DB-9B8E-F77B2BC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522C9-C20E-4A60-B704-1FE21363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38467-B3A0-44EF-94DB-32B583E6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B8612-9BF9-4D5B-B0FF-12494965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EA3E4-D399-444C-90D0-74DB149C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8403844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5570B-087A-4C58-9412-33EE00C9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D3898-6D7A-44E1-B159-3190A700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6AA8-590A-48F3-B335-918F6C1E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F08E2-FF71-4B81-B4FC-725FDC9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AB085-AC07-4893-92A9-FB4919C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AE665-D9F9-489A-ABA3-F2F233A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Constants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854F7-31F3-42EE-BFCC-2F94774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E6462-2172-44EB-9A6E-9B288A14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AEFC1-F8D1-4BAC-BAF9-FE4A98C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43365-A20F-47F0-93AC-2F77AA7F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773AE-ED25-4F72-901A-15C632D4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A0EAD-5E22-499E-9354-1D4E2607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BAC68-FB79-407D-A97D-C8E06677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EF59A-6D2B-4BBE-ADC6-41CCD248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B2638-66BE-41E2-ADF7-D677644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4E7DE-7AA8-415B-BAD5-F9A522B7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547632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648C0-0488-4BA7-A020-44AE603B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47C2E-776E-4D7C-B13C-32362474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691C4-FABD-4854-AC92-83EAD45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8713F-CA5D-4127-B954-A295871D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CE3F6-F7A5-4D9A-9BBE-4DFD7DE9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2F17-8337-42F3-B0F9-A578812E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5B64B-A347-448B-AA1C-84BDED8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4A76-50BD-42AD-8C0F-4C66DDF1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CE416-0D06-46C0-B763-07EE6C5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Constants.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A9F42-2DA7-40BF-ADDC-D7BF774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8BA80-62DF-4737-AC45-8F136CE6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CE5AF-3801-4F08-8DC2-7B504BC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Constants.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9702E-99CF-4654-A5ED-920E58C2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3F85D-D50C-4A09-8AEC-5EC279A8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CAB01-2E12-40DA-AD39-A4FBD493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Constants.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898B9-8F9D-4C19-8FF1-0CB25230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C9A21-4543-4B4E-A27F-DA861C91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E8D8E-8C08-46AA-B94C-68F4DF4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Constants.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5B334-4DA9-4BC7-AC89-A93EF966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B5F9A-4736-4AC0-BDEC-7E232D8B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355E6-2C10-44B5-9BD9-446FB28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Constants.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A36FE-1DFE-4386-9FE7-0487A45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69AF6-B069-42C6-8F57-EA2AC153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388126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30EF3-3B16-4218-9DF6-3C24E5AA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3BF0-9A4B-4E67-935D-3D5B27EC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27BBB-FDBA-4BB7-82CF-412F055B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655A7-5428-41A0-B13C-4B5E0B42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F108D-9200-4275-BF51-FD96CA7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D7B3F-3306-4B10-8A37-CA2094C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45097-3AE3-41F9-9F2A-437C644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59C79-1EDF-4632-AE4B-3DECEA8E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33051-68FB-4823-8C56-B507CC73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F89FB-3A9F-4182-91B0-ABC527F9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C3AAB-CC58-4C48-80B6-ABDFE1B5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BE275-C60A-4A28-A4A6-1E0122E0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AFD89-BF4F-4944-B170-1344B311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5ED60-07A1-4B69-9786-20F81867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2809B-A67E-48CE-8A1D-6DA95022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101429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65168-9CB3-4B62-B5ED-1EC7B0AF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E53BA-C67B-4709-8C63-FBDBB39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C3129-4D6C-4C1E-826B-8EC9026A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C905C-1C85-467D-8431-5D27C694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D1DBD-A29F-4A57-B38E-609E99C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59131-D30F-4172-9D4A-8A93570E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Constants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CB13D-DF52-4117-BF82-CF2A793C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4FD29-DA3E-4E20-A206-F0CF6F2B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D0BA7-2B44-4B67-A476-9D1D7693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2B3A8-BEFF-4575-BEE8-DD330BAB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5D5ED-6A58-45FE-B2CD-BF759BE9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355742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BF196-AAE6-48C7-9094-F2E8CFC0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DC983-E445-41C9-B1B3-1BEE024A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D3D55-AA44-453F-8CF8-588B2465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8DB85-91B9-4B73-943E-EB761E7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8956C-CA9E-4C05-A668-11ECBF63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7760B-032B-49BD-9015-D4BDA314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871181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43DAB-FF0E-4D22-9D63-EADFAFC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CAF28-B31E-4BC4-A2BF-544E1E90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38AF1-30BA-4CC7-B7A4-E2FE5A14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87EF0-F78D-4E00-BA8D-4F4E9840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1D438-5685-46FB-92E1-A9380BD1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Flowchart: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Algorithms: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Programming: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Flowcharts: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Overview: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50209-9521-469E-9FEF-AA934697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356133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AE12E-3038-4C03-8405-C9D6634A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B4FD-CC12-47A2-86D9-3B44F081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5FD12-BEE2-43F9-B458-2C1EAD2E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4F6B4-51AF-453C-A56A-2C46A691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BFE03-5CDE-40C7-BFFC-62E7919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24E11-F3B9-43A2-8188-B2A233D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927742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529CC-AA9E-46CE-B77D-927AF26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CB529-EC6E-46CE-806A-C58EFA6B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5F0E2-15A1-4F29-9D72-DF98F21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73051-27BF-4DDF-87C0-9E155583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E768D-D698-4757-A46C-DD41DFA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6C4F7-D3B4-4407-97F8-F964EF3C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30492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E68F3-3137-4E93-BEA8-4C5E4B8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2F9B7-7A7A-401A-8623-FDED1E87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C0565-CCDA-4E9C-9B37-F42713F6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75DD5-8454-412B-A973-96BF70C9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71187-D900-40F2-B623-8710F1F4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Flowchart and Algorithms: Art of Programming through Algorithms &amp; Flowc...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Importance of C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Basic Structure of C Programs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Programming Style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Compiling and Executing a ‘C' Program. Constants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2608D-8382-4143-8B2F-D1DC06C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9D54A-93FA-4E2B-9E4C-4DFC5F6A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18E64-880B-44CC-AB16-BD26FDF1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29081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2026-08-24T16:03:14.8560000Z</dcterms:created>
  <dcterms:modified xsi:type="dcterms:W3CDTF">2026-08-24T16:03:14.8560000Z</dcterms:modified>
</coreProperties>
</file>