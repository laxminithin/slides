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notesSlides/notesSlide33.xml" ContentType="application/vnd.openxmlformats-officedocument.presentationml.notesSlide+xml"/>
  <Override PartName="/ppt/slides/slide34.xml" ContentType="application/vnd.openxmlformats-officedocument.presentationml.slide+xml"/>
  <Override PartName="/ppt/notesSlides/notesSlide34.xml" ContentType="application/vnd.openxmlformats-officedocument.presentationml.notesSlide+xml"/>
  <Override PartName="/ppt/slides/slide35.xml" ContentType="application/vnd.openxmlformats-officedocument.presentationml.slide+xml"/>
  <Override PartName="/ppt/notesSlides/notesSlide35.xml" ContentType="application/vnd.openxmlformats-officedocument.presentationml.notesSlide+xml"/>
  <Override PartName="/ppt/slides/slide36.xml" ContentType="application/vnd.openxmlformats-officedocument.presentationml.slide+xml"/>
  <Override PartName="/ppt/notesSlides/notesSlide36.xml" ContentType="application/vnd.openxmlformats-officedocument.presentationml.notesSlide+xml"/>
  <Override PartName="/ppt/slides/slide37.xml" ContentType="application/vnd.openxmlformats-officedocument.presentationml.slide+xml"/>
  <Override PartName="/ppt/notesSlides/notesSlide37.xml" ContentType="application/vnd.openxmlformats-officedocument.presentationml.notesSlide+xml"/>
  <Override PartName="/ppt/slides/slide38.xml" ContentType="application/vnd.openxmlformats-officedocument.presentationml.slide+xml"/>
  <Override PartName="/ppt/notesSlides/notesSlide38.xml" ContentType="application/vnd.openxmlformats-officedocument.presentationml.notesSlide+xml"/>
  <Override PartName="/ppt/slides/slide39.xml" ContentType="application/vnd.openxmlformats-officedocument.presentationml.slide+xml"/>
  <Override PartName="/ppt/notesSlides/notesSlide39.xml" ContentType="application/vnd.openxmlformats-officedocument.presentationml.notesSlide+xml"/>
  <Override PartName="/ppt/slides/slide40.xml" ContentType="application/vnd.openxmlformats-officedocument.presentationml.slide+xml"/>
  <Override PartName="/ppt/notesSlides/notesSlide40.xml" ContentType="application/vnd.openxmlformats-officedocument.presentationml.notesSlide+xml"/>
  <Override PartName="/ppt/slides/slide41.xml" ContentType="application/vnd.openxmlformats-officedocument.presentationml.slide+xml"/>
  <Override PartName="/ppt/notesSlides/notesSlide41.xml" ContentType="application/vnd.openxmlformats-officedocument.presentationml.notesSlide+xml"/>
  <Override PartName="/ppt/slides/slide42.xml" ContentType="application/vnd.openxmlformats-officedocument.presentationml.slide+xml"/>
  <Override PartName="/ppt/notesSlides/notesSlide4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1e12e3961184cb1" /><Relationship Type="http://schemas.openxmlformats.org/officeDocument/2006/relationships/extended-properties" Target="/docProps/app.xml" Id="R69dd72f3241146a1" /><Relationship Type="http://schemas.openxmlformats.org/officeDocument/2006/relationships/officeDocument" Target="/ppt/presentation.xml" Id="Rda4cdd379bd14d4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36513636c5f4c85"/>
  </p:sldMasterIdLst>
  <p:notesMasterIdLst>
    <p:notesMasterId xmlns:r="http://schemas.openxmlformats.org/officeDocument/2006/relationships" r:id="Rbc0c422f785a4da6"/>
  </p:notesMasterIdLst>
  <p:sldIdLst>
    <p:sldId xmlns:r="http://schemas.openxmlformats.org/officeDocument/2006/relationships" id="256" r:id="Re8671f87e7a844d7"/>
    <p:sldId xmlns:r="http://schemas.openxmlformats.org/officeDocument/2006/relationships" id="257" r:id="Ra9304c41c08e4df0"/>
    <p:sldId xmlns:r="http://schemas.openxmlformats.org/officeDocument/2006/relationships" id="258" r:id="R9159c9cad2544eee"/>
    <p:sldId xmlns:r="http://schemas.openxmlformats.org/officeDocument/2006/relationships" id="259" r:id="Rc3c9229299254751"/>
    <p:sldId xmlns:r="http://schemas.openxmlformats.org/officeDocument/2006/relationships" id="260" r:id="Ra89912e2d1a04019"/>
    <p:sldId xmlns:r="http://schemas.openxmlformats.org/officeDocument/2006/relationships" id="261" r:id="Re9f1fa4097db4bfe"/>
    <p:sldId xmlns:r="http://schemas.openxmlformats.org/officeDocument/2006/relationships" id="262" r:id="Rf849072358d74138"/>
    <p:sldId xmlns:r="http://schemas.openxmlformats.org/officeDocument/2006/relationships" id="263" r:id="R62ed7a9866114a91"/>
    <p:sldId xmlns:r="http://schemas.openxmlformats.org/officeDocument/2006/relationships" id="264" r:id="Rca73bb9cd7bf4119"/>
    <p:sldId xmlns:r="http://schemas.openxmlformats.org/officeDocument/2006/relationships" id="265" r:id="R7a21c41cee3f4269"/>
    <p:sldId xmlns:r="http://schemas.openxmlformats.org/officeDocument/2006/relationships" id="266" r:id="R031ed6d58e77439e"/>
    <p:sldId xmlns:r="http://schemas.openxmlformats.org/officeDocument/2006/relationships" id="267" r:id="R9bffc70880b44bd6"/>
    <p:sldId xmlns:r="http://schemas.openxmlformats.org/officeDocument/2006/relationships" id="268" r:id="Rdf123f2d96154172"/>
    <p:sldId xmlns:r="http://schemas.openxmlformats.org/officeDocument/2006/relationships" id="269" r:id="R69963e8ec19d404e"/>
    <p:sldId xmlns:r="http://schemas.openxmlformats.org/officeDocument/2006/relationships" id="270" r:id="R9e289792514a4658"/>
    <p:sldId xmlns:r="http://schemas.openxmlformats.org/officeDocument/2006/relationships" id="271" r:id="Rfd2854808bfd4b34"/>
    <p:sldId xmlns:r="http://schemas.openxmlformats.org/officeDocument/2006/relationships" id="272" r:id="Rf0945afb67a14c49"/>
    <p:sldId xmlns:r="http://schemas.openxmlformats.org/officeDocument/2006/relationships" id="273" r:id="R4a51767499584aec"/>
    <p:sldId xmlns:r="http://schemas.openxmlformats.org/officeDocument/2006/relationships" id="274" r:id="R879e0b0355ff42b8"/>
    <p:sldId xmlns:r="http://schemas.openxmlformats.org/officeDocument/2006/relationships" id="275" r:id="Raa2aa618ca774fe8"/>
    <p:sldId xmlns:r="http://schemas.openxmlformats.org/officeDocument/2006/relationships" id="276" r:id="Ra37b5d9784794233"/>
    <p:sldId xmlns:r="http://schemas.openxmlformats.org/officeDocument/2006/relationships" id="277" r:id="R19bd925d8ba54e18"/>
    <p:sldId xmlns:r="http://schemas.openxmlformats.org/officeDocument/2006/relationships" id="278" r:id="R553c61f1706744e6"/>
    <p:sldId xmlns:r="http://schemas.openxmlformats.org/officeDocument/2006/relationships" id="279" r:id="R1979ef3d47b64ef8"/>
    <p:sldId xmlns:r="http://schemas.openxmlformats.org/officeDocument/2006/relationships" id="280" r:id="R0d6bb8ad82f04e6d"/>
    <p:sldId xmlns:r="http://schemas.openxmlformats.org/officeDocument/2006/relationships" id="281" r:id="R8fe2104985c14398"/>
    <p:sldId xmlns:r="http://schemas.openxmlformats.org/officeDocument/2006/relationships" id="282" r:id="R263b708e7eb04a94"/>
    <p:sldId xmlns:r="http://schemas.openxmlformats.org/officeDocument/2006/relationships" id="283" r:id="R7ec72189815845b7"/>
    <p:sldId xmlns:r="http://schemas.openxmlformats.org/officeDocument/2006/relationships" id="284" r:id="R4c62ce2ddd2c4742"/>
    <p:sldId xmlns:r="http://schemas.openxmlformats.org/officeDocument/2006/relationships" id="285" r:id="R61c8f27fdb8140ff"/>
    <p:sldId xmlns:r="http://schemas.openxmlformats.org/officeDocument/2006/relationships" id="286" r:id="R5d017acb947e4263"/>
    <p:sldId xmlns:r="http://schemas.openxmlformats.org/officeDocument/2006/relationships" id="287" r:id="R4b6afccc3b4d4f2a"/>
    <p:sldId xmlns:r="http://schemas.openxmlformats.org/officeDocument/2006/relationships" id="288" r:id="Rdd2627c2cf024fee"/>
    <p:sldId xmlns:r="http://schemas.openxmlformats.org/officeDocument/2006/relationships" id="289" r:id="Rb9e570990afb4242"/>
    <p:sldId xmlns:r="http://schemas.openxmlformats.org/officeDocument/2006/relationships" id="290" r:id="R972fb63760b64f57"/>
    <p:sldId xmlns:r="http://schemas.openxmlformats.org/officeDocument/2006/relationships" id="291" r:id="R7668197efb1a45bc"/>
    <p:sldId xmlns:r="http://schemas.openxmlformats.org/officeDocument/2006/relationships" id="292" r:id="Rb4166ca1d3e04950"/>
    <p:sldId xmlns:r="http://schemas.openxmlformats.org/officeDocument/2006/relationships" id="293" r:id="R021c568b3e6349d0"/>
    <p:sldId xmlns:r="http://schemas.openxmlformats.org/officeDocument/2006/relationships" id="294" r:id="Rb7dd8a1f90754f47"/>
    <p:sldId xmlns:r="http://schemas.openxmlformats.org/officeDocument/2006/relationships" id="295" r:id="Ra5db7a6a78714497"/>
    <p:sldId xmlns:r="http://schemas.openxmlformats.org/officeDocument/2006/relationships" id="296" r:id="Rc2fe4829b6c346a7"/>
    <p:sldId xmlns:r="http://schemas.openxmlformats.org/officeDocument/2006/relationships" id="297" r:id="Ra96f944c36a046a4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02ba99bb339464a" /><Relationship Type="http://schemas.openxmlformats.org/officeDocument/2006/relationships/slideMaster" Target="/ppt/slideMasters/slideMaster1.xml" Id="R436513636c5f4c85" /><Relationship Type="http://schemas.openxmlformats.org/officeDocument/2006/relationships/notesMaster" Target="/ppt/notesMasters/notesMaster1.xml" Id="Rbc0c422f785a4da6" /><Relationship Type="http://schemas.openxmlformats.org/officeDocument/2006/relationships/presProps" Target="/ppt/presProps.xml" Id="R427c7931cec54150" /><Relationship Type="http://schemas.openxmlformats.org/officeDocument/2006/relationships/tableStyles" Target="/ppt/tableStyles.xml" Id="Rd72d7dc4ff59451b" /><Relationship Type="http://schemas.openxmlformats.org/officeDocument/2006/relationships/slide" Target="/ppt/slides/slide1.xml" Id="Re8671f87e7a844d7" /><Relationship Type="http://schemas.openxmlformats.org/officeDocument/2006/relationships/slide" Target="/ppt/slides/slide2.xml" Id="Ra9304c41c08e4df0" /><Relationship Type="http://schemas.openxmlformats.org/officeDocument/2006/relationships/slide" Target="/ppt/slides/slide3.xml" Id="R9159c9cad2544eee" /><Relationship Type="http://schemas.openxmlformats.org/officeDocument/2006/relationships/slide" Target="/ppt/slides/slide4.xml" Id="Rc3c9229299254751" /><Relationship Type="http://schemas.openxmlformats.org/officeDocument/2006/relationships/slide" Target="/ppt/slides/slide5.xml" Id="Ra89912e2d1a04019" /><Relationship Type="http://schemas.openxmlformats.org/officeDocument/2006/relationships/slide" Target="/ppt/slides/slide6.xml" Id="Re9f1fa4097db4bfe" /><Relationship Type="http://schemas.openxmlformats.org/officeDocument/2006/relationships/slide" Target="/ppt/slides/slide7.xml" Id="Rf849072358d74138" /><Relationship Type="http://schemas.openxmlformats.org/officeDocument/2006/relationships/slide" Target="/ppt/slides/slide8.xml" Id="R62ed7a9866114a91" /><Relationship Type="http://schemas.openxmlformats.org/officeDocument/2006/relationships/slide" Target="/ppt/slides/slide9.xml" Id="Rca73bb9cd7bf4119" /><Relationship Type="http://schemas.openxmlformats.org/officeDocument/2006/relationships/slide" Target="/ppt/slides/slide10.xml" Id="R7a21c41cee3f4269" /><Relationship Type="http://schemas.openxmlformats.org/officeDocument/2006/relationships/slide" Target="/ppt/slides/slide11.xml" Id="R031ed6d58e77439e" /><Relationship Type="http://schemas.openxmlformats.org/officeDocument/2006/relationships/slide" Target="/ppt/slides/slide12.xml" Id="R9bffc70880b44bd6" /><Relationship Type="http://schemas.openxmlformats.org/officeDocument/2006/relationships/slide" Target="/ppt/slides/slide13.xml" Id="Rdf123f2d96154172" /><Relationship Type="http://schemas.openxmlformats.org/officeDocument/2006/relationships/slide" Target="/ppt/slides/slide14.xml" Id="R69963e8ec19d404e" /><Relationship Type="http://schemas.openxmlformats.org/officeDocument/2006/relationships/slide" Target="/ppt/slides/slide15.xml" Id="R9e289792514a4658" /><Relationship Type="http://schemas.openxmlformats.org/officeDocument/2006/relationships/slide" Target="/ppt/slides/slide16.xml" Id="Rfd2854808bfd4b34" /><Relationship Type="http://schemas.openxmlformats.org/officeDocument/2006/relationships/slide" Target="/ppt/slides/slide17.xml" Id="Rf0945afb67a14c49" /><Relationship Type="http://schemas.openxmlformats.org/officeDocument/2006/relationships/slide" Target="/ppt/slides/slide18.xml" Id="R4a51767499584aec" /><Relationship Type="http://schemas.openxmlformats.org/officeDocument/2006/relationships/slide" Target="/ppt/slides/slide19.xml" Id="R879e0b0355ff42b8" /><Relationship Type="http://schemas.openxmlformats.org/officeDocument/2006/relationships/slide" Target="/ppt/slides/slide20.xml" Id="Raa2aa618ca774fe8" /><Relationship Type="http://schemas.openxmlformats.org/officeDocument/2006/relationships/slide" Target="/ppt/slides/slide21.xml" Id="Ra37b5d9784794233" /><Relationship Type="http://schemas.openxmlformats.org/officeDocument/2006/relationships/slide" Target="/ppt/slides/slide22.xml" Id="R19bd925d8ba54e18" /><Relationship Type="http://schemas.openxmlformats.org/officeDocument/2006/relationships/slide" Target="/ppt/slides/slide23.xml" Id="R553c61f1706744e6" /><Relationship Type="http://schemas.openxmlformats.org/officeDocument/2006/relationships/slide" Target="/ppt/slides/slide24.xml" Id="R1979ef3d47b64ef8" /><Relationship Type="http://schemas.openxmlformats.org/officeDocument/2006/relationships/slide" Target="/ppt/slides/slide25.xml" Id="R0d6bb8ad82f04e6d" /><Relationship Type="http://schemas.openxmlformats.org/officeDocument/2006/relationships/slide" Target="/ppt/slides/slide26.xml" Id="R8fe2104985c14398" /><Relationship Type="http://schemas.openxmlformats.org/officeDocument/2006/relationships/slide" Target="/ppt/slides/slide27.xml" Id="R263b708e7eb04a94" /><Relationship Type="http://schemas.openxmlformats.org/officeDocument/2006/relationships/slide" Target="/ppt/slides/slide28.xml" Id="R7ec72189815845b7" /><Relationship Type="http://schemas.openxmlformats.org/officeDocument/2006/relationships/slide" Target="/ppt/slides/slide29.xml" Id="R4c62ce2ddd2c4742" /><Relationship Type="http://schemas.openxmlformats.org/officeDocument/2006/relationships/slide" Target="/ppt/slides/slide30.xml" Id="R61c8f27fdb8140ff" /><Relationship Type="http://schemas.openxmlformats.org/officeDocument/2006/relationships/slide" Target="/ppt/slides/slide31.xml" Id="R5d017acb947e4263" /><Relationship Type="http://schemas.openxmlformats.org/officeDocument/2006/relationships/slide" Target="/ppt/slides/slide32.xml" Id="R4b6afccc3b4d4f2a" /><Relationship Type="http://schemas.openxmlformats.org/officeDocument/2006/relationships/slide" Target="/ppt/slides/slide33.xml" Id="Rdd2627c2cf024fee" /><Relationship Type="http://schemas.openxmlformats.org/officeDocument/2006/relationships/slide" Target="/ppt/slides/slide34.xml" Id="Rb9e570990afb4242" /><Relationship Type="http://schemas.openxmlformats.org/officeDocument/2006/relationships/slide" Target="/ppt/slides/slide35.xml" Id="R972fb63760b64f57" /><Relationship Type="http://schemas.openxmlformats.org/officeDocument/2006/relationships/slide" Target="/ppt/slides/slide36.xml" Id="R7668197efb1a45bc" /><Relationship Type="http://schemas.openxmlformats.org/officeDocument/2006/relationships/slide" Target="/ppt/slides/slide37.xml" Id="Rb4166ca1d3e04950" /><Relationship Type="http://schemas.openxmlformats.org/officeDocument/2006/relationships/slide" Target="/ppt/slides/slide38.xml" Id="R021c568b3e6349d0" /><Relationship Type="http://schemas.openxmlformats.org/officeDocument/2006/relationships/slide" Target="/ppt/slides/slide39.xml" Id="Rb7dd8a1f90754f47" /><Relationship Type="http://schemas.openxmlformats.org/officeDocument/2006/relationships/slide" Target="/ppt/slides/slide40.xml" Id="Ra5db7a6a78714497" /><Relationship Type="http://schemas.openxmlformats.org/officeDocument/2006/relationships/slide" Target="/ppt/slides/slide41.xml" Id="Rc2fe4829b6c346a7" /><Relationship Type="http://schemas.openxmlformats.org/officeDocument/2006/relationships/slide" Target="/ppt/slides/slide42.xml" Id="Ra96f944c36a046a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a5bc5ec99b24b6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dbebc42d4a3439d" /><Relationship Type="http://schemas.openxmlformats.org/officeDocument/2006/relationships/notesMaster" Target="/ppt/notesMasters/notesMaster1.xml" Id="Re7f4b155c119454e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93e490aa614a4e52" /><Relationship Type="http://schemas.openxmlformats.org/officeDocument/2006/relationships/notesMaster" Target="/ppt/notesMasters/notesMaster1.xml" Id="R2ea79890bf8a410c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4a9e850dca484fe4" /><Relationship Type="http://schemas.openxmlformats.org/officeDocument/2006/relationships/notesMaster" Target="/ppt/notesMasters/notesMaster1.xml" Id="R31cb504aeff2462c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97663b3f25694c47" /><Relationship Type="http://schemas.openxmlformats.org/officeDocument/2006/relationships/notesMaster" Target="/ppt/notesMasters/notesMaster1.xml" Id="R72333b6f302a4216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0b2dbec1468e49e9" /><Relationship Type="http://schemas.openxmlformats.org/officeDocument/2006/relationships/notesMaster" Target="/ppt/notesMasters/notesMaster1.xml" Id="R39f4305852124e93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5cdc7ded91d245cb" /><Relationship Type="http://schemas.openxmlformats.org/officeDocument/2006/relationships/notesMaster" Target="/ppt/notesMasters/notesMaster1.xml" Id="R316c9ea659fd4bb7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42e30fae4a0a4e98" /><Relationship Type="http://schemas.openxmlformats.org/officeDocument/2006/relationships/notesMaster" Target="/ppt/notesMasters/notesMaster1.xml" Id="Rc3de82112f8c4e8c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9aa8553ed55649f3" /><Relationship Type="http://schemas.openxmlformats.org/officeDocument/2006/relationships/notesMaster" Target="/ppt/notesMasters/notesMaster1.xml" Id="R78293628790d4378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12a31ce942e34736" /><Relationship Type="http://schemas.openxmlformats.org/officeDocument/2006/relationships/notesMaster" Target="/ppt/notesMasters/notesMaster1.xml" Id="R4675fdd426e4435e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726b340d80f8441e" /><Relationship Type="http://schemas.openxmlformats.org/officeDocument/2006/relationships/notesMaster" Target="/ppt/notesMasters/notesMaster1.xml" Id="R6b2bb74ee7bf4a68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1d8b788a91114040" /><Relationship Type="http://schemas.openxmlformats.org/officeDocument/2006/relationships/notesMaster" Target="/ppt/notesMasters/notesMaster1.xml" Id="R554b18f22a594c7d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77247be6ba6f4a8c" /><Relationship Type="http://schemas.openxmlformats.org/officeDocument/2006/relationships/notesMaster" Target="/ppt/notesMasters/notesMaster1.xml" Id="R658d887e05ed4800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086f9efc19a346ca" /><Relationship Type="http://schemas.openxmlformats.org/officeDocument/2006/relationships/notesMaster" Target="/ppt/notesMasters/notesMaster1.xml" Id="Re30a1192c9ea4c47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fad8b7277b794870" /><Relationship Type="http://schemas.openxmlformats.org/officeDocument/2006/relationships/notesMaster" Target="/ppt/notesMasters/notesMaster1.xml" Id="R5bad237502374e43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42989c8c4cd74e2f" /><Relationship Type="http://schemas.openxmlformats.org/officeDocument/2006/relationships/notesMaster" Target="/ppt/notesMasters/notesMaster1.xml" Id="R0f4361370e96402e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9ccec6ec04af4416" /><Relationship Type="http://schemas.openxmlformats.org/officeDocument/2006/relationships/notesMaster" Target="/ppt/notesMasters/notesMaster1.xml" Id="R74c6fd6dca55447c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72df159bb3a84ed7" /><Relationship Type="http://schemas.openxmlformats.org/officeDocument/2006/relationships/notesMaster" Target="/ppt/notesMasters/notesMaster1.xml" Id="R2ab9b149d87c44d2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c11608a4fe9c4257" /><Relationship Type="http://schemas.openxmlformats.org/officeDocument/2006/relationships/notesMaster" Target="/ppt/notesMasters/notesMaster1.xml" Id="R8eaeaab384934884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f5ccc6674185404b" /><Relationship Type="http://schemas.openxmlformats.org/officeDocument/2006/relationships/notesMaster" Target="/ppt/notesMasters/notesMaster1.xml" Id="R96e4ede9a43a4cd9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e4caf3744c8446a0" /><Relationship Type="http://schemas.openxmlformats.org/officeDocument/2006/relationships/notesMaster" Target="/ppt/notesMasters/notesMaster1.xml" Id="R4a48b6e7c4164c84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62159f17659f4392" /><Relationship Type="http://schemas.openxmlformats.org/officeDocument/2006/relationships/notesMaster" Target="/ppt/notesMasters/notesMaster1.xml" Id="R04ec3382842b41e8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80c55d04fa4943f6" /><Relationship Type="http://schemas.openxmlformats.org/officeDocument/2006/relationships/notesMaster" Target="/ppt/notesMasters/notesMaster1.xml" Id="R514a01124b8c41f7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67881672b13f4396" /><Relationship Type="http://schemas.openxmlformats.org/officeDocument/2006/relationships/notesMaster" Target="/ppt/notesMasters/notesMaster1.xml" Id="R1abf29861fdc40aa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662ecfa9a1a14c75" /><Relationship Type="http://schemas.openxmlformats.org/officeDocument/2006/relationships/notesMaster" Target="/ppt/notesMasters/notesMaster1.xml" Id="Re8fc85df9b9f4fe1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ebaecb80103f434a" /><Relationship Type="http://schemas.openxmlformats.org/officeDocument/2006/relationships/notesMaster" Target="/ppt/notesMasters/notesMaster1.xml" Id="Rd76af12db1f9430c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60f5d673082945ec" /><Relationship Type="http://schemas.openxmlformats.org/officeDocument/2006/relationships/notesMaster" Target="/ppt/notesMasters/notesMaster1.xml" Id="Racebb50dc1c54638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72f3c053d5924257" /><Relationship Type="http://schemas.openxmlformats.org/officeDocument/2006/relationships/notesMaster" Target="/ppt/notesMasters/notesMaster1.xml" Id="R3abf573c6115488b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de9e95777b5542f2" /><Relationship Type="http://schemas.openxmlformats.org/officeDocument/2006/relationships/notesMaster" Target="/ppt/notesMasters/notesMaster1.xml" Id="Re02af66d25fd4f33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eac6342ae99a4fe2" /><Relationship Type="http://schemas.openxmlformats.org/officeDocument/2006/relationships/notesMaster" Target="/ppt/notesMasters/notesMaster1.xml" Id="R10b80c951ed84a6d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eee24d3d0dbb4d66" /><Relationship Type="http://schemas.openxmlformats.org/officeDocument/2006/relationships/notesMaster" Target="/ppt/notesMasters/notesMaster1.xml" Id="R333d525e79984b90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4fc1e35163ad4a31" /><Relationship Type="http://schemas.openxmlformats.org/officeDocument/2006/relationships/notesMaster" Target="/ppt/notesMasters/notesMaster1.xml" Id="Rd3e39d5fc9024338" /></Relationships>
</file>

<file path=ppt/notesSlides/_rels/notesSlide32.xml.rels>&#65279;<?xml version="1.0" encoding="utf-8"?><Relationships xmlns="http://schemas.openxmlformats.org/package/2006/relationships"><Relationship Type="http://schemas.openxmlformats.org/officeDocument/2006/relationships/slide" Target="/ppt/slides/slide32.xml" Id="R780dcf28740f47f6" /><Relationship Type="http://schemas.openxmlformats.org/officeDocument/2006/relationships/notesMaster" Target="/ppt/notesMasters/notesMaster1.xml" Id="Ra58924fe86a742ac" /></Relationships>
</file>

<file path=ppt/notesSlides/_rels/notesSlide33.xml.rels>&#65279;<?xml version="1.0" encoding="utf-8"?><Relationships xmlns="http://schemas.openxmlformats.org/package/2006/relationships"><Relationship Type="http://schemas.openxmlformats.org/officeDocument/2006/relationships/slide" Target="/ppt/slides/slide33.xml" Id="Re6e1cff3eedb4e90" /><Relationship Type="http://schemas.openxmlformats.org/officeDocument/2006/relationships/notesMaster" Target="/ppt/notesMasters/notesMaster1.xml" Id="R17e7422bf3314b2e" /></Relationships>
</file>

<file path=ppt/notesSlides/_rels/notesSlide34.xml.rels>&#65279;<?xml version="1.0" encoding="utf-8"?><Relationships xmlns="http://schemas.openxmlformats.org/package/2006/relationships"><Relationship Type="http://schemas.openxmlformats.org/officeDocument/2006/relationships/slide" Target="/ppt/slides/slide34.xml" Id="Re7aada18d3214c05" /><Relationship Type="http://schemas.openxmlformats.org/officeDocument/2006/relationships/notesMaster" Target="/ppt/notesMasters/notesMaster1.xml" Id="Rd8f1f9a565e54032" /></Relationships>
</file>

<file path=ppt/notesSlides/_rels/notesSlide35.xml.rels>&#65279;<?xml version="1.0" encoding="utf-8"?><Relationships xmlns="http://schemas.openxmlformats.org/package/2006/relationships"><Relationship Type="http://schemas.openxmlformats.org/officeDocument/2006/relationships/slide" Target="/ppt/slides/slide35.xml" Id="R6be94f5daf4b4cd3" /><Relationship Type="http://schemas.openxmlformats.org/officeDocument/2006/relationships/notesMaster" Target="/ppt/notesMasters/notesMaster1.xml" Id="R6caf8a49287e429c" /></Relationships>
</file>

<file path=ppt/notesSlides/_rels/notesSlide36.xml.rels>&#65279;<?xml version="1.0" encoding="utf-8"?><Relationships xmlns="http://schemas.openxmlformats.org/package/2006/relationships"><Relationship Type="http://schemas.openxmlformats.org/officeDocument/2006/relationships/slide" Target="/ppt/slides/slide36.xml" Id="R5cfb6b398d7d497b" /><Relationship Type="http://schemas.openxmlformats.org/officeDocument/2006/relationships/notesMaster" Target="/ppt/notesMasters/notesMaster1.xml" Id="R8abe75221033464e" /></Relationships>
</file>

<file path=ppt/notesSlides/_rels/notesSlide37.xml.rels>&#65279;<?xml version="1.0" encoding="utf-8"?><Relationships xmlns="http://schemas.openxmlformats.org/package/2006/relationships"><Relationship Type="http://schemas.openxmlformats.org/officeDocument/2006/relationships/slide" Target="/ppt/slides/slide37.xml" Id="R608dba53e8e643a0" /><Relationship Type="http://schemas.openxmlformats.org/officeDocument/2006/relationships/notesMaster" Target="/ppt/notesMasters/notesMaster1.xml" Id="R4f88afca70b945d2" /></Relationships>
</file>

<file path=ppt/notesSlides/_rels/notesSlide38.xml.rels>&#65279;<?xml version="1.0" encoding="utf-8"?><Relationships xmlns="http://schemas.openxmlformats.org/package/2006/relationships"><Relationship Type="http://schemas.openxmlformats.org/officeDocument/2006/relationships/slide" Target="/ppt/slides/slide38.xml" Id="Rd40a5ddbc87543a0" /><Relationship Type="http://schemas.openxmlformats.org/officeDocument/2006/relationships/notesMaster" Target="/ppt/notesMasters/notesMaster1.xml" Id="R5286b0f4138b4b5a" /></Relationships>
</file>

<file path=ppt/notesSlides/_rels/notesSlide39.xml.rels>&#65279;<?xml version="1.0" encoding="utf-8"?><Relationships xmlns="http://schemas.openxmlformats.org/package/2006/relationships"><Relationship Type="http://schemas.openxmlformats.org/officeDocument/2006/relationships/slide" Target="/ppt/slides/slide39.xml" Id="R544b42b388b14b4b" /><Relationship Type="http://schemas.openxmlformats.org/officeDocument/2006/relationships/notesMaster" Target="/ppt/notesMasters/notesMaster1.xml" Id="R77db24883e31441b" /></Relationships>
</file>

<file path=ppt/notesSlides/_rels/notesSlide40.xml.rels>&#65279;<?xml version="1.0" encoding="utf-8"?><Relationships xmlns="http://schemas.openxmlformats.org/package/2006/relationships"><Relationship Type="http://schemas.openxmlformats.org/officeDocument/2006/relationships/slide" Target="/ppt/slides/slide40.xml" Id="Re85886b5b9bd4389" /><Relationship Type="http://schemas.openxmlformats.org/officeDocument/2006/relationships/notesMaster" Target="/ppt/notesMasters/notesMaster1.xml" Id="R1ce05a2d0ab2474b" /></Relationships>
</file>

<file path=ppt/notesSlides/_rels/notesSlide41.xml.rels>&#65279;<?xml version="1.0" encoding="utf-8"?><Relationships xmlns="http://schemas.openxmlformats.org/package/2006/relationships"><Relationship Type="http://schemas.openxmlformats.org/officeDocument/2006/relationships/slide" Target="/ppt/slides/slide41.xml" Id="R3ba39a32977d4d06" /><Relationship Type="http://schemas.openxmlformats.org/officeDocument/2006/relationships/notesMaster" Target="/ppt/notesMasters/notesMaster1.xml" Id="Rb58dc9c82d1a44cc" /></Relationships>
</file>

<file path=ppt/notesSlides/_rels/notesSlide42.xml.rels>&#65279;<?xml version="1.0" encoding="utf-8"?><Relationships xmlns="http://schemas.openxmlformats.org/package/2006/relationships"><Relationship Type="http://schemas.openxmlformats.org/officeDocument/2006/relationships/slide" Target="/ppt/slides/slide42.xml" Id="Rdc6ee66b269e4ea9" /><Relationship Type="http://schemas.openxmlformats.org/officeDocument/2006/relationships/notesMaster" Target="/ppt/notesMasters/notesMaster1.xml" Id="R6847831cb46d4b4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b46286377fa4f92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79e695a47ea421d" /><Relationship Type="http://schemas.openxmlformats.org/officeDocument/2006/relationships/slideLayout" Target="/ppt/slideLayouts/slideLayout1.xml" Id="R34a4ad4bff4f488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4a4ad4bff4f488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6c4b3c3b61440f1" /><Relationship Type="http://schemas.openxmlformats.org/officeDocument/2006/relationships/notesSlide" Target="/ppt/notesSlides/notesSlide1.xml" Id="Rf1f3c0ff19364d8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c3a608664ed4666" /><Relationship Type="http://schemas.openxmlformats.org/officeDocument/2006/relationships/notesSlide" Target="/ppt/notesSlides/notesSlide2.xml" Id="R1244a6a6a373409f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b4ed2ede9d9490d" /><Relationship Type="http://schemas.openxmlformats.org/officeDocument/2006/relationships/notesSlide" Target="/ppt/notesSlides/notesSlide3.xml" Id="R86fb76f3d2a9404e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3e781208b6e4c81" /><Relationship Type="http://schemas.openxmlformats.org/officeDocument/2006/relationships/notesSlide" Target="/ppt/notesSlides/notesSlide4.xml" Id="Raa7da542788d4989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af3a8439c67468c" /><Relationship Type="http://schemas.openxmlformats.org/officeDocument/2006/relationships/notesSlide" Target="/ppt/notesSlides/notesSlide5.xml" Id="R89cfb9eae8c54ff2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990ddbd270843ab" /><Relationship Type="http://schemas.openxmlformats.org/officeDocument/2006/relationships/notesSlide" Target="/ppt/notesSlides/notesSlide6.xml" Id="Rf4b0fd194c3e4f4e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64a248b04b24f40" /><Relationship Type="http://schemas.openxmlformats.org/officeDocument/2006/relationships/notesSlide" Target="/ppt/notesSlides/notesSlide7.xml" Id="R9be0c49306204eac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6fb1606a26f41e0" /><Relationship Type="http://schemas.openxmlformats.org/officeDocument/2006/relationships/notesSlide" Target="/ppt/notesSlides/notesSlide8.xml" Id="R8b5f71b20ac34460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3bce2b654d34f2f" /><Relationship Type="http://schemas.openxmlformats.org/officeDocument/2006/relationships/notesSlide" Target="/ppt/notesSlides/notesSlide9.xml" Id="R13dbeaf72a704c3c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0a418fe05db4f47" /><Relationship Type="http://schemas.openxmlformats.org/officeDocument/2006/relationships/notesSlide" Target="/ppt/notesSlides/notesSlide10.xml" Id="R85271f86df7e4b9e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df35e18b7d94858" /><Relationship Type="http://schemas.openxmlformats.org/officeDocument/2006/relationships/notesSlide" Target="/ppt/notesSlides/notesSlide11.xml" Id="R37d2c30442d34ce6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d6cd0bdf22b4926" /><Relationship Type="http://schemas.openxmlformats.org/officeDocument/2006/relationships/notesSlide" Target="/ppt/notesSlides/notesSlide12.xml" Id="R171096539dbe46a1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84b50e2ae3f4ae8" /><Relationship Type="http://schemas.openxmlformats.org/officeDocument/2006/relationships/notesSlide" Target="/ppt/notesSlides/notesSlide13.xml" Id="R570dbb3a4d4e44ba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a37af75b3884d81" /><Relationship Type="http://schemas.openxmlformats.org/officeDocument/2006/relationships/notesSlide" Target="/ppt/notesSlides/notesSlide14.xml" Id="Rea5fca699a1b47f1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f848d698c0e4a62" /><Relationship Type="http://schemas.openxmlformats.org/officeDocument/2006/relationships/notesSlide" Target="/ppt/notesSlides/notesSlide15.xml" Id="R162d1dec3cdc4011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527f3a7efe34519" /><Relationship Type="http://schemas.openxmlformats.org/officeDocument/2006/relationships/notesSlide" Target="/ppt/notesSlides/notesSlide16.xml" Id="R1ecdaf5348a343c5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3559d7923784757" /><Relationship Type="http://schemas.openxmlformats.org/officeDocument/2006/relationships/notesSlide" Target="/ppt/notesSlides/notesSlide17.xml" Id="R1b127f04542942e2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4550c1a016a4128" /><Relationship Type="http://schemas.openxmlformats.org/officeDocument/2006/relationships/notesSlide" Target="/ppt/notesSlides/notesSlide18.xml" Id="R494a45d95f0e42bc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43227c4e47341cb" /><Relationship Type="http://schemas.openxmlformats.org/officeDocument/2006/relationships/notesSlide" Target="/ppt/notesSlides/notesSlide19.xml" Id="R698096b7eb6943e5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e47446966be4c71" /><Relationship Type="http://schemas.openxmlformats.org/officeDocument/2006/relationships/notesSlide" Target="/ppt/notesSlides/notesSlide20.xml" Id="R784d1fabff81458a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89d4bef16e34635" /><Relationship Type="http://schemas.openxmlformats.org/officeDocument/2006/relationships/notesSlide" Target="/ppt/notesSlides/notesSlide21.xml" Id="Re921bbed0ffd4d1f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05e74c851d948ff" /><Relationship Type="http://schemas.openxmlformats.org/officeDocument/2006/relationships/notesSlide" Target="/ppt/notesSlides/notesSlide22.xml" Id="Rc34608d3ca3547d7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152b44ecef444f9" /><Relationship Type="http://schemas.openxmlformats.org/officeDocument/2006/relationships/notesSlide" Target="/ppt/notesSlides/notesSlide23.xml" Id="R6c040dfb70454252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6e4f6969701470e" /><Relationship Type="http://schemas.openxmlformats.org/officeDocument/2006/relationships/notesSlide" Target="/ppt/notesSlides/notesSlide24.xml" Id="Rf4024c7c4ab14917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be0009e80344c68" /><Relationship Type="http://schemas.openxmlformats.org/officeDocument/2006/relationships/notesSlide" Target="/ppt/notesSlides/notesSlide25.xml" Id="R0293148a8fd445a6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8800976590c47bc" /><Relationship Type="http://schemas.openxmlformats.org/officeDocument/2006/relationships/notesSlide" Target="/ppt/notesSlides/notesSlide26.xml" Id="R5466ff1922c243ea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2b93dfdfcda4df1" /><Relationship Type="http://schemas.openxmlformats.org/officeDocument/2006/relationships/notesSlide" Target="/ppt/notesSlides/notesSlide27.xml" Id="Rbb1ff01b9a954d25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d3182f55c934b95" /><Relationship Type="http://schemas.openxmlformats.org/officeDocument/2006/relationships/notesSlide" Target="/ppt/notesSlides/notesSlide28.xml" Id="Raef9ce861a3f4952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87bd192c1284e7f" /><Relationship Type="http://schemas.openxmlformats.org/officeDocument/2006/relationships/notesSlide" Target="/ppt/notesSlides/notesSlide29.xml" Id="R8f3ab3fd3e3e4e74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c32f1223810447e" /><Relationship Type="http://schemas.openxmlformats.org/officeDocument/2006/relationships/notesSlide" Target="/ppt/notesSlides/notesSlide30.xml" Id="R8120e78d09a74fb9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3a7fa7abded41fd" /><Relationship Type="http://schemas.openxmlformats.org/officeDocument/2006/relationships/notesSlide" Target="/ppt/notesSlides/notesSlide31.xml" Id="Rafe25a7ab7d84a1a" /></Relationships>
</file>

<file path=ppt/slides/_rels/slide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2320e98e2e648c9" /><Relationship Type="http://schemas.openxmlformats.org/officeDocument/2006/relationships/notesSlide" Target="/ppt/notesSlides/notesSlide32.xml" Id="Rabdec12f2a404cd7" /></Relationships>
</file>

<file path=ppt/slides/_rels/slide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63cd6cdd6db49d6" /><Relationship Type="http://schemas.openxmlformats.org/officeDocument/2006/relationships/notesSlide" Target="/ppt/notesSlides/notesSlide33.xml" Id="R96e6cdcd3d4a4f7a" /></Relationships>
</file>

<file path=ppt/slides/_rels/slide3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1ed813716324170" /><Relationship Type="http://schemas.openxmlformats.org/officeDocument/2006/relationships/notesSlide" Target="/ppt/notesSlides/notesSlide34.xml" Id="Reb64ce429c4b4697" /></Relationships>
</file>

<file path=ppt/slides/_rels/slide3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a26fec1acf54380" /><Relationship Type="http://schemas.openxmlformats.org/officeDocument/2006/relationships/notesSlide" Target="/ppt/notesSlides/notesSlide35.xml" Id="Ra6d0d05713d84af3" /></Relationships>
</file>

<file path=ppt/slides/_rels/slide3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76def86daa34ff2" /><Relationship Type="http://schemas.openxmlformats.org/officeDocument/2006/relationships/notesSlide" Target="/ppt/notesSlides/notesSlide36.xml" Id="Reb609efbc7094009" /></Relationships>
</file>

<file path=ppt/slides/_rels/slide3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7c593949d4345c8" /><Relationship Type="http://schemas.openxmlformats.org/officeDocument/2006/relationships/notesSlide" Target="/ppt/notesSlides/notesSlide37.xml" Id="Rb550c956cbc94175" /></Relationships>
</file>

<file path=ppt/slides/_rels/slide3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f106d8d62db48a7" /><Relationship Type="http://schemas.openxmlformats.org/officeDocument/2006/relationships/notesSlide" Target="/ppt/notesSlides/notesSlide38.xml" Id="R9affd5371f8e41cc" /></Relationships>
</file>

<file path=ppt/slides/_rels/slide3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5320db06e6f47be" /><Relationship Type="http://schemas.openxmlformats.org/officeDocument/2006/relationships/notesSlide" Target="/ppt/notesSlides/notesSlide39.xml" Id="R02f251f39f1b4dff" /></Relationships>
</file>

<file path=ppt/slides/_rels/slide4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e410741cc65456b" /><Relationship Type="http://schemas.openxmlformats.org/officeDocument/2006/relationships/notesSlide" Target="/ppt/notesSlides/notesSlide40.xml" Id="R787d9cb2c8ad4093" /></Relationships>
</file>

<file path=ppt/slides/_rels/slide4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d0e4ec703a147d1" /><Relationship Type="http://schemas.openxmlformats.org/officeDocument/2006/relationships/notesSlide" Target="/ppt/notesSlides/notesSlide41.xml" Id="Ref999cd455974171" /></Relationships>
</file>

<file path=ppt/slides/_rels/slide4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5c939c2d0c14bc5" /><Relationship Type="http://schemas.openxmlformats.org/officeDocument/2006/relationships/notesSlide" Target="/ppt/notesSlides/notesSlide42.xml" Id="Rcb0cadacdf9a40a9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298AF82-408D-4DA7-B30A-EF09103EB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04850"/>
            <a:ext cx="4095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6D28D9"/>
                </a:solidFill>
              </a:defRPr>
            </a:pPr>
            <a:r>
              <a:rPr sz="3750" b="1">
                <a:solidFill>
                  <a:srgbClr val="6D28D9"/>
                </a:solidFill>
              </a:rPr>
              <a:t>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D63CEB5-C7FE-459E-BCBE-BD4983C02B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66850"/>
            <a:ext cx="733425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Operators: Introduction to Operators, Arithmetic Operators, Relational Operators, Logical Operators, Assignment Operator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624C0E9-E351-45BE-8563-E156384E38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143250"/>
            <a:ext cx="5810250" cy="1657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Subject: INTRODUCTION TO C PROGRAMMING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Code: 1BPLC205E/105E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Depth pass: 9 -&gt; 42 slides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Source basis: official syllabus; Official syllabus; no local prescribed textbook PDF matched for this module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45C9ACD-CEEE-488D-BD7D-250A4282E2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Problem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F1F7C7C-12F6-41BE-85BB-CCAFAC992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410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5C7E0AC-6C59-41EB-B877-5AB3A326E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Foundation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9FA3ED5-0028-4F33-B03B-001F7A1A9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410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30366E1-0078-472C-A9F6-52C7D6C26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Mechanism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4392192-867B-44D1-B8A9-71E0D9AC9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410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252576F-249E-4F61-81B5-73746E9DA6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Worked example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A07E4DA-146F-4DBA-9C03-D9B8DB7B5E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410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7D71EB8-F508-4797-836F-E640E91FB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Exam view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35CE682-AB12-4E8D-9A4B-82A4DE8631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INTRODUCTION TO C PROGRAMMING</a:t>
            </a:r>
          </a:p>
        </p:txBody>
      </p:sp>
    </p:spTree>
    <p:extLst>
      <p:ext uri="{BB962C8B-B14F-4D97-AF65-F5344CB8AC3E}">
        <p14:creationId xmlns:p14="http://schemas.microsoft.com/office/powerpoint/2010/main" val="212333675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EC3E97C-C15F-4E55-BE32-3AE87B6AB4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1BPLC205E/105E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ABD453A-E7A7-4D8C-AC1D-3B76235298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Teaching journey for the module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3BA7B79-6366-4E73-9814-3E178DBA1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F426C28-4213-49A0-B4B9-68ED72B476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2/42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AEA4760-8156-4002-82B0-4B93D24C4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669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Motivation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C00A784-0641-4CA8-A824-A67137A89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574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67A855C-21F3-4469-92C4-A1582DAF8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669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Concept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AC1D1E6-BB31-46F5-884F-DB90B2ADDE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574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18F5A5B-C1AF-4840-97D0-5438EEFEC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669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Mechanism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695B20A-2DAC-418A-B529-D8A44484F1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574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8E1A7F2-1DCB-4B16-BF47-BB8755517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669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Example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299649F-8059-4922-B247-19583AE74C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574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0CE0C5E-6B9D-4007-A176-55E52BA2BD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669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Recap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0ADB1B5-40D3-4652-B9F5-0B990E0C74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905250"/>
            <a:ext cx="9144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• Every major syllabus topic is expanded through purpose, structure, working, example, application, and exam perspective.</a:t>
            </a:r>
          </a:p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• Topics are scoped to the official syllabus; no unverified previous-year questions are inserted.</a:t>
            </a:r>
          </a:p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• Where the syllabus names textbook sections, the deck records that mapping for lecturer traceability.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2FC8E6C-931F-499C-8456-EE7287A1A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INTRODUCTION TO C PROGRAMMING</a:t>
            </a:r>
          </a:p>
        </p:txBody>
      </p:sp>
    </p:spTree>
    <p:extLst>
      <p:ext uri="{BB962C8B-B14F-4D97-AF65-F5344CB8AC3E}">
        <p14:creationId xmlns:p14="http://schemas.microsoft.com/office/powerpoint/2010/main" val="89678446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B69F24E-5918-4085-822D-422E9ACDA6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1BPLC205E/105E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C733A68-204D-4A65-91CF-7AD63C570F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Official syllabus topic map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C7B4AF2-F470-432E-91D2-4625CEB8E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64BDC48-E764-4AC3-9F74-5D33C3A2C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3/42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DB3E44B-4AA8-416C-8A85-25050A195F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5240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#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DAA83CE-1323-4FD7-81D0-8C0E38A3FE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15240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Syllabus topic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BD793B8-CCC7-4301-B3DE-D2AD977C1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15240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Treatment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0917BF6-7F35-412A-9DFE-F51DF42D2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0193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E5970D9-66C0-48E5-8AA1-44C97F6527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20193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Operators: Introduction to Operators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B330127-D46A-49E3-84FE-F6F65E415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20193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Concept + mechanism + worked explanation + exam view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7945CD0-CF38-4A60-82BE-E5A9B4FB6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5146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D3FB68C-5FFA-49E3-9B51-BF7358131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25146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Arithmetic Operators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4F8E608-2144-48E0-A190-D96DE3735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25146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Concept + mechanism + worked explanation + exam view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AF22EC1-6D14-46B5-AFCB-24F293F9DA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099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1A78F44-D7AF-4CE5-BAB2-D41A00F49B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30099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Relational Operators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8D3091E-C093-4692-B42B-EA2BDB72BC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30099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Concept + mechanism + worked explanation + exam view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10B23CA-CB49-44F6-BF8D-3ADE0E5110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5052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E7A86F5-38ED-4305-99FF-D61F98DC0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35052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Logical Operators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59506CC-CAD8-4EC9-9F37-2073AD23D9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35052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Concept + mechanism + worked explanation + exam view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15D0C51-9487-4448-9339-D1D39A2B1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005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157AC9E-8AD8-440E-87E1-3469E87E47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0005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Assignment Operators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CC75D8F-CC93-48C5-8CCB-8FA796F66B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40005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Concept + mechanism + worked explanation + exam view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072A17D-00D8-4B6A-A75B-E32A28316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4958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6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34B0E83-9E7F-4639-AD98-B92092804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4958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Increment and Decrement Operators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287C800-4621-4D1E-A934-5301D854A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44958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Concept + mechanism + worked explanation + exam view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CA28B45-8BF1-450D-BCCD-28CE5D2AD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9911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7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815C5E2-A054-4A4B-B14C-545F7AD2E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9911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Conditional Operators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8BD4706-18DD-4953-8B00-C8DBF3216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49911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Concept + mechanism + worked explanation + exam view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A8214B2-97DD-4E6C-9F86-014A7EFF1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4864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8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CA0A687-F38D-4734-A6DB-FB9749B25C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54864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Precedence of Arithmetic Operators. Decision Making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1B1D386-01A1-48A2-9261-3C40AE28A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54864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Concept + mechanism + worked explanation + exam view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42069CC-4F23-4C52-9EB9-221FCD400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INTRODUCTION TO C PROGRAMMING</a:t>
            </a:r>
          </a:p>
        </p:txBody>
      </p:sp>
    </p:spTree>
    <p:extLst>
      <p:ext uri="{BB962C8B-B14F-4D97-AF65-F5344CB8AC3E}">
        <p14:creationId xmlns:p14="http://schemas.microsoft.com/office/powerpoint/2010/main" val="154592721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74930EE-77EB-4DD1-80D4-C8F6A908A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1BPLC205E/105E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562C2D9-7BFB-46F8-A452-46AF0282D9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Textbook and source mapping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E850A49-5236-4624-9FAB-86E017829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A8D5302-48CA-454D-85F3-68666B3582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4/42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6FF9297-8ACF-4A4B-A252-F72BDF6B59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0495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82033"/>
                </a:solidFill>
              </a:defRPr>
            </a:pPr>
            <a:r>
              <a:rPr sz="975" b="1">
                <a:solidFill>
                  <a:srgbClr val="182033"/>
                </a:solidFill>
              </a:rPr>
              <a:t>Syllabus topic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E4CE973-965D-4CB6-855E-D8613D49A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150495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82033"/>
                </a:solidFill>
              </a:defRPr>
            </a:pPr>
            <a:r>
              <a:rPr sz="975" b="1">
                <a:solidFill>
                  <a:srgbClr val="182033"/>
                </a:solidFill>
              </a:rPr>
              <a:t>Prescribed source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F20ABB2-9FFD-47A5-AF10-04E4D9A9A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150495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82033"/>
                </a:solidFill>
              </a:defRPr>
            </a:pPr>
            <a:r>
              <a:rPr sz="975" b="1">
                <a:solidFill>
                  <a:srgbClr val="182033"/>
                </a:solidFill>
              </a:rPr>
              <a:t>PPTX treatment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7D61344-37E7-4C20-BA9E-913443B9EA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5740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Operators: Introduction to Operators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FCEDAFF-01D6-48F5-B917-541805C05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05740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Official syllabus; no local prescribed textbook PDF match...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F10AA20-7B44-49A5-AE0E-D7DF9F88A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05740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Expanded in topic teaching cluster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4EBBEE0-A7C5-4B4E-A65C-955394D7A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0985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Arithmetic Operators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E68E1CE-A241-46DA-A7DE-8CE234E3B6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60985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Official syllabus; no local prescribed textbook PDF match...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61B4796-6FBF-4834-8EC4-BEE18C331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60985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Expanded in topic teaching cluster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33A28F7-78BD-4503-A373-165BD9219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6230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Relational Operators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559B7BE-D596-4555-8CDE-1178DF188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16230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Official syllabus; no local prescribed textbook PDF match...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C00B6F2-02F9-4C5A-A2B0-97E7D9481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16230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Expanded in topic teaching cluster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1818DA3-B4A1-49EE-9534-FE2AAA9369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71475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Logical Operators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3E0E516-1519-4728-92F8-DC1FDF24C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71475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Official syllabus; no local prescribed textbook PDF match...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F2EA8D0-5CD7-41BB-AFE1-40E6D938E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71475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Expanded in topic teaching cluster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DB5A4BB-736D-41AA-A5DA-E603F0FF18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26720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Assignment Operators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36A5C55-8500-4FC1-A94A-529ABF263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26720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Official syllabus; no local prescribed textbook PDF match...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9548874-DC05-45FE-8B09-37EADED9D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26720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Expanded in topic teaching cluster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91C4F64-7183-41A6-9A3C-B176CECB0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81965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Increment and Decrement Operators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99361B0-A6B2-4903-AA91-945BC522C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81965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Official syllabus; no local prescribed textbook PDF match...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F0B4E1B-28B6-4BF2-B750-766F1A2DC6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81965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Expanded in topic teaching cluster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0C443B4-FC15-45DE-B40E-F89E8FCC3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37210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Conditional Operators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956D5F9-ABD1-4F7B-BF46-B36EB3C17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537210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Official syllabus; no local prescribed textbook PDF match...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03384BB-9933-4626-B935-525A81560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537210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Expanded in topic teaching cluster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8690202-C53D-4B43-9C20-0A7ADEF554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INTRODUCTION TO C PROGRAMMING</a:t>
            </a:r>
          </a:p>
        </p:txBody>
      </p:sp>
    </p:spTree>
    <p:extLst>
      <p:ext uri="{BB962C8B-B14F-4D97-AF65-F5344CB8AC3E}">
        <p14:creationId xmlns:p14="http://schemas.microsoft.com/office/powerpoint/2010/main" val="114728764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A77C874-74F4-41BC-B65E-8D63EA034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1BPLC205E/105E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9708852-92E0-409C-952B-12FCB05FF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Key terms before detailed teaching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1B423C4-CF44-421D-BE16-EF2BBB7C1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102E3E2-91E0-478B-9948-1B265AFE0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5/42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19D8FAE-D299-4A68-8EE1-15BDC5A6D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69545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Operators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FE01B4E-2A7A-4C99-AD26-5A16EEA15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9545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Arithmetic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1B1086E-CA41-49E6-B9B3-E856300396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169545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Relational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E8C1F97-17EA-4750-8E34-22690CEB8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169545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Logical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A8F0EC9-4A9B-40AB-BA72-16B76AF45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169545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Assignment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1F3825D-1925-463F-B1D7-BE466812DE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74320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Operator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21AA1C6-85A7-4657-B0A6-FB135C7A43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Increment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225BF14-5DB4-41F6-89F2-2FC295990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274320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Decrement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98ECCB1-1564-42BF-A8CE-AA8336DB8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274320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Conditional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891F8F8-50AA-4619-88E5-F71B7C400B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74320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Precedence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8E175C7-578F-47D0-91DD-5B55C758E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400550"/>
            <a:ext cx="9144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• Use these terms consistently in derivations, diagrams, programs, explanations, and exam answers.</a:t>
            </a:r>
          </a:p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• Students should be able to define, connect, and apply each term by the end of the module.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EAAC398-F783-46A0-801A-B3E67FBAA9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INTRODUCTION TO C PROGRAMMING</a:t>
            </a:r>
          </a:p>
        </p:txBody>
      </p:sp>
    </p:spTree>
    <p:extLst>
      <p:ext uri="{BB962C8B-B14F-4D97-AF65-F5344CB8AC3E}">
        <p14:creationId xmlns:p14="http://schemas.microsoft.com/office/powerpoint/2010/main" val="151764109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4E0BB62-F134-4008-A845-0589B5763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1BPLC205E/105E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4658CA8-D8A9-422F-964D-D10974E8AF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1. Why this topic matters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F1EAB3F-8410-44E2-A11D-08613DCB4C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FDA2CB0-8D70-4982-8B48-3843E1C9B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6/42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E4C4988-4242-44F5-86C4-47DDA0B0C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0020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2033"/>
                </a:solidFill>
              </a:defRPr>
            </a:pPr>
            <a:r>
              <a:rPr sz="2100" b="1">
                <a:solidFill>
                  <a:srgbClr val="182033"/>
                </a:solidFill>
              </a:rPr>
              <a:t>Operators: Introduction to Operators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4604159-C96F-44DF-8B3E-AF7517B5F2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86050"/>
            <a:ext cx="9334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Operators: Introduction to Operators becomes teachable when students see the problem, algorithm, code fragment, dry run, and output together.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Connect the idea to the module problem before definitions.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should be able to say what changes, what is measured, and why the result matters.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44CCBAD-05F3-4E6E-9910-36C1BE028C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Input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B98E24A-F2CA-4246-8E97-BC366504FA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C4653FE-CAB4-4941-B5D8-A724C5CFE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Variables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01D2117-0D09-44CC-BC07-9A6A53097D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CA1E367-FBE9-424E-B55F-BDDA93E1E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Decision/loop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9485386-6B00-4748-A85B-B642630D0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641EC83-1F51-4131-BD94-29657E7F0B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update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3E7781F-E196-431C-BBDC-871D4795B3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F7969EE-0113-4B3B-9E58-5B8B5A31E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Output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91C0D8F-08E0-4681-ACC7-5D74DEABD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INTRODUCTION TO C PROGRAMMING</a:t>
            </a:r>
          </a:p>
        </p:txBody>
      </p:sp>
    </p:spTree>
    <p:extLst>
      <p:ext uri="{BB962C8B-B14F-4D97-AF65-F5344CB8AC3E}">
        <p14:creationId xmlns:p14="http://schemas.microsoft.com/office/powerpoint/2010/main" val="182470576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B3D5A4B-5049-4205-8359-6C5E5B884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1BPLC205E/105E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20FD51A-3C9D-4B18-BA8A-6AA1F8731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1. Concept structure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A30935B-49D9-48C9-B3ED-89DC93CBD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85BB586-B912-4A70-81F1-73A5823209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7/42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28A9F91-C74F-4FCB-A66C-76103E07B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383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Part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2BCFA02-E3E1-4B05-B9E1-D32BB5104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383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Classroom explanation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A281BC7-5B4C-48A9-97A4-8E3235113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6383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DB65338-488B-4656-BD62-58E665B74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907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Input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10D238D-FE28-4021-84CC-966D64D01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1907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Input explains one necessary part of Operators: Introduct...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F41DC30-776C-4546-8464-F11E7FF0C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907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is given?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80308B6-CCED-44A8-8FA3-8B0D7DBB0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432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Variables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C6CBA5C-7CD0-40E1-BC40-BAAD10723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Variables explains one necessary part of Operators: Intro...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0F27483-E2AD-4527-9ACD-D71653C60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432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74E4052-BB9C-46FF-9CFF-ECE258A6A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Decision/loop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A51C1E7-1CF1-4E85-9890-1779A3BBB3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2956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Decision/loop explains one necessary part of Operators: I...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9886EF7-2281-4293-834C-6643C64B4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2956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D21540D-8B9B-40F3-BA60-3FF20ECD6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481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State update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934810F-5842-425E-BAA4-41545BA42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8481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State update explains one necessary part of Operators: In...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EAE55EB-3B70-4FCE-94D6-233D7FDE0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8481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110FF2B-4584-4FD4-B39A-E0F841CC2C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005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Output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6EF6519-B794-495C-A2AE-38B5114742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4005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Output explains one necessary part of Operators: Introduc...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6D6A038-DE6A-4880-A6B1-6E7EB0739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4005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does it mean?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D52DF29-009A-4B1B-A9F3-C75E69DC3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INTRODUCTION TO C PROGRAMMING</a:t>
            </a:r>
          </a:p>
        </p:txBody>
      </p:sp>
    </p:spTree>
    <p:extLst>
      <p:ext uri="{BB962C8B-B14F-4D97-AF65-F5344CB8AC3E}">
        <p14:creationId xmlns:p14="http://schemas.microsoft.com/office/powerpoint/2010/main" val="1039019542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3E7FEDC-327D-4FFE-969F-6A07EF6867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1BPLC205E/105E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2109447-6110-4635-B1D2-CD8CA3FB8F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1. Worked teaching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82B96FF-B672-4577-8EFD-5F238A03A4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22F912C-D5C5-470E-8248-88272890B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8/42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249E22F-52BE-4631-85B2-E6DD0CE9C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Define input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5F42D73-9DAE-422D-97F5-FA37CD690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D9FDFB1-F2AB-4D51-B5A7-323369FFE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Write algorithm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43ACA0F-20F8-496C-8608-CB5EF0DE0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2B4F0C9-F75F-42D7-93B7-54D0E38D60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Trace variables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1C54924-50D8-40AE-9C84-622F3BBC5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E82B4D0-D3A4-4B05-BB67-753788732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Map trace to code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A3FBD15-EE78-47A7-876E-EDCC414CA6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EF26C5C-CDA3-4058-8DDE-D59AB51038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Predict output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F72D9F0-7977-4543-9E48-01B1EF3A4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14750"/>
            <a:ext cx="9334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1. Define input: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2. Write algorithm: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3. Trace variables: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4. Map trace to code: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5. Predict output: close with interpretation.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6. Test edge case: close with interpretation.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480A9A0-ED0A-4DA3-BBF7-EE950E111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INTRODUCTION TO C PROGRAMMING</a:t>
            </a:r>
          </a:p>
        </p:txBody>
      </p:sp>
    </p:spTree>
    <p:extLst>
      <p:ext uri="{BB962C8B-B14F-4D97-AF65-F5344CB8AC3E}">
        <p14:creationId xmlns:p14="http://schemas.microsoft.com/office/powerpoint/2010/main" val="1293006647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E2C1BAC-20B1-41BE-859A-339ACB6629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1BPLC205E/105E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2E3BB27-F6CA-4F12-92EC-30E8125A3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1. Application, confusion, exam 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54ACAA5-80FE-4182-81DC-F5446B10C9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223AD43-ACBF-4322-9687-97F8E75B1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9/42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2D34B90-C315-4B16-AA7B-722D7520F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19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9A6A94B-B801-4679-9730-FCBC174B5B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05050"/>
            <a:ext cx="4343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Use Operators: Introduction to Operators when a problem asks students to explain, compute, design, compare, or justify a result.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DD425A5-1737-42E9-B174-42EA56D6F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19250"/>
            <a:ext cx="2667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Common 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4EDDC81-935F-4226-BCAA-926C0460F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05050"/>
            <a:ext cx="4095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Pasting code without explaining data flow, control flow, and the point where the output is produced.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EFE531D-7B70-4CC1-BE62-885D94B9B5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667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Exam takeaway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338B7A9-4CB8-44E3-8D3F-CDB89F2F3C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629150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A complete answer defines the topic, shows the mechanism or working, includes a labeled example, and states the final interpretation.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D3F3DF5-83A6-4113-8160-35847DA351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INTRODUCTION TO C PROGRAMMING</a:t>
            </a:r>
          </a:p>
        </p:txBody>
      </p:sp>
    </p:spTree>
    <p:extLst>
      <p:ext uri="{BB962C8B-B14F-4D97-AF65-F5344CB8AC3E}">
        <p14:creationId xmlns:p14="http://schemas.microsoft.com/office/powerpoint/2010/main" val="1526865495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A71A3E8-7A58-44DB-ACE0-305BA5741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1BPLC205E/105E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D84220D-FD50-48D4-8294-15EBAC39C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2. Why this topic matters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D2F7DE0-B92B-43A0-803D-515184C1D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C2AF5BF-3B3D-4667-BDB4-AAD15CA47D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10/42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E8A0890-960F-4227-A525-2E2ADEC22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0020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2033"/>
                </a:solidFill>
              </a:defRPr>
            </a:pPr>
            <a:r>
              <a:rPr sz="2100" b="1">
                <a:solidFill>
                  <a:srgbClr val="182033"/>
                </a:solidFill>
              </a:rPr>
              <a:t>Arithmetic Operators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19B39E2-98BA-41AD-9B66-9D6042754B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86050"/>
            <a:ext cx="9334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Arithmetic Operators becomes teachable when students see the problem, algorithm, code fragment, dry run, and output together.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Connect the idea to the module problem before definitions.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should be able to say what changes, what is measured, and why the result matters.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B9D4272-4BBD-4B3C-9F5F-2C5AE36603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Input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18B3146-8F5A-4F6B-927F-304D468656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37960D3-6EF8-46D0-B447-E5ADD2EEE1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Variables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29C47B6-41C6-4244-8BBD-19F70561A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5F2660A-D514-4C07-9159-21FEC97CA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Decision/loop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B8B80D0-A793-408A-B545-7526CE2800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A3E25BC-1A53-43EF-82DE-3E7628776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update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9EF8F79-B08E-4084-872D-5D0F1353D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E171DFA-34DE-4C90-8890-1E30BA8B6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Output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EE8D202-6045-41A0-BE69-AAFE7A418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INTRODUCTION TO C PROGRAMMING</a:t>
            </a:r>
          </a:p>
        </p:txBody>
      </p:sp>
    </p:spTree>
    <p:extLst>
      <p:ext uri="{BB962C8B-B14F-4D97-AF65-F5344CB8AC3E}">
        <p14:creationId xmlns:p14="http://schemas.microsoft.com/office/powerpoint/2010/main" val="2060345304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6D13B8A-2019-4C06-B8ED-8B7CE3D4AC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1BPLC205E/105E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B0C91C0-A045-4502-A134-3AE6E3FA6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2. Concept structure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BA2BC5B-AF67-41C5-9B1A-6673EA06C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D1EFC7D-8515-4D6D-88E8-04FBFA2C3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11/42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0A99362-0DE7-4099-A7AA-C7FC99FD8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383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Part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3C2CD45-5858-4DDE-BB38-D69199292E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383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Classroom explanation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C968BCA-AFA9-4F52-8D9A-EAB075CAA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6383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751E76A-0502-4847-BCE0-DC60565232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907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Input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55DA3B6-CD1F-4EE5-9A0F-020BF0D88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1907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Input explains one necessary part of Arithmetic Operators.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032C25B-1DEB-4036-8837-2F39E87B8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907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is given?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8AE02FE-5134-4D21-B763-0BC88D879A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432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Variables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7232BB6-33CB-4A56-95FD-A88E57ACC7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Variables explains one necessary part of Arithmetic Opera...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0B386CC-AA0D-487D-86E8-A7BC61885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432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1EAAB61-F466-4723-BDF3-B8FFCF853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Decision/loop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3A97598-3CE5-4805-8257-783A11150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2956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Decision/loop explains one necessary part of Arithmetic O...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F3F96B2-7D28-422F-88FC-29A0C5D17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2956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085888A-A030-4140-866E-8D4B635D2D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481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State update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359B8BC-D4EB-4B63-85C9-43AAE07AD8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8481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State update explains one necessary part of Arithmetic Op...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33DE254-8D08-4FE5-8500-81B1F0CFB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8481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B41F469-C9B0-4951-B6BC-D59D4720D7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005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Output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3849AD0-13C4-4F0E-94D0-C48D95301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4005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Output explains one necessary part of Arithmetic Operator...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566ABE1-4216-47D9-942C-CE7EE8E19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4005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does it mean?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5236BAA-7F42-419C-A2E3-6057675163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INTRODUCTION TO C PROGRAMMING</a:t>
            </a:r>
          </a:p>
        </p:txBody>
      </p:sp>
    </p:spTree>
    <p:extLst>
      <p:ext uri="{BB962C8B-B14F-4D97-AF65-F5344CB8AC3E}">
        <p14:creationId xmlns:p14="http://schemas.microsoft.com/office/powerpoint/2010/main" val="1644815750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0876607-9BD8-455B-87DD-056CB5813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1BPLC205E/105E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C2017B5-F8A0-4541-BDE9-F995CAAD1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2. Worked teaching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46F561A-27C9-4D45-A2AE-EF0CD9AC42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9795944-0C68-4FBF-93B0-5DB75DDC4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12/42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F009C70-5491-45FE-945D-4FE675B4E9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Define input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64DEE46-72DA-4ACA-A72A-63B1B75C0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B00023A-0E1B-46AF-95D1-F3FB4D88B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Write algorithm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8F2DE8A-D498-4DAE-803D-8383BBDEDD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5A6927B-E68A-46C6-89D8-2A65D0087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Trace variables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31B4971-9A74-434D-967B-1128A8091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969EBD3-D1EA-4968-AB43-144E7A803E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Map trace to code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A99C512-016D-45A4-A3CB-F12E9B34D1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9532766-0108-486C-8A8C-0E7EAF7753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Predict output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4DCFBBF-10B6-4D91-89FC-44B84B6EE9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14750"/>
            <a:ext cx="9334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1. Define input: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2. Write algorithm: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3. Trace variables: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4. Map trace to code: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5. Predict output: close with interpretation.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6. Test edge case: close with interpretation.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95D53E1-B051-457A-9703-F6F30D5C1B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INTRODUCTION TO C PROGRAMMING</a:t>
            </a:r>
          </a:p>
        </p:txBody>
      </p:sp>
    </p:spTree>
    <p:extLst>
      <p:ext uri="{BB962C8B-B14F-4D97-AF65-F5344CB8AC3E}">
        <p14:creationId xmlns:p14="http://schemas.microsoft.com/office/powerpoint/2010/main" val="1393117846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6664DF1-E552-4FF0-866E-7D9622108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1BPLC205E/105E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9569D96-8956-483C-AE12-E755EFCB7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2. Application, confusion, exam 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549161E-6EBC-4D0A-9330-9EF204E42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C3C6DD5-6A95-47F6-96A0-EB6900A1B8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13/42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6C9ADF5-C6C0-46CD-B08A-37B390830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19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EAF2162-7274-4C17-82E3-6BFCABEA4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05050"/>
            <a:ext cx="4343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Use Arithmetic Operators when a problem asks students to explain, compute, design, compare, or justify a result.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28F9ED9-704C-42D2-88C8-C9DA3842F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19250"/>
            <a:ext cx="2667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Common 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7F7916C-CB8B-40DE-9D0A-F2FADD2CE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05050"/>
            <a:ext cx="4095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Pasting code without explaining data flow, control flow, and the point where the output is produced.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AD87C36-834B-431B-9613-971103B95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667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Exam takeaway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3571DE3-F798-4B0F-AF4F-64C153482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629150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A complete answer defines the topic, shows the mechanism or working, includes a labeled example, and states the final interpretation.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334597D-5E8D-424C-AD19-409F3F6D1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INTRODUCTION TO C PROGRAMMING</a:t>
            </a:r>
          </a:p>
        </p:txBody>
      </p:sp>
    </p:spTree>
    <p:extLst>
      <p:ext uri="{BB962C8B-B14F-4D97-AF65-F5344CB8AC3E}">
        <p14:creationId xmlns:p14="http://schemas.microsoft.com/office/powerpoint/2010/main" val="1779210165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8854F5E-A878-472C-978E-4A723D0DC2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1BPLC205E/105E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042DED9-3616-4CD3-ADD7-D2E90D0A6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3. Why this topic matters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C8387C6-5CA8-4698-BE61-B6896793D1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8AD3BB9-AA9F-4CA6-A7CC-1276E8D052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14/42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B5A9E0A-D7B7-4623-83FA-2C9188E1B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0020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2033"/>
                </a:solidFill>
              </a:defRPr>
            </a:pPr>
            <a:r>
              <a:rPr sz="2100" b="1">
                <a:solidFill>
                  <a:srgbClr val="182033"/>
                </a:solidFill>
              </a:rPr>
              <a:t>Relational Operators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FFED3D8-AF60-48E7-A21B-BBF14F4B8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86050"/>
            <a:ext cx="9334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Relational Operators becomes teachable when students see the problem, algorithm, code fragment, dry run, and output together.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Connect the idea to the module problem before definitions.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should be able to say what changes, what is measured, and why the result matters.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5E3DB26-6927-4500-9317-3DE58442A9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Input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AFCFF08-6A86-458F-8D04-43F034C549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ABE02F0-3BB7-4CA8-BBC5-988D2B83E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Variables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FB4AF13-2C25-404A-B744-1A5122BB56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2183126-4855-4DC0-9530-CC24A82147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Decision/loop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8E454F7-81F6-4586-8F29-1ACA9A275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3D4B23C-7C5D-4D07-9FD3-71B267D5B6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update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211A56E-7D99-4292-8F19-52FCE3F64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E4E5C52-2B6D-4E83-9E91-C179A513A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Output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A479A20-43E4-4074-BA73-94229CD03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INTRODUCTION TO C PROGRAMMING</a:t>
            </a:r>
          </a:p>
        </p:txBody>
      </p:sp>
    </p:spTree>
    <p:extLst>
      <p:ext uri="{BB962C8B-B14F-4D97-AF65-F5344CB8AC3E}">
        <p14:creationId xmlns:p14="http://schemas.microsoft.com/office/powerpoint/2010/main" val="1651425718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0BEC7DA-535A-4A02-9F34-D86AA775EE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1BPLC205E/105E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B274C2E-C780-4957-8F4B-C121F104DB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3. Concept structure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08633E7-1EB4-4FC8-ACE4-C04553EAB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D79DB90-17E6-49EF-A9D7-CA54CEA00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15/42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D30E41E-1C0D-4D26-9C12-A3C32C1A5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383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Part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DD979C8-3E24-41FD-8B72-445BE286D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383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Classroom explanation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F1FFF5A-55F6-4AB3-870F-93DDAF3E3B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6383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C8F9124-485A-438D-ACC7-9F38B0AC8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907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Input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B758A5E-659B-4135-BBD9-984EF739D0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1907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Input explains one necessary part of Relational Operators.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F2C2B47-8CCD-4A3F-A8EF-26A390F6A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907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is given?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647E0BF-EF93-452C-B367-38DA9ADE1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432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Variables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520AE19-53F0-4D56-9B04-00781CE32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Variables explains one necessary part of Relational Opera...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18CE676-83D3-4E73-8DC6-B9B1148C0D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432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E6ECAD7-662D-49B0-A105-1ED40467B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Decision/loop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29A1AB7-3C2F-4EAC-90FB-EFDF411733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2956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Decision/loop explains one necessary part of Relational O...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664C0AD-E2A1-4687-B603-AE4C01A28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2956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3B012F6-B5F4-4373-BD34-B78DFA5F54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481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State update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2BF1530-C39B-4C79-92A7-5B42F66869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8481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State update explains one necessary part of Relational Op...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E3093C2-E452-4CD8-9D48-76F0804CC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8481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9D9331A-F905-4546-B462-57E4BFEEB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005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Output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2E73396-937F-4123-A083-C535C28B5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4005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Output explains one necessary part of Relational Operator...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9DBF2E0-06AA-48BC-92A7-03D2631C5D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4005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does it mean?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8C66284-3097-44C9-AD1C-E5DC6119E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INTRODUCTION TO C PROGRAMMING</a:t>
            </a:r>
          </a:p>
        </p:txBody>
      </p:sp>
    </p:spTree>
    <p:extLst>
      <p:ext uri="{BB962C8B-B14F-4D97-AF65-F5344CB8AC3E}">
        <p14:creationId xmlns:p14="http://schemas.microsoft.com/office/powerpoint/2010/main" val="922632316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30B5337-9406-4DB4-AE9B-3721D60047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1BPLC205E/105E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59C482F-FB6F-40EE-9159-3F4666B03A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3. Worked teaching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96FC536-04D3-405F-96E8-73A8C3822F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0D05588-25F0-4CE7-B0E8-25E6C3D40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16/42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2DA56F8-8E80-4C64-AC2E-E70C22021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Define input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805A2B6-9552-4F3F-ACC3-E24251A21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B91A7D1-970C-4A0D-B773-A4A4E224C2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Write algorithm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D48EDC6-CE06-4882-8157-BAAB38E5F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6DBE5A4-D403-4757-92FA-8718B280B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Trace variables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B6BF9E7-EE95-4BEA-8ACF-09BDF18F4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2DD6D1B-9D0A-4243-BB78-69B1D1089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Map trace to code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2B7B5A8-BBD5-4B04-8D70-56C2DFB65B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00CBF96-8513-414F-B975-8F4399175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Predict output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B8183C4-7E60-430A-8AA1-9D693F56E8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14750"/>
            <a:ext cx="9334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1. Define input: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2. Write algorithm: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3. Trace variables: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4. Map trace to code: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5. Predict output: close with interpretation.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6. Test edge case: close with interpretation.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FE87EE9-159D-46DD-A401-3CA910505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INTRODUCTION TO C PROGRAMMING</a:t>
            </a:r>
          </a:p>
        </p:txBody>
      </p:sp>
    </p:spTree>
    <p:extLst>
      <p:ext uri="{BB962C8B-B14F-4D97-AF65-F5344CB8AC3E}">
        <p14:creationId xmlns:p14="http://schemas.microsoft.com/office/powerpoint/2010/main" val="2037723738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1746C83-9221-4CBF-9775-BF3803036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1BPLC205E/105E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936F3B6-7872-4E06-93E0-CF908A7C6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3. Application, confusion, exam 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AE8BD22-743A-46BF-B4DF-5AA2A0D0FB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C64AEA4-E26E-4989-AD25-6B9626CA7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17/42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BAD5312-35C0-4735-B62D-0B3B69FFC8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19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4CDF18B-6C42-4DF3-A9B6-8C4D5F9E9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05050"/>
            <a:ext cx="4343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Use Relational Operators when a problem asks students to explain, compute, design, compare, or justify a result.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ABE8C08-2F32-4A99-9D4E-ACFAAF5B0C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19250"/>
            <a:ext cx="2667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Common 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26504E4-250F-4B2A-9769-36F789B0C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05050"/>
            <a:ext cx="4095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Pasting code without explaining data flow, control flow, and the point where the output is produced.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63E3F7C-B997-42CF-810F-7DA7BE4D3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667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Exam takeaway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7670D02-DD01-4103-848A-586866F0E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629150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A complete answer defines the topic, shows the mechanism or working, includes a labeled example, and states the final interpretation.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93CC2CE-BDBD-4F66-9913-76108F89E8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INTRODUCTION TO C PROGRAMMING</a:t>
            </a:r>
          </a:p>
        </p:txBody>
      </p:sp>
    </p:spTree>
    <p:extLst>
      <p:ext uri="{BB962C8B-B14F-4D97-AF65-F5344CB8AC3E}">
        <p14:creationId xmlns:p14="http://schemas.microsoft.com/office/powerpoint/2010/main" val="1961150325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9E205B5-B631-4E1D-B161-134516AF7C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1BPLC205E/105E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4B0E02C-77B6-4FC2-80B5-09D9111D0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4. Why this topic matters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EF17C98-4B89-472F-9D77-4FDF9F2B47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2DF540E-1EA8-4428-A24D-EB4DB2537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18/42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44046BA-9DE7-4B67-98F4-B3CF377252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0020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2033"/>
                </a:solidFill>
              </a:defRPr>
            </a:pPr>
            <a:r>
              <a:rPr sz="2100" b="1">
                <a:solidFill>
                  <a:srgbClr val="182033"/>
                </a:solidFill>
              </a:rPr>
              <a:t>Logical Operators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AA03809-4581-425E-BF6F-25117A483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86050"/>
            <a:ext cx="9334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Logical Operators becomes teachable when students see the problem, algorithm, code fragment, dry run, and output together.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Connect the idea to the module problem before definitions.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should be able to say what changes, what is measured, and why the result matters.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83FAB0A-B7D4-47EE-8BFB-E39A20683A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Input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D238035-3469-416A-9674-609BDA957D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53CD200-C151-4478-A8A8-9C6D2234A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Variables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FD301FC-DD06-40EE-AFC2-74A8DFB41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EFEFF42-F6B7-4DDB-ADC7-D728BC9B2E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Decision/loop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CE9F0D3-56A0-43AB-80B7-D9822ADEBC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DC02B2F-5650-4975-A77B-1EBCE3D52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update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24741B0-123B-408E-B182-BCC50505F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2DCF171-98E5-49FA-B699-A8458A71E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Output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4B464DA-CA52-4177-A2FF-6FBC40F57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INTRODUCTION TO C PROGRAMMING</a:t>
            </a:r>
          </a:p>
        </p:txBody>
      </p:sp>
    </p:spTree>
    <p:extLst>
      <p:ext uri="{BB962C8B-B14F-4D97-AF65-F5344CB8AC3E}">
        <p14:creationId xmlns:p14="http://schemas.microsoft.com/office/powerpoint/2010/main" val="856129148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59DC0A7-BB7F-476D-9EFE-00EAEA158B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1BPLC205E/105E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5AE999E-0C02-4D95-80CE-1E4E8BBCD9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4. Concept structure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1F5DF67-7DFC-4E86-A9B9-315A7BDC2E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00FC0E9-8427-4D9B-9845-25E309FFF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19/42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A284B11-639A-43CE-B58A-7030DBA686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383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Part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4701F87-A877-43B4-AEE4-7011E6122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383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Classroom explanation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8333CFB-8ED8-4184-B850-A366B7F3C9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6383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96F981C-CA66-44A0-BC3C-F69C6BE582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907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Input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0A4336C-E72D-4312-B947-05A665E21C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1907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Input explains one necessary part of Logical Operators.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E91EC6F-B058-4DB6-96EB-7D21459B9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907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is given?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812CCB8-804C-4B9D-ADED-CEB2FCDE0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432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Variables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3B6E44A-63C3-4A20-8CA3-12B24A9249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Variables explains one necessary part of Logical Operator...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E3C4B72-DFBD-4285-97D7-B66975A012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432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B01C015-10FD-4FE7-A98C-FE13E6909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Decision/loop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B456AAA-2BB6-4540-8FB4-C771FA072B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2956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Decision/loop explains one necessary part of Logical Oper...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8890136-4CEA-40A7-87B5-B05296DD3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2956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24ADD1B-6CAE-46CB-89A1-663EF0D19B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481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State update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16A58D4-9274-4A5F-B622-C99DB2EB9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8481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State update explains one necessary part of Logical Opera...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815ECD5-7CDD-4890-987D-960739276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8481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9201B9B-BC84-41E6-914A-E45878A5A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005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Output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D453B0E-8422-4424-AF75-96C771E59A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4005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Output explains one necessary part of Logical Operators.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F8661C8-830E-4E8A-B29B-825CF9C6B8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4005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does it mean?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F979674-7B8C-4C9A-9879-D87F8ACF77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INTRODUCTION TO C PROGRAMMING</a:t>
            </a:r>
          </a:p>
        </p:txBody>
      </p:sp>
    </p:spTree>
    <p:extLst>
      <p:ext uri="{BB962C8B-B14F-4D97-AF65-F5344CB8AC3E}">
        <p14:creationId xmlns:p14="http://schemas.microsoft.com/office/powerpoint/2010/main" val="59537288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A60A426-0734-43DF-86AD-B654DE729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1BPLC205E/105E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EFF8C7B-5696-4DEF-8AC2-DB0A99553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4. Worked teaching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8F25E2D-A44C-41E1-BACB-CEBFBE3BF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702BD7C-1A0D-4F97-97DD-83C87FC038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20/42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618BD95-49FD-4468-8111-FEEB2B19A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Define input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D8B597D-D95D-4BF5-8675-45A6283966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7FD605F-F67D-4883-B920-802678B29E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Write algorithm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ECC6BAE-281F-4B6B-8591-6030C1BEDA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0236C33-2ADD-4D79-9BAC-A3B4E93F3B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Trace variables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D6B126D-9A1F-46E3-BE67-C94A98646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C13EA0D-923B-412A-8BF7-AF03D1CF4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Map trace to code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4A056EB-B5F2-4F28-A48F-441AECF78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1AD21FD-A07C-455F-8C8B-F3BBF71AC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Predict output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42C7D98-6BDA-4663-91DF-84E951D78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14750"/>
            <a:ext cx="9334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1. Define input: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2. Write algorithm: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3. Trace variables: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4. Map trace to code: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5. Predict output: close with interpretation.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6. Test edge case: close with interpretation.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0CA54EC-39FA-464F-AE09-FED5793E49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INTRODUCTION TO C PROGRAMMING</a:t>
            </a:r>
          </a:p>
        </p:txBody>
      </p:sp>
    </p:spTree>
    <p:extLst>
      <p:ext uri="{BB962C8B-B14F-4D97-AF65-F5344CB8AC3E}">
        <p14:creationId xmlns:p14="http://schemas.microsoft.com/office/powerpoint/2010/main" val="2122757019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7AA4B8A-5EB9-48C1-9E17-3F0752484B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1BPLC205E/105E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96B097E-B8A3-4DF6-8A4B-FF7751CFB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4. Application, confusion, exam 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EAD6F9B-3126-4797-8AD0-CACE519D3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887F0FB-F4C3-4F6F-9414-EC68B23099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21/42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A2C369A-424F-4581-942F-27678DB34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19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0645C89-F771-419B-B6D3-6545113009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05050"/>
            <a:ext cx="4343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Use Logical Operators when a problem asks students to explain, compute, design, compare, or justify a result.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D0D208A-57F8-4F0E-84E4-2C9B275D5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19250"/>
            <a:ext cx="2667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Common 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9BC0280-830F-4230-8FAB-F073886FFD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05050"/>
            <a:ext cx="4095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Pasting code without explaining data flow, control flow, and the point where the output is produced.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B33A2EE-67E8-4CD8-B299-BB59418B98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667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Exam takeaway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527EFDA-8C15-445C-B82B-EDB094CDB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629150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A complete answer defines the topic, shows the mechanism or working, includes a labeled example, and states the final interpretation.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FC4BBD4-C05B-4979-9B3E-5E59A105A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INTRODUCTION TO C PROGRAMMING</a:t>
            </a:r>
          </a:p>
        </p:txBody>
      </p:sp>
    </p:spTree>
    <p:extLst>
      <p:ext uri="{BB962C8B-B14F-4D97-AF65-F5344CB8AC3E}">
        <p14:creationId xmlns:p14="http://schemas.microsoft.com/office/powerpoint/2010/main" val="1771585576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B87502C-4D5A-4355-AC13-44BED8722B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1BPLC205E/105E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6D5435C-649C-4795-979A-200DBEC9A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5. Why this topic matters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2E7DDA0-029D-4F8C-BEBE-1E165D89D7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08106E9-903E-41C2-BF87-3574378EC4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22/42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5609695-5555-46F8-9D40-15DDC26861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0020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2033"/>
                </a:solidFill>
              </a:defRPr>
            </a:pPr>
            <a:r>
              <a:rPr sz="2100" b="1">
                <a:solidFill>
                  <a:srgbClr val="182033"/>
                </a:solidFill>
              </a:rPr>
              <a:t>Assignment Operators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20EF654-8304-4C1D-A1B4-497D9889E6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86050"/>
            <a:ext cx="9334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Assignment Operators becomes teachable when students see the problem, algorithm, code fragment, dry run, and output together.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Connect the idea to the module problem before definitions.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should be able to say what changes, what is measured, and why the result matters.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9AE024D-A78C-4D84-851D-94D07E23D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Input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974BF48-8FF3-445C-996E-B56402E7D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EBFFE0A-4AEA-4163-8DFE-D514EA2F2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Variables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F1CB3EB-3705-441D-8AB5-6DB183E9D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41FC108-9752-44EA-BEB6-D3A341239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Decision/loop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A793E05-9172-4AF0-A149-385335C1E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1D8519A-7318-401D-8162-1B939B30E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update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8433C39-616B-4D9E-B292-11F9E6244C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7E8C31E-CC25-400A-9960-D0A404DDF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Output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036C600-88B9-405A-AAAF-C16DCB8598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INTRODUCTION TO C PROGRAMMING</a:t>
            </a:r>
          </a:p>
        </p:txBody>
      </p:sp>
    </p:spTree>
    <p:extLst>
      <p:ext uri="{BB962C8B-B14F-4D97-AF65-F5344CB8AC3E}">
        <p14:creationId xmlns:p14="http://schemas.microsoft.com/office/powerpoint/2010/main" val="1153900711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A8F451C-2CA4-4AD4-86D7-8F783F1718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1BPLC205E/105E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EC0B4DA-A0D0-4B59-833F-2D32B5323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5. Concept structure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BD86EB9-E982-4C05-9BFB-D155F52D99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AB3774B-887E-4421-B43A-6EC8BB962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23/42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EC3CB7C-FB79-4B97-B694-FB77E7B90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383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Part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DAC91B1-27E6-43F4-8379-BDB53A5A43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383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Classroom explanation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EB7C9DF-D00E-4CC5-BA5C-C1D3B3AD0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6383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00631C7-F248-47D7-AAF8-A5D10CB68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907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Input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66F9D72-0F44-48C6-8A2E-4F1BE716DE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1907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Input explains one necessary part of Assignment Operators.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91CC915-2A8C-4F6D-97A7-BFEA7C25C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907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is given?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064ED43-2105-4D22-B377-5E741B87D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432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Variables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D8DA3C4-7C7F-4375-AECB-789A4EE2D0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Variables explains one necessary part of Assignment Opera...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D6C063A-E05E-4D5C-BAD7-B3E53E3BB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432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16C796F-C415-427B-AAF3-725CA9EA2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Decision/loop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E124919-2567-4EF6-AC47-6DA0732EF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2956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Decision/loop explains one necessary part of Assignment O...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B5A519B-8FDE-4308-86CE-85947F59F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2956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E49A470-9A63-45E6-B7F8-8B0C9F4D9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481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State update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A1468A5-E7FE-46D9-AD4E-10F09E207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8481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State update explains one necessary part of Assignment Op...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2D4CB89-2400-4A70-A152-2DDE485FFA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8481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E2707E0-5100-4F41-9021-74114B2964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005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Output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980222F-767E-478E-B1DE-31588326F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4005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Output explains one necessary part of Assignment Operator...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854EB9D-1EC2-49DD-8615-319473CE6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4005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does it mean?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D9B7AF8-FD7C-4195-AAD2-0268411458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INTRODUCTION TO C PROGRAMMING</a:t>
            </a:r>
          </a:p>
        </p:txBody>
      </p:sp>
    </p:spTree>
    <p:extLst>
      <p:ext uri="{BB962C8B-B14F-4D97-AF65-F5344CB8AC3E}">
        <p14:creationId xmlns:p14="http://schemas.microsoft.com/office/powerpoint/2010/main" val="754818050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CBF8C6C-8BB1-4B11-8CC1-7BEAD49D99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1BPLC205E/105E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3B4AE9D-F958-4564-9A79-9E2A49954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5. Worked teaching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6410745-DA38-43A7-AFBE-D0F6C0C38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FF0B2FB-756A-4241-8120-81B3C35A2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24/42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5760A3C-963E-4046-B069-90D99DEEC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Define input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32D8AC5-5ECD-4798-AB3E-F6D5DD798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DDB003E-6DB7-4FA6-90E0-904C27D56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Write algorithm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5F353A2-4430-4F7F-9A08-927DC4250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AFB1AC5-333B-4C78-B982-19CF631491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Trace variables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80D08FB-3A75-4022-93A6-60B43FF52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A9E89BB-EC1B-473B-95EC-30B7958BF3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Map trace to code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8E21F33-927F-4C5A-8E4E-FAF6A51AB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6C7C16D-A55F-46E6-B5D1-9E44D5D3A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Predict output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34845CA-37A9-428E-9CDE-7296ECE3C3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14750"/>
            <a:ext cx="9334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1. Define input: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2. Write algorithm: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3. Trace variables: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4. Map trace to code: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5. Predict output: close with interpretation.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6. Test edge case: close with interpretation.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DE25072-2F16-4905-86F8-ACC8447AA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INTRODUCTION TO C PROGRAMMING</a:t>
            </a:r>
          </a:p>
        </p:txBody>
      </p:sp>
    </p:spTree>
    <p:extLst>
      <p:ext uri="{BB962C8B-B14F-4D97-AF65-F5344CB8AC3E}">
        <p14:creationId xmlns:p14="http://schemas.microsoft.com/office/powerpoint/2010/main" val="1454611852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DC5C296-81D4-41E3-8D53-27B41BBD7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1BPLC205E/105E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39628B1-502A-40EA-A59D-C6CF4EFF23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5. Application, confusion, exam 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1AC5D90-4B06-462E-A36A-903798238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BB70962-84FD-4235-9823-38B53A27BB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25/42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C732FE8-A597-4D2F-AB83-44E73BE5E6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19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C7CDBF4-9539-45A9-A719-219531B1F3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05050"/>
            <a:ext cx="4343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Use Assignment Operators when a problem asks students to explain, compute, design, compare, or justify a result.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ACCF828-5E4F-4725-A5C5-2A9AC5E2E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19250"/>
            <a:ext cx="2667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Common 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98E06D3-C82B-4EA2-AE3D-1A50C7A47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05050"/>
            <a:ext cx="4095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Pasting code without explaining data flow, control flow, and the point where the output is produced.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4EDB867-A870-4014-95DD-F45A8E016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667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Exam takeaway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B871423-7625-4ECE-85E7-87F6548BE9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629150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A complete answer defines the topic, shows the mechanism or working, includes a labeled example, and states the final interpretation.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C7BD98B-E3FB-403B-89D2-F05B58FA0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INTRODUCTION TO C PROGRAMMING</a:t>
            </a:r>
          </a:p>
        </p:txBody>
      </p:sp>
    </p:spTree>
    <p:extLst>
      <p:ext uri="{BB962C8B-B14F-4D97-AF65-F5344CB8AC3E}">
        <p14:creationId xmlns:p14="http://schemas.microsoft.com/office/powerpoint/2010/main" val="1364805847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473741D-4BBA-4E66-AF41-5721BD359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1BPLC205E/105E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70F7F43-E958-48A4-B874-EC975FC92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6. Why this topic matters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3C16194-C809-41E3-A02A-970B27558E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C4A07EF-D722-4A82-8DAF-01F904386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26/42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88A287D-D1A6-462C-8D81-244E5C221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0020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2033"/>
                </a:solidFill>
              </a:defRPr>
            </a:pPr>
            <a:r>
              <a:rPr sz="2100" b="1">
                <a:solidFill>
                  <a:srgbClr val="182033"/>
                </a:solidFill>
              </a:rPr>
              <a:t>Increment and Decrement Operators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CAE08EE-7555-4B11-BE43-692EC1D49A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86050"/>
            <a:ext cx="9334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Increment and Decrement Operators becomes teachable when students see the problem, algorithm, code fragment, dry run, and output together.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Connect the idea to the module problem before definitions.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should be able to say what changes, what is measured, and why the result matters.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92B866B-6AF2-49CC-95DF-2DCFDED10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Input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11484C0-6F53-40F4-941A-72D612CE7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6B915D8-1A50-49E1-826A-DE452AAA0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Variables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BF1CCD4-D93E-449E-B810-37E58807CE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F2A5FD6-36AE-4A7E-A63A-3BE8B376CF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Decision/loop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6FB7951-88F5-4E0E-9537-B7DD08BA72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C211090-C6A5-4F64-855C-83F611431D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update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D4B7308-C67D-48E5-9B02-D4ED0CC2EA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F0F4A14-DAB7-4CA1-A132-B9A3365B44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Output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85F8345-2D81-4BEC-B629-F7E0B16C8E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INTRODUCTION TO C PROGRAMMING</a:t>
            </a:r>
          </a:p>
        </p:txBody>
      </p:sp>
    </p:spTree>
    <p:extLst>
      <p:ext uri="{BB962C8B-B14F-4D97-AF65-F5344CB8AC3E}">
        <p14:creationId xmlns:p14="http://schemas.microsoft.com/office/powerpoint/2010/main" val="163094044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9F6220E-21C1-432B-B33F-9AE00CA2F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1BPLC205E/105E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3BD5FD7-BF95-4D3A-8D32-1DA01F5AB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6. Concept structure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FB91F66-F157-4F1C-BD4E-777FA91E5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F2AF4C3-77E4-4D3B-A9E5-9FE604E86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27/42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797A081-FB5E-4949-954B-3ED1556400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383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Part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E280360-F9C7-4F24-8CFE-B977EB0A59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383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Classroom explanation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B02422A-8EDD-4CA9-A6B4-CADC69CE7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6383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D35E1A2-D1D7-43E1-B46B-F2829C100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907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Input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301DC24-0BE1-4EAB-89B4-382FFD036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1907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Input explains one necessary part of Increment and Decrem...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929F4B0-301A-47A8-9A7E-F40A356EB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907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is given?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9576CB1-48AD-49F6-BC2B-109B05E52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432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Variables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ACCD38F-2980-4B4B-B8D1-5EBFF3D9C8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Variables explains one necessary part of Increment and De...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1A59430-BEE8-4F39-9986-ADBD177C99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432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96EF823-FBDB-4290-AAFF-3D24022CD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Decision/loop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1ED441B-7959-404C-81D6-5FEC45E560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2956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Decision/loop explains one necessary part of Increment an...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F11319C-4169-481E-8394-F8E865591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2956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7C605C8-76AD-4D10-B4F2-6F7BDCDDE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481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State update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9A88445-783B-44E7-8E44-ECB5194DAE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8481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State update explains one necessary part of Increment and...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DA4423F-4069-4843-B080-35D845BF8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8481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771544B-C98B-4214-9E9E-60B54B551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005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Output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BACA559-4E8B-402E-AF00-767C7F1C0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4005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Output explains one necessary part of Increment and Decre...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A65701A-8E17-459C-BD1B-8835C3D76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4005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does it mean?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29AE1AB-555C-44EA-8DD2-7AB18871F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INTRODUCTION TO C PROGRAMMING</a:t>
            </a:r>
          </a:p>
        </p:txBody>
      </p:sp>
    </p:spTree>
    <p:extLst>
      <p:ext uri="{BB962C8B-B14F-4D97-AF65-F5344CB8AC3E}">
        <p14:creationId xmlns:p14="http://schemas.microsoft.com/office/powerpoint/2010/main" val="150447264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81603B8-12C0-4CC0-974C-6AB321B3A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1BPLC205E/105E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8619CFE-A004-4E4C-B70E-68A660892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6. Worked teaching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BBEFEC7-B60D-4CD8-957C-3A9D3F715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3FE5EFE-FE5A-455B-B0F5-A080F14F7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28/42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540CDAF-E157-4971-A006-E971A3FC7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Define input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39CBDF5-2091-4E66-B7AD-D0011623F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A416BEA-018B-4141-9A10-821951E75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Write algorithm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E2922BC-56D1-4CBE-8F75-43842177B5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7C394B4-C52C-4BDE-9C1B-D545F092E2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Trace variables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DA0F51C-C94F-49B1-9243-B07476800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1AE610D-1443-4413-A0B8-E159F2627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Map trace to code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B096CC2-4197-4823-983E-0FF5433DF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4FB9B99-DE08-47D4-92A8-3974C6065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Predict output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8A00497-CB24-4477-88EA-FE1DA6950C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14750"/>
            <a:ext cx="9334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1. Define input: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2. Write algorithm: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3. Trace variables: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4. Map trace to code: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5. Predict output: close with interpretation.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6. Test edge case: close with interpretation.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4A7036C-571F-4378-BEE7-DFF714BEC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INTRODUCTION TO C PROGRAMMING</a:t>
            </a:r>
          </a:p>
        </p:txBody>
      </p:sp>
    </p:spTree>
    <p:extLst>
      <p:ext uri="{BB962C8B-B14F-4D97-AF65-F5344CB8AC3E}">
        <p14:creationId xmlns:p14="http://schemas.microsoft.com/office/powerpoint/2010/main" val="1037180536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8092CDB-54B6-4529-8C08-17FF2B150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1BPLC205E/105E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BCC5A8D-D40E-4F76-83F1-D56D827A38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6. Application, confusion, exam 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6332AA9-66AB-4C8F-B35C-29C4B89FF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D964242-99C0-42F0-A093-CD5799319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29/42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EE286A6-97C2-4C6C-B9C8-89B11AE094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19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7C11BE3-7489-4EAD-BFF3-E363ED5957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05050"/>
            <a:ext cx="4343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Use Increment and Decrement Operators when a problem asks students to explain, compute, design, compare, or justify a result.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E0930CA-F7DA-446F-9F64-4F1C35558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19250"/>
            <a:ext cx="2667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Common 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C92C485-A973-4F86-9E21-0B9E26742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05050"/>
            <a:ext cx="4095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Pasting code without explaining data flow, control flow, and the point where the output is produced.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C2214F7-6CE4-4B37-B72A-888966588B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667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Exam takeaway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4391099-E06C-41D7-96B1-41E063B93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629150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A complete answer defines the topic, shows the mechanism or working, includes a labeled example, and states the final interpretation.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059E840-9950-4ED8-B95A-D87BA62C7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INTRODUCTION TO C PROGRAMMING</a:t>
            </a:r>
          </a:p>
        </p:txBody>
      </p:sp>
    </p:spTree>
    <p:extLst>
      <p:ext uri="{BB962C8B-B14F-4D97-AF65-F5344CB8AC3E}">
        <p14:creationId xmlns:p14="http://schemas.microsoft.com/office/powerpoint/2010/main" val="1570744528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4B97AC0-8524-41F0-9F2B-4185E0CBBB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1BPLC205E/105E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D72E6F3-12D0-4B59-B2DD-8F16D04C58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7. Why this topic matters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0AB0607-6B59-457A-9AEA-EEE266112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6BEC15B-50A7-4534-90E7-0A33FFFB0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30/42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4B60AB5-4B46-4312-BD47-6F1694599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0020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2033"/>
                </a:solidFill>
              </a:defRPr>
            </a:pPr>
            <a:r>
              <a:rPr sz="2100" b="1">
                <a:solidFill>
                  <a:srgbClr val="182033"/>
                </a:solidFill>
              </a:rPr>
              <a:t>Conditional Operators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BE7E4A0-A02A-4570-9901-7C7CA07F54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86050"/>
            <a:ext cx="9334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Conditional Operators becomes teachable when students see the problem, algorithm, code fragment, dry run, and output together.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Connect the idea to the module problem before definitions.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should be able to say what changes, what is measured, and why the result matters.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47A6A36-2DF9-4808-834B-9CB6FFBF02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Input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0E4E7EE-4564-45E3-A2B0-C51CFF819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FCC656D-B1CC-4BDB-B88F-03DE06DD67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Variables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C5376CC-4842-4F9E-898C-83D38FB501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03457C6-00B1-46EC-AB8C-3B8A0A7732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Decision/loop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6946C55-8164-4858-8B7D-73442562D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7DDEDCD-7B41-4DA1-B181-2F6DDCEA1F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update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038046C-9358-4750-8AD1-ECF81FCF33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499315F-8846-4B35-8B3E-799F41FFA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Output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D500833-A55C-475F-BAB3-189920DE4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INTRODUCTION TO C PROGRAMMING</a:t>
            </a:r>
          </a:p>
        </p:txBody>
      </p:sp>
    </p:spTree>
    <p:extLst>
      <p:ext uri="{BB962C8B-B14F-4D97-AF65-F5344CB8AC3E}">
        <p14:creationId xmlns:p14="http://schemas.microsoft.com/office/powerpoint/2010/main" val="1712994571"/>
      </p:ext>
    </p:extLst>
  </p:cSld>
</p:sld>
</file>

<file path=ppt/slides/slide3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73001C7-CE77-4EB1-824F-7B13E04FD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1BPLC205E/105E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00C27C0-76A7-4E06-9C94-EA5393DD2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7. Concept structure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3518D7A-1885-426D-82C5-639993599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38EECE9-AF67-40EE-835E-89C7E4534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31/42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495D381-0165-40BE-AA97-6184A4D984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383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Part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329D9ED-96DC-43CF-B90D-93106A084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383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Classroom explanation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41E43FB-7FA9-476B-B0AE-49B15F5C6E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6383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148FCE1-58F4-416C-AD8F-EC83BCF92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907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Input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272E727-9FB7-4C33-A6F2-C9F83AC31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1907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Input explains one necessary part of Conditional Operator...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6D3A3F1-FC1C-42B3-A14D-DCFAB8E36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907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is given?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3A35878-0640-4EEA-9F1D-1FF26CBF2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432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Variables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055A7DD-98AD-47D5-9205-7BA99E1A7F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Variables explains one necessary part of Conditional Oper...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7042245-787E-4829-B683-8FEBE07F4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432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9DD2D83-4FF0-47BB-85C9-2FFE43D7A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Decision/loop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8CF6002-D231-490F-B302-8E84FDB82B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2956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Decision/loop explains one necessary part of Conditional...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97710D2-FB40-4D9A-884B-C1199063F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2956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1BD6749-3787-4340-AFD0-9F84A03A6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481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State update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98B5732-34DE-4BD3-87D9-3D388540F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8481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State update explains one necessary part of Conditional O...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D4513CF-04E9-4EEA-A266-0C1403CCC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8481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BA6C54E-4C3B-43BA-8490-4C2BB3FDC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005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Output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656DBBD-F48D-44B1-8252-6752F4F060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4005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Output explains one necessary part of Conditional Operato...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75F893B-598D-43C4-89C3-A1DDE5FD9C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4005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does it mean?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A22FFB9-91CF-4ED8-A69C-E663E2812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INTRODUCTION TO C PROGRAMMING</a:t>
            </a:r>
          </a:p>
        </p:txBody>
      </p:sp>
    </p:spTree>
    <p:extLst>
      <p:ext uri="{BB962C8B-B14F-4D97-AF65-F5344CB8AC3E}">
        <p14:creationId xmlns:p14="http://schemas.microsoft.com/office/powerpoint/2010/main" val="2067733888"/>
      </p:ext>
    </p:extLst>
  </p:cSld>
</p:sld>
</file>

<file path=ppt/slides/slide3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C2B1580-9713-4BD6-B376-0406ED71AC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1BPLC205E/105E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91C03E4-5D44-4339-A534-6BE6509F0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7. Worked teaching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9C3CD5C-8C1D-4EED-8DBC-338F040458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2AF1B90-4BB2-4C99-9DAE-32C89C2E59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32/42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56B16C8-5D43-4353-B69F-CE9E244A6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Define input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9AC4E1F-6B13-4F08-9823-620A9F118E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2C22094-0A5B-4D97-B1D3-B4022CBA3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Write algorithm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E1F5776-4115-4B3A-B5CC-0B8FDBC08E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9ECDE5C-87E3-4166-AAE3-05930971E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Trace variables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A58B899-0C1C-420E-8EAD-09FE762A3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6A278CB-9FEA-41F5-8637-79AE64B173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Map trace to code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6EE9037-9A61-433E-BCF3-0DE809D66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BB623D9-BB07-4282-89EF-325A6F41C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Predict output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40BB5F2-4715-49BF-8263-2DBF0743AF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14750"/>
            <a:ext cx="9334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1. Define input: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2. Write algorithm: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3. Trace variables: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4. Map trace to code: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5. Predict output: close with interpretation.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6. Test edge case: close with interpretation.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1699633-4F5D-4E7E-AE3C-2B44D8848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INTRODUCTION TO C PROGRAMMING</a:t>
            </a:r>
          </a:p>
        </p:txBody>
      </p:sp>
    </p:spTree>
    <p:extLst>
      <p:ext uri="{BB962C8B-B14F-4D97-AF65-F5344CB8AC3E}">
        <p14:creationId xmlns:p14="http://schemas.microsoft.com/office/powerpoint/2010/main" val="2092230594"/>
      </p:ext>
    </p:extLst>
  </p:cSld>
</p:sld>
</file>

<file path=ppt/slides/slide3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E60924C-1A00-4735-B979-8E6D1339A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1BPLC205E/105E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48F533A-DADC-42CF-BBC5-FC18FEF48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7. Application, confusion, exam 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D534160-FBA3-4BB1-8FC9-AE80F9E8C7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59FC0D1-1068-4F38-A4A1-8ABABA08A9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33/42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B8E7259-E491-413E-BD81-EE1DB4765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19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8115C73-25E8-4E16-AB23-702035B7A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05050"/>
            <a:ext cx="4343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Use Conditional Operators when a problem asks students to explain, compute, design, compare, or justify a result.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88708F1-69BB-415D-B71E-A7D5A3C213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19250"/>
            <a:ext cx="2667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Common 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CC4D31C-E72B-43C8-AA43-166CABB53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05050"/>
            <a:ext cx="4095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Pasting code without explaining data flow, control flow, and the point where the output is produced.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B1A532D-0FB0-453C-8B66-3225FFA04A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667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Exam takeaway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5E00FF5-3202-4818-9877-877983297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629150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A complete answer defines the topic, shows the mechanism or working, includes a labeled example, and states the final interpretation.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2122C0A-61A4-4D99-97E3-CE3275417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INTRODUCTION TO C PROGRAMMING</a:t>
            </a:r>
          </a:p>
        </p:txBody>
      </p:sp>
    </p:spTree>
    <p:extLst>
      <p:ext uri="{BB962C8B-B14F-4D97-AF65-F5344CB8AC3E}">
        <p14:creationId xmlns:p14="http://schemas.microsoft.com/office/powerpoint/2010/main" val="95764228"/>
      </p:ext>
    </p:extLst>
  </p:cSld>
</p:sld>
</file>

<file path=ppt/slides/slide3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4EC3822-8E79-4C67-B270-18EE2074D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1BPLC205E/105E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4830840-67C5-4FBD-89FB-51E5064BD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8. Why this topic matters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4B29141-BB3D-4FEB-8C33-81F71D075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9AE9706-1FF9-46E3-BB58-D4C983DE65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34/42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BB31D58-4A91-45AF-A9F1-6CE1537D1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0020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2033"/>
                </a:solidFill>
              </a:defRPr>
            </a:pPr>
            <a:r>
              <a:rPr sz="2100" b="1">
                <a:solidFill>
                  <a:srgbClr val="182033"/>
                </a:solidFill>
              </a:rPr>
              <a:t>Precedence of Arithmetic Operators. Decision Making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8992264-4D61-4653-8687-8E792900DA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86050"/>
            <a:ext cx="9334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Precedence of Arithmetic Operators. Decis... becomes teachable when students see the problem, algorithm, code fragment, dry run, and output together.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Connect the idea to the module problem before definitions.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should be able to say what changes, what is measured, and why the result matters.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A1AD4F2-5048-4F2C-95EC-C256E85AEC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Input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0B1E234-1127-421D-AD5C-D33C49B66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1183EF7-6A6A-4A4A-AD22-F56196E859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Variables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A678E37-D1C5-4CC7-B21E-2FDF4B4EB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772F52E-2EDF-4AE1-AB43-9CEF69D90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Decision/loop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8FD0CD3-AF8F-4289-8C69-E11B1E74AA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356EA3B-1557-4E47-9379-318EF8577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update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7BCB6C5-CCBA-4314-BFB0-52DF73E96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D57916B-755E-4F0C-94D8-F85E20C8C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Output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0FFF8DF-8749-4E6F-8EB1-AD7BA666B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INTRODUCTION TO C PROGRAMMING</a:t>
            </a:r>
          </a:p>
        </p:txBody>
      </p:sp>
    </p:spTree>
    <p:extLst>
      <p:ext uri="{BB962C8B-B14F-4D97-AF65-F5344CB8AC3E}">
        <p14:creationId xmlns:p14="http://schemas.microsoft.com/office/powerpoint/2010/main" val="1562720583"/>
      </p:ext>
    </p:extLst>
  </p:cSld>
</p:sld>
</file>

<file path=ppt/slides/slide3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D2E2E54-F345-43DD-9F42-18414AD80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1BPLC205E/105E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C2C2250-4A80-4757-A569-C311F2011F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8. Concept structure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C61B614-FF29-4105-8D17-E232741EC6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3ED5532-0268-4760-933F-9D01E6767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35/42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FFFD0E0-F377-4C6F-AF8D-25936E092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383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Part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476430D-C1F0-4F68-B8D1-0717C2381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383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Classroom explanation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DCC2537-7579-4F51-999C-DF513C1BD1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6383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DA4584E-1582-44D2-A59A-3317AACC7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907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Input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F4E563D-03A4-4926-BE33-6189598AD7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1907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Input explains one necessary part of Precedence of Arithm...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44F3B33-1DEF-4969-939F-78AB2CDD0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907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is given?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3111333-7584-42D6-AB92-DD066F3B4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432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Variables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17B296F-443F-45E0-81EB-B0ED7468A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Variables explains one necessary part of Precedence of Ar...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B38146E-F8AD-4C6A-8939-96C1E5C29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432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F5C6657-CDF2-4741-9A87-A0B52AF16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Decision/loop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6578806-FD11-4658-AD01-639582A8C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2956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Decision/loop explains one necessary part of Precedence o...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38EA0F0-0175-4860-A4C7-3D6CAF99BE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2956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6D8238C-6839-43E0-B082-853F0DECA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481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State update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98CBF32-839D-4C29-A688-6CE9A0ED3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8481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State update explains one necessary part of Precedence of...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BE801D3-62ED-4455-BC65-9DE30308A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8481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4445D29-5D62-4BC3-BAE2-9F05B60209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005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Output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AD44A1D-1BA5-4C87-B6D2-BDD73701E1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4005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Output explains one necessary part of Precedence of Arith...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F6610A3-F9EC-45F7-A179-8EC5B5E3A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4005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does it mean?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954D5C4-699C-45E3-A05B-F9A2E94ED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INTRODUCTION TO C PROGRAMMING</a:t>
            </a:r>
          </a:p>
        </p:txBody>
      </p:sp>
    </p:spTree>
    <p:extLst>
      <p:ext uri="{BB962C8B-B14F-4D97-AF65-F5344CB8AC3E}">
        <p14:creationId xmlns:p14="http://schemas.microsoft.com/office/powerpoint/2010/main" val="1637323377"/>
      </p:ext>
    </p:extLst>
  </p:cSld>
</p:sld>
</file>

<file path=ppt/slides/slide3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3DBE543-68FA-4DF0-9B32-1D48242611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1BPLC205E/105E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DBB9518-82E8-40F6-B36F-CC9F47AC0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8. Worked teaching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4E0663E-500F-487A-8CE3-343CA6BA55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DCEA334-5BCC-4887-A0FF-6B476AE1E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36/42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DAFDB51-DFC8-4A55-A07A-D35B3E465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Define input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8010029-EE49-4578-8970-8DE19B709C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4BDD2FE-C4D4-4A8A-B9E5-3668E81F65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Write algorithm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1AD7C0A-8592-4386-A69F-43F5B4913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5010756-D306-4834-9A9B-2E2C4F874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Trace variables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518C5D1-9906-4FEF-8841-5703C5BF8A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58A7382-F373-412C-AABA-FD2259739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Map trace to code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8AAFF43-6A89-4462-8244-72E642D80A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F27BA4E-A9D7-42F9-9902-A4C1D22590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Predict output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B59ABC9-D535-46B3-A36E-CAFD54C9C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14750"/>
            <a:ext cx="9334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1. Define input: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2. Write algorithm: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3. Trace variables: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4. Map trace to code: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5. Predict output: close with interpretation.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6. Test edge case: close with interpretation.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C79152A-29B5-4953-82CB-D1339D8B95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INTRODUCTION TO C PROGRAMMING</a:t>
            </a:r>
          </a:p>
        </p:txBody>
      </p:sp>
    </p:spTree>
    <p:extLst>
      <p:ext uri="{BB962C8B-B14F-4D97-AF65-F5344CB8AC3E}">
        <p14:creationId xmlns:p14="http://schemas.microsoft.com/office/powerpoint/2010/main" val="2129337475"/>
      </p:ext>
    </p:extLst>
  </p:cSld>
</p:sld>
</file>

<file path=ppt/slides/slide3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5191280-0B42-4075-AEBE-007F266AE7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1BPLC205E/105E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A74C6E4-1D58-4AB3-B376-388B49E5F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8. Application, confusion, exam 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DEEDCEE-2F76-4AEA-936D-B8D9178AF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79709FD-8A06-4D2B-BFE7-AC6CFD315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37/42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6CC1B22-0FAC-49D0-8959-2C8943B13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19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7F37D53-F204-470B-A31B-9E3C2F074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05050"/>
            <a:ext cx="4343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Use Precedence of Arithmetic Operators. Decision Making when a problem asks students to explain, compute, design, compare, or justify a result.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E26710C-10DC-40BC-AAD3-619F252BBF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19250"/>
            <a:ext cx="2667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Common 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E5854D2-72EB-4568-89F4-559B3777A4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05050"/>
            <a:ext cx="4095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Pasting code without explaining data flow, control flow, and the point where the output is produced.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7E8F9FD-9458-4261-8480-9D895F6AD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667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Exam takeaway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59AB54E-46DD-4DAC-9EA3-0CCE16DC3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629150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A complete answer defines the topic, shows the mechanism or working, includes a labeled example, and states the final interpretation.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B06A02B-984D-4790-A78D-5DF9253E1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INTRODUCTION TO C PROGRAMMING</a:t>
            </a:r>
          </a:p>
        </p:txBody>
      </p:sp>
    </p:spTree>
    <p:extLst>
      <p:ext uri="{BB962C8B-B14F-4D97-AF65-F5344CB8AC3E}">
        <p14:creationId xmlns:p14="http://schemas.microsoft.com/office/powerpoint/2010/main" val="1527481992"/>
      </p:ext>
    </p:extLst>
  </p:cSld>
</p:sld>
</file>

<file path=ppt/slides/slide3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020F933-678C-4286-826B-613FFCC2A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1BPLC205E/105E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8480B81-5C3D-4A74-ABC2-F05FAA5A2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Module concept map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DD3C527-941C-45C5-BDD1-374D8F3A1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6D06C3A-FB0A-4CD2-B246-B72D38C30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38/42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BB9AE44-9A05-4286-BFC1-B69BD0BF5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695450"/>
            <a:ext cx="93345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Problem or need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Core ideas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Mechanism / method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Worked example pattern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Applications and exam answer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85ED714-694F-485D-BEF6-6486E1EC3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INTRODUCTION TO C PROGRAMMING</a:t>
            </a:r>
          </a:p>
        </p:txBody>
      </p:sp>
    </p:spTree>
    <p:extLst>
      <p:ext uri="{BB962C8B-B14F-4D97-AF65-F5344CB8AC3E}">
        <p14:creationId xmlns:p14="http://schemas.microsoft.com/office/powerpoint/2010/main" val="1934347436"/>
      </p:ext>
    </p:extLst>
  </p:cSld>
</p:sld>
</file>

<file path=ppt/slides/slide3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10E7F93-2EA0-49D6-A45A-5763080C3E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1BPLC205E/105E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C25B9DE-0841-47CD-BA02-7F0B95E27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Key definitions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B0104E9-45F6-4CD2-9EAA-C8689A08F0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C96196C-0684-45F8-942A-4EB8C7905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39/42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18A6B5C-817E-46CB-A682-DB50E3FA7F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695450"/>
            <a:ext cx="93345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Operators: define using the syllabus context and one example.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Arithmetic: define using the syllabus context and one example.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Relational: define using the syllabus context and one example.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Logical: define using the syllabus context and one example.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Assignment: define using the syllabus context and one example.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C47416D-EA5C-4886-A255-3D30467010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INTRODUCTION TO C PROGRAMMING</a:t>
            </a:r>
          </a:p>
        </p:txBody>
      </p:sp>
    </p:spTree>
    <p:extLst>
      <p:ext uri="{BB962C8B-B14F-4D97-AF65-F5344CB8AC3E}">
        <p14:creationId xmlns:p14="http://schemas.microsoft.com/office/powerpoint/2010/main" val="176816709"/>
      </p:ext>
    </p:extLst>
  </p:cSld>
</p:sld>
</file>

<file path=ppt/slides/slide40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86B97CB-495E-445C-A4EC-0EBA9E9FF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1BPLC205E/105E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9222D18-B56B-4C91-8AE5-765CE8595C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Important formulae / diagrams / algorithms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0E8D911-5EC5-4126-A9F3-7AD6D2F810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E28179C-4D64-4FEB-A9E0-1D7F1ABD5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40/42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10EAEEA-4AF2-457E-932A-6E6056BA03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695450"/>
            <a:ext cx="93345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Input: prepare a labeled board version for exams and classroom explanation.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Variables: prepare a labeled board version for exams and classroom explanation.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Decision/loop: prepare a labeled board version for exams and classroom explanation.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State update: prepare a labeled board version for exams and classroom explanation.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Output: prepare a labeled board version for exams and classroom explanation.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3EDF319-043D-4CEF-AD71-ABA1126263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INTRODUCTION TO C PROGRAMMING</a:t>
            </a:r>
          </a:p>
        </p:txBody>
      </p:sp>
    </p:spTree>
    <p:extLst>
      <p:ext uri="{BB962C8B-B14F-4D97-AF65-F5344CB8AC3E}">
        <p14:creationId xmlns:p14="http://schemas.microsoft.com/office/powerpoint/2010/main" val="105679103"/>
      </p:ext>
    </p:extLst>
  </p:cSld>
</p:sld>
</file>

<file path=ppt/slides/slide4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7424798-5147-4546-B200-8FEDA19C6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1BPLC205E/105E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A28F062-9A22-44ED-AA07-8EAC69008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Common mistakes and corrections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D36C91C-F91C-4268-9612-7E4DC3E0F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D30ECF3-A074-4ADE-9790-C7D33BE3DE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41/42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22954AD-077E-4AA9-B4F4-02278C005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695450"/>
            <a:ext cx="93345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Pasting code without explaining data flow, control flow, and the point where the output is produced.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Use diagrams, units, intermediate steps, or scenario context wherever the answer demands them.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Do not replace explanation with topic-name listing.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06C667C-983F-4EE6-9592-31AD91724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INTRODUCTION TO C PROGRAMMING</a:t>
            </a:r>
          </a:p>
        </p:txBody>
      </p:sp>
    </p:spTree>
    <p:extLst>
      <p:ext uri="{BB962C8B-B14F-4D97-AF65-F5344CB8AC3E}">
        <p14:creationId xmlns:p14="http://schemas.microsoft.com/office/powerpoint/2010/main" val="819170679"/>
      </p:ext>
    </p:extLst>
  </p:cSld>
</p:sld>
</file>

<file path=ppt/slides/slide4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9C70201-7DAF-4BAA-9BFE-64EB6617D9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1BPLC205E/105E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07A8DCB-2D68-4EA9-B984-F3A2D1B170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Practice questions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5ADC0F6-874F-4549-B5B4-68D5786EED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CE06436-2769-41EF-BBB9-1CB61AC61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42/42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7E4E878-568C-4353-8860-03B5BCA79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695450"/>
            <a:ext cx="93345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1. Explain Operators: Introduction to Operators with a labeled example and exam-ready conclusion.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2. Explain Arithmetic Operators with a labeled example and exam-ready conclusion.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3. Explain Relational Operators with a labeled example and exam-ready conclusion.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4. Explain Logical Operators with a labeled example and exam-ready conclusion.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5. Explain Assignment Operators with a labeled example and exam-ready conclusion.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1DDC54B-B8AA-4D93-9137-D76E0A001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5124450"/>
            <a:ext cx="2095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82033"/>
                </a:solidFill>
              </a:defRPr>
            </a:pPr>
            <a:r>
              <a:rPr sz="1425" b="1">
                <a:solidFill>
                  <a:srgbClr val="182033"/>
                </a:solidFill>
              </a:rPr>
              <a:t>Note on PYQs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F97E501-497A-4073-9C9F-AB5BEDD97B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5124450"/>
            <a:ext cx="666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82033"/>
                </a:solidFill>
              </a:defRPr>
            </a:pPr>
            <a:r>
              <a:rPr sz="1500" b="0">
                <a:solidFill>
                  <a:srgbClr val="182033"/>
                </a:solidFill>
              </a:rPr>
              <a:t>No repository-verified VTU previous-year question source was found for this module; these are practice questions.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5B0F8D7-E078-495E-BA85-3D9D1EDFA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INTRODUCTION TO C PROGRAMMING</a:t>
            </a:r>
          </a:p>
        </p:txBody>
      </p:sp>
    </p:spTree>
    <p:extLst>
      <p:ext uri="{BB962C8B-B14F-4D97-AF65-F5344CB8AC3E}">
        <p14:creationId xmlns:p14="http://schemas.microsoft.com/office/powerpoint/2010/main" val="95314050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2026-08-24T16:03:15.0810000Z</dcterms:created>
  <dcterms:modified xsi:type="dcterms:W3CDTF">2026-08-24T16:03:15.0810000Z</dcterms:modified>
</coreProperties>
</file>